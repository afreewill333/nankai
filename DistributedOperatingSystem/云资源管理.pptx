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8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9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0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1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2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5325" r:id="rId2"/>
  </p:sldMasterIdLst>
  <p:notesMasterIdLst>
    <p:notesMasterId r:id="rId82"/>
  </p:notesMasterIdLst>
  <p:handoutMasterIdLst>
    <p:handoutMasterId r:id="rId83"/>
  </p:handoutMasterIdLst>
  <p:sldIdLst>
    <p:sldId id="510" r:id="rId3"/>
    <p:sldId id="677" r:id="rId4"/>
    <p:sldId id="746" r:id="rId5"/>
    <p:sldId id="511" r:id="rId6"/>
    <p:sldId id="747" r:id="rId7"/>
    <p:sldId id="737" r:id="rId8"/>
    <p:sldId id="752" r:id="rId9"/>
    <p:sldId id="749" r:id="rId10"/>
    <p:sldId id="750" r:id="rId11"/>
    <p:sldId id="753" r:id="rId12"/>
    <p:sldId id="755" r:id="rId13"/>
    <p:sldId id="756" r:id="rId14"/>
    <p:sldId id="757" r:id="rId15"/>
    <p:sldId id="758" r:id="rId16"/>
    <p:sldId id="759" r:id="rId17"/>
    <p:sldId id="760" r:id="rId18"/>
    <p:sldId id="763" r:id="rId19"/>
    <p:sldId id="765" r:id="rId20"/>
    <p:sldId id="766" r:id="rId21"/>
    <p:sldId id="785" r:id="rId22"/>
    <p:sldId id="259" r:id="rId23"/>
    <p:sldId id="331" r:id="rId24"/>
    <p:sldId id="333" r:id="rId25"/>
    <p:sldId id="338" r:id="rId26"/>
    <p:sldId id="337" r:id="rId27"/>
    <p:sldId id="261" r:id="rId28"/>
    <p:sldId id="260" r:id="rId29"/>
    <p:sldId id="262" r:id="rId30"/>
    <p:sldId id="263" r:id="rId31"/>
    <p:sldId id="265" r:id="rId32"/>
    <p:sldId id="270" r:id="rId33"/>
    <p:sldId id="294" r:id="rId34"/>
    <p:sldId id="266" r:id="rId35"/>
    <p:sldId id="271" r:id="rId36"/>
    <p:sldId id="275" r:id="rId37"/>
    <p:sldId id="273" r:id="rId38"/>
    <p:sldId id="276" r:id="rId39"/>
    <p:sldId id="295" r:id="rId40"/>
    <p:sldId id="274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99" r:id="rId50"/>
    <p:sldId id="293" r:id="rId51"/>
    <p:sldId id="297" r:id="rId52"/>
    <p:sldId id="298" r:id="rId53"/>
    <p:sldId id="300" r:id="rId54"/>
    <p:sldId id="301" r:id="rId55"/>
    <p:sldId id="302" r:id="rId56"/>
    <p:sldId id="285" r:id="rId57"/>
    <p:sldId id="289" r:id="rId58"/>
    <p:sldId id="290" r:id="rId59"/>
    <p:sldId id="286" r:id="rId60"/>
    <p:sldId id="291" r:id="rId61"/>
    <p:sldId id="292" r:id="rId62"/>
    <p:sldId id="287" r:id="rId63"/>
    <p:sldId id="296" r:id="rId64"/>
    <p:sldId id="767" r:id="rId65"/>
    <p:sldId id="768" r:id="rId66"/>
    <p:sldId id="769" r:id="rId67"/>
    <p:sldId id="770" r:id="rId68"/>
    <p:sldId id="771" r:id="rId69"/>
    <p:sldId id="773" r:id="rId70"/>
    <p:sldId id="772" r:id="rId71"/>
    <p:sldId id="774" r:id="rId72"/>
    <p:sldId id="775" r:id="rId73"/>
    <p:sldId id="776" r:id="rId74"/>
    <p:sldId id="777" r:id="rId75"/>
    <p:sldId id="778" r:id="rId76"/>
    <p:sldId id="779" r:id="rId77"/>
    <p:sldId id="780" r:id="rId78"/>
    <p:sldId id="786" r:id="rId79"/>
    <p:sldId id="787" r:id="rId80"/>
    <p:sldId id="692" r:id="rId81"/>
  </p:sldIdLst>
  <p:sldSz cx="9144000" cy="6858000" type="screen4x3"/>
  <p:notesSz cx="6646863" cy="97774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DE7FB"/>
    <a:srgbClr val="FABEF6"/>
    <a:srgbClr val="FFEFF9"/>
    <a:srgbClr val="FDCDE3"/>
    <a:srgbClr val="CC0000"/>
    <a:srgbClr val="AEF77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2705" autoAdjust="0"/>
  </p:normalViewPr>
  <p:slideViewPr>
    <p:cSldViewPr snapToGrid="0">
      <p:cViewPr varScale="1">
        <p:scale>
          <a:sx n="81" d="100"/>
          <a:sy n="81" d="100"/>
        </p:scale>
        <p:origin x="14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2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-1836" y="-72"/>
      </p:cViewPr>
      <p:guideLst>
        <p:guide orient="horz" pos="3080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usen\Desktop\New%20Microsoft%20Excel%20Workshee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Reports\TCSVT\results\major%20revision\Wow%20resul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usen\Desktop\New%20Microsoft%20Excel%20Worksheet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Research\interference-aware%20problems\game%20profiling\results\co-location%20examples\example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ublications\ACM%20MM%202018%20-%20Gbench\results\resul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sensitivy%20and%20intensity%20examples\Dota2\experience_record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sensitivy%20and%20intensity%20examples\Far%20Cry4\experience_record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sensitivy%20and%20intensity%20examples\Granado%20Espada\experience_record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Research\interference-aware%20problems\game%20profiling\results\sensitivy%20and%20intensity%20examples\why%20remove%20memories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intensity&#19981;&#33021;&#30452;&#25509;&#30456;&#21152;\intensity_add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&#32500;&#24230;&#20043;&#38388;&#38750;&#32447;&#24615;\none%20linear%20relation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&#39044;&#27979;&#32467;&#26524;\&#39044;&#27979;&#32467;&#26524;\&#22238;&#24402;&#38382;&#39064;\&#22238;&#24402;&#38382;&#39064;&#39044;&#27979;&#32467;&#26524;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&#39044;&#27979;&#32467;&#26524;\&#39044;&#27979;&#32467;&#26524;\&#22238;&#24402;&#38382;&#39064;\&#22238;&#24402;&#38382;&#39064;&#39044;&#27979;&#32467;&#26524;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packing%20algorithms\packing%20algorithm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packing%20algorithms\packing%20algorithm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packing%20algorithms\packing%20algorithm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Research\interference-aware%20problems\game%20profiling\results\packing%20algorithms\packing%20algorithms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First Fit</c:v>
          </c:tx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Sheet2!$B$1:$B$73</c:f>
              <c:numCache>
                <c:formatCode>General</c:formatCode>
                <c:ptCount val="73"/>
                <c:pt idx="0">
                  <c:v>130.8846154</c:v>
                </c:pt>
                <c:pt idx="1">
                  <c:v>128.41025640000001</c:v>
                </c:pt>
                <c:pt idx="2">
                  <c:v>121.52564099999999</c:v>
                </c:pt>
                <c:pt idx="3">
                  <c:v>117.6346154</c:v>
                </c:pt>
                <c:pt idx="4">
                  <c:v>98.82692308</c:v>
                </c:pt>
                <c:pt idx="5">
                  <c:v>91.942307690000007</c:v>
                </c:pt>
                <c:pt idx="6">
                  <c:v>82.724358969999997</c:v>
                </c:pt>
                <c:pt idx="7">
                  <c:v>75.833333330000002</c:v>
                </c:pt>
                <c:pt idx="8">
                  <c:v>67.397435900000005</c:v>
                </c:pt>
                <c:pt idx="9">
                  <c:v>61.044871790000002</c:v>
                </c:pt>
                <c:pt idx="10">
                  <c:v>54.717948720000003</c:v>
                </c:pt>
                <c:pt idx="11">
                  <c:v>48.685897439999998</c:v>
                </c:pt>
                <c:pt idx="12">
                  <c:v>43.23076923</c:v>
                </c:pt>
                <c:pt idx="13">
                  <c:v>38.262820509999997</c:v>
                </c:pt>
                <c:pt idx="14">
                  <c:v>34.108974359999998</c:v>
                </c:pt>
                <c:pt idx="15">
                  <c:v>31.30769231</c:v>
                </c:pt>
                <c:pt idx="16">
                  <c:v>27.78846154</c:v>
                </c:pt>
                <c:pt idx="17">
                  <c:v>25.589743590000001</c:v>
                </c:pt>
                <c:pt idx="18">
                  <c:v>23.88461538</c:v>
                </c:pt>
                <c:pt idx="19">
                  <c:v>22.391025639999999</c:v>
                </c:pt>
                <c:pt idx="20">
                  <c:v>20.551282050000001</c:v>
                </c:pt>
                <c:pt idx="21">
                  <c:v>19.51923077</c:v>
                </c:pt>
                <c:pt idx="22">
                  <c:v>18.71153846</c:v>
                </c:pt>
                <c:pt idx="23">
                  <c:v>18.551282050000001</c:v>
                </c:pt>
                <c:pt idx="24">
                  <c:v>18.256410259999999</c:v>
                </c:pt>
                <c:pt idx="25">
                  <c:v>18.57692308</c:v>
                </c:pt>
                <c:pt idx="26">
                  <c:v>20.570512820000001</c:v>
                </c:pt>
                <c:pt idx="27">
                  <c:v>21.147435900000001</c:v>
                </c:pt>
                <c:pt idx="28">
                  <c:v>23.78846154</c:v>
                </c:pt>
                <c:pt idx="29">
                  <c:v>25.358974360000001</c:v>
                </c:pt>
                <c:pt idx="30">
                  <c:v>27.762820510000001</c:v>
                </c:pt>
                <c:pt idx="31">
                  <c:v>30.42307692</c:v>
                </c:pt>
                <c:pt idx="32">
                  <c:v>35.11538462</c:v>
                </c:pt>
                <c:pt idx="33">
                  <c:v>36.897435899999998</c:v>
                </c:pt>
                <c:pt idx="34">
                  <c:v>39.34615385</c:v>
                </c:pt>
                <c:pt idx="35">
                  <c:v>39.333333330000002</c:v>
                </c:pt>
                <c:pt idx="36">
                  <c:v>40.294871790000002</c:v>
                </c:pt>
                <c:pt idx="37">
                  <c:v>40.512820509999997</c:v>
                </c:pt>
                <c:pt idx="38">
                  <c:v>42.012820509999997</c:v>
                </c:pt>
                <c:pt idx="39">
                  <c:v>43.717948720000003</c:v>
                </c:pt>
                <c:pt idx="40">
                  <c:v>45.371794870000002</c:v>
                </c:pt>
                <c:pt idx="41">
                  <c:v>43.852564100000002</c:v>
                </c:pt>
                <c:pt idx="42">
                  <c:v>47.34615385</c:v>
                </c:pt>
                <c:pt idx="43">
                  <c:v>47.564102560000002</c:v>
                </c:pt>
                <c:pt idx="44">
                  <c:v>49.993589739999997</c:v>
                </c:pt>
                <c:pt idx="45">
                  <c:v>48.448717950000002</c:v>
                </c:pt>
                <c:pt idx="46">
                  <c:v>52.570512819999998</c:v>
                </c:pt>
                <c:pt idx="47">
                  <c:v>51.262820509999997</c:v>
                </c:pt>
                <c:pt idx="48">
                  <c:v>52.82692308</c:v>
                </c:pt>
                <c:pt idx="49">
                  <c:v>52.88461538</c:v>
                </c:pt>
                <c:pt idx="50">
                  <c:v>56.858974359999998</c:v>
                </c:pt>
                <c:pt idx="51">
                  <c:v>54.55769231</c:v>
                </c:pt>
                <c:pt idx="52">
                  <c:v>56.185897439999998</c:v>
                </c:pt>
                <c:pt idx="53">
                  <c:v>60.05769231</c:v>
                </c:pt>
                <c:pt idx="54">
                  <c:v>61.647435899999998</c:v>
                </c:pt>
                <c:pt idx="55">
                  <c:v>61.352564100000002</c:v>
                </c:pt>
                <c:pt idx="56">
                  <c:v>60.69230769</c:v>
                </c:pt>
                <c:pt idx="57">
                  <c:v>69.512820509999997</c:v>
                </c:pt>
                <c:pt idx="58">
                  <c:v>73.11538462</c:v>
                </c:pt>
                <c:pt idx="59">
                  <c:v>81.583333330000002</c:v>
                </c:pt>
                <c:pt idx="60">
                  <c:v>91.583333330000002</c:v>
                </c:pt>
                <c:pt idx="61">
                  <c:v>107.8141026</c:v>
                </c:pt>
                <c:pt idx="62">
                  <c:v>109</c:v>
                </c:pt>
                <c:pt idx="63">
                  <c:v>130.08333329999999</c:v>
                </c:pt>
                <c:pt idx="64">
                  <c:v>126.3205128</c:v>
                </c:pt>
                <c:pt idx="65">
                  <c:v>132.0961538</c:v>
                </c:pt>
                <c:pt idx="66">
                  <c:v>142.18589739999999</c:v>
                </c:pt>
                <c:pt idx="67">
                  <c:v>141.22435899999999</c:v>
                </c:pt>
                <c:pt idx="68">
                  <c:v>140.78846150000001</c:v>
                </c:pt>
                <c:pt idx="69">
                  <c:v>135.08333329999999</c:v>
                </c:pt>
                <c:pt idx="70">
                  <c:v>142.82692309999999</c:v>
                </c:pt>
                <c:pt idx="71">
                  <c:v>149.1282051</c:v>
                </c:pt>
                <c:pt idx="72">
                  <c:v>139.47435899999999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B5E-447B-BEC8-1BEA25B2FADB}"/>
            </c:ext>
          </c:extLst>
        </c:ser>
        <c:ser>
          <c:idx val="1"/>
          <c:order val="1"/>
          <c:tx>
            <c:v>Best Fit</c:v>
          </c:tx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Sheet2!$C$1:$C$73</c:f>
              <c:numCache>
                <c:formatCode>General</c:formatCode>
                <c:ptCount val="73"/>
                <c:pt idx="0">
                  <c:v>130.45512819999999</c:v>
                </c:pt>
                <c:pt idx="1">
                  <c:v>127.47435900000001</c:v>
                </c:pt>
                <c:pt idx="2">
                  <c:v>120.2564103</c:v>
                </c:pt>
                <c:pt idx="3">
                  <c:v>116.16666669999999</c:v>
                </c:pt>
                <c:pt idx="4">
                  <c:v>97.121794870000002</c:v>
                </c:pt>
                <c:pt idx="5">
                  <c:v>90.371794870000002</c:v>
                </c:pt>
                <c:pt idx="6">
                  <c:v>80.871794870000002</c:v>
                </c:pt>
                <c:pt idx="7">
                  <c:v>74.102564099999995</c:v>
                </c:pt>
                <c:pt idx="8">
                  <c:v>65.929487179999995</c:v>
                </c:pt>
                <c:pt idx="9">
                  <c:v>59.30769231</c:v>
                </c:pt>
                <c:pt idx="10">
                  <c:v>53.17307692</c:v>
                </c:pt>
                <c:pt idx="11">
                  <c:v>47.160256410000002</c:v>
                </c:pt>
                <c:pt idx="12">
                  <c:v>41.916666669999998</c:v>
                </c:pt>
                <c:pt idx="13">
                  <c:v>37.141025640000002</c:v>
                </c:pt>
                <c:pt idx="14">
                  <c:v>33.03846154</c:v>
                </c:pt>
                <c:pt idx="15">
                  <c:v>30.25</c:v>
                </c:pt>
                <c:pt idx="16">
                  <c:v>26.897435900000001</c:v>
                </c:pt>
                <c:pt idx="17">
                  <c:v>24.878205130000001</c:v>
                </c:pt>
                <c:pt idx="18">
                  <c:v>23.23076923</c:v>
                </c:pt>
                <c:pt idx="19">
                  <c:v>21.69230769</c:v>
                </c:pt>
                <c:pt idx="20">
                  <c:v>19.948717949999999</c:v>
                </c:pt>
                <c:pt idx="21">
                  <c:v>18.94230769</c:v>
                </c:pt>
                <c:pt idx="22">
                  <c:v>18.070512820000001</c:v>
                </c:pt>
                <c:pt idx="23">
                  <c:v>17.891025639999999</c:v>
                </c:pt>
                <c:pt idx="24">
                  <c:v>17.660256409999999</c:v>
                </c:pt>
                <c:pt idx="25">
                  <c:v>18.09615385</c:v>
                </c:pt>
                <c:pt idx="26">
                  <c:v>20.34615385</c:v>
                </c:pt>
                <c:pt idx="27">
                  <c:v>21.032051280000001</c:v>
                </c:pt>
                <c:pt idx="28">
                  <c:v>23.724358970000001</c:v>
                </c:pt>
                <c:pt idx="29">
                  <c:v>25.301282050000001</c:v>
                </c:pt>
                <c:pt idx="30">
                  <c:v>27.737179489999999</c:v>
                </c:pt>
                <c:pt idx="31">
                  <c:v>30.40384615</c:v>
                </c:pt>
                <c:pt idx="32">
                  <c:v>35.108974359999998</c:v>
                </c:pt>
                <c:pt idx="33">
                  <c:v>36.897435899999998</c:v>
                </c:pt>
                <c:pt idx="34">
                  <c:v>39.30769231</c:v>
                </c:pt>
                <c:pt idx="35">
                  <c:v>39.314102560000002</c:v>
                </c:pt>
                <c:pt idx="36">
                  <c:v>40.243589739999997</c:v>
                </c:pt>
                <c:pt idx="37">
                  <c:v>40.48076923</c:v>
                </c:pt>
                <c:pt idx="38">
                  <c:v>41.92307692</c:v>
                </c:pt>
                <c:pt idx="39">
                  <c:v>43.685897439999998</c:v>
                </c:pt>
                <c:pt idx="40">
                  <c:v>45.320512819999998</c:v>
                </c:pt>
                <c:pt idx="41">
                  <c:v>43.794871790000002</c:v>
                </c:pt>
                <c:pt idx="42">
                  <c:v>47.371794870000002</c:v>
                </c:pt>
                <c:pt idx="43">
                  <c:v>47.53846154</c:v>
                </c:pt>
                <c:pt idx="44">
                  <c:v>49.967948720000003</c:v>
                </c:pt>
                <c:pt idx="45">
                  <c:v>48.429487180000002</c:v>
                </c:pt>
                <c:pt idx="46">
                  <c:v>52.544871790000002</c:v>
                </c:pt>
                <c:pt idx="47">
                  <c:v>51.224358969999997</c:v>
                </c:pt>
                <c:pt idx="48">
                  <c:v>52.801282049999998</c:v>
                </c:pt>
                <c:pt idx="49">
                  <c:v>52.891025640000002</c:v>
                </c:pt>
                <c:pt idx="50">
                  <c:v>56.891025640000002</c:v>
                </c:pt>
                <c:pt idx="51">
                  <c:v>54.564102560000002</c:v>
                </c:pt>
                <c:pt idx="52">
                  <c:v>56.089743589999998</c:v>
                </c:pt>
                <c:pt idx="53">
                  <c:v>59.910256410000002</c:v>
                </c:pt>
                <c:pt idx="54">
                  <c:v>61.53846154</c:v>
                </c:pt>
                <c:pt idx="55">
                  <c:v>61.166666669999998</c:v>
                </c:pt>
                <c:pt idx="56">
                  <c:v>60.53846154</c:v>
                </c:pt>
                <c:pt idx="57">
                  <c:v>69.371794870000002</c:v>
                </c:pt>
                <c:pt idx="58">
                  <c:v>73</c:v>
                </c:pt>
                <c:pt idx="59">
                  <c:v>81.474358969999997</c:v>
                </c:pt>
                <c:pt idx="60">
                  <c:v>91.57692308</c:v>
                </c:pt>
                <c:pt idx="61">
                  <c:v>107.8205128</c:v>
                </c:pt>
                <c:pt idx="62">
                  <c:v>109</c:v>
                </c:pt>
                <c:pt idx="63">
                  <c:v>130.0064103</c:v>
                </c:pt>
                <c:pt idx="64">
                  <c:v>126.2564103</c:v>
                </c:pt>
                <c:pt idx="65">
                  <c:v>132.1025641</c:v>
                </c:pt>
                <c:pt idx="66">
                  <c:v>142.16666670000001</c:v>
                </c:pt>
                <c:pt idx="67">
                  <c:v>141.16025640000001</c:v>
                </c:pt>
                <c:pt idx="68">
                  <c:v>140.78846150000001</c:v>
                </c:pt>
                <c:pt idx="69">
                  <c:v>135.05128210000001</c:v>
                </c:pt>
                <c:pt idx="70">
                  <c:v>142.66666670000001</c:v>
                </c:pt>
                <c:pt idx="71">
                  <c:v>148.75</c:v>
                </c:pt>
                <c:pt idx="72">
                  <c:v>138.7628205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B5E-447B-BEC8-1BEA25B2FADB}"/>
            </c:ext>
          </c:extLst>
        </c:ser>
        <c:ser>
          <c:idx val="3"/>
          <c:order val="2"/>
          <c:tx>
            <c:v>Optimal</c:v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Sheet2!$E$1:$E$73</c:f>
              <c:numCache>
                <c:formatCode>General</c:formatCode>
                <c:ptCount val="73"/>
                <c:pt idx="0">
                  <c:v>104.2259615</c:v>
                </c:pt>
                <c:pt idx="1">
                  <c:v>93.844551280000005</c:v>
                </c:pt>
                <c:pt idx="2">
                  <c:v>82.418269230000007</c:v>
                </c:pt>
                <c:pt idx="3">
                  <c:v>75.407051280000005</c:v>
                </c:pt>
                <c:pt idx="4">
                  <c:v>59.47115385</c:v>
                </c:pt>
                <c:pt idx="5">
                  <c:v>53.463141030000003</c:v>
                </c:pt>
                <c:pt idx="6">
                  <c:v>45.833333330000002</c:v>
                </c:pt>
                <c:pt idx="7">
                  <c:v>40.621794870000002</c:v>
                </c:pt>
                <c:pt idx="8">
                  <c:v>34.99519231</c:v>
                </c:pt>
                <c:pt idx="9">
                  <c:v>30.671474360000001</c:v>
                </c:pt>
                <c:pt idx="10">
                  <c:v>27.035256409999999</c:v>
                </c:pt>
                <c:pt idx="11">
                  <c:v>23.493589740000001</c:v>
                </c:pt>
                <c:pt idx="12">
                  <c:v>20.84615385</c:v>
                </c:pt>
                <c:pt idx="13">
                  <c:v>18.448717949999999</c:v>
                </c:pt>
                <c:pt idx="14">
                  <c:v>16.347756409999999</c:v>
                </c:pt>
                <c:pt idx="15">
                  <c:v>15.18429487</c:v>
                </c:pt>
                <c:pt idx="16">
                  <c:v>13.62179487</c:v>
                </c:pt>
                <c:pt idx="17">
                  <c:v>12.88461538</c:v>
                </c:pt>
                <c:pt idx="18">
                  <c:v>12.51923077</c:v>
                </c:pt>
                <c:pt idx="19">
                  <c:v>12.362179490000001</c:v>
                </c:pt>
                <c:pt idx="20">
                  <c:v>11.987179490000001</c:v>
                </c:pt>
                <c:pt idx="21">
                  <c:v>12.04326923</c:v>
                </c:pt>
                <c:pt idx="22">
                  <c:v>12.2275641</c:v>
                </c:pt>
                <c:pt idx="23">
                  <c:v>13.448717950000001</c:v>
                </c:pt>
                <c:pt idx="24">
                  <c:v>14.349358970000001</c:v>
                </c:pt>
                <c:pt idx="25">
                  <c:v>15.743589740000001</c:v>
                </c:pt>
                <c:pt idx="26">
                  <c:v>18.33653846</c:v>
                </c:pt>
                <c:pt idx="27">
                  <c:v>19.342948719999999</c:v>
                </c:pt>
                <c:pt idx="28">
                  <c:v>22.23557692</c:v>
                </c:pt>
                <c:pt idx="29">
                  <c:v>23.847756409999999</c:v>
                </c:pt>
                <c:pt idx="30">
                  <c:v>26.16346154</c:v>
                </c:pt>
                <c:pt idx="31">
                  <c:v>28.756410259999999</c:v>
                </c:pt>
                <c:pt idx="32">
                  <c:v>33.280448720000003</c:v>
                </c:pt>
                <c:pt idx="33">
                  <c:v>35.232371790000002</c:v>
                </c:pt>
                <c:pt idx="34">
                  <c:v>37.623397439999998</c:v>
                </c:pt>
                <c:pt idx="35">
                  <c:v>37.28365385</c:v>
                </c:pt>
                <c:pt idx="36">
                  <c:v>37.584935899999998</c:v>
                </c:pt>
                <c:pt idx="37">
                  <c:v>38.150641030000003</c:v>
                </c:pt>
                <c:pt idx="38">
                  <c:v>39.964743589999998</c:v>
                </c:pt>
                <c:pt idx="39">
                  <c:v>41.381410260000003</c:v>
                </c:pt>
                <c:pt idx="40">
                  <c:v>43.020833330000002</c:v>
                </c:pt>
                <c:pt idx="41">
                  <c:v>41.570512819999998</c:v>
                </c:pt>
                <c:pt idx="42">
                  <c:v>44.753205129999998</c:v>
                </c:pt>
                <c:pt idx="43">
                  <c:v>45.147435899999998</c:v>
                </c:pt>
                <c:pt idx="44">
                  <c:v>47.48557692</c:v>
                </c:pt>
                <c:pt idx="45">
                  <c:v>46.181089739999997</c:v>
                </c:pt>
                <c:pt idx="46">
                  <c:v>50.070512819999998</c:v>
                </c:pt>
                <c:pt idx="47">
                  <c:v>48.871794870000002</c:v>
                </c:pt>
                <c:pt idx="48">
                  <c:v>50.334935899999998</c:v>
                </c:pt>
                <c:pt idx="49">
                  <c:v>50.511217950000002</c:v>
                </c:pt>
                <c:pt idx="50">
                  <c:v>54.551282049999998</c:v>
                </c:pt>
                <c:pt idx="51">
                  <c:v>51.559294870000002</c:v>
                </c:pt>
                <c:pt idx="52">
                  <c:v>52.92788462</c:v>
                </c:pt>
                <c:pt idx="53">
                  <c:v>56.623397439999998</c:v>
                </c:pt>
                <c:pt idx="54">
                  <c:v>58.025641030000003</c:v>
                </c:pt>
                <c:pt idx="55">
                  <c:v>57.636217950000002</c:v>
                </c:pt>
                <c:pt idx="56">
                  <c:v>57.90865385</c:v>
                </c:pt>
                <c:pt idx="57">
                  <c:v>67.269230769999993</c:v>
                </c:pt>
                <c:pt idx="58">
                  <c:v>71.793269230000007</c:v>
                </c:pt>
                <c:pt idx="59">
                  <c:v>80.408653849999993</c:v>
                </c:pt>
                <c:pt idx="60">
                  <c:v>90.469551280000005</c:v>
                </c:pt>
                <c:pt idx="61">
                  <c:v>106.6538462</c:v>
                </c:pt>
                <c:pt idx="62">
                  <c:v>107.6426282</c:v>
                </c:pt>
                <c:pt idx="63">
                  <c:v>128.48878210000001</c:v>
                </c:pt>
                <c:pt idx="64">
                  <c:v>124.7115385</c:v>
                </c:pt>
                <c:pt idx="65">
                  <c:v>130.3685897</c:v>
                </c:pt>
                <c:pt idx="66">
                  <c:v>139.72435899999999</c:v>
                </c:pt>
                <c:pt idx="67">
                  <c:v>138.2275641</c:v>
                </c:pt>
                <c:pt idx="68">
                  <c:v>137.33012819999999</c:v>
                </c:pt>
                <c:pt idx="69">
                  <c:v>128.70512819999999</c:v>
                </c:pt>
                <c:pt idx="70">
                  <c:v>131.1842949</c:v>
                </c:pt>
                <c:pt idx="71">
                  <c:v>130.31410260000001</c:v>
                </c:pt>
                <c:pt idx="72">
                  <c:v>111.67147439999999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FB5E-447B-BEC8-1BEA25B2FA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277872352"/>
        <c:axId val="-1277884320"/>
      </c:scatterChart>
      <c:valAx>
        <c:axId val="-1277872352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Hours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1277884320"/>
        <c:crosses val="autoZero"/>
        <c:crossBetween val="midCat"/>
        <c:majorUnit val="2"/>
      </c:valAx>
      <c:valAx>
        <c:axId val="-127788432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SG" dirty="0"/>
                  <a:t>Servers Used</a:t>
                </a:r>
              </a:p>
            </c:rich>
          </c:tx>
          <c:layout>
            <c:manualLayout>
              <c:xMode val="edge"/>
              <c:yMode val="edge"/>
              <c:x val="1.21055390449349E-2"/>
              <c:y val="0.17695588171362603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-1277872352"/>
        <c:crosses val="autoZero"/>
        <c:crossBetween val="midCat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Average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Sheet8!$B$3:$D$3</c:f>
              <c:numCache>
                <c:formatCode>General</c:formatCode>
                <c:ptCount val="3"/>
                <c:pt idx="0">
                  <c:v>0.67200000000000004</c:v>
                </c:pt>
                <c:pt idx="1">
                  <c:v>0.27300000000000002</c:v>
                </c:pt>
                <c:pt idx="2">
                  <c:v>0.24199999999999999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7E-42F2-938A-52287271B9C6}"/>
            </c:ext>
          </c:extLst>
        </c:ser>
        <c:ser>
          <c:idx val="1"/>
          <c:order val="1"/>
          <c:tx>
            <c:v>Moving Average (k=30)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Sheet8!$B$4:$D$4</c:f>
              <c:numCache>
                <c:formatCode>General</c:formatCode>
                <c:ptCount val="3"/>
                <c:pt idx="0">
                  <c:v>0.57999999999999996</c:v>
                </c:pt>
                <c:pt idx="1">
                  <c:v>0.27</c:v>
                </c:pt>
                <c:pt idx="2">
                  <c:v>0.18099999999999999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7E-42F2-938A-52287271B9C6}"/>
            </c:ext>
          </c:extLst>
        </c:ser>
        <c:ser>
          <c:idx val="2"/>
          <c:order val="2"/>
          <c:tx>
            <c:v>Moving Average (k=10)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Sheet8!$B$5:$D$5</c:f>
              <c:numCache>
                <c:formatCode>General</c:formatCode>
                <c:ptCount val="3"/>
                <c:pt idx="0">
                  <c:v>0.55000000000000004</c:v>
                </c:pt>
                <c:pt idx="1">
                  <c:v>0.26300000000000001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7E-42F2-938A-52287271B9C6}"/>
            </c:ext>
          </c:extLst>
        </c:ser>
        <c:ser>
          <c:idx val="3"/>
          <c:order val="3"/>
          <c:tx>
            <c:v>Last Value</c:v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Sheet8!$B$6:$D$6</c:f>
              <c:numCache>
                <c:formatCode>General</c:formatCode>
                <c:ptCount val="3"/>
                <c:pt idx="0">
                  <c:v>0.78</c:v>
                </c:pt>
                <c:pt idx="1">
                  <c:v>0.39500000000000002</c:v>
                </c:pt>
                <c:pt idx="2">
                  <c:v>0.112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97E-42F2-938A-52287271B9C6}"/>
            </c:ext>
          </c:extLst>
        </c:ser>
        <c:ser>
          <c:idx val="4"/>
          <c:order val="4"/>
          <c:tx>
            <c:v>Sliding Median (k=30)</c:v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Sheet8!$B$7:$D$7</c:f>
              <c:numCache>
                <c:formatCode>General</c:formatCode>
                <c:ptCount val="3"/>
                <c:pt idx="0">
                  <c:v>1.77</c:v>
                </c:pt>
                <c:pt idx="1">
                  <c:v>0.44</c:v>
                </c:pt>
                <c:pt idx="2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7E-42F2-938A-52287271B9C6}"/>
            </c:ext>
          </c:extLst>
        </c:ser>
        <c:ser>
          <c:idx val="5"/>
          <c:order val="5"/>
          <c:tx>
            <c:v>Exp Smoothing (a=0.75)</c:v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Sheet8!$B$8:$D$8</c:f>
              <c:numCache>
                <c:formatCode>General</c:formatCode>
                <c:ptCount val="3"/>
                <c:pt idx="0">
                  <c:v>0.79400000000000004</c:v>
                </c:pt>
                <c:pt idx="1">
                  <c:v>0.35399999999999998</c:v>
                </c:pt>
                <c:pt idx="2">
                  <c:v>0.107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97E-42F2-938A-52287271B9C6}"/>
            </c:ext>
          </c:extLst>
        </c:ser>
        <c:ser>
          <c:idx val="6"/>
          <c:order val="6"/>
          <c:tx>
            <c:v>Exp Smoothing (a=0.5)</c:v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Sheet8!$B$9:$D$9</c:f>
              <c:numCache>
                <c:formatCode>General</c:formatCode>
                <c:ptCount val="3"/>
                <c:pt idx="0">
                  <c:v>0.73799999999999999</c:v>
                </c:pt>
                <c:pt idx="1">
                  <c:v>0.32400000000000001</c:v>
                </c:pt>
                <c:pt idx="2">
                  <c:v>0.115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7E-42F2-938A-52287271B9C6}"/>
            </c:ext>
          </c:extLst>
        </c:ser>
        <c:ser>
          <c:idx val="7"/>
          <c:order val="7"/>
          <c:tx>
            <c:v>Exp Smoothing (a=0.25)</c:v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Sheet8!$B$10:$D$10</c:f>
              <c:numCache>
                <c:formatCode>General</c:formatCode>
                <c:ptCount val="3"/>
                <c:pt idx="0">
                  <c:v>0.69799999999999995</c:v>
                </c:pt>
                <c:pt idx="1">
                  <c:v>0.29899999999999999</c:v>
                </c:pt>
                <c:pt idx="2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97E-42F2-938A-52287271B9C6}"/>
            </c:ext>
          </c:extLst>
        </c:ser>
        <c:ser>
          <c:idx val="8"/>
          <c:order val="8"/>
          <c:tx>
            <c:v>Neural Network</c:v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Lit>
              <c:ptCount val="3"/>
              <c:pt idx="0">
                <c:v>WoWAH</c:v>
              </c:pt>
              <c:pt idx="1">
                <c:v>DotAlicious</c:v>
              </c:pt>
              <c:pt idx="2">
                <c:v>WOT</c:v>
              </c:pt>
            </c:strLit>
          </c:cat>
          <c:val>
            <c:numRef>
              <c:f>Sheet8!$B$11:$D$11</c:f>
              <c:numCache>
                <c:formatCode>General</c:formatCode>
                <c:ptCount val="3"/>
                <c:pt idx="0">
                  <c:v>0.52</c:v>
                </c:pt>
                <c:pt idx="1">
                  <c:v>0.188</c:v>
                </c:pt>
                <c:pt idx="2">
                  <c:v>7.3999999999999996E-2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97E-42F2-938A-52287271B9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277872896"/>
        <c:axId val="-1277877248"/>
      </c:barChart>
      <c:catAx>
        <c:axId val="-12778728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1277877248"/>
        <c:crosses val="autoZero"/>
        <c:auto val="1"/>
        <c:lblAlgn val="ctr"/>
        <c:lblOffset val="100"/>
        <c:noMultiLvlLbl val="0"/>
      </c:catAx>
      <c:valAx>
        <c:axId val="-127787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SG"/>
                  <a:t>Average Prediction Error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1277872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First Fit</c:v>
          </c:tx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Sheet2!$B$1:$B$73</c:f>
              <c:numCache>
                <c:formatCode>General</c:formatCode>
                <c:ptCount val="73"/>
                <c:pt idx="0">
                  <c:v>130.8846154</c:v>
                </c:pt>
                <c:pt idx="1">
                  <c:v>128.41025640000001</c:v>
                </c:pt>
                <c:pt idx="2">
                  <c:v>121.52564099999999</c:v>
                </c:pt>
                <c:pt idx="3">
                  <c:v>117.6346154</c:v>
                </c:pt>
                <c:pt idx="4">
                  <c:v>98.82692308</c:v>
                </c:pt>
                <c:pt idx="5">
                  <c:v>91.942307690000007</c:v>
                </c:pt>
                <c:pt idx="6">
                  <c:v>82.724358969999997</c:v>
                </c:pt>
                <c:pt idx="7">
                  <c:v>75.833333330000002</c:v>
                </c:pt>
                <c:pt idx="8">
                  <c:v>67.397435900000005</c:v>
                </c:pt>
                <c:pt idx="9">
                  <c:v>61.044871790000002</c:v>
                </c:pt>
                <c:pt idx="10">
                  <c:v>54.717948720000003</c:v>
                </c:pt>
                <c:pt idx="11">
                  <c:v>48.685897439999998</c:v>
                </c:pt>
                <c:pt idx="12">
                  <c:v>43.23076923</c:v>
                </c:pt>
                <c:pt idx="13">
                  <c:v>38.262820509999997</c:v>
                </c:pt>
                <c:pt idx="14">
                  <c:v>34.108974359999998</c:v>
                </c:pt>
                <c:pt idx="15">
                  <c:v>31.30769231</c:v>
                </c:pt>
                <c:pt idx="16">
                  <c:v>27.78846154</c:v>
                </c:pt>
                <c:pt idx="17">
                  <c:v>25.589743590000001</c:v>
                </c:pt>
                <c:pt idx="18">
                  <c:v>23.88461538</c:v>
                </c:pt>
                <c:pt idx="19">
                  <c:v>22.391025639999999</c:v>
                </c:pt>
                <c:pt idx="20">
                  <c:v>20.551282050000001</c:v>
                </c:pt>
                <c:pt idx="21">
                  <c:v>19.51923077</c:v>
                </c:pt>
                <c:pt idx="22">
                  <c:v>18.71153846</c:v>
                </c:pt>
                <c:pt idx="23">
                  <c:v>18.551282050000001</c:v>
                </c:pt>
                <c:pt idx="24">
                  <c:v>18.256410259999999</c:v>
                </c:pt>
                <c:pt idx="25">
                  <c:v>18.57692308</c:v>
                </c:pt>
                <c:pt idx="26">
                  <c:v>20.570512820000001</c:v>
                </c:pt>
                <c:pt idx="27">
                  <c:v>21.147435900000001</c:v>
                </c:pt>
                <c:pt idx="28">
                  <c:v>23.78846154</c:v>
                </c:pt>
                <c:pt idx="29">
                  <c:v>25.358974360000001</c:v>
                </c:pt>
                <c:pt idx="30">
                  <c:v>27.762820510000001</c:v>
                </c:pt>
                <c:pt idx="31">
                  <c:v>30.42307692</c:v>
                </c:pt>
                <c:pt idx="32">
                  <c:v>35.11538462</c:v>
                </c:pt>
                <c:pt idx="33">
                  <c:v>36.897435899999998</c:v>
                </c:pt>
                <c:pt idx="34">
                  <c:v>39.34615385</c:v>
                </c:pt>
                <c:pt idx="35">
                  <c:v>39.333333330000002</c:v>
                </c:pt>
                <c:pt idx="36">
                  <c:v>40.294871790000002</c:v>
                </c:pt>
                <c:pt idx="37">
                  <c:v>40.512820509999997</c:v>
                </c:pt>
                <c:pt idx="38">
                  <c:v>42.012820509999997</c:v>
                </c:pt>
                <c:pt idx="39">
                  <c:v>43.717948720000003</c:v>
                </c:pt>
                <c:pt idx="40">
                  <c:v>45.371794870000002</c:v>
                </c:pt>
                <c:pt idx="41">
                  <c:v>43.852564100000002</c:v>
                </c:pt>
                <c:pt idx="42">
                  <c:v>47.34615385</c:v>
                </c:pt>
                <c:pt idx="43">
                  <c:v>47.564102560000002</c:v>
                </c:pt>
                <c:pt idx="44">
                  <c:v>49.993589739999997</c:v>
                </c:pt>
                <c:pt idx="45">
                  <c:v>48.448717950000002</c:v>
                </c:pt>
                <c:pt idx="46">
                  <c:v>52.570512819999998</c:v>
                </c:pt>
                <c:pt idx="47">
                  <c:v>51.262820509999997</c:v>
                </c:pt>
                <c:pt idx="48">
                  <c:v>52.82692308</c:v>
                </c:pt>
                <c:pt idx="49">
                  <c:v>52.88461538</c:v>
                </c:pt>
                <c:pt idx="50">
                  <c:v>56.858974359999998</c:v>
                </c:pt>
                <c:pt idx="51">
                  <c:v>54.55769231</c:v>
                </c:pt>
                <c:pt idx="52">
                  <c:v>56.185897439999998</c:v>
                </c:pt>
                <c:pt idx="53">
                  <c:v>60.05769231</c:v>
                </c:pt>
                <c:pt idx="54">
                  <c:v>61.647435899999998</c:v>
                </c:pt>
                <c:pt idx="55">
                  <c:v>61.352564100000002</c:v>
                </c:pt>
                <c:pt idx="56">
                  <c:v>60.69230769</c:v>
                </c:pt>
                <c:pt idx="57">
                  <c:v>69.512820509999997</c:v>
                </c:pt>
                <c:pt idx="58">
                  <c:v>73.11538462</c:v>
                </c:pt>
                <c:pt idx="59">
                  <c:v>81.583333330000002</c:v>
                </c:pt>
                <c:pt idx="60">
                  <c:v>91.583333330000002</c:v>
                </c:pt>
                <c:pt idx="61">
                  <c:v>107.8141026</c:v>
                </c:pt>
                <c:pt idx="62">
                  <c:v>109</c:v>
                </c:pt>
                <c:pt idx="63">
                  <c:v>130.08333329999999</c:v>
                </c:pt>
                <c:pt idx="64">
                  <c:v>126.3205128</c:v>
                </c:pt>
                <c:pt idx="65">
                  <c:v>132.0961538</c:v>
                </c:pt>
                <c:pt idx="66">
                  <c:v>142.18589739999999</c:v>
                </c:pt>
                <c:pt idx="67">
                  <c:v>141.22435899999999</c:v>
                </c:pt>
                <c:pt idx="68">
                  <c:v>140.78846150000001</c:v>
                </c:pt>
                <c:pt idx="69">
                  <c:v>135.08333329999999</c:v>
                </c:pt>
                <c:pt idx="70">
                  <c:v>142.82692309999999</c:v>
                </c:pt>
                <c:pt idx="71">
                  <c:v>149.1282051</c:v>
                </c:pt>
                <c:pt idx="72">
                  <c:v>139.47435899999999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33E-4863-A791-64A1DC1092AA}"/>
            </c:ext>
          </c:extLst>
        </c:ser>
        <c:ser>
          <c:idx val="1"/>
          <c:order val="1"/>
          <c:tx>
            <c:v>Best Fit</c:v>
          </c:tx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Sheet2!$C$1:$C$73</c:f>
              <c:numCache>
                <c:formatCode>General</c:formatCode>
                <c:ptCount val="73"/>
                <c:pt idx="0">
                  <c:v>130.45512819999999</c:v>
                </c:pt>
                <c:pt idx="1">
                  <c:v>127.47435900000001</c:v>
                </c:pt>
                <c:pt idx="2">
                  <c:v>120.2564103</c:v>
                </c:pt>
                <c:pt idx="3">
                  <c:v>116.16666669999999</c:v>
                </c:pt>
                <c:pt idx="4">
                  <c:v>97.121794870000002</c:v>
                </c:pt>
                <c:pt idx="5">
                  <c:v>90.371794870000002</c:v>
                </c:pt>
                <c:pt idx="6">
                  <c:v>80.871794870000002</c:v>
                </c:pt>
                <c:pt idx="7">
                  <c:v>74.102564099999995</c:v>
                </c:pt>
                <c:pt idx="8">
                  <c:v>65.929487179999995</c:v>
                </c:pt>
                <c:pt idx="9">
                  <c:v>59.30769231</c:v>
                </c:pt>
                <c:pt idx="10">
                  <c:v>53.17307692</c:v>
                </c:pt>
                <c:pt idx="11">
                  <c:v>47.160256410000002</c:v>
                </c:pt>
                <c:pt idx="12">
                  <c:v>41.916666669999998</c:v>
                </c:pt>
                <c:pt idx="13">
                  <c:v>37.141025640000002</c:v>
                </c:pt>
                <c:pt idx="14">
                  <c:v>33.03846154</c:v>
                </c:pt>
                <c:pt idx="15">
                  <c:v>30.25</c:v>
                </c:pt>
                <c:pt idx="16">
                  <c:v>26.897435900000001</c:v>
                </c:pt>
                <c:pt idx="17">
                  <c:v>24.878205130000001</c:v>
                </c:pt>
                <c:pt idx="18">
                  <c:v>23.23076923</c:v>
                </c:pt>
                <c:pt idx="19">
                  <c:v>21.69230769</c:v>
                </c:pt>
                <c:pt idx="20">
                  <c:v>19.948717949999999</c:v>
                </c:pt>
                <c:pt idx="21">
                  <c:v>18.94230769</c:v>
                </c:pt>
                <c:pt idx="22">
                  <c:v>18.070512820000001</c:v>
                </c:pt>
                <c:pt idx="23">
                  <c:v>17.891025639999999</c:v>
                </c:pt>
                <c:pt idx="24">
                  <c:v>17.660256409999999</c:v>
                </c:pt>
                <c:pt idx="25">
                  <c:v>18.09615385</c:v>
                </c:pt>
                <c:pt idx="26">
                  <c:v>20.34615385</c:v>
                </c:pt>
                <c:pt idx="27">
                  <c:v>21.032051280000001</c:v>
                </c:pt>
                <c:pt idx="28">
                  <c:v>23.724358970000001</c:v>
                </c:pt>
                <c:pt idx="29">
                  <c:v>25.301282050000001</c:v>
                </c:pt>
                <c:pt idx="30">
                  <c:v>27.737179489999999</c:v>
                </c:pt>
                <c:pt idx="31">
                  <c:v>30.40384615</c:v>
                </c:pt>
                <c:pt idx="32">
                  <c:v>35.108974359999998</c:v>
                </c:pt>
                <c:pt idx="33">
                  <c:v>36.897435899999998</c:v>
                </c:pt>
                <c:pt idx="34">
                  <c:v>39.30769231</c:v>
                </c:pt>
                <c:pt idx="35">
                  <c:v>39.314102560000002</c:v>
                </c:pt>
                <c:pt idx="36">
                  <c:v>40.243589739999997</c:v>
                </c:pt>
                <c:pt idx="37">
                  <c:v>40.48076923</c:v>
                </c:pt>
                <c:pt idx="38">
                  <c:v>41.92307692</c:v>
                </c:pt>
                <c:pt idx="39">
                  <c:v>43.685897439999998</c:v>
                </c:pt>
                <c:pt idx="40">
                  <c:v>45.320512819999998</c:v>
                </c:pt>
                <c:pt idx="41">
                  <c:v>43.794871790000002</c:v>
                </c:pt>
                <c:pt idx="42">
                  <c:v>47.371794870000002</c:v>
                </c:pt>
                <c:pt idx="43">
                  <c:v>47.53846154</c:v>
                </c:pt>
                <c:pt idx="44">
                  <c:v>49.967948720000003</c:v>
                </c:pt>
                <c:pt idx="45">
                  <c:v>48.429487180000002</c:v>
                </c:pt>
                <c:pt idx="46">
                  <c:v>52.544871790000002</c:v>
                </c:pt>
                <c:pt idx="47">
                  <c:v>51.224358969999997</c:v>
                </c:pt>
                <c:pt idx="48">
                  <c:v>52.801282049999998</c:v>
                </c:pt>
                <c:pt idx="49">
                  <c:v>52.891025640000002</c:v>
                </c:pt>
                <c:pt idx="50">
                  <c:v>56.891025640000002</c:v>
                </c:pt>
                <c:pt idx="51">
                  <c:v>54.564102560000002</c:v>
                </c:pt>
                <c:pt idx="52">
                  <c:v>56.089743589999998</c:v>
                </c:pt>
                <c:pt idx="53">
                  <c:v>59.910256410000002</c:v>
                </c:pt>
                <c:pt idx="54">
                  <c:v>61.53846154</c:v>
                </c:pt>
                <c:pt idx="55">
                  <c:v>61.166666669999998</c:v>
                </c:pt>
                <c:pt idx="56">
                  <c:v>60.53846154</c:v>
                </c:pt>
                <c:pt idx="57">
                  <c:v>69.371794870000002</c:v>
                </c:pt>
                <c:pt idx="58">
                  <c:v>73</c:v>
                </c:pt>
                <c:pt idx="59">
                  <c:v>81.474358969999997</c:v>
                </c:pt>
                <c:pt idx="60">
                  <c:v>91.57692308</c:v>
                </c:pt>
                <c:pt idx="61">
                  <c:v>107.8205128</c:v>
                </c:pt>
                <c:pt idx="62">
                  <c:v>109</c:v>
                </c:pt>
                <c:pt idx="63">
                  <c:v>130.0064103</c:v>
                </c:pt>
                <c:pt idx="64">
                  <c:v>126.2564103</c:v>
                </c:pt>
                <c:pt idx="65">
                  <c:v>132.1025641</c:v>
                </c:pt>
                <c:pt idx="66">
                  <c:v>142.16666670000001</c:v>
                </c:pt>
                <c:pt idx="67">
                  <c:v>141.16025640000001</c:v>
                </c:pt>
                <c:pt idx="68">
                  <c:v>140.78846150000001</c:v>
                </c:pt>
                <c:pt idx="69">
                  <c:v>135.05128210000001</c:v>
                </c:pt>
                <c:pt idx="70">
                  <c:v>142.66666670000001</c:v>
                </c:pt>
                <c:pt idx="71">
                  <c:v>148.75</c:v>
                </c:pt>
                <c:pt idx="72">
                  <c:v>138.7628205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33E-4863-A791-64A1DC1092AA}"/>
            </c:ext>
          </c:extLst>
        </c:ser>
        <c:ser>
          <c:idx val="2"/>
          <c:order val="2"/>
          <c:tx>
            <c:v>Ending Time</c:v>
          </c:tx>
          <c:spPr>
            <a:ln>
              <a:solidFill>
                <a:srgbClr val="BAFF21"/>
              </a:solidFill>
            </a:ln>
          </c:spPr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Sheet2!$D$1:$D$73</c:f>
              <c:numCache>
                <c:formatCode>General</c:formatCode>
                <c:ptCount val="73"/>
                <c:pt idx="0">
                  <c:v>117.97435900000001</c:v>
                </c:pt>
                <c:pt idx="1">
                  <c:v>110.0576923</c:v>
                </c:pt>
                <c:pt idx="2">
                  <c:v>98.53846154</c:v>
                </c:pt>
                <c:pt idx="3">
                  <c:v>91.480769230000007</c:v>
                </c:pt>
                <c:pt idx="4">
                  <c:v>73.435897440000005</c:v>
                </c:pt>
                <c:pt idx="5">
                  <c:v>65.78846154</c:v>
                </c:pt>
                <c:pt idx="6">
                  <c:v>57</c:v>
                </c:pt>
                <c:pt idx="7">
                  <c:v>50.737179490000003</c:v>
                </c:pt>
                <c:pt idx="8">
                  <c:v>44.987179490000003</c:v>
                </c:pt>
                <c:pt idx="9">
                  <c:v>40.352564100000002</c:v>
                </c:pt>
                <c:pt idx="10">
                  <c:v>35.602564100000002</c:v>
                </c:pt>
                <c:pt idx="11">
                  <c:v>31.40384615</c:v>
                </c:pt>
                <c:pt idx="12">
                  <c:v>27.852564099999999</c:v>
                </c:pt>
                <c:pt idx="13">
                  <c:v>24.570512820000001</c:v>
                </c:pt>
                <c:pt idx="14">
                  <c:v>21.98076923</c:v>
                </c:pt>
                <c:pt idx="15">
                  <c:v>20.237179489999999</c:v>
                </c:pt>
                <c:pt idx="16">
                  <c:v>18.089743590000001</c:v>
                </c:pt>
                <c:pt idx="17">
                  <c:v>16.84615385</c:v>
                </c:pt>
                <c:pt idx="18">
                  <c:v>16.012820510000001</c:v>
                </c:pt>
                <c:pt idx="19">
                  <c:v>15.3974359</c:v>
                </c:pt>
                <c:pt idx="20">
                  <c:v>14.43589744</c:v>
                </c:pt>
                <c:pt idx="21">
                  <c:v>14.243589740000001</c:v>
                </c:pt>
                <c:pt idx="22">
                  <c:v>14.224358970000001</c:v>
                </c:pt>
                <c:pt idx="23">
                  <c:v>15.08333333</c:v>
                </c:pt>
                <c:pt idx="24">
                  <c:v>15.910256410000001</c:v>
                </c:pt>
                <c:pt idx="25">
                  <c:v>17.185897440000002</c:v>
                </c:pt>
                <c:pt idx="26">
                  <c:v>19.78846154</c:v>
                </c:pt>
                <c:pt idx="27">
                  <c:v>20.705128210000002</c:v>
                </c:pt>
                <c:pt idx="28">
                  <c:v>23.544871789999998</c:v>
                </c:pt>
                <c:pt idx="29">
                  <c:v>25.17307692</c:v>
                </c:pt>
                <c:pt idx="30">
                  <c:v>27.61538462</c:v>
                </c:pt>
                <c:pt idx="31">
                  <c:v>30.26923077</c:v>
                </c:pt>
                <c:pt idx="32">
                  <c:v>34.871794870000002</c:v>
                </c:pt>
                <c:pt idx="33">
                  <c:v>36.75</c:v>
                </c:pt>
                <c:pt idx="34">
                  <c:v>39.21153846</c:v>
                </c:pt>
                <c:pt idx="35">
                  <c:v>39.121794870000002</c:v>
                </c:pt>
                <c:pt idx="36">
                  <c:v>39.948717950000002</c:v>
                </c:pt>
                <c:pt idx="37">
                  <c:v>40.09615385</c:v>
                </c:pt>
                <c:pt idx="38">
                  <c:v>41.608974359999998</c:v>
                </c:pt>
                <c:pt idx="39">
                  <c:v>43.301282049999998</c:v>
                </c:pt>
                <c:pt idx="40">
                  <c:v>44.948717950000002</c:v>
                </c:pt>
                <c:pt idx="41">
                  <c:v>43.378205129999998</c:v>
                </c:pt>
                <c:pt idx="42">
                  <c:v>46.814102560000002</c:v>
                </c:pt>
                <c:pt idx="43">
                  <c:v>47.09615385</c:v>
                </c:pt>
                <c:pt idx="44">
                  <c:v>49.487179490000003</c:v>
                </c:pt>
                <c:pt idx="45">
                  <c:v>48.064102560000002</c:v>
                </c:pt>
                <c:pt idx="46">
                  <c:v>51.987179490000003</c:v>
                </c:pt>
                <c:pt idx="47">
                  <c:v>50.935897439999998</c:v>
                </c:pt>
                <c:pt idx="48">
                  <c:v>52.40384615</c:v>
                </c:pt>
                <c:pt idx="49">
                  <c:v>52.448717950000002</c:v>
                </c:pt>
                <c:pt idx="50">
                  <c:v>56.44230769</c:v>
                </c:pt>
                <c:pt idx="51">
                  <c:v>53.90384615</c:v>
                </c:pt>
                <c:pt idx="52">
                  <c:v>55.301282049999998</c:v>
                </c:pt>
                <c:pt idx="53">
                  <c:v>58.88461538</c:v>
                </c:pt>
                <c:pt idx="54">
                  <c:v>60.48076923</c:v>
                </c:pt>
                <c:pt idx="55">
                  <c:v>59.948717950000002</c:v>
                </c:pt>
                <c:pt idx="56">
                  <c:v>59.724358969999997</c:v>
                </c:pt>
                <c:pt idx="57">
                  <c:v>68.807692309999993</c:v>
                </c:pt>
                <c:pt idx="58">
                  <c:v>72.839743589999998</c:v>
                </c:pt>
                <c:pt idx="59">
                  <c:v>81.416666669999998</c:v>
                </c:pt>
                <c:pt idx="60">
                  <c:v>91.57692308</c:v>
                </c:pt>
                <c:pt idx="61">
                  <c:v>107.80128209999999</c:v>
                </c:pt>
                <c:pt idx="62">
                  <c:v>108.97435900000001</c:v>
                </c:pt>
                <c:pt idx="63">
                  <c:v>130.0192308</c:v>
                </c:pt>
                <c:pt idx="64">
                  <c:v>126.2115385</c:v>
                </c:pt>
                <c:pt idx="65">
                  <c:v>132.06410260000001</c:v>
                </c:pt>
                <c:pt idx="66">
                  <c:v>142.04487180000001</c:v>
                </c:pt>
                <c:pt idx="67">
                  <c:v>140.91666670000001</c:v>
                </c:pt>
                <c:pt idx="68">
                  <c:v>140.3653846</c:v>
                </c:pt>
                <c:pt idx="69">
                  <c:v>134.03846150000001</c:v>
                </c:pt>
                <c:pt idx="70">
                  <c:v>139.68589739999999</c:v>
                </c:pt>
                <c:pt idx="71">
                  <c:v>141.20512819999999</c:v>
                </c:pt>
                <c:pt idx="72">
                  <c:v>127.3717949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33E-4863-A791-64A1DC1092AA}"/>
            </c:ext>
          </c:extLst>
        </c:ser>
        <c:ser>
          <c:idx val="3"/>
          <c:order val="3"/>
          <c:tx>
            <c:v>Optimal</c:v>
          </c:tx>
          <c:spPr>
            <a:ln>
              <a:solidFill>
                <a:srgbClr val="FFC000"/>
              </a:solidFill>
            </a:ln>
          </c:spPr>
          <c:marker>
            <c:symbol val="none"/>
          </c:marker>
          <c:xVal>
            <c:numRef>
              <c:f>Sheet2!$A$1:$A$73</c:f>
              <c:numCache>
                <c:formatCode>General</c:formatCode>
                <c:ptCount val="73"/>
                <c:pt idx="0">
                  <c:v>0</c:v>
                </c:pt>
                <c:pt idx="1">
                  <c:v>0.33333333300000001</c:v>
                </c:pt>
                <c:pt idx="2">
                  <c:v>0.66666666699999999</c:v>
                </c:pt>
                <c:pt idx="3">
                  <c:v>1</c:v>
                </c:pt>
                <c:pt idx="4">
                  <c:v>1.3333333329999999</c:v>
                </c:pt>
                <c:pt idx="5">
                  <c:v>1.6666666670000001</c:v>
                </c:pt>
                <c:pt idx="6">
                  <c:v>2</c:v>
                </c:pt>
                <c:pt idx="7">
                  <c:v>2.3333333330000001</c:v>
                </c:pt>
                <c:pt idx="8">
                  <c:v>2.6666666669999999</c:v>
                </c:pt>
                <c:pt idx="9">
                  <c:v>3</c:v>
                </c:pt>
                <c:pt idx="10">
                  <c:v>3.3333333330000001</c:v>
                </c:pt>
                <c:pt idx="11">
                  <c:v>3.6666666669999999</c:v>
                </c:pt>
                <c:pt idx="12">
                  <c:v>4</c:v>
                </c:pt>
                <c:pt idx="13">
                  <c:v>4.3333333329999997</c:v>
                </c:pt>
                <c:pt idx="14">
                  <c:v>4.6666666670000003</c:v>
                </c:pt>
                <c:pt idx="15">
                  <c:v>5</c:v>
                </c:pt>
                <c:pt idx="16">
                  <c:v>5.3333333329999997</c:v>
                </c:pt>
                <c:pt idx="17">
                  <c:v>5.6666666670000003</c:v>
                </c:pt>
                <c:pt idx="18">
                  <c:v>6</c:v>
                </c:pt>
                <c:pt idx="19">
                  <c:v>6.3333333329999997</c:v>
                </c:pt>
                <c:pt idx="20">
                  <c:v>6.6666666670000003</c:v>
                </c:pt>
                <c:pt idx="21">
                  <c:v>7</c:v>
                </c:pt>
                <c:pt idx="22">
                  <c:v>7.3333333329999997</c:v>
                </c:pt>
                <c:pt idx="23">
                  <c:v>7.6666666670000003</c:v>
                </c:pt>
                <c:pt idx="24">
                  <c:v>8</c:v>
                </c:pt>
                <c:pt idx="25">
                  <c:v>8.3333333330000006</c:v>
                </c:pt>
                <c:pt idx="26">
                  <c:v>8.6666666669999994</c:v>
                </c:pt>
                <c:pt idx="27">
                  <c:v>9</c:v>
                </c:pt>
                <c:pt idx="28">
                  <c:v>9.3333333330000006</c:v>
                </c:pt>
                <c:pt idx="29">
                  <c:v>9.6666666669999994</c:v>
                </c:pt>
                <c:pt idx="30">
                  <c:v>10</c:v>
                </c:pt>
                <c:pt idx="31">
                  <c:v>10.33333333</c:v>
                </c:pt>
                <c:pt idx="32">
                  <c:v>10.66666667</c:v>
                </c:pt>
                <c:pt idx="33">
                  <c:v>11</c:v>
                </c:pt>
                <c:pt idx="34">
                  <c:v>11.33333333</c:v>
                </c:pt>
                <c:pt idx="35">
                  <c:v>11.66666667</c:v>
                </c:pt>
                <c:pt idx="36">
                  <c:v>12</c:v>
                </c:pt>
                <c:pt idx="37">
                  <c:v>12.33333333</c:v>
                </c:pt>
                <c:pt idx="38">
                  <c:v>12.66666667</c:v>
                </c:pt>
                <c:pt idx="39">
                  <c:v>13</c:v>
                </c:pt>
                <c:pt idx="40">
                  <c:v>13.33333333</c:v>
                </c:pt>
                <c:pt idx="41">
                  <c:v>13.66666667</c:v>
                </c:pt>
                <c:pt idx="42">
                  <c:v>14</c:v>
                </c:pt>
                <c:pt idx="43">
                  <c:v>14.33333333</c:v>
                </c:pt>
                <c:pt idx="44">
                  <c:v>14.66666667</c:v>
                </c:pt>
                <c:pt idx="45">
                  <c:v>15</c:v>
                </c:pt>
                <c:pt idx="46">
                  <c:v>15.33333333</c:v>
                </c:pt>
                <c:pt idx="47">
                  <c:v>15.66666667</c:v>
                </c:pt>
                <c:pt idx="48">
                  <c:v>16</c:v>
                </c:pt>
                <c:pt idx="49">
                  <c:v>16.333333329999999</c:v>
                </c:pt>
                <c:pt idx="50">
                  <c:v>16.666666670000001</c:v>
                </c:pt>
                <c:pt idx="51">
                  <c:v>17</c:v>
                </c:pt>
                <c:pt idx="52">
                  <c:v>17.333333329999999</c:v>
                </c:pt>
                <c:pt idx="53">
                  <c:v>17.666666670000001</c:v>
                </c:pt>
                <c:pt idx="54">
                  <c:v>18</c:v>
                </c:pt>
                <c:pt idx="55">
                  <c:v>18.333333329999999</c:v>
                </c:pt>
                <c:pt idx="56">
                  <c:v>18.666666670000001</c:v>
                </c:pt>
                <c:pt idx="57">
                  <c:v>19</c:v>
                </c:pt>
                <c:pt idx="58">
                  <c:v>19.333333329999999</c:v>
                </c:pt>
                <c:pt idx="59">
                  <c:v>19.666666670000001</c:v>
                </c:pt>
                <c:pt idx="60">
                  <c:v>20</c:v>
                </c:pt>
                <c:pt idx="61">
                  <c:v>20.333333329999999</c:v>
                </c:pt>
                <c:pt idx="62">
                  <c:v>20.666666670000001</c:v>
                </c:pt>
                <c:pt idx="63">
                  <c:v>21</c:v>
                </c:pt>
                <c:pt idx="64">
                  <c:v>21.333333329999999</c:v>
                </c:pt>
                <c:pt idx="65">
                  <c:v>21.666666670000001</c:v>
                </c:pt>
                <c:pt idx="66">
                  <c:v>22</c:v>
                </c:pt>
                <c:pt idx="67">
                  <c:v>22.333333329999999</c:v>
                </c:pt>
                <c:pt idx="68">
                  <c:v>22.666666670000001</c:v>
                </c:pt>
                <c:pt idx="69">
                  <c:v>23</c:v>
                </c:pt>
                <c:pt idx="70">
                  <c:v>23.333333329999999</c:v>
                </c:pt>
                <c:pt idx="71">
                  <c:v>23.666666670000001</c:v>
                </c:pt>
                <c:pt idx="72">
                  <c:v>24</c:v>
                </c:pt>
              </c:numCache>
            </c:numRef>
          </c:xVal>
          <c:yVal>
            <c:numRef>
              <c:f>Sheet2!$E$1:$E$73</c:f>
              <c:numCache>
                <c:formatCode>General</c:formatCode>
                <c:ptCount val="73"/>
                <c:pt idx="0">
                  <c:v>104.2259615</c:v>
                </c:pt>
                <c:pt idx="1">
                  <c:v>93.844551280000005</c:v>
                </c:pt>
                <c:pt idx="2">
                  <c:v>82.418269230000007</c:v>
                </c:pt>
                <c:pt idx="3">
                  <c:v>75.407051280000005</c:v>
                </c:pt>
                <c:pt idx="4">
                  <c:v>59.47115385</c:v>
                </c:pt>
                <c:pt idx="5">
                  <c:v>53.463141030000003</c:v>
                </c:pt>
                <c:pt idx="6">
                  <c:v>45.833333330000002</c:v>
                </c:pt>
                <c:pt idx="7">
                  <c:v>40.621794870000002</c:v>
                </c:pt>
                <c:pt idx="8">
                  <c:v>34.99519231</c:v>
                </c:pt>
                <c:pt idx="9">
                  <c:v>30.671474360000001</c:v>
                </c:pt>
                <c:pt idx="10">
                  <c:v>27.035256409999999</c:v>
                </c:pt>
                <c:pt idx="11">
                  <c:v>23.493589740000001</c:v>
                </c:pt>
                <c:pt idx="12">
                  <c:v>20.84615385</c:v>
                </c:pt>
                <c:pt idx="13">
                  <c:v>18.448717949999999</c:v>
                </c:pt>
                <c:pt idx="14">
                  <c:v>16.347756409999999</c:v>
                </c:pt>
                <c:pt idx="15">
                  <c:v>15.18429487</c:v>
                </c:pt>
                <c:pt idx="16">
                  <c:v>13.62179487</c:v>
                </c:pt>
                <c:pt idx="17">
                  <c:v>12.88461538</c:v>
                </c:pt>
                <c:pt idx="18">
                  <c:v>12.51923077</c:v>
                </c:pt>
                <c:pt idx="19">
                  <c:v>12.362179490000001</c:v>
                </c:pt>
                <c:pt idx="20">
                  <c:v>11.987179490000001</c:v>
                </c:pt>
                <c:pt idx="21">
                  <c:v>12.04326923</c:v>
                </c:pt>
                <c:pt idx="22">
                  <c:v>12.2275641</c:v>
                </c:pt>
                <c:pt idx="23">
                  <c:v>13.448717950000001</c:v>
                </c:pt>
                <c:pt idx="24">
                  <c:v>14.349358970000001</c:v>
                </c:pt>
                <c:pt idx="25">
                  <c:v>15.743589740000001</c:v>
                </c:pt>
                <c:pt idx="26">
                  <c:v>18.33653846</c:v>
                </c:pt>
                <c:pt idx="27">
                  <c:v>19.342948719999999</c:v>
                </c:pt>
                <c:pt idx="28">
                  <c:v>22.23557692</c:v>
                </c:pt>
                <c:pt idx="29">
                  <c:v>23.847756409999999</c:v>
                </c:pt>
                <c:pt idx="30">
                  <c:v>26.16346154</c:v>
                </c:pt>
                <c:pt idx="31">
                  <c:v>28.756410259999999</c:v>
                </c:pt>
                <c:pt idx="32">
                  <c:v>33.280448720000003</c:v>
                </c:pt>
                <c:pt idx="33">
                  <c:v>35.232371790000002</c:v>
                </c:pt>
                <c:pt idx="34">
                  <c:v>37.623397439999998</c:v>
                </c:pt>
                <c:pt idx="35">
                  <c:v>37.28365385</c:v>
                </c:pt>
                <c:pt idx="36">
                  <c:v>37.584935899999998</c:v>
                </c:pt>
                <c:pt idx="37">
                  <c:v>38.150641030000003</c:v>
                </c:pt>
                <c:pt idx="38">
                  <c:v>39.964743589999998</c:v>
                </c:pt>
                <c:pt idx="39">
                  <c:v>41.381410260000003</c:v>
                </c:pt>
                <c:pt idx="40">
                  <c:v>43.020833330000002</c:v>
                </c:pt>
                <c:pt idx="41">
                  <c:v>41.570512819999998</c:v>
                </c:pt>
                <c:pt idx="42">
                  <c:v>44.753205129999998</c:v>
                </c:pt>
                <c:pt idx="43">
                  <c:v>45.147435899999998</c:v>
                </c:pt>
                <c:pt idx="44">
                  <c:v>47.48557692</c:v>
                </c:pt>
                <c:pt idx="45">
                  <c:v>46.181089739999997</c:v>
                </c:pt>
                <c:pt idx="46">
                  <c:v>50.070512819999998</c:v>
                </c:pt>
                <c:pt idx="47">
                  <c:v>48.871794870000002</c:v>
                </c:pt>
                <c:pt idx="48">
                  <c:v>50.334935899999998</c:v>
                </c:pt>
                <c:pt idx="49">
                  <c:v>50.511217950000002</c:v>
                </c:pt>
                <c:pt idx="50">
                  <c:v>54.551282049999998</c:v>
                </c:pt>
                <c:pt idx="51">
                  <c:v>51.559294870000002</c:v>
                </c:pt>
                <c:pt idx="52">
                  <c:v>52.92788462</c:v>
                </c:pt>
                <c:pt idx="53">
                  <c:v>56.623397439999998</c:v>
                </c:pt>
                <c:pt idx="54">
                  <c:v>58.025641030000003</c:v>
                </c:pt>
                <c:pt idx="55">
                  <c:v>57.636217950000002</c:v>
                </c:pt>
                <c:pt idx="56">
                  <c:v>57.90865385</c:v>
                </c:pt>
                <c:pt idx="57">
                  <c:v>67.269230769999993</c:v>
                </c:pt>
                <c:pt idx="58">
                  <c:v>71.793269230000007</c:v>
                </c:pt>
                <c:pt idx="59">
                  <c:v>80.408653849999993</c:v>
                </c:pt>
                <c:pt idx="60">
                  <c:v>90.469551280000005</c:v>
                </c:pt>
                <c:pt idx="61">
                  <c:v>106.6538462</c:v>
                </c:pt>
                <c:pt idx="62">
                  <c:v>107.6426282</c:v>
                </c:pt>
                <c:pt idx="63">
                  <c:v>128.48878210000001</c:v>
                </c:pt>
                <c:pt idx="64">
                  <c:v>124.7115385</c:v>
                </c:pt>
                <c:pt idx="65">
                  <c:v>130.3685897</c:v>
                </c:pt>
                <c:pt idx="66">
                  <c:v>139.72435899999999</c:v>
                </c:pt>
                <c:pt idx="67">
                  <c:v>138.2275641</c:v>
                </c:pt>
                <c:pt idx="68">
                  <c:v>137.33012819999999</c:v>
                </c:pt>
                <c:pt idx="69">
                  <c:v>128.70512819999999</c:v>
                </c:pt>
                <c:pt idx="70">
                  <c:v>131.1842949</c:v>
                </c:pt>
                <c:pt idx="71">
                  <c:v>130.31410260000001</c:v>
                </c:pt>
                <c:pt idx="72">
                  <c:v>111.67147439999999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E33E-4863-A791-64A1DC1092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277874528"/>
        <c:axId val="-1277879424"/>
      </c:scatterChart>
      <c:valAx>
        <c:axId val="-1277874528"/>
        <c:scaling>
          <c:orientation val="minMax"/>
          <c:max val="24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SG"/>
                  <a:t>Hours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1277879424"/>
        <c:crosses val="autoZero"/>
        <c:crossBetween val="midCat"/>
        <c:majorUnit val="2"/>
      </c:valAx>
      <c:valAx>
        <c:axId val="-127787942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SG" dirty="0"/>
                  <a:t>Servers</a:t>
                </a:r>
                <a:r>
                  <a:rPr lang="en-SG" baseline="0" dirty="0"/>
                  <a:t> </a:t>
                </a:r>
                <a:r>
                  <a:rPr lang="en-SG" dirty="0"/>
                  <a:t>Used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1277874528"/>
        <c:crosses val="autoZero"/>
        <c:crossBetween val="midCat"/>
      </c:valAx>
    </c:plotArea>
    <c:legend>
      <c:legendPos val="t"/>
      <c:layout/>
      <c:overlay val="0"/>
    </c:legend>
    <c:plotVisOnly val="1"/>
    <c:dispBlanksAs val="gap"/>
    <c:showDLblsOverMax val="0"/>
  </c:chart>
  <c:txPr>
    <a:bodyPr/>
    <a:lstStyle/>
    <a:p>
      <a:pPr>
        <a:defRPr sz="14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example!$B$2</c:f>
              <c:strCache>
                <c:ptCount val="1"/>
                <c:pt idx="0">
                  <c:v>Ancestors Legacy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example!$C$1:$F$1</c:f>
              <c:strCache>
                <c:ptCount val="4"/>
                <c:pt idx="0">
                  <c:v>Ancestors Legacy</c:v>
                </c:pt>
                <c:pt idx="1">
                  <c:v>ARK S.E.</c:v>
                </c:pt>
                <c:pt idx="2">
                  <c:v>Borderland2</c:v>
                </c:pt>
                <c:pt idx="3">
                  <c:v>H1Z1</c:v>
                </c:pt>
              </c:strCache>
            </c:strRef>
          </c:cat>
          <c:val>
            <c:numRef>
              <c:f>example!$C$2:$F$2</c:f>
              <c:numCache>
                <c:formatCode>General</c:formatCode>
                <c:ptCount val="4"/>
                <c:pt idx="0">
                  <c:v>95</c:v>
                </c:pt>
                <c:pt idx="1">
                  <c:v>76</c:v>
                </c:pt>
                <c:pt idx="2">
                  <c:v>105</c:v>
                </c:pt>
                <c:pt idx="3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59-47DD-ACB8-81C9BC48A0A5}"/>
            </c:ext>
          </c:extLst>
        </c:ser>
        <c:ser>
          <c:idx val="1"/>
          <c:order val="1"/>
          <c:tx>
            <c:strRef>
              <c:f>example!$B$3</c:f>
              <c:strCache>
                <c:ptCount val="1"/>
                <c:pt idx="0">
                  <c:v>ARK S,E.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example!$C$1:$F$1</c:f>
              <c:strCache>
                <c:ptCount val="4"/>
                <c:pt idx="0">
                  <c:v>Ancestors Legacy</c:v>
                </c:pt>
                <c:pt idx="1">
                  <c:v>ARK S.E.</c:v>
                </c:pt>
                <c:pt idx="2">
                  <c:v>Borderland2</c:v>
                </c:pt>
                <c:pt idx="3">
                  <c:v>H1Z1</c:v>
                </c:pt>
              </c:strCache>
            </c:strRef>
          </c:cat>
          <c:val>
            <c:numRef>
              <c:f>example!$C$3:$F$3</c:f>
              <c:numCache>
                <c:formatCode>General</c:formatCode>
                <c:ptCount val="4"/>
                <c:pt idx="0">
                  <c:v>36</c:v>
                </c:pt>
                <c:pt idx="1">
                  <c:v>26</c:v>
                </c:pt>
                <c:pt idx="2">
                  <c:v>47</c:v>
                </c:pt>
                <c:pt idx="3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59-47DD-ACB8-81C9BC48A0A5}"/>
            </c:ext>
          </c:extLst>
        </c:ser>
        <c:ser>
          <c:idx val="2"/>
          <c:order val="2"/>
          <c:tx>
            <c:strRef>
              <c:f>example!$B$4</c:f>
              <c:strCache>
                <c:ptCount val="1"/>
                <c:pt idx="0">
                  <c:v>Borderland2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example!$C$1:$F$1</c:f>
              <c:strCache>
                <c:ptCount val="4"/>
                <c:pt idx="0">
                  <c:v>Ancestors Legacy</c:v>
                </c:pt>
                <c:pt idx="1">
                  <c:v>ARK S.E.</c:v>
                </c:pt>
                <c:pt idx="2">
                  <c:v>Borderland2</c:v>
                </c:pt>
                <c:pt idx="3">
                  <c:v>H1Z1</c:v>
                </c:pt>
              </c:strCache>
            </c:strRef>
          </c:cat>
          <c:val>
            <c:numRef>
              <c:f>example!$C$4:$F$4</c:f>
              <c:numCache>
                <c:formatCode>General</c:formatCode>
                <c:ptCount val="4"/>
                <c:pt idx="0">
                  <c:v>62</c:v>
                </c:pt>
                <c:pt idx="1">
                  <c:v>97</c:v>
                </c:pt>
                <c:pt idx="2">
                  <c:v>165</c:v>
                </c:pt>
                <c:pt idx="3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59-47DD-ACB8-81C9BC48A0A5}"/>
            </c:ext>
          </c:extLst>
        </c:ser>
        <c:ser>
          <c:idx val="3"/>
          <c:order val="3"/>
          <c:tx>
            <c:strRef>
              <c:f>example!$B$5</c:f>
              <c:strCache>
                <c:ptCount val="1"/>
                <c:pt idx="0">
                  <c:v>H1Z1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example!$C$1:$F$1</c:f>
              <c:strCache>
                <c:ptCount val="4"/>
                <c:pt idx="0">
                  <c:v>Ancestors Legacy</c:v>
                </c:pt>
                <c:pt idx="1">
                  <c:v>ARK S.E.</c:v>
                </c:pt>
                <c:pt idx="2">
                  <c:v>Borderland2</c:v>
                </c:pt>
                <c:pt idx="3">
                  <c:v>H1Z1</c:v>
                </c:pt>
              </c:strCache>
            </c:strRef>
          </c:cat>
          <c:val>
            <c:numRef>
              <c:f>example!$C$5:$F$5</c:f>
              <c:numCache>
                <c:formatCode>General</c:formatCode>
                <c:ptCount val="4"/>
                <c:pt idx="0">
                  <c:v>48</c:v>
                </c:pt>
                <c:pt idx="1">
                  <c:v>39</c:v>
                </c:pt>
                <c:pt idx="2">
                  <c:v>63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859-47DD-ACB8-81C9BC48A0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844051552"/>
        <c:axId val="1844052384"/>
      </c:barChart>
      <c:catAx>
        <c:axId val="184405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4052384"/>
        <c:crosses val="autoZero"/>
        <c:auto val="1"/>
        <c:lblAlgn val="ctr"/>
        <c:lblOffset val="100"/>
        <c:noMultiLvlLbl val="0"/>
      </c:catAx>
      <c:valAx>
        <c:axId val="1844052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FPS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44051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games!$G$2:$G$12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games!$H$2:$H$12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0.35</c:v>
                </c:pt>
                <c:pt idx="7">
                  <c:v>0.3</c:v>
                </c:pt>
                <c:pt idx="8">
                  <c:v>0.26</c:v>
                </c:pt>
                <c:pt idx="9">
                  <c:v>0.24</c:v>
                </c:pt>
                <c:pt idx="10">
                  <c:v>0.22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74E-4008-BDA3-E03878EA58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81376"/>
        <c:axId val="1920080544"/>
      </c:scatterChart>
      <c:valAx>
        <c:axId val="192008137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Pressure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0544"/>
        <c:crosses val="autoZero"/>
        <c:crossBetween val="midCat"/>
      </c:valAx>
      <c:valAx>
        <c:axId val="192008054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Performance Degradation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games!$G$40:$G$51</c:f>
              <c:numCache>
                <c:formatCode>General</c:formatCode>
                <c:ptCount val="12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games!$H$40:$H$51</c:f>
              <c:numCache>
                <c:formatCode>General</c:formatCode>
                <c:ptCount val="12"/>
                <c:pt idx="0">
                  <c:v>1</c:v>
                </c:pt>
                <c:pt idx="1">
                  <c:v>0.75</c:v>
                </c:pt>
                <c:pt idx="2">
                  <c:v>0.65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0.55000000000000004</c:v>
                </c:pt>
                <c:pt idx="7">
                  <c:v>0.5</c:v>
                </c:pt>
                <c:pt idx="8">
                  <c:v>0.45</c:v>
                </c:pt>
                <c:pt idx="9">
                  <c:v>0.45</c:v>
                </c:pt>
                <c:pt idx="1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CD4-4DAA-A38A-B82923E186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81376"/>
        <c:axId val="1920080544"/>
      </c:scatterChart>
      <c:valAx>
        <c:axId val="192008137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>
                    <a:solidFill>
                      <a:schemeClr val="tx1"/>
                    </a:solidFill>
                  </a:rPr>
                  <a:t>Pressure</a:t>
                </a:r>
                <a:endParaRPr lang="zh-CN" altLang="en-US" sz="140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0544"/>
        <c:crosses val="autoZero"/>
        <c:crossBetween val="midCat"/>
      </c:valAx>
      <c:valAx>
        <c:axId val="192008054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>
                    <a:solidFill>
                      <a:schemeClr val="tx1"/>
                    </a:solidFill>
                  </a:rPr>
                  <a:t>Performance Degradation</a:t>
                </a:r>
                <a:endParaRPr lang="zh-CN" altLang="en-US" sz="140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games!$G$2:$G$12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games!$H$2:$H$12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0.35</c:v>
                </c:pt>
                <c:pt idx="7">
                  <c:v>0.3</c:v>
                </c:pt>
                <c:pt idx="8">
                  <c:v>0.26</c:v>
                </c:pt>
                <c:pt idx="9">
                  <c:v>0.24</c:v>
                </c:pt>
                <c:pt idx="10">
                  <c:v>0.22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A49-4160-917D-8DF647D72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81376"/>
        <c:axId val="1920080544"/>
      </c:scatterChart>
      <c:valAx>
        <c:axId val="192008137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 dirty="0">
                    <a:solidFill>
                      <a:schemeClr val="tx1"/>
                    </a:solidFill>
                  </a:rPr>
                  <a:t>Pressure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0544"/>
        <c:crosses val="autoZero"/>
        <c:crossBetween val="midCat"/>
      </c:valAx>
      <c:valAx>
        <c:axId val="192008054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400">
                    <a:solidFill>
                      <a:schemeClr val="tx1"/>
                    </a:solidFill>
                  </a:rPr>
                  <a:t>Performance Degradation</a:t>
                </a:r>
                <a:endParaRPr lang="zh-CN" altLang="en-US" sz="1400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4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813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CPU</c:f>
              <c:strCache>
                <c:ptCount val="1"/>
                <c:pt idx="0">
                  <c:v>CPU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games!$H$18:$H$28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0.35</c:v>
                </c:pt>
                <c:pt idx="7">
                  <c:v>0.3</c:v>
                </c:pt>
                <c:pt idx="8">
                  <c:v>0.26</c:v>
                </c:pt>
                <c:pt idx="9">
                  <c:v>0.24</c:v>
                </c:pt>
                <c:pt idx="10">
                  <c:v>0.22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0F1-4181-9E6F-10A44D802756}"/>
            </c:ext>
          </c:extLst>
        </c:ser>
        <c:ser>
          <c:idx val="1"/>
          <c:order val="1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games!$I$18:$I$28</c:f>
              <c:numCache>
                <c:formatCode>General</c:formatCode>
                <c:ptCount val="11"/>
                <c:pt idx="0">
                  <c:v>1</c:v>
                </c:pt>
                <c:pt idx="1">
                  <c:v>0.75</c:v>
                </c:pt>
                <c:pt idx="2">
                  <c:v>0.65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0.55000000000000004</c:v>
                </c:pt>
                <c:pt idx="7">
                  <c:v>0.5</c:v>
                </c:pt>
                <c:pt idx="8">
                  <c:v>0.45</c:v>
                </c:pt>
                <c:pt idx="9">
                  <c:v>0.45</c:v>
                </c:pt>
                <c:pt idx="1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0F1-4181-9E6F-10A44D802756}"/>
            </c:ext>
          </c:extLst>
        </c:ser>
        <c:ser>
          <c:idx val="2"/>
          <c:order val="2"/>
          <c:tx>
            <c:strRef>
              <c:f>Memory</c:f>
              <c:strCache>
                <c:ptCount val="1"/>
                <c:pt idx="0">
                  <c:v>Memory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games!$J$18:$J$28</c:f>
              <c:numCache>
                <c:formatCode>General</c:formatCode>
                <c:ptCount val="11"/>
                <c:pt idx="0">
                  <c:v>1</c:v>
                </c:pt>
                <c:pt idx="1">
                  <c:v>0.45</c:v>
                </c:pt>
                <c:pt idx="2">
                  <c:v>0.4</c:v>
                </c:pt>
                <c:pt idx="3">
                  <c:v>0.38</c:v>
                </c:pt>
                <c:pt idx="4">
                  <c:v>0.36</c:v>
                </c:pt>
                <c:pt idx="5">
                  <c:v>0.3</c:v>
                </c:pt>
                <c:pt idx="6">
                  <c:v>0.25</c:v>
                </c:pt>
                <c:pt idx="7">
                  <c:v>0.2</c:v>
                </c:pt>
                <c:pt idx="8">
                  <c:v>0.15</c:v>
                </c:pt>
                <c:pt idx="9">
                  <c:v>0.1</c:v>
                </c:pt>
                <c:pt idx="10">
                  <c:v>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0F1-4181-9E6F-10A44D8027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78880"/>
        <c:axId val="1920079296"/>
      </c:scatterChart>
      <c:valAx>
        <c:axId val="192007888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pressure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9296"/>
        <c:crosses val="autoZero"/>
        <c:crossBetween val="midCat"/>
      </c:valAx>
      <c:valAx>
        <c:axId val="1920079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performance degradation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88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CPU</c:f>
              <c:strCache>
                <c:ptCount val="1"/>
                <c:pt idx="0">
                  <c:v>CPU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games!$H$18:$H$28</c:f>
              <c:numCache>
                <c:formatCode>General</c:formatCode>
                <c:ptCount val="11"/>
                <c:pt idx="0">
                  <c:v>1</c:v>
                </c:pt>
                <c:pt idx="1">
                  <c:v>0.8</c:v>
                </c:pt>
                <c:pt idx="2">
                  <c:v>0.6</c:v>
                </c:pt>
                <c:pt idx="3">
                  <c:v>0.5</c:v>
                </c:pt>
                <c:pt idx="4">
                  <c:v>0.45</c:v>
                </c:pt>
                <c:pt idx="5">
                  <c:v>0.4</c:v>
                </c:pt>
                <c:pt idx="6">
                  <c:v>0.35</c:v>
                </c:pt>
                <c:pt idx="7">
                  <c:v>0.3</c:v>
                </c:pt>
                <c:pt idx="8">
                  <c:v>0.26</c:v>
                </c:pt>
                <c:pt idx="9">
                  <c:v>0.24</c:v>
                </c:pt>
                <c:pt idx="10">
                  <c:v>0.22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244-47BD-8DEF-48152BF364C6}"/>
            </c:ext>
          </c:extLst>
        </c:ser>
        <c:ser>
          <c:idx val="1"/>
          <c:order val="1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games!$I$18:$I$28</c:f>
              <c:numCache>
                <c:formatCode>General</c:formatCode>
                <c:ptCount val="11"/>
                <c:pt idx="0">
                  <c:v>1</c:v>
                </c:pt>
                <c:pt idx="1">
                  <c:v>0.75</c:v>
                </c:pt>
                <c:pt idx="2">
                  <c:v>0.65</c:v>
                </c:pt>
                <c:pt idx="3">
                  <c:v>0.6</c:v>
                </c:pt>
                <c:pt idx="4">
                  <c:v>0.6</c:v>
                </c:pt>
                <c:pt idx="5">
                  <c:v>0.6</c:v>
                </c:pt>
                <c:pt idx="6">
                  <c:v>0.55000000000000004</c:v>
                </c:pt>
                <c:pt idx="7">
                  <c:v>0.5</c:v>
                </c:pt>
                <c:pt idx="8">
                  <c:v>0.45</c:v>
                </c:pt>
                <c:pt idx="9">
                  <c:v>0.45</c:v>
                </c:pt>
                <c:pt idx="1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244-47BD-8DEF-48152BF364C6}"/>
            </c:ext>
          </c:extLst>
        </c:ser>
        <c:ser>
          <c:idx val="2"/>
          <c:order val="2"/>
          <c:tx>
            <c:strRef>
              <c:f>Memory</c:f>
              <c:strCache>
                <c:ptCount val="1"/>
                <c:pt idx="0">
                  <c:v>Memory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games!$G$18:$G$28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games!$J$18:$J$28</c:f>
              <c:numCache>
                <c:formatCode>General</c:formatCode>
                <c:ptCount val="11"/>
                <c:pt idx="0">
                  <c:v>1</c:v>
                </c:pt>
                <c:pt idx="1">
                  <c:v>0.45</c:v>
                </c:pt>
                <c:pt idx="2">
                  <c:v>0.4</c:v>
                </c:pt>
                <c:pt idx="3">
                  <c:v>0.38</c:v>
                </c:pt>
                <c:pt idx="4">
                  <c:v>0.36</c:v>
                </c:pt>
                <c:pt idx="5">
                  <c:v>0.3</c:v>
                </c:pt>
                <c:pt idx="6">
                  <c:v>0.25</c:v>
                </c:pt>
                <c:pt idx="7">
                  <c:v>0.2</c:v>
                </c:pt>
                <c:pt idx="8">
                  <c:v>0.15</c:v>
                </c:pt>
                <c:pt idx="9">
                  <c:v>0.1</c:v>
                </c:pt>
                <c:pt idx="10">
                  <c:v>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244-47BD-8DEF-48152BF364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78880"/>
        <c:axId val="1920079296"/>
      </c:scatterChart>
      <c:valAx>
        <c:axId val="192007888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pressure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9296"/>
        <c:crosses val="autoZero"/>
        <c:crossBetween val="midCat"/>
      </c:valAx>
      <c:valAx>
        <c:axId val="1920079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performance degradation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88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games!$J$55:$J$65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games!$K$55:$K$65</c:f>
              <c:numCache>
                <c:formatCode>General</c:formatCode>
                <c:ptCount val="11"/>
                <c:pt idx="0">
                  <c:v>1</c:v>
                </c:pt>
                <c:pt idx="1">
                  <c:v>0.9</c:v>
                </c:pt>
                <c:pt idx="2">
                  <c:v>0.8</c:v>
                </c:pt>
                <c:pt idx="3">
                  <c:v>0.7</c:v>
                </c:pt>
                <c:pt idx="4">
                  <c:v>0.6</c:v>
                </c:pt>
                <c:pt idx="5">
                  <c:v>0.5</c:v>
                </c:pt>
                <c:pt idx="6">
                  <c:v>0.4</c:v>
                </c:pt>
                <c:pt idx="7">
                  <c:v>0.3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B2E-4081-B017-F35A3FF5D462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games!$J$55:$J$65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games!$L$55:$L$65</c:f>
              <c:numCache>
                <c:formatCode>General</c:formatCode>
                <c:ptCount val="11"/>
                <c:pt idx="0">
                  <c:v>1</c:v>
                </c:pt>
                <c:pt idx="1">
                  <c:v>0.85</c:v>
                </c:pt>
                <c:pt idx="2">
                  <c:v>0.75</c:v>
                </c:pt>
                <c:pt idx="3">
                  <c:v>0.65</c:v>
                </c:pt>
                <c:pt idx="4">
                  <c:v>0.6</c:v>
                </c:pt>
                <c:pt idx="5">
                  <c:v>0.55000000000000004</c:v>
                </c:pt>
                <c:pt idx="6">
                  <c:v>0.5</c:v>
                </c:pt>
                <c:pt idx="7">
                  <c:v>0.45</c:v>
                </c:pt>
                <c:pt idx="8">
                  <c:v>0.4</c:v>
                </c:pt>
                <c:pt idx="9">
                  <c:v>0.4</c:v>
                </c:pt>
                <c:pt idx="10">
                  <c:v>0.35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B2E-4081-B017-F35A3FF5D462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games!$J$55:$J$65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games!$M$55:$M$65</c:f>
              <c:numCache>
                <c:formatCode>General</c:formatCode>
                <c:ptCount val="11"/>
                <c:pt idx="0">
                  <c:v>1</c:v>
                </c:pt>
                <c:pt idx="1">
                  <c:v>0.45</c:v>
                </c:pt>
                <c:pt idx="2">
                  <c:v>0.4</c:v>
                </c:pt>
                <c:pt idx="3">
                  <c:v>0.38</c:v>
                </c:pt>
                <c:pt idx="4">
                  <c:v>0.36</c:v>
                </c:pt>
                <c:pt idx="5">
                  <c:v>0.3</c:v>
                </c:pt>
                <c:pt idx="6">
                  <c:v>0.25</c:v>
                </c:pt>
                <c:pt idx="7">
                  <c:v>0.2</c:v>
                </c:pt>
                <c:pt idx="8">
                  <c:v>0.15</c:v>
                </c:pt>
                <c:pt idx="9">
                  <c:v>0.1</c:v>
                </c:pt>
                <c:pt idx="10">
                  <c:v>0.1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2B2E-4081-B017-F35A3FF5D4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0078880"/>
        <c:axId val="1920079296"/>
      </c:scatterChart>
      <c:valAx>
        <c:axId val="192007888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pressure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9296"/>
        <c:crosses val="autoZero"/>
        <c:crossBetween val="midCat"/>
      </c:valAx>
      <c:valAx>
        <c:axId val="1920079296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performance degradation</a:t>
                </a:r>
                <a:endParaRPr lang="zh-CN" alt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200788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cpu</c:f>
              <c:strCache>
                <c:ptCount val="1"/>
                <c:pt idx="0">
                  <c:v>cpu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Sheet1!$L$4:$L$14</c:f>
              <c:numCache>
                <c:formatCode>General</c:formatCode>
                <c:ptCount val="11"/>
                <c:pt idx="0">
                  <c:v>1</c:v>
                </c:pt>
                <c:pt idx="1">
                  <c:v>0.97499999999999998</c:v>
                </c:pt>
                <c:pt idx="2">
                  <c:v>0.99166666666666703</c:v>
                </c:pt>
                <c:pt idx="3">
                  <c:v>0.98333333333333295</c:v>
                </c:pt>
                <c:pt idx="4">
                  <c:v>0.95833333333333304</c:v>
                </c:pt>
                <c:pt idx="5">
                  <c:v>0.96666666666666701</c:v>
                </c:pt>
                <c:pt idx="6">
                  <c:v>0.95833333333333304</c:v>
                </c:pt>
                <c:pt idx="7">
                  <c:v>0.98333333333333295</c:v>
                </c:pt>
                <c:pt idx="8">
                  <c:v>0.98333333333333295</c:v>
                </c:pt>
                <c:pt idx="9">
                  <c:v>0.97499999999999998</c:v>
                </c:pt>
                <c:pt idx="10">
                  <c:v>0.97499999999999998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40A-4EB6-827D-B1F2176DCF8B}"/>
            </c:ext>
          </c:extLst>
        </c:ser>
        <c:ser>
          <c:idx val="1"/>
          <c:order val="1"/>
          <c:tx>
            <c:strRef>
              <c:f>mem</c:f>
              <c:strCache>
                <c:ptCount val="1"/>
                <c:pt idx="0">
                  <c:v>mem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Sheet1!$M$4:$M$14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40A-4EB6-827D-B1F2176DCF8B}"/>
            </c:ext>
          </c:extLst>
        </c:ser>
        <c:ser>
          <c:idx val="2"/>
          <c:order val="2"/>
          <c:tx>
            <c:strRef>
              <c:f>mem-bw</c:f>
              <c:strCache>
                <c:ptCount val="1"/>
                <c:pt idx="0">
                  <c:v>mem-bw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Sheet1!$N$4:$N$14</c:f>
              <c:numCache>
                <c:formatCode>General</c:formatCode>
                <c:ptCount val="11"/>
                <c:pt idx="0">
                  <c:v>1</c:v>
                </c:pt>
                <c:pt idx="1">
                  <c:v>0.94166666666666698</c:v>
                </c:pt>
                <c:pt idx="2">
                  <c:v>0.86666666666666703</c:v>
                </c:pt>
                <c:pt idx="3">
                  <c:v>0.8</c:v>
                </c:pt>
                <c:pt idx="4">
                  <c:v>0.77500000000000002</c:v>
                </c:pt>
                <c:pt idx="5">
                  <c:v>0.75</c:v>
                </c:pt>
                <c:pt idx="6">
                  <c:v>0.72499999999999998</c:v>
                </c:pt>
                <c:pt idx="7">
                  <c:v>0.69166666666666698</c:v>
                </c:pt>
                <c:pt idx="8">
                  <c:v>0.65</c:v>
                </c:pt>
                <c:pt idx="9">
                  <c:v>0.61666666666666703</c:v>
                </c:pt>
                <c:pt idx="10">
                  <c:v>0.55833333333333302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40A-4EB6-827D-B1F2176DCF8B}"/>
            </c:ext>
          </c:extLst>
        </c:ser>
        <c:ser>
          <c:idx val="3"/>
          <c:order val="3"/>
          <c:tx>
            <c:strRef>
              <c:f>cache</c:f>
              <c:strCache>
                <c:ptCount val="1"/>
                <c:pt idx="0">
                  <c:v>cache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Sheet1!$O$4:$O$14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0.99166666666666703</c:v>
                </c:pt>
                <c:pt idx="4">
                  <c:v>0.98333333333333295</c:v>
                </c:pt>
                <c:pt idx="5">
                  <c:v>0.97499999999999998</c:v>
                </c:pt>
                <c:pt idx="6">
                  <c:v>0.96666666666666701</c:v>
                </c:pt>
                <c:pt idx="7">
                  <c:v>0.96666666666666701</c:v>
                </c:pt>
                <c:pt idx="8">
                  <c:v>0.96666666666666701</c:v>
                </c:pt>
                <c:pt idx="9">
                  <c:v>0.95833333333333304</c:v>
                </c:pt>
                <c:pt idx="10">
                  <c:v>0.95833333333333304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40A-4EB6-827D-B1F2176DCF8B}"/>
            </c:ext>
          </c:extLst>
        </c:ser>
        <c:ser>
          <c:idx val="4"/>
          <c:order val="4"/>
          <c:tx>
            <c:strRef>
              <c:f>gpu</c:f>
              <c:strCache>
                <c:ptCount val="1"/>
                <c:pt idx="0">
                  <c:v>gpu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Sheet1!$P$4:$P$14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0.99166666666666703</c:v>
                </c:pt>
                <c:pt idx="5">
                  <c:v>0.79166666666666696</c:v>
                </c:pt>
                <c:pt idx="6">
                  <c:v>0.71666666666666701</c:v>
                </c:pt>
                <c:pt idx="7">
                  <c:v>0.57499999999999996</c:v>
                </c:pt>
                <c:pt idx="8">
                  <c:v>0.47499999999999998</c:v>
                </c:pt>
                <c:pt idx="9">
                  <c:v>0.41666666666666702</c:v>
                </c:pt>
                <c:pt idx="10">
                  <c:v>0.38333333333333303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40A-4EB6-827D-B1F2176DCF8B}"/>
            </c:ext>
          </c:extLst>
        </c:ser>
        <c:ser>
          <c:idx val="5"/>
          <c:order val="5"/>
          <c:tx>
            <c:strRef>
              <c:f>gpu-mem</c:f>
              <c:strCache>
                <c:ptCount val="1"/>
                <c:pt idx="0">
                  <c:v>gpu-mem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Sheet1!$Q$4:$Q$14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40A-4EB6-827D-B1F2176DCF8B}"/>
            </c:ext>
          </c:extLst>
        </c:ser>
        <c:ser>
          <c:idx val="6"/>
          <c:order val="6"/>
          <c:tx>
            <c:strRef>
              <c:f>gpu-mem-bw</c:f>
              <c:strCache>
                <c:ptCount val="1"/>
                <c:pt idx="0">
                  <c:v>gpu-mem-bw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Sheet1!$R$4:$R$14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40A-4EB6-827D-B1F2176DCF8B}"/>
            </c:ext>
          </c:extLst>
        </c:ser>
        <c:ser>
          <c:idx val="7"/>
          <c:order val="7"/>
          <c:tx>
            <c:strRef>
              <c:f>gpu-cache</c:f>
              <c:strCache>
                <c:ptCount val="1"/>
                <c:pt idx="0">
                  <c:v>gpu-cache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Sheet1!$S$4:$S$14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40A-4EB6-827D-B1F2176DCF8B}"/>
            </c:ext>
          </c:extLst>
        </c:ser>
        <c:ser>
          <c:idx val="8"/>
          <c:order val="8"/>
          <c:tx>
            <c:strRef>
              <c:f>pcie-bw</c:f>
              <c:strCache>
                <c:ptCount val="1"/>
                <c:pt idx="0">
                  <c:v>pcie-bw</c:v>
                </c:pt>
              </c:strCache>
            </c:strRef>
          </c:tx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Sheet1!$K$4:$K$14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Sheet1!$T$4:$T$14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40A-4EB6-827D-B1F2176DC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0163280"/>
        <c:axId val="320167440"/>
      </c:scatterChart>
      <c:valAx>
        <c:axId val="32016328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pressure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0167440"/>
        <c:crosses val="autoZero"/>
        <c:crossBetween val="midCat"/>
      </c:valAx>
      <c:valAx>
        <c:axId val="32016744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performance (norm)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016328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3925845509593"/>
          <c:y val="0.297623703222411"/>
          <c:w val="0.85158461353006198"/>
          <c:h val="0.43937820317762999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Sheet1!$M$4:$M$14</c:f>
              <c:numCache>
                <c:formatCode>General</c:formatCode>
                <c:ptCount val="11"/>
                <c:pt idx="0">
                  <c:v>1</c:v>
                </c:pt>
                <c:pt idx="1">
                  <c:v>0.95</c:v>
                </c:pt>
                <c:pt idx="2">
                  <c:v>0.90625</c:v>
                </c:pt>
                <c:pt idx="3">
                  <c:v>0.88124999999999998</c:v>
                </c:pt>
                <c:pt idx="4">
                  <c:v>0.83750000000000002</c:v>
                </c:pt>
                <c:pt idx="5">
                  <c:v>0.8</c:v>
                </c:pt>
                <c:pt idx="6">
                  <c:v>0.78749999999999998</c:v>
                </c:pt>
                <c:pt idx="7">
                  <c:v>0.76249999999999996</c:v>
                </c:pt>
                <c:pt idx="8">
                  <c:v>0.75</c:v>
                </c:pt>
                <c:pt idx="9">
                  <c:v>0.72499999999999998</c:v>
                </c:pt>
                <c:pt idx="10">
                  <c:v>0.66249999999999998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558-4D70-A4BE-601EBFC2EBEF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Sheet1!$N$4:$N$14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558-4D70-A4BE-601EBFC2EBEF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Sheet1!$O$4:$O$14</c:f>
              <c:numCache>
                <c:formatCode>General</c:formatCode>
                <c:ptCount val="11"/>
                <c:pt idx="0">
                  <c:v>1</c:v>
                </c:pt>
                <c:pt idx="1">
                  <c:v>0.88749999999999996</c:v>
                </c:pt>
                <c:pt idx="2">
                  <c:v>0.80625000000000002</c:v>
                </c:pt>
                <c:pt idx="3">
                  <c:v>0.70625000000000004</c:v>
                </c:pt>
                <c:pt idx="4">
                  <c:v>0.63749999999999996</c:v>
                </c:pt>
                <c:pt idx="5">
                  <c:v>0.59375</c:v>
                </c:pt>
                <c:pt idx="6">
                  <c:v>0.51249999999999996</c:v>
                </c:pt>
                <c:pt idx="7">
                  <c:v>0.44374999999999998</c:v>
                </c:pt>
                <c:pt idx="8">
                  <c:v>0.38124999999999998</c:v>
                </c:pt>
                <c:pt idx="9">
                  <c:v>0.3125</c:v>
                </c:pt>
                <c:pt idx="10">
                  <c:v>0.26874999999999999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558-4D70-A4BE-601EBFC2EBEF}"/>
            </c:ext>
          </c:extLst>
        </c:ser>
        <c:ser>
          <c:idx val="3"/>
          <c:order val="3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Sheet1!$P$4:$P$14</c:f>
              <c:numCache>
                <c:formatCode>General</c:formatCode>
                <c:ptCount val="11"/>
                <c:pt idx="0">
                  <c:v>1</c:v>
                </c:pt>
                <c:pt idx="1">
                  <c:v>0.70625000000000004</c:v>
                </c:pt>
                <c:pt idx="2">
                  <c:v>0.59375</c:v>
                </c:pt>
                <c:pt idx="3">
                  <c:v>0.58125000000000004</c:v>
                </c:pt>
                <c:pt idx="4">
                  <c:v>0.5625</c:v>
                </c:pt>
                <c:pt idx="5">
                  <c:v>0.54374999999999996</c:v>
                </c:pt>
                <c:pt idx="6">
                  <c:v>0.53125</c:v>
                </c:pt>
                <c:pt idx="7">
                  <c:v>0.53125</c:v>
                </c:pt>
                <c:pt idx="8">
                  <c:v>0.54374999999999996</c:v>
                </c:pt>
                <c:pt idx="9">
                  <c:v>0.53749999999999998</c:v>
                </c:pt>
                <c:pt idx="10">
                  <c:v>0.52500000000000002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558-4D70-A4BE-601EBFC2EBEF}"/>
            </c:ext>
          </c:extLst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Sheet1!$Q$4:$Q$14</c:f>
              <c:numCache>
                <c:formatCode>General</c:formatCode>
                <c:ptCount val="11"/>
                <c:pt idx="0">
                  <c:v>1</c:v>
                </c:pt>
                <c:pt idx="1">
                  <c:v>0.6</c:v>
                </c:pt>
                <c:pt idx="2">
                  <c:v>0.46875</c:v>
                </c:pt>
                <c:pt idx="3">
                  <c:v>0.39374999999999999</c:v>
                </c:pt>
                <c:pt idx="4">
                  <c:v>0.32500000000000001</c:v>
                </c:pt>
                <c:pt idx="5">
                  <c:v>0.28125</c:v>
                </c:pt>
                <c:pt idx="6">
                  <c:v>0.26250000000000001</c:v>
                </c:pt>
                <c:pt idx="7">
                  <c:v>0.22500000000000001</c:v>
                </c:pt>
                <c:pt idx="8">
                  <c:v>0.20624999999999999</c:v>
                </c:pt>
                <c:pt idx="9">
                  <c:v>0.19375000000000001</c:v>
                </c:pt>
                <c:pt idx="10">
                  <c:v>0.17499999999999999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558-4D70-A4BE-601EBFC2EBEF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Sheet1!$R$4:$R$14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0.96875</c:v>
                </c:pt>
                <c:pt idx="9">
                  <c:v>0.96875</c:v>
                </c:pt>
                <c:pt idx="10">
                  <c:v>0.96875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7558-4D70-A4BE-601EBFC2EBEF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Sheet1!$S$4:$S$14</c:f>
              <c:numCache>
                <c:formatCode>General</c:formatCode>
                <c:ptCount val="11"/>
                <c:pt idx="0">
                  <c:v>1</c:v>
                </c:pt>
                <c:pt idx="1">
                  <c:v>0.89375000000000004</c:v>
                </c:pt>
                <c:pt idx="2">
                  <c:v>0.82499999999999996</c:v>
                </c:pt>
                <c:pt idx="3">
                  <c:v>0.83750000000000002</c:v>
                </c:pt>
                <c:pt idx="4">
                  <c:v>0.82499999999999996</c:v>
                </c:pt>
                <c:pt idx="5">
                  <c:v>0.83125000000000004</c:v>
                </c:pt>
                <c:pt idx="6">
                  <c:v>0.8125</c:v>
                </c:pt>
                <c:pt idx="7">
                  <c:v>0.81874999999999998</c:v>
                </c:pt>
                <c:pt idx="8">
                  <c:v>0.80625000000000002</c:v>
                </c:pt>
                <c:pt idx="9">
                  <c:v>0.8</c:v>
                </c:pt>
                <c:pt idx="10">
                  <c:v>0.8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7558-4D70-A4BE-601EBFC2EBEF}"/>
            </c:ext>
          </c:extLst>
        </c:ser>
        <c:ser>
          <c:idx val="7"/>
          <c:order val="7"/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Sheet1!$T$4:$T$14</c:f>
              <c:numCache>
                <c:formatCode>General</c:formatCode>
                <c:ptCount val="11"/>
                <c:pt idx="0">
                  <c:v>1</c:v>
                </c:pt>
                <c:pt idx="1">
                  <c:v>0.76875000000000004</c:v>
                </c:pt>
                <c:pt idx="2">
                  <c:v>0.73124999999999996</c:v>
                </c:pt>
                <c:pt idx="3">
                  <c:v>0.7</c:v>
                </c:pt>
                <c:pt idx="4">
                  <c:v>0.69374999999999998</c:v>
                </c:pt>
                <c:pt idx="5">
                  <c:v>0.66874999999999996</c:v>
                </c:pt>
                <c:pt idx="6">
                  <c:v>0.625</c:v>
                </c:pt>
                <c:pt idx="7">
                  <c:v>0.625</c:v>
                </c:pt>
                <c:pt idx="8">
                  <c:v>0.6</c:v>
                </c:pt>
                <c:pt idx="9">
                  <c:v>0.58125000000000004</c:v>
                </c:pt>
                <c:pt idx="10">
                  <c:v>0.51249999999999996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7558-4D70-A4BE-601EBFC2EBEF}"/>
            </c:ext>
          </c:extLst>
        </c:ser>
        <c:ser>
          <c:idx val="8"/>
          <c:order val="8"/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Sheet1!$U$4:$U$14</c:f>
              <c:numCache>
                <c:formatCode>General</c:formatCode>
                <c:ptCount val="11"/>
                <c:pt idx="0">
                  <c:v>1</c:v>
                </c:pt>
                <c:pt idx="1">
                  <c:v>0.9</c:v>
                </c:pt>
                <c:pt idx="2">
                  <c:v>0.86250000000000004</c:v>
                </c:pt>
                <c:pt idx="3">
                  <c:v>0.77500000000000002</c:v>
                </c:pt>
                <c:pt idx="4">
                  <c:v>0.72499999999999998</c:v>
                </c:pt>
                <c:pt idx="5">
                  <c:v>0.71875</c:v>
                </c:pt>
                <c:pt idx="6">
                  <c:v>0.69374999999999998</c:v>
                </c:pt>
                <c:pt idx="7">
                  <c:v>0.67500000000000004</c:v>
                </c:pt>
                <c:pt idx="8">
                  <c:v>0.66249999999999998</c:v>
                </c:pt>
                <c:pt idx="9">
                  <c:v>0.65625</c:v>
                </c:pt>
                <c:pt idx="10">
                  <c:v>0.63749999999999996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7558-4D70-A4BE-601EBFC2E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0699936"/>
        <c:axId val="510700352"/>
      </c:scatterChart>
      <c:valAx>
        <c:axId val="510699936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pressure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0700352"/>
        <c:crosses val="autoZero"/>
        <c:crossBetween val="midCat"/>
      </c:valAx>
      <c:valAx>
        <c:axId val="51070035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performance</a:t>
                </a:r>
                <a:r>
                  <a:rPr lang="en-US" altLang="zh-CN" b="0" baseline="0">
                    <a:solidFill>
                      <a:sysClr val="windowText" lastClr="000000"/>
                    </a:solidFill>
                  </a:rPr>
                  <a:t> (norm)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106999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Sheet1!$M$4:$M$14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0.99492385786801996</c:v>
                </c:pt>
                <c:pt idx="9">
                  <c:v>0.99492385786801996</c:v>
                </c:pt>
                <c:pt idx="10">
                  <c:v>0.99492385786801996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7E2-4CFD-904D-251EC124C338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Sheet1!$N$4:$N$14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7E2-4CFD-904D-251EC124C338}"/>
            </c:ext>
          </c:extLst>
        </c:ser>
        <c:ser>
          <c:idx val="2"/>
          <c:order val="2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Sheet1!$O$4:$O$14</c:f>
              <c:numCache>
                <c:formatCode>General</c:formatCode>
                <c:ptCount val="11"/>
                <c:pt idx="0">
                  <c:v>1</c:v>
                </c:pt>
                <c:pt idx="1">
                  <c:v>0.88832487309644703</c:v>
                </c:pt>
                <c:pt idx="2">
                  <c:v>0.80203045685279195</c:v>
                </c:pt>
                <c:pt idx="3">
                  <c:v>0.70050761421319796</c:v>
                </c:pt>
                <c:pt idx="4">
                  <c:v>0.61421319796954299</c:v>
                </c:pt>
                <c:pt idx="5">
                  <c:v>0.54314720812182704</c:v>
                </c:pt>
                <c:pt idx="6">
                  <c:v>0.47208121827411198</c:v>
                </c:pt>
                <c:pt idx="7">
                  <c:v>0.40101522842639598</c:v>
                </c:pt>
                <c:pt idx="8">
                  <c:v>0.34517766497461899</c:v>
                </c:pt>
                <c:pt idx="9">
                  <c:v>0.269035532994924</c:v>
                </c:pt>
                <c:pt idx="10">
                  <c:v>0.21319796954314699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7E2-4CFD-904D-251EC124C338}"/>
            </c:ext>
          </c:extLst>
        </c:ser>
        <c:ser>
          <c:idx val="3"/>
          <c:order val="3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Sheet1!$P$4:$P$14</c:f>
              <c:numCache>
                <c:formatCode>General</c:formatCode>
                <c:ptCount val="11"/>
                <c:pt idx="0">
                  <c:v>1</c:v>
                </c:pt>
                <c:pt idx="1">
                  <c:v>0.82233502538071102</c:v>
                </c:pt>
                <c:pt idx="2">
                  <c:v>0.66497461928933999</c:v>
                </c:pt>
                <c:pt idx="3">
                  <c:v>0.57360406091370597</c:v>
                </c:pt>
                <c:pt idx="4">
                  <c:v>0.53299492385786795</c:v>
                </c:pt>
                <c:pt idx="5">
                  <c:v>0.512690355329949</c:v>
                </c:pt>
                <c:pt idx="6">
                  <c:v>0.487309644670051</c:v>
                </c:pt>
                <c:pt idx="7">
                  <c:v>0.47715736040609102</c:v>
                </c:pt>
                <c:pt idx="8">
                  <c:v>0.46700507614213199</c:v>
                </c:pt>
                <c:pt idx="9">
                  <c:v>0.46700507614213199</c:v>
                </c:pt>
                <c:pt idx="10">
                  <c:v>0.46700507614213199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97E2-4CFD-904D-251EC124C338}"/>
            </c:ext>
          </c:extLst>
        </c:ser>
        <c:ser>
          <c:idx val="4"/>
          <c:order val="4"/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Sheet1!$Q$4:$Q$14</c:f>
              <c:numCache>
                <c:formatCode>General</c:formatCode>
                <c:ptCount val="11"/>
                <c:pt idx="0">
                  <c:v>1</c:v>
                </c:pt>
                <c:pt idx="1">
                  <c:v>0.93908629441624403</c:v>
                </c:pt>
                <c:pt idx="2">
                  <c:v>0.91878172588832496</c:v>
                </c:pt>
                <c:pt idx="3">
                  <c:v>0.90355329949238605</c:v>
                </c:pt>
                <c:pt idx="4">
                  <c:v>0.76142131979695404</c:v>
                </c:pt>
                <c:pt idx="5">
                  <c:v>0.59898477157360397</c:v>
                </c:pt>
                <c:pt idx="6">
                  <c:v>0.49746192893400998</c:v>
                </c:pt>
                <c:pt idx="7">
                  <c:v>0.390862944162437</c:v>
                </c:pt>
                <c:pt idx="8">
                  <c:v>0.31979695431472099</c:v>
                </c:pt>
                <c:pt idx="9">
                  <c:v>0.29949238578680198</c:v>
                </c:pt>
                <c:pt idx="10">
                  <c:v>0.269035532994924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97E2-4CFD-904D-251EC124C338}"/>
            </c:ext>
          </c:extLst>
        </c:ser>
        <c:ser>
          <c:idx val="5"/>
          <c:order val="5"/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Sheet1!$R$4:$R$14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97E2-4CFD-904D-251EC124C338}"/>
            </c:ext>
          </c:extLst>
        </c:ser>
        <c:ser>
          <c:idx val="6"/>
          <c:order val="6"/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60000"/>
                </a:schemeClr>
              </a:solidFill>
              <a:ln w="9525">
                <a:solidFill>
                  <a:schemeClr val="accent1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Sheet1!$S$4:$S$14</c:f>
              <c:numCache>
                <c:formatCode>General</c:formatCode>
                <c:ptCount val="1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97E2-4CFD-904D-251EC124C338}"/>
            </c:ext>
          </c:extLst>
        </c:ser>
        <c:ser>
          <c:idx val="7"/>
          <c:order val="7"/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60000"/>
                </a:schemeClr>
              </a:solidFill>
              <a:ln w="9525">
                <a:solidFill>
                  <a:schemeClr val="accent2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Sheet1!$T$4:$T$14</c:f>
              <c:numCache>
                <c:formatCode>General</c:formatCode>
                <c:ptCount val="11"/>
                <c:pt idx="0">
                  <c:v>1</c:v>
                </c:pt>
                <c:pt idx="1">
                  <c:v>0.94416243654822296</c:v>
                </c:pt>
                <c:pt idx="2">
                  <c:v>0.93401015228426398</c:v>
                </c:pt>
                <c:pt idx="3">
                  <c:v>0.93401015228426398</c:v>
                </c:pt>
                <c:pt idx="4">
                  <c:v>0.92893401015228405</c:v>
                </c:pt>
                <c:pt idx="5">
                  <c:v>0.92385786802030501</c:v>
                </c:pt>
                <c:pt idx="6">
                  <c:v>0.92385786802030501</c:v>
                </c:pt>
                <c:pt idx="7">
                  <c:v>0.92385786802030501</c:v>
                </c:pt>
                <c:pt idx="8">
                  <c:v>0.92385786802030501</c:v>
                </c:pt>
                <c:pt idx="9">
                  <c:v>0.92385786802030501</c:v>
                </c:pt>
                <c:pt idx="10">
                  <c:v>0.92385786802030501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97E2-4CFD-904D-251EC124C338}"/>
            </c:ext>
          </c:extLst>
        </c:ser>
        <c:ser>
          <c:idx val="8"/>
          <c:order val="8"/>
          <c:spPr>
            <a:ln w="19050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60000"/>
                </a:schemeClr>
              </a:solidFill>
              <a:ln w="9525">
                <a:solidFill>
                  <a:schemeClr val="accent3">
                    <a:lumMod val="60000"/>
                  </a:schemeClr>
                </a:solidFill>
              </a:ln>
              <a:effectLst/>
            </c:spPr>
          </c:marker>
          <c:xVal>
            <c:numRef>
              <c:f>Sheet1!$L$4:$L$14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xVal>
          <c:yVal>
            <c:numRef>
              <c:f>Sheet1!$U$4:$U$14</c:f>
              <c:numCache>
                <c:formatCode>General</c:formatCode>
                <c:ptCount val="11"/>
                <c:pt idx="0">
                  <c:v>1</c:v>
                </c:pt>
                <c:pt idx="1">
                  <c:v>0.93908629441624403</c:v>
                </c:pt>
                <c:pt idx="2">
                  <c:v>0.88324873096446699</c:v>
                </c:pt>
                <c:pt idx="3">
                  <c:v>0.82741116751268995</c:v>
                </c:pt>
                <c:pt idx="4">
                  <c:v>0.79695431472081202</c:v>
                </c:pt>
                <c:pt idx="5">
                  <c:v>0.76649746192893398</c:v>
                </c:pt>
                <c:pt idx="6">
                  <c:v>0.71573604060913698</c:v>
                </c:pt>
                <c:pt idx="7">
                  <c:v>0.69035532994923898</c:v>
                </c:pt>
                <c:pt idx="8">
                  <c:v>0.64467005076142103</c:v>
                </c:pt>
                <c:pt idx="9">
                  <c:v>0.61928934010152303</c:v>
                </c:pt>
                <c:pt idx="10">
                  <c:v>0.58883248730964499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97E2-4CFD-904D-251EC124C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55450512"/>
        <c:axId val="355451760"/>
      </c:scatterChart>
      <c:valAx>
        <c:axId val="35545051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pressure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5451760"/>
        <c:crosses val="autoZero"/>
        <c:crossBetween val="midCat"/>
      </c:valAx>
      <c:valAx>
        <c:axId val="35545176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performance</a:t>
                </a:r>
                <a:r>
                  <a:rPr lang="en-US" altLang="zh-CN" b="0" baseline="0">
                    <a:solidFill>
                      <a:sysClr val="windowText" lastClr="000000"/>
                    </a:solidFill>
                  </a:rPr>
                  <a:t> (norm)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545051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1"/>
          <c:order val="0"/>
          <c:tx>
            <c:strRef>
              <c:f>Memory</c:f>
              <c:strCache>
                <c:ptCount val="1"/>
                <c:pt idx="0">
                  <c:v>Memory</c:v>
                </c:pt>
              </c:strCache>
            </c:strRef>
          </c:tx>
          <c:marker>
            <c:symbol val="none"/>
          </c:marker>
          <c:xVal>
            <c:numRef>
              <c:f>Sheet1!$S$2:$S$80</c:f>
              <c:numCache>
                <c:formatCode>General</c:formatCode>
                <c:ptCount val="79"/>
                <c:pt idx="0">
                  <c:v>0.92672413799999998</c:v>
                </c:pt>
                <c:pt idx="1">
                  <c:v>0.93650793700000001</c:v>
                </c:pt>
                <c:pt idx="2">
                  <c:v>0.94021739100000001</c:v>
                </c:pt>
                <c:pt idx="3">
                  <c:v>0.94505494499999998</c:v>
                </c:pt>
                <c:pt idx="4">
                  <c:v>0.95535714299999996</c:v>
                </c:pt>
                <c:pt idx="5">
                  <c:v>0.95767195800000005</c:v>
                </c:pt>
                <c:pt idx="6">
                  <c:v>0.96153846200000004</c:v>
                </c:pt>
                <c:pt idx="7">
                  <c:v>0.96571428599999998</c:v>
                </c:pt>
                <c:pt idx="8">
                  <c:v>0.966292135</c:v>
                </c:pt>
                <c:pt idx="9">
                  <c:v>0.96666666700000003</c:v>
                </c:pt>
                <c:pt idx="10">
                  <c:v>0.96774193500000005</c:v>
                </c:pt>
                <c:pt idx="11">
                  <c:v>0.97633136099999995</c:v>
                </c:pt>
                <c:pt idx="12">
                  <c:v>0.97637795299999997</c:v>
                </c:pt>
                <c:pt idx="13">
                  <c:v>0.9765625</c:v>
                </c:pt>
                <c:pt idx="14">
                  <c:v>0.98148148099999999</c:v>
                </c:pt>
                <c:pt idx="15">
                  <c:v>0.98214285700000004</c:v>
                </c:pt>
                <c:pt idx="16">
                  <c:v>0.98305084700000001</c:v>
                </c:pt>
                <c:pt idx="17">
                  <c:v>0.98333333300000003</c:v>
                </c:pt>
                <c:pt idx="18">
                  <c:v>0.98445595900000005</c:v>
                </c:pt>
                <c:pt idx="19">
                  <c:v>0.985714286</c:v>
                </c:pt>
                <c:pt idx="20">
                  <c:v>0.98780487800000005</c:v>
                </c:pt>
                <c:pt idx="21">
                  <c:v>0.99074074099999998</c:v>
                </c:pt>
                <c:pt idx="22">
                  <c:v>0.993243243</c:v>
                </c:pt>
                <c:pt idx="23">
                  <c:v>0.99337748299999995</c:v>
                </c:pt>
                <c:pt idx="24">
                  <c:v>0.99604743100000004</c:v>
                </c:pt>
                <c:pt idx="25">
                  <c:v>0.99834710699999996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</c:numCache>
            </c:numRef>
          </c:xVal>
          <c:yVal>
            <c:numRef>
              <c:f>Sheet1!$T$2:$T$80</c:f>
              <c:numCache>
                <c:formatCode>General</c:formatCode>
                <c:ptCount val="79"/>
                <c:pt idx="0">
                  <c:v>1.26582278481013E-2</c:v>
                </c:pt>
                <c:pt idx="1">
                  <c:v>2.53164556962025E-2</c:v>
                </c:pt>
                <c:pt idx="2">
                  <c:v>3.7974683544303799E-2</c:v>
                </c:pt>
                <c:pt idx="3">
                  <c:v>5.0632911392405097E-2</c:v>
                </c:pt>
                <c:pt idx="4">
                  <c:v>6.3291139240506306E-2</c:v>
                </c:pt>
                <c:pt idx="5">
                  <c:v>7.5949367088607597E-2</c:v>
                </c:pt>
                <c:pt idx="6">
                  <c:v>8.8607594936708903E-2</c:v>
                </c:pt>
                <c:pt idx="7">
                  <c:v>0.10126582278481</c:v>
                </c:pt>
                <c:pt idx="8">
                  <c:v>0.113924050632911</c:v>
                </c:pt>
                <c:pt idx="9">
                  <c:v>0.126582278481013</c:v>
                </c:pt>
                <c:pt idx="10">
                  <c:v>0.139240506329114</c:v>
                </c:pt>
                <c:pt idx="11">
                  <c:v>0.151898734177215</c:v>
                </c:pt>
                <c:pt idx="12">
                  <c:v>0.164556962025316</c:v>
                </c:pt>
                <c:pt idx="13">
                  <c:v>0.177215189873418</c:v>
                </c:pt>
                <c:pt idx="14">
                  <c:v>0.189873417721519</c:v>
                </c:pt>
                <c:pt idx="15">
                  <c:v>0.20253164556962</c:v>
                </c:pt>
                <c:pt idx="16">
                  <c:v>0.215189873417722</c:v>
                </c:pt>
                <c:pt idx="17">
                  <c:v>0.227848101265823</c:v>
                </c:pt>
                <c:pt idx="18">
                  <c:v>0.240506329113924</c:v>
                </c:pt>
                <c:pt idx="19">
                  <c:v>0.253164556962025</c:v>
                </c:pt>
                <c:pt idx="20">
                  <c:v>0.265822784810127</c:v>
                </c:pt>
                <c:pt idx="21">
                  <c:v>0.278481012658228</c:v>
                </c:pt>
                <c:pt idx="22">
                  <c:v>0.291139240506329</c:v>
                </c:pt>
                <c:pt idx="23">
                  <c:v>0.303797468354431</c:v>
                </c:pt>
                <c:pt idx="24">
                  <c:v>0.316455696202532</c:v>
                </c:pt>
                <c:pt idx="25">
                  <c:v>0.329113924050633</c:v>
                </c:pt>
                <c:pt idx="26">
                  <c:v>0.341772151898734</c:v>
                </c:pt>
                <c:pt idx="27">
                  <c:v>0.354430379746836</c:v>
                </c:pt>
                <c:pt idx="28">
                  <c:v>0.367088607594937</c:v>
                </c:pt>
                <c:pt idx="29">
                  <c:v>0.379746835443038</c:v>
                </c:pt>
                <c:pt idx="30">
                  <c:v>0.392405063291139</c:v>
                </c:pt>
                <c:pt idx="31">
                  <c:v>0.405063291139241</c:v>
                </c:pt>
                <c:pt idx="32">
                  <c:v>0.417721518987342</c:v>
                </c:pt>
                <c:pt idx="33">
                  <c:v>0.430379746835443</c:v>
                </c:pt>
                <c:pt idx="34">
                  <c:v>0.443037974683545</c:v>
                </c:pt>
                <c:pt idx="35">
                  <c:v>0.455696202531646</c:v>
                </c:pt>
                <c:pt idx="36">
                  <c:v>0.468354430379747</c:v>
                </c:pt>
                <c:pt idx="37">
                  <c:v>0.481012658227848</c:v>
                </c:pt>
                <c:pt idx="38">
                  <c:v>0.49367088607595</c:v>
                </c:pt>
                <c:pt idx="39">
                  <c:v>0.506329113924051</c:v>
                </c:pt>
                <c:pt idx="40">
                  <c:v>0.518987341772152</c:v>
                </c:pt>
                <c:pt idx="41">
                  <c:v>0.531645569620253</c:v>
                </c:pt>
                <c:pt idx="42">
                  <c:v>0.544303797468355</c:v>
                </c:pt>
                <c:pt idx="43">
                  <c:v>0.556962025316456</c:v>
                </c:pt>
                <c:pt idx="44">
                  <c:v>0.569620253164557</c:v>
                </c:pt>
                <c:pt idx="45">
                  <c:v>0.582278481012658</c:v>
                </c:pt>
                <c:pt idx="46">
                  <c:v>0.59493670886076</c:v>
                </c:pt>
                <c:pt idx="47">
                  <c:v>0.607594936708861</c:v>
                </c:pt>
                <c:pt idx="48">
                  <c:v>0.620253164556962</c:v>
                </c:pt>
                <c:pt idx="49">
                  <c:v>0.632911392405063</c:v>
                </c:pt>
                <c:pt idx="50">
                  <c:v>0.645569620253164</c:v>
                </c:pt>
                <c:pt idx="51">
                  <c:v>0.658227848101266</c:v>
                </c:pt>
                <c:pt idx="52">
                  <c:v>0.670886075949367</c:v>
                </c:pt>
                <c:pt idx="53">
                  <c:v>0.683544303797468</c:v>
                </c:pt>
                <c:pt idx="54">
                  <c:v>0.696202531645569</c:v>
                </c:pt>
                <c:pt idx="55">
                  <c:v>0.708860759493671</c:v>
                </c:pt>
                <c:pt idx="56">
                  <c:v>0.721518987341772</c:v>
                </c:pt>
                <c:pt idx="57">
                  <c:v>0.734177215189873</c:v>
                </c:pt>
                <c:pt idx="58">
                  <c:v>0.746835443037974</c:v>
                </c:pt>
                <c:pt idx="59">
                  <c:v>0.759493670886075</c:v>
                </c:pt>
                <c:pt idx="60">
                  <c:v>0.772151898734177</c:v>
                </c:pt>
                <c:pt idx="61">
                  <c:v>0.784810126582278</c:v>
                </c:pt>
                <c:pt idx="62">
                  <c:v>0.797468354430379</c:v>
                </c:pt>
                <c:pt idx="63">
                  <c:v>0.81012658227848</c:v>
                </c:pt>
                <c:pt idx="64">
                  <c:v>0.822784810126582</c:v>
                </c:pt>
                <c:pt idx="65">
                  <c:v>0.835443037974683</c:v>
                </c:pt>
                <c:pt idx="66">
                  <c:v>0.848101265822784</c:v>
                </c:pt>
                <c:pt idx="67">
                  <c:v>0.860759493670885</c:v>
                </c:pt>
                <c:pt idx="68">
                  <c:v>0.873417721518986</c:v>
                </c:pt>
                <c:pt idx="69">
                  <c:v>0.886075949367088</c:v>
                </c:pt>
                <c:pt idx="70">
                  <c:v>0.898734177215189</c:v>
                </c:pt>
                <c:pt idx="71">
                  <c:v>0.91139240506329</c:v>
                </c:pt>
                <c:pt idx="72">
                  <c:v>0.924050632911391</c:v>
                </c:pt>
                <c:pt idx="73">
                  <c:v>0.936708860759493</c:v>
                </c:pt>
                <c:pt idx="74">
                  <c:v>0.949367088607594</c:v>
                </c:pt>
                <c:pt idx="75">
                  <c:v>0.962025316455695</c:v>
                </c:pt>
                <c:pt idx="76">
                  <c:v>0.974683544303796</c:v>
                </c:pt>
                <c:pt idx="77">
                  <c:v>0.987341772151897</c:v>
                </c:pt>
                <c:pt idx="78">
                  <c:v>0.999999999999999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D87-4B13-8455-F73EBA372782}"/>
            </c:ext>
          </c:extLst>
        </c:ser>
        <c:ser>
          <c:idx val="0"/>
          <c:order val="1"/>
          <c:tx>
            <c:strRef>
              <c:f>GPU-Memory</c:f>
              <c:strCache>
                <c:ptCount val="1"/>
                <c:pt idx="0">
                  <c:v>GPU-Memory</c:v>
                </c:pt>
              </c:strCache>
            </c:strRef>
          </c:tx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Sheet1!$U$2:$U$80</c:f>
              <c:numCache>
                <c:formatCode>General</c:formatCode>
                <c:ptCount val="79"/>
                <c:pt idx="0">
                  <c:v>0.94</c:v>
                </c:pt>
                <c:pt idx="1">
                  <c:v>0.94</c:v>
                </c:pt>
                <c:pt idx="2">
                  <c:v>0.94299999999999995</c:v>
                </c:pt>
                <c:pt idx="3">
                  <c:v>0.94499999999999995</c:v>
                </c:pt>
                <c:pt idx="4">
                  <c:v>0.94799999999999995</c:v>
                </c:pt>
                <c:pt idx="5">
                  <c:v>0.95</c:v>
                </c:pt>
                <c:pt idx="6">
                  <c:v>0.95299999999999996</c:v>
                </c:pt>
                <c:pt idx="7">
                  <c:v>0.96</c:v>
                </c:pt>
                <c:pt idx="8">
                  <c:v>0.96199999999999997</c:v>
                </c:pt>
                <c:pt idx="9">
                  <c:v>0.96299999999999997</c:v>
                </c:pt>
                <c:pt idx="10">
                  <c:v>0.96799999999999997</c:v>
                </c:pt>
                <c:pt idx="11">
                  <c:v>0.96799999999999997</c:v>
                </c:pt>
                <c:pt idx="12">
                  <c:v>0.97457627099999999</c:v>
                </c:pt>
                <c:pt idx="13">
                  <c:v>0.97560975599999999</c:v>
                </c:pt>
                <c:pt idx="14">
                  <c:v>0.97633136099999995</c:v>
                </c:pt>
                <c:pt idx="15">
                  <c:v>0.97777777799999999</c:v>
                </c:pt>
                <c:pt idx="16">
                  <c:v>0.98095238100000004</c:v>
                </c:pt>
                <c:pt idx="17">
                  <c:v>0.98148148099999999</c:v>
                </c:pt>
                <c:pt idx="18">
                  <c:v>0.98165137599999996</c:v>
                </c:pt>
                <c:pt idx="19">
                  <c:v>0.985714286</c:v>
                </c:pt>
                <c:pt idx="20">
                  <c:v>0.98657718100000003</c:v>
                </c:pt>
                <c:pt idx="21">
                  <c:v>0.98765432099999995</c:v>
                </c:pt>
                <c:pt idx="22">
                  <c:v>0.98828125</c:v>
                </c:pt>
                <c:pt idx="23">
                  <c:v>0.98837209299999995</c:v>
                </c:pt>
                <c:pt idx="24">
                  <c:v>0.98924731200000005</c:v>
                </c:pt>
                <c:pt idx="25">
                  <c:v>0.99834710699999996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</c:numCache>
            </c:numRef>
          </c:xVal>
          <c:yVal>
            <c:numRef>
              <c:f>Sheet1!$V$2:$V$80</c:f>
              <c:numCache>
                <c:formatCode>General</c:formatCode>
                <c:ptCount val="79"/>
                <c:pt idx="0">
                  <c:v>1.26582278481013E-2</c:v>
                </c:pt>
                <c:pt idx="1">
                  <c:v>2.53164556962025E-2</c:v>
                </c:pt>
                <c:pt idx="2">
                  <c:v>3.7974683544303799E-2</c:v>
                </c:pt>
                <c:pt idx="3">
                  <c:v>5.0632911392405097E-2</c:v>
                </c:pt>
                <c:pt idx="4">
                  <c:v>6.3291139240506306E-2</c:v>
                </c:pt>
                <c:pt idx="5">
                  <c:v>7.5949367088607597E-2</c:v>
                </c:pt>
                <c:pt idx="6">
                  <c:v>8.8607594936708903E-2</c:v>
                </c:pt>
                <c:pt idx="7">
                  <c:v>0.10126582278481</c:v>
                </c:pt>
                <c:pt idx="8">
                  <c:v>0.113924050632911</c:v>
                </c:pt>
                <c:pt idx="9">
                  <c:v>0.126582278481013</c:v>
                </c:pt>
                <c:pt idx="10">
                  <c:v>0.139240506329114</c:v>
                </c:pt>
                <c:pt idx="11">
                  <c:v>0.151898734177215</c:v>
                </c:pt>
                <c:pt idx="12">
                  <c:v>0.164556962025316</c:v>
                </c:pt>
                <c:pt idx="13">
                  <c:v>0.177215189873418</c:v>
                </c:pt>
                <c:pt idx="14">
                  <c:v>0.189873417721519</c:v>
                </c:pt>
                <c:pt idx="15">
                  <c:v>0.20253164556962</c:v>
                </c:pt>
                <c:pt idx="16">
                  <c:v>0.215189873417722</c:v>
                </c:pt>
                <c:pt idx="17">
                  <c:v>0.227848101265823</c:v>
                </c:pt>
                <c:pt idx="18">
                  <c:v>0.240506329113924</c:v>
                </c:pt>
                <c:pt idx="19">
                  <c:v>0.253164556962025</c:v>
                </c:pt>
                <c:pt idx="20">
                  <c:v>0.265822784810127</c:v>
                </c:pt>
                <c:pt idx="21">
                  <c:v>0.278481012658228</c:v>
                </c:pt>
                <c:pt idx="22">
                  <c:v>0.291139240506329</c:v>
                </c:pt>
                <c:pt idx="23">
                  <c:v>0.303797468354431</c:v>
                </c:pt>
                <c:pt idx="24">
                  <c:v>0.316455696202532</c:v>
                </c:pt>
                <c:pt idx="25">
                  <c:v>0.329113924050633</c:v>
                </c:pt>
                <c:pt idx="26">
                  <c:v>0.341772151898734</c:v>
                </c:pt>
                <c:pt idx="27">
                  <c:v>0.354430379746836</c:v>
                </c:pt>
                <c:pt idx="28">
                  <c:v>0.367088607594937</c:v>
                </c:pt>
                <c:pt idx="29">
                  <c:v>0.379746835443038</c:v>
                </c:pt>
                <c:pt idx="30">
                  <c:v>0.392405063291139</c:v>
                </c:pt>
                <c:pt idx="31">
                  <c:v>0.405063291139241</c:v>
                </c:pt>
                <c:pt idx="32">
                  <c:v>0.417721518987342</c:v>
                </c:pt>
                <c:pt idx="33">
                  <c:v>0.430379746835443</c:v>
                </c:pt>
                <c:pt idx="34">
                  <c:v>0.443037974683545</c:v>
                </c:pt>
                <c:pt idx="35">
                  <c:v>0.455696202531646</c:v>
                </c:pt>
                <c:pt idx="36">
                  <c:v>0.468354430379747</c:v>
                </c:pt>
                <c:pt idx="37">
                  <c:v>0.481012658227848</c:v>
                </c:pt>
                <c:pt idx="38">
                  <c:v>0.49367088607595</c:v>
                </c:pt>
                <c:pt idx="39">
                  <c:v>0.506329113924051</c:v>
                </c:pt>
                <c:pt idx="40">
                  <c:v>0.518987341772152</c:v>
                </c:pt>
                <c:pt idx="41">
                  <c:v>0.531645569620253</c:v>
                </c:pt>
                <c:pt idx="42">
                  <c:v>0.544303797468355</c:v>
                </c:pt>
                <c:pt idx="43">
                  <c:v>0.556962025316456</c:v>
                </c:pt>
                <c:pt idx="44">
                  <c:v>0.569620253164557</c:v>
                </c:pt>
                <c:pt idx="45">
                  <c:v>0.582278481012658</c:v>
                </c:pt>
                <c:pt idx="46">
                  <c:v>0.59493670886076</c:v>
                </c:pt>
                <c:pt idx="47">
                  <c:v>0.607594936708861</c:v>
                </c:pt>
                <c:pt idx="48">
                  <c:v>0.620253164556962</c:v>
                </c:pt>
                <c:pt idx="49">
                  <c:v>0.632911392405063</c:v>
                </c:pt>
                <c:pt idx="50">
                  <c:v>0.645569620253164</c:v>
                </c:pt>
                <c:pt idx="51">
                  <c:v>0.658227848101266</c:v>
                </c:pt>
                <c:pt idx="52">
                  <c:v>0.670886075949367</c:v>
                </c:pt>
                <c:pt idx="53">
                  <c:v>0.683544303797468</c:v>
                </c:pt>
                <c:pt idx="54">
                  <c:v>0.696202531645569</c:v>
                </c:pt>
                <c:pt idx="55">
                  <c:v>0.708860759493671</c:v>
                </c:pt>
                <c:pt idx="56">
                  <c:v>0.721518987341772</c:v>
                </c:pt>
                <c:pt idx="57">
                  <c:v>0.734177215189873</c:v>
                </c:pt>
                <c:pt idx="58">
                  <c:v>0.746835443037974</c:v>
                </c:pt>
                <c:pt idx="59">
                  <c:v>0.759493670886075</c:v>
                </c:pt>
                <c:pt idx="60">
                  <c:v>0.772151898734177</c:v>
                </c:pt>
                <c:pt idx="61">
                  <c:v>0.784810126582278</c:v>
                </c:pt>
                <c:pt idx="62">
                  <c:v>0.797468354430379</c:v>
                </c:pt>
                <c:pt idx="63">
                  <c:v>0.81012658227848</c:v>
                </c:pt>
                <c:pt idx="64">
                  <c:v>0.822784810126582</c:v>
                </c:pt>
                <c:pt idx="65">
                  <c:v>0.835443037974683</c:v>
                </c:pt>
                <c:pt idx="66">
                  <c:v>0.848101265822784</c:v>
                </c:pt>
                <c:pt idx="67">
                  <c:v>0.860759493670885</c:v>
                </c:pt>
                <c:pt idx="68">
                  <c:v>0.873417721518986</c:v>
                </c:pt>
                <c:pt idx="69">
                  <c:v>0.886075949367088</c:v>
                </c:pt>
                <c:pt idx="70">
                  <c:v>0.898734177215189</c:v>
                </c:pt>
                <c:pt idx="71">
                  <c:v>0.91139240506329</c:v>
                </c:pt>
                <c:pt idx="72">
                  <c:v>0.924050632911391</c:v>
                </c:pt>
                <c:pt idx="73">
                  <c:v>0.936708860759493</c:v>
                </c:pt>
                <c:pt idx="74">
                  <c:v>0.949367088607594</c:v>
                </c:pt>
                <c:pt idx="75">
                  <c:v>0.962025316455695</c:v>
                </c:pt>
                <c:pt idx="76">
                  <c:v>0.974683544303796</c:v>
                </c:pt>
                <c:pt idx="77">
                  <c:v>0.987341772151897</c:v>
                </c:pt>
                <c:pt idx="78">
                  <c:v>0.999999999999999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D87-4B13-8455-F73EBA372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44707216"/>
        <c:axId val="544708464"/>
      </c:scatterChart>
      <c:valAx>
        <c:axId val="544707216"/>
        <c:scaling>
          <c:orientation val="minMax"/>
          <c:max val="1"/>
          <c:min val="0.9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minorGridlines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performance (norm)</a:t>
                </a:r>
                <a:endParaRPr lang="zh-CN" alt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44708464"/>
        <c:crosses val="autoZero"/>
        <c:crossBetween val="midCat"/>
      </c:valAx>
      <c:valAx>
        <c:axId val="544708464"/>
        <c:scaling>
          <c:orientation val="minMax"/>
          <c:max val="1"/>
        </c:scaling>
        <c:delete val="0"/>
        <c:axPos val="l"/>
        <c:majorGridlines>
          <c:spPr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CDF</a:t>
                </a:r>
                <a:endParaRPr lang="zh-CN" alt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44707216"/>
        <c:crosses val="autoZero"/>
        <c:crossBetween val="midCat"/>
      </c:valAx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Sheet1!$A$22</c:f>
              <c:strCache>
                <c:ptCount val="1"/>
                <c:pt idx="0">
                  <c:v>sum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Sheet1!$B$2:$H$2</c:f>
              <c:strCache>
                <c:ptCount val="7"/>
                <c:pt idx="0">
                  <c:v>CPU</c:v>
                </c:pt>
                <c:pt idx="1">
                  <c:v>Mem-BW</c:v>
                </c:pt>
                <c:pt idx="2">
                  <c:v>LLC</c:v>
                </c:pt>
                <c:pt idx="3">
                  <c:v>GPU</c:v>
                </c:pt>
                <c:pt idx="4">
                  <c:v>GPU-Mem-BW</c:v>
                </c:pt>
                <c:pt idx="5">
                  <c:v>GPU-L2</c:v>
                </c:pt>
                <c:pt idx="6">
                  <c:v>PCIe-BW</c:v>
                </c:pt>
              </c:strCache>
            </c:strRef>
          </c:cat>
          <c:val>
            <c:numRef>
              <c:f>Sheet1!$B$22:$H$22</c:f>
              <c:numCache>
                <c:formatCode>General</c:formatCode>
                <c:ptCount val="7"/>
                <c:pt idx="0">
                  <c:v>1.2</c:v>
                </c:pt>
                <c:pt idx="1">
                  <c:v>0.7</c:v>
                </c:pt>
                <c:pt idx="2">
                  <c:v>0.1</c:v>
                </c:pt>
                <c:pt idx="3">
                  <c:v>0.3</c:v>
                </c:pt>
                <c:pt idx="4">
                  <c:v>0.6</c:v>
                </c:pt>
                <c:pt idx="5">
                  <c:v>0.2</c:v>
                </c:pt>
                <c:pt idx="6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2-4355-833D-BEEE0353A05D}"/>
            </c:ext>
          </c:extLst>
        </c:ser>
        <c:ser>
          <c:idx val="1"/>
          <c:order val="1"/>
          <c:tx>
            <c:strRef>
              <c:f>Sheet1!$A$23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Sheet1!$B$2:$H$2</c:f>
              <c:strCache>
                <c:ptCount val="7"/>
                <c:pt idx="0">
                  <c:v>CPU</c:v>
                </c:pt>
                <c:pt idx="1">
                  <c:v>Mem-BW</c:v>
                </c:pt>
                <c:pt idx="2">
                  <c:v>LLC</c:v>
                </c:pt>
                <c:pt idx="3">
                  <c:v>GPU</c:v>
                </c:pt>
                <c:pt idx="4">
                  <c:v>GPU-Mem-BW</c:v>
                </c:pt>
                <c:pt idx="5">
                  <c:v>GPU-L2</c:v>
                </c:pt>
                <c:pt idx="6">
                  <c:v>PCIe-BW</c:v>
                </c:pt>
              </c:strCache>
            </c:strRef>
          </c:cat>
          <c:val>
            <c:numRef>
              <c:f>Sheet1!$B$23:$H$23</c:f>
              <c:numCache>
                <c:formatCode>General</c:formatCode>
                <c:ptCount val="7"/>
                <c:pt idx="0">
                  <c:v>0.9</c:v>
                </c:pt>
                <c:pt idx="1">
                  <c:v>1</c:v>
                </c:pt>
                <c:pt idx="2">
                  <c:v>0.2</c:v>
                </c:pt>
                <c:pt idx="3">
                  <c:v>0.2</c:v>
                </c:pt>
                <c:pt idx="4">
                  <c:v>0.7</c:v>
                </c:pt>
                <c:pt idx="5">
                  <c:v>0.2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2-4355-833D-BEEE0353A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375813216"/>
        <c:axId val="375811968"/>
      </c:barChart>
      <c:catAx>
        <c:axId val="3758132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5400000" spcFirstLastPara="1" vertOverflow="ellipsis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5811968"/>
        <c:crosses val="autoZero"/>
        <c:auto val="1"/>
        <c:lblAlgn val="ctr"/>
        <c:lblOffset val="100"/>
        <c:noMultiLvlLbl val="0"/>
      </c:catAx>
      <c:valAx>
        <c:axId val="37581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intensity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58132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real fps</c:f>
              <c:strCache>
                <c:ptCount val="1"/>
                <c:pt idx="0">
                  <c:v>real fps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Sheet2!$O$26:$O$35</c:f>
              <c:numCache>
                <c:formatCode>General</c:formatCode>
                <c:ptCount val="10"/>
                <c:pt idx="0">
                  <c:v>95</c:v>
                </c:pt>
                <c:pt idx="1">
                  <c:v>99</c:v>
                </c:pt>
                <c:pt idx="2">
                  <c:v>108</c:v>
                </c:pt>
                <c:pt idx="3">
                  <c:v>71</c:v>
                </c:pt>
                <c:pt idx="4">
                  <c:v>112</c:v>
                </c:pt>
                <c:pt idx="5">
                  <c:v>83</c:v>
                </c:pt>
                <c:pt idx="6">
                  <c:v>85</c:v>
                </c:pt>
                <c:pt idx="7">
                  <c:v>101</c:v>
                </c:pt>
                <c:pt idx="8">
                  <c:v>98</c:v>
                </c:pt>
                <c:pt idx="9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1A-4427-9AA2-33E97A157BCF}"/>
            </c:ext>
          </c:extLst>
        </c:ser>
        <c:ser>
          <c:idx val="1"/>
          <c:order val="1"/>
          <c:tx>
            <c:strRef>
              <c:f>regressed fps</c:f>
              <c:strCache>
                <c:ptCount val="1"/>
                <c:pt idx="0">
                  <c:v>regressed fps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Sheet2!$P$26:$P$35</c:f>
              <c:numCache>
                <c:formatCode>General</c:formatCode>
                <c:ptCount val="10"/>
                <c:pt idx="0">
                  <c:v>90</c:v>
                </c:pt>
                <c:pt idx="1">
                  <c:v>120</c:v>
                </c:pt>
                <c:pt idx="2">
                  <c:v>13.791499999999999</c:v>
                </c:pt>
                <c:pt idx="3">
                  <c:v>77.996040000000093</c:v>
                </c:pt>
                <c:pt idx="4">
                  <c:v>129.83083999999999</c:v>
                </c:pt>
                <c:pt idx="5">
                  <c:v>79.991439999999997</c:v>
                </c:pt>
                <c:pt idx="6">
                  <c:v>94.713440000000006</c:v>
                </c:pt>
                <c:pt idx="7">
                  <c:v>121</c:v>
                </c:pt>
                <c:pt idx="8">
                  <c:v>72</c:v>
                </c:pt>
                <c:pt idx="9">
                  <c:v>-14.607760000000001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1A-4427-9AA2-33E97A157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244407824"/>
        <c:axId val="244408240"/>
      </c:barChart>
      <c:catAx>
        <c:axId val="2444078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game</a:t>
                </a:r>
                <a:r>
                  <a:rPr lang="en-US" altLang="zh-CN" b="0" baseline="0">
                    <a:solidFill>
                      <a:sysClr val="windowText" lastClr="000000"/>
                    </a:solidFill>
                  </a:rPr>
                  <a:t> index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4408240"/>
        <c:crosses val="autoZero"/>
        <c:auto val="1"/>
        <c:lblAlgn val="ctr"/>
        <c:lblOffset val="100"/>
        <c:noMultiLvlLbl val="0"/>
      </c:catAx>
      <c:valAx>
        <c:axId val="244408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b="0">
                    <a:solidFill>
                      <a:sysClr val="windowText" lastClr="000000"/>
                    </a:solidFill>
                  </a:rPr>
                  <a:t>fps</a:t>
                </a:r>
                <a:endParaRPr lang="zh-CN" altLang="en-US" b="0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4407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'2个游戏单独CDF'!$E$1</c:f>
              <c:strCache>
                <c:ptCount val="1"/>
                <c:pt idx="0">
                  <c:v>RF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'2个游戏单独CDF'!$D$2:$D$490</c:f>
              <c:numCache>
                <c:formatCode>General</c:formatCode>
                <c:ptCount val="489"/>
                <c:pt idx="0">
                  <c:v>2.0408163265306098E-3</c:v>
                </c:pt>
                <c:pt idx="1">
                  <c:v>4.0816326530612197E-3</c:v>
                </c:pt>
                <c:pt idx="2">
                  <c:v>6.1224489795918399E-3</c:v>
                </c:pt>
                <c:pt idx="3">
                  <c:v>8.1632653061224497E-3</c:v>
                </c:pt>
                <c:pt idx="4">
                  <c:v>1.02040816326531E-2</c:v>
                </c:pt>
                <c:pt idx="5">
                  <c:v>1.2244897959183701E-2</c:v>
                </c:pt>
                <c:pt idx="6">
                  <c:v>1.4285714285714299E-2</c:v>
                </c:pt>
                <c:pt idx="7">
                  <c:v>1.6326530612244899E-2</c:v>
                </c:pt>
                <c:pt idx="8">
                  <c:v>1.8367346938775501E-2</c:v>
                </c:pt>
                <c:pt idx="9">
                  <c:v>2.04081632653061E-2</c:v>
                </c:pt>
                <c:pt idx="10">
                  <c:v>2.2448979591836699E-2</c:v>
                </c:pt>
                <c:pt idx="11">
                  <c:v>2.4489795918367301E-2</c:v>
                </c:pt>
                <c:pt idx="12">
                  <c:v>2.6530612244898E-2</c:v>
                </c:pt>
                <c:pt idx="13">
                  <c:v>2.8571428571428598E-2</c:v>
                </c:pt>
                <c:pt idx="14">
                  <c:v>3.06122448979592E-2</c:v>
                </c:pt>
                <c:pt idx="15">
                  <c:v>3.2653061224489799E-2</c:v>
                </c:pt>
                <c:pt idx="16">
                  <c:v>3.4693877551020401E-2</c:v>
                </c:pt>
                <c:pt idx="17">
                  <c:v>3.6734693877551003E-2</c:v>
                </c:pt>
                <c:pt idx="18">
                  <c:v>3.8775510204081598E-2</c:v>
                </c:pt>
                <c:pt idx="19">
                  <c:v>4.08163265306122E-2</c:v>
                </c:pt>
                <c:pt idx="20">
                  <c:v>4.2857142857142802E-2</c:v>
                </c:pt>
                <c:pt idx="21">
                  <c:v>4.4897959183673501E-2</c:v>
                </c:pt>
                <c:pt idx="22">
                  <c:v>4.6938775510204103E-2</c:v>
                </c:pt>
                <c:pt idx="23">
                  <c:v>4.8979591836734698E-2</c:v>
                </c:pt>
                <c:pt idx="24">
                  <c:v>5.10204081632653E-2</c:v>
                </c:pt>
                <c:pt idx="25">
                  <c:v>5.3061224489795902E-2</c:v>
                </c:pt>
                <c:pt idx="26">
                  <c:v>5.5102040816326497E-2</c:v>
                </c:pt>
                <c:pt idx="27">
                  <c:v>5.7142857142857099E-2</c:v>
                </c:pt>
                <c:pt idx="28">
                  <c:v>5.9183673469387701E-2</c:v>
                </c:pt>
                <c:pt idx="29">
                  <c:v>6.1224489795918297E-2</c:v>
                </c:pt>
                <c:pt idx="30">
                  <c:v>6.3265306122448906E-2</c:v>
                </c:pt>
                <c:pt idx="31">
                  <c:v>6.5306122448979501E-2</c:v>
                </c:pt>
                <c:pt idx="32">
                  <c:v>6.7346938775510207E-2</c:v>
                </c:pt>
                <c:pt idx="33">
                  <c:v>6.9387755102040802E-2</c:v>
                </c:pt>
                <c:pt idx="34">
                  <c:v>7.1428571428571397E-2</c:v>
                </c:pt>
                <c:pt idx="35">
                  <c:v>7.3469387755102006E-2</c:v>
                </c:pt>
                <c:pt idx="36">
                  <c:v>7.5510204081632601E-2</c:v>
                </c:pt>
                <c:pt idx="37">
                  <c:v>7.7551020408163196E-2</c:v>
                </c:pt>
                <c:pt idx="38">
                  <c:v>7.9591836734693805E-2</c:v>
                </c:pt>
                <c:pt idx="39">
                  <c:v>8.16326530612244E-2</c:v>
                </c:pt>
                <c:pt idx="40">
                  <c:v>8.3673469387754995E-2</c:v>
                </c:pt>
                <c:pt idx="41">
                  <c:v>8.5714285714285604E-2</c:v>
                </c:pt>
                <c:pt idx="42">
                  <c:v>8.7755102040816199E-2</c:v>
                </c:pt>
                <c:pt idx="43">
                  <c:v>8.9795918367346794E-2</c:v>
                </c:pt>
                <c:pt idx="44">
                  <c:v>9.18367346938775E-2</c:v>
                </c:pt>
                <c:pt idx="45">
                  <c:v>9.3877551020408095E-2</c:v>
                </c:pt>
                <c:pt idx="46">
                  <c:v>9.5918367346938704E-2</c:v>
                </c:pt>
                <c:pt idx="47">
                  <c:v>9.7959183673469299E-2</c:v>
                </c:pt>
                <c:pt idx="48">
                  <c:v>9.9999999999999895E-2</c:v>
                </c:pt>
                <c:pt idx="49">
                  <c:v>0.102040816326531</c:v>
                </c:pt>
                <c:pt idx="50">
                  <c:v>0.104081632653061</c:v>
                </c:pt>
                <c:pt idx="51">
                  <c:v>0.106122448979592</c:v>
                </c:pt>
                <c:pt idx="52">
                  <c:v>0.108163265306122</c:v>
                </c:pt>
                <c:pt idx="53">
                  <c:v>0.11020408163265299</c:v>
                </c:pt>
                <c:pt idx="54">
                  <c:v>0.11224489795918401</c:v>
                </c:pt>
                <c:pt idx="55">
                  <c:v>0.114285714285714</c:v>
                </c:pt>
                <c:pt idx="56">
                  <c:v>0.116326530612245</c:v>
                </c:pt>
                <c:pt idx="57">
                  <c:v>0.118367346938775</c:v>
                </c:pt>
                <c:pt idx="58">
                  <c:v>0.120408163265306</c:v>
                </c:pt>
                <c:pt idx="59">
                  <c:v>0.122448979591837</c:v>
                </c:pt>
                <c:pt idx="60">
                  <c:v>0.12448979591836699</c:v>
                </c:pt>
                <c:pt idx="61">
                  <c:v>0.12653061224489801</c:v>
                </c:pt>
                <c:pt idx="62">
                  <c:v>0.128571428571428</c:v>
                </c:pt>
                <c:pt idx="63">
                  <c:v>0.130612244897959</c:v>
                </c:pt>
                <c:pt idx="64">
                  <c:v>0.13265306122449</c:v>
                </c:pt>
                <c:pt idx="65">
                  <c:v>0.13469387755102</c:v>
                </c:pt>
                <c:pt idx="66">
                  <c:v>0.13673469387755099</c:v>
                </c:pt>
                <c:pt idx="67">
                  <c:v>0.13877551020408099</c:v>
                </c:pt>
                <c:pt idx="68">
                  <c:v>0.14081632653061199</c:v>
                </c:pt>
                <c:pt idx="69">
                  <c:v>0.14285714285714299</c:v>
                </c:pt>
                <c:pt idx="70">
                  <c:v>0.14489795918367299</c:v>
                </c:pt>
                <c:pt idx="71">
                  <c:v>0.14693877551020401</c:v>
                </c:pt>
                <c:pt idx="72">
                  <c:v>0.14897959183673501</c:v>
                </c:pt>
                <c:pt idx="73">
                  <c:v>0.15102040816326501</c:v>
                </c:pt>
                <c:pt idx="74">
                  <c:v>0.15306122448979601</c:v>
                </c:pt>
                <c:pt idx="75">
                  <c:v>0.155102040816326</c:v>
                </c:pt>
                <c:pt idx="76">
                  <c:v>0.157142857142857</c:v>
                </c:pt>
                <c:pt idx="77">
                  <c:v>0.159183673469388</c:v>
                </c:pt>
                <c:pt idx="78">
                  <c:v>0.161224489795918</c:v>
                </c:pt>
                <c:pt idx="79">
                  <c:v>0.16326530612244899</c:v>
                </c:pt>
                <c:pt idx="80">
                  <c:v>0.16530612244897899</c:v>
                </c:pt>
                <c:pt idx="81">
                  <c:v>0.16734693877550999</c:v>
                </c:pt>
                <c:pt idx="82">
                  <c:v>0.16938775510204099</c:v>
                </c:pt>
                <c:pt idx="83">
                  <c:v>0.17142857142857101</c:v>
                </c:pt>
                <c:pt idx="84">
                  <c:v>0.17346938775510201</c:v>
                </c:pt>
                <c:pt idx="85">
                  <c:v>0.17551020408163201</c:v>
                </c:pt>
                <c:pt idx="86">
                  <c:v>0.17755102040816301</c:v>
                </c:pt>
                <c:pt idx="87">
                  <c:v>0.179591836734694</c:v>
                </c:pt>
                <c:pt idx="88">
                  <c:v>0.181632653061224</c:v>
                </c:pt>
                <c:pt idx="89">
                  <c:v>0.183673469387755</c:v>
                </c:pt>
                <c:pt idx="90">
                  <c:v>0.185714285714285</c:v>
                </c:pt>
                <c:pt idx="91">
                  <c:v>0.187755102040816</c:v>
                </c:pt>
                <c:pt idx="92">
                  <c:v>0.18979591836734699</c:v>
                </c:pt>
                <c:pt idx="93">
                  <c:v>0.19183673469387699</c:v>
                </c:pt>
                <c:pt idx="94">
                  <c:v>0.19387755102040799</c:v>
                </c:pt>
                <c:pt idx="95">
                  <c:v>0.19591836734693899</c:v>
                </c:pt>
                <c:pt idx="96">
                  <c:v>0.19795918367346901</c:v>
                </c:pt>
                <c:pt idx="97">
                  <c:v>0.2</c:v>
                </c:pt>
                <c:pt idx="98">
                  <c:v>0.20204081632653001</c:v>
                </c:pt>
                <c:pt idx="99">
                  <c:v>0.20408163265306101</c:v>
                </c:pt>
                <c:pt idx="100">
                  <c:v>0.206122448979592</c:v>
                </c:pt>
                <c:pt idx="101">
                  <c:v>0.208163265306122</c:v>
                </c:pt>
                <c:pt idx="102">
                  <c:v>0.210204081632653</c:v>
                </c:pt>
                <c:pt idx="103">
                  <c:v>0.212244897959183</c:v>
                </c:pt>
                <c:pt idx="104">
                  <c:v>0.214285714285714</c:v>
                </c:pt>
                <c:pt idx="105">
                  <c:v>0.21632653061224499</c:v>
                </c:pt>
                <c:pt idx="106">
                  <c:v>0.21836734693877499</c:v>
                </c:pt>
                <c:pt idx="107">
                  <c:v>0.22040816326530599</c:v>
                </c:pt>
                <c:pt idx="108">
                  <c:v>0.22244897959183599</c:v>
                </c:pt>
                <c:pt idx="109">
                  <c:v>0.22448979591836701</c:v>
                </c:pt>
                <c:pt idx="110">
                  <c:v>0.22653061224489801</c:v>
                </c:pt>
                <c:pt idx="111">
                  <c:v>0.22857142857142801</c:v>
                </c:pt>
                <c:pt idx="112">
                  <c:v>0.23061224489795901</c:v>
                </c:pt>
                <c:pt idx="113">
                  <c:v>0.23265306122448901</c:v>
                </c:pt>
                <c:pt idx="114">
                  <c:v>0.23469387755102</c:v>
                </c:pt>
                <c:pt idx="115">
                  <c:v>0.236734693877551</c:v>
                </c:pt>
                <c:pt idx="116">
                  <c:v>0.238775510204081</c:v>
                </c:pt>
                <c:pt idx="117">
                  <c:v>0.240816326530612</c:v>
                </c:pt>
                <c:pt idx="118">
                  <c:v>0.24285714285714299</c:v>
                </c:pt>
                <c:pt idx="119">
                  <c:v>0.24489795918367299</c:v>
                </c:pt>
                <c:pt idx="120">
                  <c:v>0.24693877551020399</c:v>
                </c:pt>
                <c:pt idx="121">
                  <c:v>0.24897959183673399</c:v>
                </c:pt>
                <c:pt idx="122">
                  <c:v>0.25102040816326499</c:v>
                </c:pt>
                <c:pt idx="123">
                  <c:v>0.25306122448979601</c:v>
                </c:pt>
                <c:pt idx="124">
                  <c:v>0.25510204081632598</c:v>
                </c:pt>
                <c:pt idx="125">
                  <c:v>0.25714285714285701</c:v>
                </c:pt>
                <c:pt idx="126">
                  <c:v>0.25918367346938798</c:v>
                </c:pt>
                <c:pt idx="127">
                  <c:v>0.261224489795918</c:v>
                </c:pt>
                <c:pt idx="128">
                  <c:v>0.26326530612244903</c:v>
                </c:pt>
                <c:pt idx="129">
                  <c:v>0.265306122448979</c:v>
                </c:pt>
                <c:pt idx="130">
                  <c:v>0.26734693877551002</c:v>
                </c:pt>
                <c:pt idx="131">
                  <c:v>0.26938775510204099</c:v>
                </c:pt>
                <c:pt idx="132">
                  <c:v>0.27142857142857102</c:v>
                </c:pt>
                <c:pt idx="133">
                  <c:v>0.27346938775510199</c:v>
                </c:pt>
                <c:pt idx="134">
                  <c:v>0.27551020408163301</c:v>
                </c:pt>
                <c:pt idx="135">
                  <c:v>0.27755102040816299</c:v>
                </c:pt>
                <c:pt idx="136">
                  <c:v>0.27959183673469401</c:v>
                </c:pt>
                <c:pt idx="137">
                  <c:v>0.28163265306122498</c:v>
                </c:pt>
                <c:pt idx="138">
                  <c:v>0.28367346938775501</c:v>
                </c:pt>
                <c:pt idx="139">
                  <c:v>0.28571428571428598</c:v>
                </c:pt>
                <c:pt idx="140">
                  <c:v>0.287755102040816</c:v>
                </c:pt>
                <c:pt idx="141">
                  <c:v>0.28979591836734703</c:v>
                </c:pt>
                <c:pt idx="142">
                  <c:v>0.291836734693878</c:v>
                </c:pt>
                <c:pt idx="143">
                  <c:v>0.29387755102040802</c:v>
                </c:pt>
                <c:pt idx="144">
                  <c:v>0.29591836734693899</c:v>
                </c:pt>
                <c:pt idx="145">
                  <c:v>0.29795918367347002</c:v>
                </c:pt>
                <c:pt idx="146">
                  <c:v>0.3</c:v>
                </c:pt>
                <c:pt idx="147">
                  <c:v>0.30204081632653101</c:v>
                </c:pt>
                <c:pt idx="148">
                  <c:v>0.30408163265306198</c:v>
                </c:pt>
                <c:pt idx="149">
                  <c:v>0.30612244897959201</c:v>
                </c:pt>
                <c:pt idx="150">
                  <c:v>0.30816326530612298</c:v>
                </c:pt>
                <c:pt idx="151">
                  <c:v>0.31020408163265301</c:v>
                </c:pt>
                <c:pt idx="152">
                  <c:v>0.31224489795918398</c:v>
                </c:pt>
                <c:pt idx="153">
                  <c:v>0.314285714285715</c:v>
                </c:pt>
                <c:pt idx="154">
                  <c:v>0.31632653061224503</c:v>
                </c:pt>
                <c:pt idx="155">
                  <c:v>0.318367346938776</c:v>
                </c:pt>
                <c:pt idx="156">
                  <c:v>0.32040816326530702</c:v>
                </c:pt>
                <c:pt idx="157">
                  <c:v>0.32244897959183699</c:v>
                </c:pt>
                <c:pt idx="158">
                  <c:v>0.32448979591836802</c:v>
                </c:pt>
                <c:pt idx="159">
                  <c:v>0.32653061224489899</c:v>
                </c:pt>
                <c:pt idx="160">
                  <c:v>0.32857142857142901</c:v>
                </c:pt>
                <c:pt idx="161">
                  <c:v>0.33061224489795998</c:v>
                </c:pt>
                <c:pt idx="162">
                  <c:v>0.33265306122449001</c:v>
                </c:pt>
                <c:pt idx="163">
                  <c:v>0.33469387755102098</c:v>
                </c:pt>
                <c:pt idx="164">
                  <c:v>0.336734693877552</c:v>
                </c:pt>
                <c:pt idx="165">
                  <c:v>0.33877551020408198</c:v>
                </c:pt>
                <c:pt idx="166">
                  <c:v>0.340816326530613</c:v>
                </c:pt>
                <c:pt idx="167">
                  <c:v>0.34285714285714403</c:v>
                </c:pt>
                <c:pt idx="168">
                  <c:v>0.344897959183674</c:v>
                </c:pt>
                <c:pt idx="169">
                  <c:v>0.34693877551020502</c:v>
                </c:pt>
                <c:pt idx="170">
                  <c:v>0.34897959183673599</c:v>
                </c:pt>
                <c:pt idx="171">
                  <c:v>0.35102040816326602</c:v>
                </c:pt>
                <c:pt idx="172">
                  <c:v>0.35306122448979699</c:v>
                </c:pt>
                <c:pt idx="173">
                  <c:v>0.35510204081632701</c:v>
                </c:pt>
                <c:pt idx="174">
                  <c:v>0.35714285714285798</c:v>
                </c:pt>
                <c:pt idx="175">
                  <c:v>0.35918367346938901</c:v>
                </c:pt>
                <c:pt idx="176">
                  <c:v>0.36122448979591898</c:v>
                </c:pt>
                <c:pt idx="177">
                  <c:v>0.36326530612245</c:v>
                </c:pt>
                <c:pt idx="178">
                  <c:v>0.36530612244898097</c:v>
                </c:pt>
                <c:pt idx="179">
                  <c:v>0.367346938775511</c:v>
                </c:pt>
                <c:pt idx="180">
                  <c:v>0.36938775510204203</c:v>
                </c:pt>
                <c:pt idx="181">
                  <c:v>0.371428571428573</c:v>
                </c:pt>
                <c:pt idx="182">
                  <c:v>0.37346938775510302</c:v>
                </c:pt>
                <c:pt idx="183">
                  <c:v>0.37551020408163399</c:v>
                </c:pt>
                <c:pt idx="184">
                  <c:v>0.37755102040816402</c:v>
                </c:pt>
                <c:pt idx="185">
                  <c:v>0.37959183673469499</c:v>
                </c:pt>
                <c:pt idx="186">
                  <c:v>0.38163265306122601</c:v>
                </c:pt>
                <c:pt idx="187">
                  <c:v>0.38367346938775598</c:v>
                </c:pt>
                <c:pt idx="188">
                  <c:v>0.38571428571428701</c:v>
                </c:pt>
                <c:pt idx="189">
                  <c:v>0.38775510204081798</c:v>
                </c:pt>
                <c:pt idx="190">
                  <c:v>0.389795918367348</c:v>
                </c:pt>
                <c:pt idx="191">
                  <c:v>0.39183673469387897</c:v>
                </c:pt>
                <c:pt idx="192">
                  <c:v>0.39387755102041</c:v>
                </c:pt>
                <c:pt idx="193">
                  <c:v>0.39591836734694003</c:v>
                </c:pt>
                <c:pt idx="194">
                  <c:v>0.397959183673471</c:v>
                </c:pt>
                <c:pt idx="195">
                  <c:v>0.40000000000000102</c:v>
                </c:pt>
                <c:pt idx="196">
                  <c:v>0.40204081632653199</c:v>
                </c:pt>
                <c:pt idx="197">
                  <c:v>0.40408163265306302</c:v>
                </c:pt>
                <c:pt idx="198">
                  <c:v>0.40612244897959299</c:v>
                </c:pt>
                <c:pt idx="199">
                  <c:v>0.40816326530612401</c:v>
                </c:pt>
                <c:pt idx="200">
                  <c:v>0.41020408163265498</c:v>
                </c:pt>
                <c:pt idx="201">
                  <c:v>0.41224489795918501</c:v>
                </c:pt>
                <c:pt idx="202">
                  <c:v>0.41428571428571598</c:v>
                </c:pt>
                <c:pt idx="203">
                  <c:v>0.416326530612247</c:v>
                </c:pt>
                <c:pt idx="204">
                  <c:v>0.41836734693877697</c:v>
                </c:pt>
                <c:pt idx="205">
                  <c:v>0.420408163265308</c:v>
                </c:pt>
                <c:pt idx="206">
                  <c:v>0.42244897959183803</c:v>
                </c:pt>
                <c:pt idx="207">
                  <c:v>0.424489795918369</c:v>
                </c:pt>
                <c:pt idx="208">
                  <c:v>0.42653061224490002</c:v>
                </c:pt>
                <c:pt idx="209">
                  <c:v>0.42857142857142999</c:v>
                </c:pt>
                <c:pt idx="210">
                  <c:v>0.43061224489796102</c:v>
                </c:pt>
                <c:pt idx="211">
                  <c:v>0.43265306122449199</c:v>
                </c:pt>
                <c:pt idx="212">
                  <c:v>0.43469387755102201</c:v>
                </c:pt>
                <c:pt idx="213">
                  <c:v>0.43673469387755298</c:v>
                </c:pt>
                <c:pt idx="214">
                  <c:v>0.43877551020408401</c:v>
                </c:pt>
                <c:pt idx="215">
                  <c:v>0.44081632653061398</c:v>
                </c:pt>
                <c:pt idx="216">
                  <c:v>0.442857142857145</c:v>
                </c:pt>
                <c:pt idx="217">
                  <c:v>0.44489795918367497</c:v>
                </c:pt>
                <c:pt idx="218">
                  <c:v>0.446938775510206</c:v>
                </c:pt>
                <c:pt idx="219">
                  <c:v>0.44897959183673702</c:v>
                </c:pt>
                <c:pt idx="220">
                  <c:v>0.45102040816326699</c:v>
                </c:pt>
                <c:pt idx="221">
                  <c:v>0.45306122448979802</c:v>
                </c:pt>
                <c:pt idx="222">
                  <c:v>0.45510204081632899</c:v>
                </c:pt>
                <c:pt idx="223">
                  <c:v>0.45714285714285902</c:v>
                </c:pt>
                <c:pt idx="224">
                  <c:v>0.45918367346938999</c:v>
                </c:pt>
                <c:pt idx="225">
                  <c:v>0.46122448979592101</c:v>
                </c:pt>
                <c:pt idx="226">
                  <c:v>0.46326530612245098</c:v>
                </c:pt>
                <c:pt idx="227">
                  <c:v>0.46530612244898201</c:v>
                </c:pt>
                <c:pt idx="228">
                  <c:v>0.46734693877551198</c:v>
                </c:pt>
                <c:pt idx="229">
                  <c:v>0.469387755102043</c:v>
                </c:pt>
                <c:pt idx="230">
                  <c:v>0.47142857142857397</c:v>
                </c:pt>
                <c:pt idx="231">
                  <c:v>0.473469387755104</c:v>
                </c:pt>
                <c:pt idx="232">
                  <c:v>0.47551020408163502</c:v>
                </c:pt>
                <c:pt idx="233">
                  <c:v>0.47755102040816599</c:v>
                </c:pt>
                <c:pt idx="234">
                  <c:v>0.47959183673469602</c:v>
                </c:pt>
                <c:pt idx="235">
                  <c:v>0.48163265306122699</c:v>
                </c:pt>
                <c:pt idx="236">
                  <c:v>0.48367346938775801</c:v>
                </c:pt>
                <c:pt idx="237">
                  <c:v>0.48571428571428799</c:v>
                </c:pt>
                <c:pt idx="238">
                  <c:v>0.48775510204081901</c:v>
                </c:pt>
                <c:pt idx="239">
                  <c:v>0.48979591836734898</c:v>
                </c:pt>
                <c:pt idx="240">
                  <c:v>0.49183673469388001</c:v>
                </c:pt>
                <c:pt idx="241">
                  <c:v>0.49387755102041098</c:v>
                </c:pt>
                <c:pt idx="242">
                  <c:v>0.495918367346941</c:v>
                </c:pt>
                <c:pt idx="243">
                  <c:v>0.49795918367347197</c:v>
                </c:pt>
                <c:pt idx="244">
                  <c:v>0.500000000000003</c:v>
                </c:pt>
                <c:pt idx="245">
                  <c:v>0.50204081632653297</c:v>
                </c:pt>
                <c:pt idx="246">
                  <c:v>0.50408163265306405</c:v>
                </c:pt>
                <c:pt idx="247">
                  <c:v>0.50612244897959502</c:v>
                </c:pt>
                <c:pt idx="248">
                  <c:v>0.50816326530612499</c:v>
                </c:pt>
                <c:pt idx="249">
                  <c:v>0.51020408163265596</c:v>
                </c:pt>
                <c:pt idx="250">
                  <c:v>0.51224489795918604</c:v>
                </c:pt>
                <c:pt idx="251">
                  <c:v>0.51428571428571701</c:v>
                </c:pt>
                <c:pt idx="252">
                  <c:v>0.51632653061224798</c:v>
                </c:pt>
                <c:pt idx="253">
                  <c:v>0.51836734693877795</c:v>
                </c:pt>
                <c:pt idx="254">
                  <c:v>0.52040816326530903</c:v>
                </c:pt>
                <c:pt idx="255">
                  <c:v>0.52244897959184</c:v>
                </c:pt>
                <c:pt idx="256">
                  <c:v>0.52448979591836997</c:v>
                </c:pt>
                <c:pt idx="257">
                  <c:v>0.52653061224490105</c:v>
                </c:pt>
                <c:pt idx="258">
                  <c:v>0.52857142857143202</c:v>
                </c:pt>
                <c:pt idx="259">
                  <c:v>0.53061224489796199</c:v>
                </c:pt>
                <c:pt idx="260">
                  <c:v>0.53265306122449296</c:v>
                </c:pt>
                <c:pt idx="261">
                  <c:v>0.53469387755102304</c:v>
                </c:pt>
                <c:pt idx="262">
                  <c:v>0.53673469387755401</c:v>
                </c:pt>
                <c:pt idx="263">
                  <c:v>0.53877551020408498</c:v>
                </c:pt>
                <c:pt idx="264">
                  <c:v>0.54081632653061495</c:v>
                </c:pt>
                <c:pt idx="265">
                  <c:v>0.54285714285714604</c:v>
                </c:pt>
                <c:pt idx="266">
                  <c:v>0.54489795918367701</c:v>
                </c:pt>
                <c:pt idx="267">
                  <c:v>0.54693877551020698</c:v>
                </c:pt>
                <c:pt idx="268">
                  <c:v>0.54897959183673795</c:v>
                </c:pt>
                <c:pt idx="269">
                  <c:v>0.55102040816326903</c:v>
                </c:pt>
                <c:pt idx="270">
                  <c:v>0.553061224489799</c:v>
                </c:pt>
                <c:pt idx="271">
                  <c:v>0.55510204081632997</c:v>
                </c:pt>
                <c:pt idx="272">
                  <c:v>0.55714285714286005</c:v>
                </c:pt>
                <c:pt idx="273">
                  <c:v>0.55918367346939102</c:v>
                </c:pt>
                <c:pt idx="274">
                  <c:v>0.56122448979592199</c:v>
                </c:pt>
                <c:pt idx="275">
                  <c:v>0.56326530612245196</c:v>
                </c:pt>
                <c:pt idx="276">
                  <c:v>0.56530612244898304</c:v>
                </c:pt>
                <c:pt idx="277">
                  <c:v>0.56734693877551401</c:v>
                </c:pt>
                <c:pt idx="278">
                  <c:v>0.56938775510204398</c:v>
                </c:pt>
                <c:pt idx="279">
                  <c:v>0.57142857142857495</c:v>
                </c:pt>
                <c:pt idx="280">
                  <c:v>0.57346938775510603</c:v>
                </c:pt>
                <c:pt idx="281">
                  <c:v>0.575510204081636</c:v>
                </c:pt>
                <c:pt idx="282">
                  <c:v>0.57755102040816697</c:v>
                </c:pt>
                <c:pt idx="283">
                  <c:v>0.57959183673469705</c:v>
                </c:pt>
                <c:pt idx="284">
                  <c:v>0.58163265306122802</c:v>
                </c:pt>
                <c:pt idx="285">
                  <c:v>0.58367346938775899</c:v>
                </c:pt>
                <c:pt idx="286">
                  <c:v>0.58571428571428896</c:v>
                </c:pt>
                <c:pt idx="287">
                  <c:v>0.58775510204082004</c:v>
                </c:pt>
                <c:pt idx="288">
                  <c:v>0.58979591836735101</c:v>
                </c:pt>
                <c:pt idx="289">
                  <c:v>0.59183673469388098</c:v>
                </c:pt>
                <c:pt idx="290">
                  <c:v>0.59387755102041195</c:v>
                </c:pt>
                <c:pt idx="291">
                  <c:v>0.59591836734694303</c:v>
                </c:pt>
                <c:pt idx="292">
                  <c:v>0.597959183673473</c:v>
                </c:pt>
                <c:pt idx="293">
                  <c:v>0.60000000000000397</c:v>
                </c:pt>
                <c:pt idx="294">
                  <c:v>0.60204081632653506</c:v>
                </c:pt>
                <c:pt idx="295">
                  <c:v>0.60408163265306503</c:v>
                </c:pt>
                <c:pt idx="296">
                  <c:v>0.606122448979596</c:v>
                </c:pt>
                <c:pt idx="297">
                  <c:v>0.60816326530612597</c:v>
                </c:pt>
                <c:pt idx="298">
                  <c:v>0.61020408163265705</c:v>
                </c:pt>
                <c:pt idx="299">
                  <c:v>0.61224489795918802</c:v>
                </c:pt>
                <c:pt idx="300">
                  <c:v>0.61428571428571799</c:v>
                </c:pt>
                <c:pt idx="301">
                  <c:v>0.61632653061224896</c:v>
                </c:pt>
                <c:pt idx="302">
                  <c:v>0.61836734693878004</c:v>
                </c:pt>
                <c:pt idx="303">
                  <c:v>0.62040816326531001</c:v>
                </c:pt>
                <c:pt idx="304">
                  <c:v>0.62244897959184098</c:v>
                </c:pt>
                <c:pt idx="305">
                  <c:v>0.62448979591837195</c:v>
                </c:pt>
                <c:pt idx="306">
                  <c:v>0.62653061224490203</c:v>
                </c:pt>
                <c:pt idx="307">
                  <c:v>0.628571428571433</c:v>
                </c:pt>
                <c:pt idx="308">
                  <c:v>0.63061224489796297</c:v>
                </c:pt>
                <c:pt idx="309">
                  <c:v>0.63265306122449405</c:v>
                </c:pt>
                <c:pt idx="310">
                  <c:v>0.63469387755102502</c:v>
                </c:pt>
                <c:pt idx="311">
                  <c:v>0.63673469387755499</c:v>
                </c:pt>
                <c:pt idx="312">
                  <c:v>0.63877551020408596</c:v>
                </c:pt>
                <c:pt idx="313">
                  <c:v>0.64081632653061704</c:v>
                </c:pt>
                <c:pt idx="314">
                  <c:v>0.64285714285714701</c:v>
                </c:pt>
                <c:pt idx="315">
                  <c:v>0.64489795918367798</c:v>
                </c:pt>
                <c:pt idx="316">
                  <c:v>0.64693877551020895</c:v>
                </c:pt>
                <c:pt idx="317">
                  <c:v>0.64897959183673903</c:v>
                </c:pt>
                <c:pt idx="318">
                  <c:v>0.65102040816327</c:v>
                </c:pt>
                <c:pt idx="319">
                  <c:v>0.65306122448979997</c:v>
                </c:pt>
                <c:pt idx="320">
                  <c:v>0.65510204081633105</c:v>
                </c:pt>
                <c:pt idx="321">
                  <c:v>0.65714285714286202</c:v>
                </c:pt>
                <c:pt idx="322">
                  <c:v>0.659183673469392</c:v>
                </c:pt>
                <c:pt idx="323">
                  <c:v>0.66122448979592297</c:v>
                </c:pt>
                <c:pt idx="324">
                  <c:v>0.66326530612245405</c:v>
                </c:pt>
                <c:pt idx="325">
                  <c:v>0.66530612244898402</c:v>
                </c:pt>
                <c:pt idx="326">
                  <c:v>0.66734693877551499</c:v>
                </c:pt>
                <c:pt idx="327">
                  <c:v>0.66938775510204596</c:v>
                </c:pt>
                <c:pt idx="328">
                  <c:v>0.67142857142857604</c:v>
                </c:pt>
                <c:pt idx="329">
                  <c:v>0.67346938775510701</c:v>
                </c:pt>
                <c:pt idx="330">
                  <c:v>0.67551020408163698</c:v>
                </c:pt>
                <c:pt idx="331">
                  <c:v>0.67755102040816795</c:v>
                </c:pt>
                <c:pt idx="332">
                  <c:v>0.67959183673469903</c:v>
                </c:pt>
                <c:pt idx="333">
                  <c:v>0.681632653061229</c:v>
                </c:pt>
                <c:pt idx="334">
                  <c:v>0.68367346938775997</c:v>
                </c:pt>
                <c:pt idx="335">
                  <c:v>0.68571428571429105</c:v>
                </c:pt>
                <c:pt idx="336">
                  <c:v>0.68775510204082102</c:v>
                </c:pt>
                <c:pt idx="337">
                  <c:v>0.68979591836735199</c:v>
                </c:pt>
                <c:pt idx="338">
                  <c:v>0.69183673469388296</c:v>
                </c:pt>
                <c:pt idx="339">
                  <c:v>0.69387755102041304</c:v>
                </c:pt>
                <c:pt idx="340">
                  <c:v>0.69591836734694401</c:v>
                </c:pt>
                <c:pt idx="341">
                  <c:v>0.69795918367347398</c:v>
                </c:pt>
                <c:pt idx="342">
                  <c:v>0.70000000000000495</c:v>
                </c:pt>
                <c:pt idx="343">
                  <c:v>0.70204081632653603</c:v>
                </c:pt>
                <c:pt idx="344">
                  <c:v>0.704081632653066</c:v>
                </c:pt>
                <c:pt idx="345">
                  <c:v>0.70612244897959697</c:v>
                </c:pt>
                <c:pt idx="346">
                  <c:v>0.70816326530612805</c:v>
                </c:pt>
                <c:pt idx="347">
                  <c:v>0.71020408163265802</c:v>
                </c:pt>
                <c:pt idx="348">
                  <c:v>0.71224489795918899</c:v>
                </c:pt>
                <c:pt idx="349">
                  <c:v>0.71428571428571996</c:v>
                </c:pt>
                <c:pt idx="350">
                  <c:v>0.71632653061225005</c:v>
                </c:pt>
                <c:pt idx="351">
                  <c:v>0.71836734693878102</c:v>
                </c:pt>
                <c:pt idx="352">
                  <c:v>0.72040816326531099</c:v>
                </c:pt>
                <c:pt idx="353">
                  <c:v>0.72244897959184196</c:v>
                </c:pt>
                <c:pt idx="354">
                  <c:v>0.72448979591837304</c:v>
                </c:pt>
                <c:pt idx="355">
                  <c:v>0.72653061224490301</c:v>
                </c:pt>
                <c:pt idx="356">
                  <c:v>0.72857142857143398</c:v>
                </c:pt>
                <c:pt idx="357">
                  <c:v>0.73061224489796495</c:v>
                </c:pt>
                <c:pt idx="358">
                  <c:v>0.73265306122449503</c:v>
                </c:pt>
                <c:pt idx="359">
                  <c:v>0.734693877551026</c:v>
                </c:pt>
                <c:pt idx="360">
                  <c:v>0.73673469387755697</c:v>
                </c:pt>
                <c:pt idx="361">
                  <c:v>0.73877551020408705</c:v>
                </c:pt>
                <c:pt idx="362">
                  <c:v>0.74081632653061802</c:v>
                </c:pt>
                <c:pt idx="363">
                  <c:v>0.74285714285714799</c:v>
                </c:pt>
                <c:pt idx="364">
                  <c:v>0.74489795918367896</c:v>
                </c:pt>
                <c:pt idx="365">
                  <c:v>0.74693877551021004</c:v>
                </c:pt>
                <c:pt idx="366">
                  <c:v>0.74897959183674001</c:v>
                </c:pt>
                <c:pt idx="367">
                  <c:v>0.75102040816327098</c:v>
                </c:pt>
                <c:pt idx="368">
                  <c:v>0.75306122448980195</c:v>
                </c:pt>
                <c:pt idx="369">
                  <c:v>0.75510204081633203</c:v>
                </c:pt>
                <c:pt idx="370">
                  <c:v>0.757142857142863</c:v>
                </c:pt>
                <c:pt idx="371">
                  <c:v>0.75918367346939397</c:v>
                </c:pt>
                <c:pt idx="372">
                  <c:v>0.76122448979592405</c:v>
                </c:pt>
                <c:pt idx="373">
                  <c:v>0.76326530612245502</c:v>
                </c:pt>
                <c:pt idx="374">
                  <c:v>0.76530612244898499</c:v>
                </c:pt>
                <c:pt idx="375">
                  <c:v>0.76734693877551596</c:v>
                </c:pt>
                <c:pt idx="376">
                  <c:v>0.76938775510204704</c:v>
                </c:pt>
                <c:pt idx="377">
                  <c:v>0.77142857142857701</c:v>
                </c:pt>
                <c:pt idx="378">
                  <c:v>0.77346938775510798</c:v>
                </c:pt>
                <c:pt idx="379">
                  <c:v>0.77551020408163895</c:v>
                </c:pt>
                <c:pt idx="380">
                  <c:v>0.77755102040816904</c:v>
                </c:pt>
                <c:pt idx="381">
                  <c:v>0.77959183673470001</c:v>
                </c:pt>
                <c:pt idx="382">
                  <c:v>0.78163265306123098</c:v>
                </c:pt>
                <c:pt idx="383">
                  <c:v>0.78367346938776095</c:v>
                </c:pt>
                <c:pt idx="384">
                  <c:v>0.78571428571429203</c:v>
                </c:pt>
                <c:pt idx="385">
                  <c:v>0.787755102040822</c:v>
                </c:pt>
                <c:pt idx="386">
                  <c:v>0.78979591836735297</c:v>
                </c:pt>
                <c:pt idx="387">
                  <c:v>0.79183673469388405</c:v>
                </c:pt>
                <c:pt idx="388">
                  <c:v>0.79387755102041402</c:v>
                </c:pt>
                <c:pt idx="389">
                  <c:v>0.79591836734694499</c:v>
                </c:pt>
                <c:pt idx="390">
                  <c:v>0.79795918367347596</c:v>
                </c:pt>
                <c:pt idx="391">
                  <c:v>0.80000000000000604</c:v>
                </c:pt>
                <c:pt idx="392">
                  <c:v>0.80204081632653701</c:v>
                </c:pt>
                <c:pt idx="393">
                  <c:v>0.80408163265306798</c:v>
                </c:pt>
                <c:pt idx="394">
                  <c:v>0.80612244897959795</c:v>
                </c:pt>
                <c:pt idx="395">
                  <c:v>0.80816326530612903</c:v>
                </c:pt>
                <c:pt idx="396">
                  <c:v>0.810204081632659</c:v>
                </c:pt>
                <c:pt idx="397">
                  <c:v>0.81224489795918997</c:v>
                </c:pt>
                <c:pt idx="398">
                  <c:v>0.81428571428572105</c:v>
                </c:pt>
                <c:pt idx="399">
                  <c:v>0.81632653061225102</c:v>
                </c:pt>
                <c:pt idx="400">
                  <c:v>0.81836734693878199</c:v>
                </c:pt>
                <c:pt idx="401">
                  <c:v>0.82040816326531296</c:v>
                </c:pt>
                <c:pt idx="402">
                  <c:v>0.82244897959184304</c:v>
                </c:pt>
                <c:pt idx="403">
                  <c:v>0.82448979591837401</c:v>
                </c:pt>
                <c:pt idx="404">
                  <c:v>0.82653061224490498</c:v>
                </c:pt>
                <c:pt idx="405">
                  <c:v>0.82857142857143495</c:v>
                </c:pt>
                <c:pt idx="406">
                  <c:v>0.83061224489796603</c:v>
                </c:pt>
                <c:pt idx="407">
                  <c:v>0.83265306122449601</c:v>
                </c:pt>
                <c:pt idx="408">
                  <c:v>0.83469387755102697</c:v>
                </c:pt>
                <c:pt idx="409">
                  <c:v>0.83673469387755794</c:v>
                </c:pt>
                <c:pt idx="410">
                  <c:v>0.83877551020408803</c:v>
                </c:pt>
                <c:pt idx="411">
                  <c:v>0.840816326530619</c:v>
                </c:pt>
                <c:pt idx="412">
                  <c:v>0.84285714285714997</c:v>
                </c:pt>
                <c:pt idx="413">
                  <c:v>0.84489795918368005</c:v>
                </c:pt>
                <c:pt idx="414">
                  <c:v>0.84693877551021102</c:v>
                </c:pt>
                <c:pt idx="415">
                  <c:v>0.84897959183674199</c:v>
                </c:pt>
                <c:pt idx="416">
                  <c:v>0.85102040816327196</c:v>
                </c:pt>
                <c:pt idx="417">
                  <c:v>0.85306122448980304</c:v>
                </c:pt>
                <c:pt idx="418">
                  <c:v>0.85510204081633301</c:v>
                </c:pt>
                <c:pt idx="419">
                  <c:v>0.85714285714286398</c:v>
                </c:pt>
                <c:pt idx="420">
                  <c:v>0.85918367346939495</c:v>
                </c:pt>
                <c:pt idx="421">
                  <c:v>0.86122448979592503</c:v>
                </c:pt>
                <c:pt idx="422">
                  <c:v>0.863265306122456</c:v>
                </c:pt>
                <c:pt idx="423">
                  <c:v>0.86530612244898697</c:v>
                </c:pt>
                <c:pt idx="424">
                  <c:v>0.86734693877551705</c:v>
                </c:pt>
                <c:pt idx="425">
                  <c:v>0.86938775510204802</c:v>
                </c:pt>
                <c:pt idx="426">
                  <c:v>0.87142857142857899</c:v>
                </c:pt>
                <c:pt idx="427">
                  <c:v>0.87346938775510896</c:v>
                </c:pt>
                <c:pt idx="428">
                  <c:v>0.87551020408164004</c:v>
                </c:pt>
                <c:pt idx="429">
                  <c:v>0.87755102040817001</c:v>
                </c:pt>
                <c:pt idx="430">
                  <c:v>0.87959183673470098</c:v>
                </c:pt>
                <c:pt idx="431">
                  <c:v>0.88163265306123195</c:v>
                </c:pt>
                <c:pt idx="432">
                  <c:v>0.88367346938776203</c:v>
                </c:pt>
                <c:pt idx="433">
                  <c:v>0.885714285714293</c:v>
                </c:pt>
                <c:pt idx="434">
                  <c:v>0.88775510204082397</c:v>
                </c:pt>
                <c:pt idx="435">
                  <c:v>0.88979591836735406</c:v>
                </c:pt>
                <c:pt idx="436">
                  <c:v>0.89183673469388502</c:v>
                </c:pt>
                <c:pt idx="437">
                  <c:v>0.89387755102041599</c:v>
                </c:pt>
                <c:pt idx="438">
                  <c:v>0.89591836734694597</c:v>
                </c:pt>
                <c:pt idx="439">
                  <c:v>0.89795918367347705</c:v>
                </c:pt>
                <c:pt idx="440">
                  <c:v>0.90000000000000702</c:v>
                </c:pt>
                <c:pt idx="441">
                  <c:v>0.90204081632653799</c:v>
                </c:pt>
                <c:pt idx="442">
                  <c:v>0.90408163265306896</c:v>
                </c:pt>
                <c:pt idx="443">
                  <c:v>0.90612244897959904</c:v>
                </c:pt>
                <c:pt idx="444">
                  <c:v>0.90816326530613001</c:v>
                </c:pt>
                <c:pt idx="445">
                  <c:v>0.91020408163266098</c:v>
                </c:pt>
                <c:pt idx="446">
                  <c:v>0.91224489795919095</c:v>
                </c:pt>
                <c:pt idx="447">
                  <c:v>0.91428571428572203</c:v>
                </c:pt>
                <c:pt idx="448">
                  <c:v>0.916326530612253</c:v>
                </c:pt>
                <c:pt idx="449">
                  <c:v>0.91836734693878297</c:v>
                </c:pt>
                <c:pt idx="450">
                  <c:v>0.92040816326531405</c:v>
                </c:pt>
                <c:pt idx="451">
                  <c:v>0.92244897959184402</c:v>
                </c:pt>
                <c:pt idx="452">
                  <c:v>0.92448979591837499</c:v>
                </c:pt>
                <c:pt idx="453">
                  <c:v>0.92653061224490596</c:v>
                </c:pt>
                <c:pt idx="454">
                  <c:v>0.92857142857143604</c:v>
                </c:pt>
                <c:pt idx="455">
                  <c:v>0.93061224489796701</c:v>
                </c:pt>
                <c:pt idx="456">
                  <c:v>0.93265306122449798</c:v>
                </c:pt>
                <c:pt idx="457">
                  <c:v>0.93469387755102795</c:v>
                </c:pt>
                <c:pt idx="458">
                  <c:v>0.93673469387755903</c:v>
                </c:pt>
                <c:pt idx="459">
                  <c:v>0.93877551020409</c:v>
                </c:pt>
                <c:pt idx="460">
                  <c:v>0.94081632653061997</c:v>
                </c:pt>
                <c:pt idx="461">
                  <c:v>0.94285714285715105</c:v>
                </c:pt>
                <c:pt idx="462">
                  <c:v>0.94489795918368102</c:v>
                </c:pt>
                <c:pt idx="463">
                  <c:v>0.94693877551021199</c:v>
                </c:pt>
                <c:pt idx="464">
                  <c:v>0.94897959183674296</c:v>
                </c:pt>
                <c:pt idx="465">
                  <c:v>0.95102040816327305</c:v>
                </c:pt>
                <c:pt idx="466">
                  <c:v>0.95306122448980402</c:v>
                </c:pt>
                <c:pt idx="467">
                  <c:v>0.95510204081633499</c:v>
                </c:pt>
                <c:pt idx="468">
                  <c:v>0.95714285714286496</c:v>
                </c:pt>
                <c:pt idx="469">
                  <c:v>0.95918367346939604</c:v>
                </c:pt>
                <c:pt idx="470">
                  <c:v>0.96122448979592701</c:v>
                </c:pt>
                <c:pt idx="471">
                  <c:v>0.96326530612245698</c:v>
                </c:pt>
                <c:pt idx="472">
                  <c:v>0.96530612244898795</c:v>
                </c:pt>
                <c:pt idx="473">
                  <c:v>0.96734693877551803</c:v>
                </c:pt>
                <c:pt idx="474">
                  <c:v>0.969387755102049</c:v>
                </c:pt>
                <c:pt idx="475">
                  <c:v>0.97142857142857997</c:v>
                </c:pt>
                <c:pt idx="476">
                  <c:v>0.97346938775511005</c:v>
                </c:pt>
                <c:pt idx="477">
                  <c:v>0.97551020408164102</c:v>
                </c:pt>
                <c:pt idx="478">
                  <c:v>0.97755102040817199</c:v>
                </c:pt>
                <c:pt idx="479">
                  <c:v>0.97959183673470196</c:v>
                </c:pt>
                <c:pt idx="480">
                  <c:v>0.98163265306123304</c:v>
                </c:pt>
                <c:pt idx="481">
                  <c:v>0.98367346938776401</c:v>
                </c:pt>
                <c:pt idx="482">
                  <c:v>0.98571428571429398</c:v>
                </c:pt>
                <c:pt idx="483">
                  <c:v>0.98775510204082495</c:v>
                </c:pt>
                <c:pt idx="484">
                  <c:v>0.98979591836735503</c:v>
                </c:pt>
                <c:pt idx="485">
                  <c:v>0.991836734693886</c:v>
                </c:pt>
                <c:pt idx="486">
                  <c:v>0.99387755102041697</c:v>
                </c:pt>
                <c:pt idx="487">
                  <c:v>0.99591836734694705</c:v>
                </c:pt>
                <c:pt idx="488">
                  <c:v>0.99795918367347802</c:v>
                </c:pt>
              </c:numCache>
            </c:numRef>
          </c:xVal>
          <c:yVal>
            <c:numRef>
              <c:f>'2个游戏单独CDF'!$E$2:$E$490</c:f>
              <c:numCache>
                <c:formatCode>0.00_);[Red]\(0.00\)</c:formatCode>
                <c:ptCount val="489"/>
                <c:pt idx="0">
                  <c:v>8.4146523230780594E-8</c:v>
                </c:pt>
                <c:pt idx="1">
                  <c:v>8.4146523230780594E-8</c:v>
                </c:pt>
                <c:pt idx="2">
                  <c:v>9.88325531636746E-8</c:v>
                </c:pt>
                <c:pt idx="3">
                  <c:v>9.88325531636746E-8</c:v>
                </c:pt>
                <c:pt idx="4">
                  <c:v>9.88325531636746E-8</c:v>
                </c:pt>
                <c:pt idx="5">
                  <c:v>9.88325531636746E-8</c:v>
                </c:pt>
                <c:pt idx="6">
                  <c:v>1.5315263202827101E-7</c:v>
                </c:pt>
                <c:pt idx="7">
                  <c:v>2.5259015904074002E-7</c:v>
                </c:pt>
                <c:pt idx="8">
                  <c:v>2.5259015904074002E-7</c:v>
                </c:pt>
                <c:pt idx="9">
                  <c:v>2.5259015904074002E-7</c:v>
                </c:pt>
                <c:pt idx="10">
                  <c:v>2.5259015904074002E-7</c:v>
                </c:pt>
                <c:pt idx="11">
                  <c:v>2.5259015904074002E-7</c:v>
                </c:pt>
                <c:pt idx="12">
                  <c:v>2.5259015904074002E-7</c:v>
                </c:pt>
                <c:pt idx="13">
                  <c:v>2.5259015904074002E-7</c:v>
                </c:pt>
                <c:pt idx="14">
                  <c:v>2.7094090799077197E-7</c:v>
                </c:pt>
                <c:pt idx="15">
                  <c:v>3.4364935295872601E-7</c:v>
                </c:pt>
                <c:pt idx="16">
                  <c:v>3.4364935300364602E-7</c:v>
                </c:pt>
                <c:pt idx="17">
                  <c:v>3.4364935300364602E-7</c:v>
                </c:pt>
                <c:pt idx="18">
                  <c:v>3.4364935300364602E-7</c:v>
                </c:pt>
                <c:pt idx="19">
                  <c:v>3.4364935300364602E-7</c:v>
                </c:pt>
                <c:pt idx="20">
                  <c:v>3.4364935300364602E-7</c:v>
                </c:pt>
                <c:pt idx="21">
                  <c:v>3.4364935300364602E-7</c:v>
                </c:pt>
                <c:pt idx="22">
                  <c:v>3.4364935300364602E-7</c:v>
                </c:pt>
                <c:pt idx="23">
                  <c:v>3.6397184495003302E-7</c:v>
                </c:pt>
                <c:pt idx="24">
                  <c:v>3.6397184501879499E-7</c:v>
                </c:pt>
                <c:pt idx="25">
                  <c:v>3.6397184501879499E-7</c:v>
                </c:pt>
                <c:pt idx="26">
                  <c:v>3.6397184501879499E-7</c:v>
                </c:pt>
                <c:pt idx="27">
                  <c:v>3.98846844973377E-7</c:v>
                </c:pt>
                <c:pt idx="28">
                  <c:v>3.98846844973377E-7</c:v>
                </c:pt>
                <c:pt idx="29">
                  <c:v>3.98846844973377E-7</c:v>
                </c:pt>
                <c:pt idx="30">
                  <c:v>3.98846844973377E-7</c:v>
                </c:pt>
                <c:pt idx="31">
                  <c:v>3.98846844973377E-7</c:v>
                </c:pt>
                <c:pt idx="32">
                  <c:v>3.98846844973377E-7</c:v>
                </c:pt>
                <c:pt idx="33">
                  <c:v>3.98846844973377E-7</c:v>
                </c:pt>
                <c:pt idx="34">
                  <c:v>3.98846844973377E-7</c:v>
                </c:pt>
                <c:pt idx="35">
                  <c:v>3.98846844973377E-7</c:v>
                </c:pt>
                <c:pt idx="36">
                  <c:v>3.98846844973377E-7</c:v>
                </c:pt>
                <c:pt idx="37">
                  <c:v>3.98846844973377E-7</c:v>
                </c:pt>
                <c:pt idx="38">
                  <c:v>3.98846844973377E-7</c:v>
                </c:pt>
                <c:pt idx="39">
                  <c:v>3.98846844973377E-7</c:v>
                </c:pt>
                <c:pt idx="40">
                  <c:v>3.98846844973377E-7</c:v>
                </c:pt>
                <c:pt idx="41">
                  <c:v>3.98846844973377E-7</c:v>
                </c:pt>
                <c:pt idx="42">
                  <c:v>3.98846844973377E-7</c:v>
                </c:pt>
                <c:pt idx="43">
                  <c:v>3.9884684499746302E-7</c:v>
                </c:pt>
                <c:pt idx="44">
                  <c:v>3.9884684499746302E-7</c:v>
                </c:pt>
                <c:pt idx="45">
                  <c:v>4.2884684508711201E-7</c:v>
                </c:pt>
                <c:pt idx="46">
                  <c:v>4.2884684508711201E-7</c:v>
                </c:pt>
                <c:pt idx="47">
                  <c:v>4.2884684508711201E-7</c:v>
                </c:pt>
                <c:pt idx="48">
                  <c:v>4.37596844922912E-7</c:v>
                </c:pt>
                <c:pt idx="49">
                  <c:v>4.37596844922912E-7</c:v>
                </c:pt>
                <c:pt idx="50">
                  <c:v>4.37596844922912E-7</c:v>
                </c:pt>
                <c:pt idx="51">
                  <c:v>4.37596844922912E-7</c:v>
                </c:pt>
                <c:pt idx="52">
                  <c:v>4.37596844922912E-7</c:v>
                </c:pt>
                <c:pt idx="53">
                  <c:v>4.37596844922912E-7</c:v>
                </c:pt>
                <c:pt idx="54">
                  <c:v>4.6759684503664701E-7</c:v>
                </c:pt>
                <c:pt idx="55">
                  <c:v>5.2230272693520802E-7</c:v>
                </c:pt>
                <c:pt idx="56">
                  <c:v>5.2230272693520802E-7</c:v>
                </c:pt>
                <c:pt idx="57">
                  <c:v>2.25884685001176E-6</c:v>
                </c:pt>
                <c:pt idx="58">
                  <c:v>1.4953152599990901E-5</c:v>
                </c:pt>
                <c:pt idx="59">
                  <c:v>1.6099999999970701E-5</c:v>
                </c:pt>
                <c:pt idx="60">
                  <c:v>1.70823993999628E-5</c:v>
                </c:pt>
                <c:pt idx="61">
                  <c:v>3.5259999999936999E-5</c:v>
                </c:pt>
                <c:pt idx="62">
                  <c:v>3.9383552699945299E-5</c:v>
                </c:pt>
                <c:pt idx="63">
                  <c:v>5.0100000000104603E-5</c:v>
                </c:pt>
                <c:pt idx="64">
                  <c:v>5.0100000000104603E-5</c:v>
                </c:pt>
                <c:pt idx="65">
                  <c:v>5.0100000000104603E-5</c:v>
                </c:pt>
                <c:pt idx="66">
                  <c:v>5.3570940900016202E-5</c:v>
                </c:pt>
                <c:pt idx="67">
                  <c:v>7.9937582600090598E-5</c:v>
                </c:pt>
                <c:pt idx="68">
                  <c:v>1.16099999999974E-4</c:v>
                </c:pt>
                <c:pt idx="69">
                  <c:v>1.1616000000008299E-4</c:v>
                </c:pt>
                <c:pt idx="70">
                  <c:v>1.2565000000003E-4</c:v>
                </c:pt>
                <c:pt idx="71">
                  <c:v>1.3156000000004499E-4</c:v>
                </c:pt>
                <c:pt idx="72">
                  <c:v>1.3156000000004499E-4</c:v>
                </c:pt>
                <c:pt idx="73">
                  <c:v>1.3211999999995699E-4</c:v>
                </c:pt>
                <c:pt idx="74">
                  <c:v>1.50770000000003E-4</c:v>
                </c:pt>
                <c:pt idx="75">
                  <c:v>1.5567999999996501E-4</c:v>
                </c:pt>
                <c:pt idx="76">
                  <c:v>1.98599999999989E-4</c:v>
                </c:pt>
                <c:pt idx="77">
                  <c:v>2.00000000000007E-4</c:v>
                </c:pt>
                <c:pt idx="78">
                  <c:v>2.00000000000007E-4</c:v>
                </c:pt>
                <c:pt idx="79">
                  <c:v>2.00190000000012E-4</c:v>
                </c:pt>
                <c:pt idx="80">
                  <c:v>2.0083999999999399E-4</c:v>
                </c:pt>
                <c:pt idx="81">
                  <c:v>3.13799999999986E-4</c:v>
                </c:pt>
                <c:pt idx="82">
                  <c:v>3.1479999999994802E-4</c:v>
                </c:pt>
                <c:pt idx="83">
                  <c:v>3.6140000000000803E-4</c:v>
                </c:pt>
                <c:pt idx="84">
                  <c:v>3.6140000000000803E-4</c:v>
                </c:pt>
                <c:pt idx="85">
                  <c:v>3.9020000000003702E-4</c:v>
                </c:pt>
                <c:pt idx="86">
                  <c:v>4.1892000000001798E-4</c:v>
                </c:pt>
                <c:pt idx="87">
                  <c:v>4.35403618317429E-4</c:v>
                </c:pt>
                <c:pt idx="88">
                  <c:v>5.4518999999995802E-4</c:v>
                </c:pt>
                <c:pt idx="89">
                  <c:v>5.8660000000002998E-4</c:v>
                </c:pt>
                <c:pt idx="90">
                  <c:v>5.9500000000002498E-4</c:v>
                </c:pt>
                <c:pt idx="91">
                  <c:v>6.7690000000002995E-4</c:v>
                </c:pt>
                <c:pt idx="92">
                  <c:v>6.8056999999998398E-4</c:v>
                </c:pt>
                <c:pt idx="93">
                  <c:v>7.6900999999991303E-4</c:v>
                </c:pt>
                <c:pt idx="94">
                  <c:v>8.98460000000099E-4</c:v>
                </c:pt>
                <c:pt idx="95">
                  <c:v>9.2401000000002099E-4</c:v>
                </c:pt>
                <c:pt idx="96">
                  <c:v>9.5575000000008403E-4</c:v>
                </c:pt>
                <c:pt idx="97">
                  <c:v>1.0222129337669301E-3</c:v>
                </c:pt>
                <c:pt idx="98">
                  <c:v>1.1687474747474999E-3</c:v>
                </c:pt>
                <c:pt idx="99">
                  <c:v>1.25267999999998E-3</c:v>
                </c:pt>
                <c:pt idx="100">
                  <c:v>1.26790924369748E-3</c:v>
                </c:pt>
                <c:pt idx="101">
                  <c:v>1.31279999999994E-3</c:v>
                </c:pt>
                <c:pt idx="102">
                  <c:v>1.34827000000008E-3</c:v>
                </c:pt>
                <c:pt idx="103">
                  <c:v>1.49319999999993E-3</c:v>
                </c:pt>
                <c:pt idx="104">
                  <c:v>1.51279999999995E-3</c:v>
                </c:pt>
                <c:pt idx="105">
                  <c:v>1.6829600000000001E-3</c:v>
                </c:pt>
                <c:pt idx="106">
                  <c:v>1.7874000000000199E-3</c:v>
                </c:pt>
                <c:pt idx="107">
                  <c:v>1.94826999999998E-3</c:v>
                </c:pt>
                <c:pt idx="108">
                  <c:v>2.0007575757576002E-3</c:v>
                </c:pt>
                <c:pt idx="109">
                  <c:v>2.0346699999999802E-3</c:v>
                </c:pt>
                <c:pt idx="110">
                  <c:v>2.0563294117647299E-3</c:v>
                </c:pt>
                <c:pt idx="111">
                  <c:v>2.16541999999996E-3</c:v>
                </c:pt>
                <c:pt idx="112">
                  <c:v>2.19960167364016E-3</c:v>
                </c:pt>
                <c:pt idx="113">
                  <c:v>2.7120999999999899E-3</c:v>
                </c:pt>
                <c:pt idx="114">
                  <c:v>2.8145525423728698E-3</c:v>
                </c:pt>
                <c:pt idx="115">
                  <c:v>2.9502712361465702E-3</c:v>
                </c:pt>
                <c:pt idx="116">
                  <c:v>3.4363456701030498E-3</c:v>
                </c:pt>
                <c:pt idx="117">
                  <c:v>3.49675999999992E-3</c:v>
                </c:pt>
                <c:pt idx="118">
                  <c:v>3.71420565745863E-3</c:v>
                </c:pt>
                <c:pt idx="119">
                  <c:v>3.84559178743953E-3</c:v>
                </c:pt>
                <c:pt idx="120">
                  <c:v>4.2132199999999802E-3</c:v>
                </c:pt>
                <c:pt idx="121">
                  <c:v>4.2230099999999897E-3</c:v>
                </c:pt>
                <c:pt idx="122">
                  <c:v>4.2230099999999897E-3</c:v>
                </c:pt>
                <c:pt idx="123">
                  <c:v>4.2518677966101297E-3</c:v>
                </c:pt>
                <c:pt idx="124">
                  <c:v>4.3133899999999604E-3</c:v>
                </c:pt>
                <c:pt idx="125">
                  <c:v>4.4360474257099398E-3</c:v>
                </c:pt>
                <c:pt idx="126">
                  <c:v>4.61409411764709E-3</c:v>
                </c:pt>
                <c:pt idx="127">
                  <c:v>4.6315999999999597E-3</c:v>
                </c:pt>
                <c:pt idx="128">
                  <c:v>4.6588033472593996E-3</c:v>
                </c:pt>
                <c:pt idx="129">
                  <c:v>4.6918370422534298E-3</c:v>
                </c:pt>
                <c:pt idx="130">
                  <c:v>4.6946020689655E-3</c:v>
                </c:pt>
                <c:pt idx="131">
                  <c:v>5.1629399999999397E-3</c:v>
                </c:pt>
                <c:pt idx="132">
                  <c:v>5.26422999999998E-3</c:v>
                </c:pt>
                <c:pt idx="133">
                  <c:v>5.3786199999999902E-3</c:v>
                </c:pt>
                <c:pt idx="134">
                  <c:v>5.5295800000000799E-3</c:v>
                </c:pt>
                <c:pt idx="135">
                  <c:v>5.7312699999999403E-3</c:v>
                </c:pt>
                <c:pt idx="136">
                  <c:v>6.2917599999999796E-3</c:v>
                </c:pt>
                <c:pt idx="137">
                  <c:v>6.5913299999998997E-3</c:v>
                </c:pt>
                <c:pt idx="138">
                  <c:v>6.6743599999999903E-3</c:v>
                </c:pt>
                <c:pt idx="139">
                  <c:v>7.0738700000000897E-3</c:v>
                </c:pt>
                <c:pt idx="140">
                  <c:v>7.1135900000000403E-3</c:v>
                </c:pt>
                <c:pt idx="141">
                  <c:v>7.1693232323231798E-3</c:v>
                </c:pt>
                <c:pt idx="142">
                  <c:v>7.4048080808080501E-3</c:v>
                </c:pt>
                <c:pt idx="143">
                  <c:v>7.6418581081079996E-3</c:v>
                </c:pt>
                <c:pt idx="144">
                  <c:v>7.6734780327869104E-3</c:v>
                </c:pt>
                <c:pt idx="145">
                  <c:v>7.8502914250121493E-3</c:v>
                </c:pt>
                <c:pt idx="146">
                  <c:v>7.8915000000000807E-3</c:v>
                </c:pt>
                <c:pt idx="147">
                  <c:v>7.9913206896551504E-3</c:v>
                </c:pt>
                <c:pt idx="148">
                  <c:v>8.2935574324323295E-3</c:v>
                </c:pt>
                <c:pt idx="149">
                  <c:v>8.6397299999999202E-3</c:v>
                </c:pt>
                <c:pt idx="150">
                  <c:v>8.7091409999999307E-3</c:v>
                </c:pt>
                <c:pt idx="151">
                  <c:v>8.7672527472527594E-3</c:v>
                </c:pt>
                <c:pt idx="152">
                  <c:v>8.8102100000000405E-3</c:v>
                </c:pt>
                <c:pt idx="153">
                  <c:v>9.06270352727267E-3</c:v>
                </c:pt>
                <c:pt idx="154">
                  <c:v>9.2431992674345403E-3</c:v>
                </c:pt>
                <c:pt idx="155">
                  <c:v>9.2460099999999504E-3</c:v>
                </c:pt>
                <c:pt idx="156">
                  <c:v>9.2849499999999793E-3</c:v>
                </c:pt>
                <c:pt idx="157">
                  <c:v>9.4036349591837404E-3</c:v>
                </c:pt>
                <c:pt idx="158">
                  <c:v>9.5279544262294093E-3</c:v>
                </c:pt>
                <c:pt idx="159">
                  <c:v>9.61007681524325E-3</c:v>
                </c:pt>
                <c:pt idx="160">
                  <c:v>9.7708120805368795E-3</c:v>
                </c:pt>
                <c:pt idx="161">
                  <c:v>9.9365399999999209E-3</c:v>
                </c:pt>
                <c:pt idx="162">
                  <c:v>1.0148824000000001E-2</c:v>
                </c:pt>
                <c:pt idx="163">
                  <c:v>1.0156539493937199E-2</c:v>
                </c:pt>
                <c:pt idx="164">
                  <c:v>1.01655599999999E-2</c:v>
                </c:pt>
                <c:pt idx="165">
                  <c:v>1.0168834804597101E-2</c:v>
                </c:pt>
                <c:pt idx="166">
                  <c:v>1.0550379999999899E-2</c:v>
                </c:pt>
                <c:pt idx="167">
                  <c:v>1.0617879481481501E-2</c:v>
                </c:pt>
                <c:pt idx="168">
                  <c:v>1.0645979999999999E-2</c:v>
                </c:pt>
                <c:pt idx="169">
                  <c:v>1.09521599999999E-2</c:v>
                </c:pt>
                <c:pt idx="170">
                  <c:v>1.110513E-2</c:v>
                </c:pt>
                <c:pt idx="171">
                  <c:v>1.1258549405918399E-2</c:v>
                </c:pt>
                <c:pt idx="172">
                  <c:v>1.126102E-2</c:v>
                </c:pt>
                <c:pt idx="173">
                  <c:v>1.1516643367088601E-2</c:v>
                </c:pt>
                <c:pt idx="174">
                  <c:v>1.15530799999999E-2</c:v>
                </c:pt>
                <c:pt idx="175">
                  <c:v>1.1796663905941401E-2</c:v>
                </c:pt>
                <c:pt idx="176">
                  <c:v>1.18379864504194E-2</c:v>
                </c:pt>
                <c:pt idx="177">
                  <c:v>1.1912051063829801E-2</c:v>
                </c:pt>
                <c:pt idx="178">
                  <c:v>1.2026493153153199E-2</c:v>
                </c:pt>
                <c:pt idx="179">
                  <c:v>1.2039686206896501E-2</c:v>
                </c:pt>
                <c:pt idx="180">
                  <c:v>1.21634774259904E-2</c:v>
                </c:pt>
                <c:pt idx="181">
                  <c:v>1.2172544117647E-2</c:v>
                </c:pt>
                <c:pt idx="182">
                  <c:v>1.24214421470588E-2</c:v>
                </c:pt>
                <c:pt idx="183">
                  <c:v>1.24382889066712E-2</c:v>
                </c:pt>
                <c:pt idx="184">
                  <c:v>1.2889905594405501E-2</c:v>
                </c:pt>
                <c:pt idx="185">
                  <c:v>1.2915303590900099E-2</c:v>
                </c:pt>
                <c:pt idx="186">
                  <c:v>1.2994977827127999E-2</c:v>
                </c:pt>
                <c:pt idx="187">
                  <c:v>1.30100288390696E-2</c:v>
                </c:pt>
                <c:pt idx="188">
                  <c:v>1.30278444148935E-2</c:v>
                </c:pt>
                <c:pt idx="189">
                  <c:v>1.3122159322033901E-2</c:v>
                </c:pt>
                <c:pt idx="190">
                  <c:v>1.31403875E-2</c:v>
                </c:pt>
                <c:pt idx="191">
                  <c:v>1.35056E-2</c:v>
                </c:pt>
                <c:pt idx="192">
                  <c:v>1.363113E-2</c:v>
                </c:pt>
                <c:pt idx="193">
                  <c:v>1.3757589999999899E-2</c:v>
                </c:pt>
                <c:pt idx="194">
                  <c:v>1.38099976428571E-2</c:v>
                </c:pt>
                <c:pt idx="195">
                  <c:v>1.3905563218390701E-2</c:v>
                </c:pt>
                <c:pt idx="196">
                  <c:v>1.40510000000001E-2</c:v>
                </c:pt>
                <c:pt idx="197">
                  <c:v>1.47047999999999E-2</c:v>
                </c:pt>
                <c:pt idx="198">
                  <c:v>1.5045029999999999E-2</c:v>
                </c:pt>
                <c:pt idx="199">
                  <c:v>1.5358251498586099E-2</c:v>
                </c:pt>
                <c:pt idx="200">
                  <c:v>1.5615368421052499E-2</c:v>
                </c:pt>
                <c:pt idx="201">
                  <c:v>1.570448E-2</c:v>
                </c:pt>
                <c:pt idx="202">
                  <c:v>1.6007015199999999E-2</c:v>
                </c:pt>
                <c:pt idx="203">
                  <c:v>1.6184613433118701E-2</c:v>
                </c:pt>
                <c:pt idx="204">
                  <c:v>1.6233663642839902E-2</c:v>
                </c:pt>
                <c:pt idx="205">
                  <c:v>1.6702478060605999E-2</c:v>
                </c:pt>
                <c:pt idx="206">
                  <c:v>1.671363E-2</c:v>
                </c:pt>
                <c:pt idx="207">
                  <c:v>1.6729013272870401E-2</c:v>
                </c:pt>
                <c:pt idx="208">
                  <c:v>1.7082491803278602E-2</c:v>
                </c:pt>
                <c:pt idx="209">
                  <c:v>1.7121999999999901E-2</c:v>
                </c:pt>
                <c:pt idx="210">
                  <c:v>1.7373610000000001E-2</c:v>
                </c:pt>
                <c:pt idx="211">
                  <c:v>1.744428E-2</c:v>
                </c:pt>
                <c:pt idx="212">
                  <c:v>1.7706534482758499E-2</c:v>
                </c:pt>
                <c:pt idx="213">
                  <c:v>1.7856750000000001E-2</c:v>
                </c:pt>
                <c:pt idx="214">
                  <c:v>1.7919758620689501E-2</c:v>
                </c:pt>
                <c:pt idx="215">
                  <c:v>1.7982824361210199E-2</c:v>
                </c:pt>
                <c:pt idx="216">
                  <c:v>1.8018778571401699E-2</c:v>
                </c:pt>
                <c:pt idx="217">
                  <c:v>1.8376247949826601E-2</c:v>
                </c:pt>
                <c:pt idx="218">
                  <c:v>1.8410790314592598E-2</c:v>
                </c:pt>
                <c:pt idx="219">
                  <c:v>1.8514079999999999E-2</c:v>
                </c:pt>
                <c:pt idx="220">
                  <c:v>1.8541220000000001E-2</c:v>
                </c:pt>
                <c:pt idx="221">
                  <c:v>1.8634399999999999E-2</c:v>
                </c:pt>
                <c:pt idx="222">
                  <c:v>1.8864740000000001E-2</c:v>
                </c:pt>
                <c:pt idx="223">
                  <c:v>1.8943999897959099E-2</c:v>
                </c:pt>
                <c:pt idx="224">
                  <c:v>1.9088668907563101E-2</c:v>
                </c:pt>
                <c:pt idx="225">
                  <c:v>1.911821E-2</c:v>
                </c:pt>
                <c:pt idx="226">
                  <c:v>1.92252185528996E-2</c:v>
                </c:pt>
                <c:pt idx="227">
                  <c:v>1.9244037037037E-2</c:v>
                </c:pt>
                <c:pt idx="228">
                  <c:v>1.9562920000000001E-2</c:v>
                </c:pt>
                <c:pt idx="229">
                  <c:v>1.9652105699594601E-2</c:v>
                </c:pt>
                <c:pt idx="230">
                  <c:v>1.9984225806552101E-2</c:v>
                </c:pt>
                <c:pt idx="231">
                  <c:v>2.0013730113023299E-2</c:v>
                </c:pt>
                <c:pt idx="232">
                  <c:v>2.0405809999999899E-2</c:v>
                </c:pt>
                <c:pt idx="233">
                  <c:v>2.0518559322033801E-2</c:v>
                </c:pt>
                <c:pt idx="234">
                  <c:v>2.0553020000000002E-2</c:v>
                </c:pt>
                <c:pt idx="235">
                  <c:v>2.07034E-2</c:v>
                </c:pt>
                <c:pt idx="236">
                  <c:v>2.0857498695770998E-2</c:v>
                </c:pt>
                <c:pt idx="237">
                  <c:v>2.1635856815181799E-2</c:v>
                </c:pt>
                <c:pt idx="238">
                  <c:v>2.1818379999999998E-2</c:v>
                </c:pt>
                <c:pt idx="239">
                  <c:v>2.2111699999999901E-2</c:v>
                </c:pt>
                <c:pt idx="240">
                  <c:v>2.3074753537711001E-2</c:v>
                </c:pt>
                <c:pt idx="241">
                  <c:v>2.3348124878048802E-2</c:v>
                </c:pt>
                <c:pt idx="242">
                  <c:v>2.3354639999999899E-2</c:v>
                </c:pt>
                <c:pt idx="243">
                  <c:v>2.39286756207488E-2</c:v>
                </c:pt>
                <c:pt idx="244">
                  <c:v>2.4391773195876199E-2</c:v>
                </c:pt>
                <c:pt idx="245">
                  <c:v>2.568722E-2</c:v>
                </c:pt>
                <c:pt idx="246">
                  <c:v>2.6355521655172399E-2</c:v>
                </c:pt>
                <c:pt idx="247">
                  <c:v>2.6381100000000001E-2</c:v>
                </c:pt>
                <c:pt idx="248">
                  <c:v>2.6723396806599801E-2</c:v>
                </c:pt>
                <c:pt idx="249">
                  <c:v>2.7959108392857101E-2</c:v>
                </c:pt>
                <c:pt idx="250">
                  <c:v>2.8021448739495702E-2</c:v>
                </c:pt>
                <c:pt idx="251">
                  <c:v>2.8773882039055999E-2</c:v>
                </c:pt>
                <c:pt idx="252">
                  <c:v>2.8975747222222199E-2</c:v>
                </c:pt>
                <c:pt idx="253">
                  <c:v>2.9007826822429899E-2</c:v>
                </c:pt>
                <c:pt idx="254">
                  <c:v>2.9265949999999999E-2</c:v>
                </c:pt>
                <c:pt idx="255">
                  <c:v>2.9713374999999799E-2</c:v>
                </c:pt>
                <c:pt idx="256">
                  <c:v>3.03712588142292E-2</c:v>
                </c:pt>
                <c:pt idx="257">
                  <c:v>3.0656093333333301E-2</c:v>
                </c:pt>
                <c:pt idx="258">
                  <c:v>3.1240750000000001E-2</c:v>
                </c:pt>
                <c:pt idx="259">
                  <c:v>3.1837637931034501E-2</c:v>
                </c:pt>
                <c:pt idx="260">
                  <c:v>3.2720931991106303E-2</c:v>
                </c:pt>
                <c:pt idx="261">
                  <c:v>3.3586423611111103E-2</c:v>
                </c:pt>
                <c:pt idx="262">
                  <c:v>3.4034843750000002E-2</c:v>
                </c:pt>
                <c:pt idx="263">
                  <c:v>3.4265642105263103E-2</c:v>
                </c:pt>
                <c:pt idx="264">
                  <c:v>3.4268961504586998E-2</c:v>
                </c:pt>
                <c:pt idx="265">
                  <c:v>3.4393689999999998E-2</c:v>
                </c:pt>
                <c:pt idx="266">
                  <c:v>3.4458075788749203E-2</c:v>
                </c:pt>
                <c:pt idx="267">
                  <c:v>3.4966873563218197E-2</c:v>
                </c:pt>
                <c:pt idx="268">
                  <c:v>3.5132583999999897E-2</c:v>
                </c:pt>
                <c:pt idx="269">
                  <c:v>3.6436519999999903E-2</c:v>
                </c:pt>
                <c:pt idx="270">
                  <c:v>3.64926429062499E-2</c:v>
                </c:pt>
                <c:pt idx="271">
                  <c:v>3.7701989999999803E-2</c:v>
                </c:pt>
                <c:pt idx="272">
                  <c:v>3.8209308035714103E-2</c:v>
                </c:pt>
                <c:pt idx="273">
                  <c:v>3.8231358523797498E-2</c:v>
                </c:pt>
                <c:pt idx="274">
                  <c:v>3.82783371179038E-2</c:v>
                </c:pt>
                <c:pt idx="275">
                  <c:v>3.8294230741416802E-2</c:v>
                </c:pt>
                <c:pt idx="276">
                  <c:v>3.8485390718938799E-2</c:v>
                </c:pt>
                <c:pt idx="277">
                  <c:v>3.89085416959166E-2</c:v>
                </c:pt>
                <c:pt idx="278">
                  <c:v>3.9376476351351303E-2</c:v>
                </c:pt>
                <c:pt idx="279">
                  <c:v>4.0237282696629399E-2</c:v>
                </c:pt>
                <c:pt idx="280">
                  <c:v>4.0432773333333297E-2</c:v>
                </c:pt>
                <c:pt idx="281">
                  <c:v>4.04587439960164E-2</c:v>
                </c:pt>
                <c:pt idx="282">
                  <c:v>4.0649564102564102E-2</c:v>
                </c:pt>
                <c:pt idx="283">
                  <c:v>4.2305274334625602E-2</c:v>
                </c:pt>
                <c:pt idx="284">
                  <c:v>4.2487570642201697E-2</c:v>
                </c:pt>
                <c:pt idx="285">
                  <c:v>4.2657711626085101E-2</c:v>
                </c:pt>
                <c:pt idx="286">
                  <c:v>4.30832147887324E-2</c:v>
                </c:pt>
                <c:pt idx="287">
                  <c:v>4.3284095822784703E-2</c:v>
                </c:pt>
                <c:pt idx="288">
                  <c:v>4.4236397909896502E-2</c:v>
                </c:pt>
                <c:pt idx="289">
                  <c:v>4.4485499999999997E-2</c:v>
                </c:pt>
                <c:pt idx="290">
                  <c:v>4.4586566015442697E-2</c:v>
                </c:pt>
                <c:pt idx="291">
                  <c:v>4.5207531914893503E-2</c:v>
                </c:pt>
                <c:pt idx="292">
                  <c:v>4.6844945278862897E-2</c:v>
                </c:pt>
                <c:pt idx="293">
                  <c:v>4.70422625088548E-2</c:v>
                </c:pt>
                <c:pt idx="294">
                  <c:v>4.7320203389830402E-2</c:v>
                </c:pt>
                <c:pt idx="295">
                  <c:v>4.7505527944011798E-2</c:v>
                </c:pt>
                <c:pt idx="296">
                  <c:v>4.8501223765432103E-2</c:v>
                </c:pt>
                <c:pt idx="297">
                  <c:v>4.8917957672413699E-2</c:v>
                </c:pt>
                <c:pt idx="298">
                  <c:v>4.9401149435792303E-2</c:v>
                </c:pt>
                <c:pt idx="299">
                  <c:v>4.9508664677294499E-2</c:v>
                </c:pt>
                <c:pt idx="300">
                  <c:v>4.9673824999999901E-2</c:v>
                </c:pt>
                <c:pt idx="301">
                  <c:v>4.9776005940593997E-2</c:v>
                </c:pt>
                <c:pt idx="302">
                  <c:v>5.0132109999999903E-2</c:v>
                </c:pt>
                <c:pt idx="303">
                  <c:v>5.08991030181817E-2</c:v>
                </c:pt>
                <c:pt idx="304">
                  <c:v>5.1879889999999998E-2</c:v>
                </c:pt>
                <c:pt idx="305">
                  <c:v>5.2036042857142799E-2</c:v>
                </c:pt>
                <c:pt idx="306">
                  <c:v>5.2559962499999897E-2</c:v>
                </c:pt>
                <c:pt idx="307">
                  <c:v>5.2693462666712799E-2</c:v>
                </c:pt>
                <c:pt idx="308">
                  <c:v>5.27990547540984E-2</c:v>
                </c:pt>
                <c:pt idx="309">
                  <c:v>5.4174737349397602E-2</c:v>
                </c:pt>
                <c:pt idx="310">
                  <c:v>5.4866280176211403E-2</c:v>
                </c:pt>
                <c:pt idx="311">
                  <c:v>5.5546303481134797E-2</c:v>
                </c:pt>
                <c:pt idx="312">
                  <c:v>5.5816138417990997E-2</c:v>
                </c:pt>
                <c:pt idx="313">
                  <c:v>5.6170049043393601E-2</c:v>
                </c:pt>
                <c:pt idx="314">
                  <c:v>5.6352388483847098E-2</c:v>
                </c:pt>
                <c:pt idx="315">
                  <c:v>5.6736832559504201E-2</c:v>
                </c:pt>
                <c:pt idx="316">
                  <c:v>5.72764966942148E-2</c:v>
                </c:pt>
                <c:pt idx="317">
                  <c:v>5.9574949999999897E-2</c:v>
                </c:pt>
                <c:pt idx="318">
                  <c:v>6.0256358695652198E-2</c:v>
                </c:pt>
                <c:pt idx="319">
                  <c:v>6.0311313694366299E-2</c:v>
                </c:pt>
                <c:pt idx="320">
                  <c:v>6.0942285454545497E-2</c:v>
                </c:pt>
                <c:pt idx="321">
                  <c:v>6.1734894685901702E-2</c:v>
                </c:pt>
                <c:pt idx="322">
                  <c:v>6.2089147887323802E-2</c:v>
                </c:pt>
                <c:pt idx="323">
                  <c:v>6.4054210144927501E-2</c:v>
                </c:pt>
                <c:pt idx="324">
                  <c:v>6.5818231034482699E-2</c:v>
                </c:pt>
                <c:pt idx="325">
                  <c:v>6.6444487910256297E-2</c:v>
                </c:pt>
                <c:pt idx="326">
                  <c:v>6.7137470588235298E-2</c:v>
                </c:pt>
                <c:pt idx="327">
                  <c:v>6.7615954664557804E-2</c:v>
                </c:pt>
                <c:pt idx="328">
                  <c:v>6.8339967260492906E-2</c:v>
                </c:pt>
                <c:pt idx="329">
                  <c:v>6.8666316907825695E-2</c:v>
                </c:pt>
                <c:pt idx="330">
                  <c:v>6.9597937931034304E-2</c:v>
                </c:pt>
                <c:pt idx="331">
                  <c:v>7.1510443348859601E-2</c:v>
                </c:pt>
                <c:pt idx="332">
                  <c:v>7.1873938716835603E-2</c:v>
                </c:pt>
                <c:pt idx="333">
                  <c:v>7.2087224849641099E-2</c:v>
                </c:pt>
                <c:pt idx="334">
                  <c:v>7.2924599999999895E-2</c:v>
                </c:pt>
                <c:pt idx="335">
                  <c:v>7.3549294674409502E-2</c:v>
                </c:pt>
                <c:pt idx="336">
                  <c:v>7.3712586956521706E-2</c:v>
                </c:pt>
                <c:pt idx="337">
                  <c:v>7.67268301072008E-2</c:v>
                </c:pt>
                <c:pt idx="338">
                  <c:v>7.7164647058823393E-2</c:v>
                </c:pt>
                <c:pt idx="339">
                  <c:v>7.7529210526315701E-2</c:v>
                </c:pt>
                <c:pt idx="340">
                  <c:v>7.7803874999999897E-2</c:v>
                </c:pt>
                <c:pt idx="341">
                  <c:v>7.9069987985278603E-2</c:v>
                </c:pt>
                <c:pt idx="342">
                  <c:v>7.9298940000000095E-2</c:v>
                </c:pt>
                <c:pt idx="343">
                  <c:v>8.2236234744185996E-2</c:v>
                </c:pt>
                <c:pt idx="344">
                  <c:v>8.2548143923455802E-2</c:v>
                </c:pt>
                <c:pt idx="345">
                  <c:v>8.3872948435065195E-2</c:v>
                </c:pt>
                <c:pt idx="346">
                  <c:v>8.3987499999999896E-2</c:v>
                </c:pt>
                <c:pt idx="347">
                  <c:v>8.4135884600706701E-2</c:v>
                </c:pt>
                <c:pt idx="348">
                  <c:v>8.4538658823529497E-2</c:v>
                </c:pt>
                <c:pt idx="349">
                  <c:v>8.471469425E-2</c:v>
                </c:pt>
                <c:pt idx="350">
                  <c:v>8.4995959850168307E-2</c:v>
                </c:pt>
                <c:pt idx="351">
                  <c:v>8.5085415266368397E-2</c:v>
                </c:pt>
                <c:pt idx="352">
                  <c:v>8.5611128278631599E-2</c:v>
                </c:pt>
                <c:pt idx="353">
                  <c:v>8.6947352349826798E-2</c:v>
                </c:pt>
                <c:pt idx="354">
                  <c:v>9.0126214999999996E-2</c:v>
                </c:pt>
                <c:pt idx="355">
                  <c:v>9.1170285714285607E-2</c:v>
                </c:pt>
                <c:pt idx="356">
                  <c:v>9.3152164518248398E-2</c:v>
                </c:pt>
                <c:pt idx="357">
                  <c:v>9.3172824175823996E-2</c:v>
                </c:pt>
                <c:pt idx="358">
                  <c:v>9.3724154920634795E-2</c:v>
                </c:pt>
                <c:pt idx="359">
                  <c:v>9.5505037013237801E-2</c:v>
                </c:pt>
                <c:pt idx="360">
                  <c:v>9.6024336643356606E-2</c:v>
                </c:pt>
                <c:pt idx="361">
                  <c:v>9.6254237548387106E-2</c:v>
                </c:pt>
                <c:pt idx="362">
                  <c:v>9.6278360747663702E-2</c:v>
                </c:pt>
                <c:pt idx="363">
                  <c:v>9.6305433703400098E-2</c:v>
                </c:pt>
                <c:pt idx="364">
                  <c:v>9.6740916214285794E-2</c:v>
                </c:pt>
                <c:pt idx="365">
                  <c:v>9.7579940000000004E-2</c:v>
                </c:pt>
                <c:pt idx="366">
                  <c:v>9.8817421401263303E-2</c:v>
                </c:pt>
                <c:pt idx="367">
                  <c:v>9.9053824999999998E-2</c:v>
                </c:pt>
                <c:pt idx="368">
                  <c:v>0.100009860703703</c:v>
                </c:pt>
                <c:pt idx="369">
                  <c:v>0.100537317010526</c:v>
                </c:pt>
                <c:pt idx="370">
                  <c:v>0.10140116140350799</c:v>
                </c:pt>
                <c:pt idx="371">
                  <c:v>0.102022619230769</c:v>
                </c:pt>
                <c:pt idx="372">
                  <c:v>0.102126353846153</c:v>
                </c:pt>
                <c:pt idx="373">
                  <c:v>0.102871667058823</c:v>
                </c:pt>
                <c:pt idx="374">
                  <c:v>0.103576592</c:v>
                </c:pt>
                <c:pt idx="375">
                  <c:v>0.10526032640350801</c:v>
                </c:pt>
                <c:pt idx="376">
                  <c:v>0.10552415622641401</c:v>
                </c:pt>
                <c:pt idx="377">
                  <c:v>0.106474918195652</c:v>
                </c:pt>
                <c:pt idx="378">
                  <c:v>0.10740496933982401</c:v>
                </c:pt>
                <c:pt idx="379">
                  <c:v>0.107816809895833</c:v>
                </c:pt>
                <c:pt idx="380">
                  <c:v>0.109994969230769</c:v>
                </c:pt>
                <c:pt idx="381">
                  <c:v>0.112053203640209</c:v>
                </c:pt>
                <c:pt idx="382">
                  <c:v>0.11497427363636301</c:v>
                </c:pt>
                <c:pt idx="383">
                  <c:v>0.11565680587233999</c:v>
                </c:pt>
                <c:pt idx="384">
                  <c:v>0.116331109569193</c:v>
                </c:pt>
                <c:pt idx="385">
                  <c:v>0.117160771252228</c:v>
                </c:pt>
                <c:pt idx="386">
                  <c:v>0.11746220567164101</c:v>
                </c:pt>
                <c:pt idx="387">
                  <c:v>0.117514879999999</c:v>
                </c:pt>
                <c:pt idx="388">
                  <c:v>0.118905851881188</c:v>
                </c:pt>
                <c:pt idx="389">
                  <c:v>0.119535167254901</c:v>
                </c:pt>
                <c:pt idx="390">
                  <c:v>0.11971519774392</c:v>
                </c:pt>
                <c:pt idx="391">
                  <c:v>0.11973496219863</c:v>
                </c:pt>
                <c:pt idx="392">
                  <c:v>0.12058966669565201</c:v>
                </c:pt>
                <c:pt idx="393">
                  <c:v>0.12103329123966899</c:v>
                </c:pt>
                <c:pt idx="394">
                  <c:v>0.122229596551724</c:v>
                </c:pt>
                <c:pt idx="395">
                  <c:v>0.12389826999999901</c:v>
                </c:pt>
                <c:pt idx="396">
                  <c:v>0.124427992901554</c:v>
                </c:pt>
                <c:pt idx="397">
                  <c:v>0.124947932467532</c:v>
                </c:pt>
                <c:pt idx="398">
                  <c:v>0.12526057320408099</c:v>
                </c:pt>
                <c:pt idx="399">
                  <c:v>0.12560273922421</c:v>
                </c:pt>
                <c:pt idx="400">
                  <c:v>0.127300459999999</c:v>
                </c:pt>
                <c:pt idx="401">
                  <c:v>0.12814181479269601</c:v>
                </c:pt>
                <c:pt idx="402">
                  <c:v>0.13001719892743199</c:v>
                </c:pt>
                <c:pt idx="403">
                  <c:v>0.13150305593991199</c:v>
                </c:pt>
                <c:pt idx="404">
                  <c:v>0.132335139749999</c:v>
                </c:pt>
                <c:pt idx="405">
                  <c:v>0.13353711782608599</c:v>
                </c:pt>
                <c:pt idx="406">
                  <c:v>0.13359287459417099</c:v>
                </c:pt>
                <c:pt idx="407">
                  <c:v>0.13523941437300699</c:v>
                </c:pt>
                <c:pt idx="408">
                  <c:v>0.135815141587628</c:v>
                </c:pt>
                <c:pt idx="409">
                  <c:v>0.13777088602243501</c:v>
                </c:pt>
                <c:pt idx="410">
                  <c:v>0.138119378566433</c:v>
                </c:pt>
                <c:pt idx="411">
                  <c:v>0.13821523583193601</c:v>
                </c:pt>
                <c:pt idx="412">
                  <c:v>0.14098104000836401</c:v>
                </c:pt>
                <c:pt idx="413">
                  <c:v>0.14140339344262201</c:v>
                </c:pt>
                <c:pt idx="414">
                  <c:v>0.14153251517443399</c:v>
                </c:pt>
                <c:pt idx="415">
                  <c:v>0.14198402306071101</c:v>
                </c:pt>
                <c:pt idx="416">
                  <c:v>0.14537172277721599</c:v>
                </c:pt>
                <c:pt idx="417">
                  <c:v>0.147348035489477</c:v>
                </c:pt>
                <c:pt idx="418">
                  <c:v>0.147950984615384</c:v>
                </c:pt>
                <c:pt idx="419">
                  <c:v>0.14917490144246601</c:v>
                </c:pt>
                <c:pt idx="420">
                  <c:v>0.153886984705882</c:v>
                </c:pt>
                <c:pt idx="421">
                  <c:v>0.15458854765624999</c:v>
                </c:pt>
                <c:pt idx="422">
                  <c:v>0.15508593000000001</c:v>
                </c:pt>
                <c:pt idx="423">
                  <c:v>0.155248572538223</c:v>
                </c:pt>
                <c:pt idx="424">
                  <c:v>0.155526842580791</c:v>
                </c:pt>
                <c:pt idx="425">
                  <c:v>0.15913782043707</c:v>
                </c:pt>
                <c:pt idx="426">
                  <c:v>0.16035517966101701</c:v>
                </c:pt>
                <c:pt idx="427">
                  <c:v>0.16110605632738101</c:v>
                </c:pt>
                <c:pt idx="428">
                  <c:v>0.161941709017142</c:v>
                </c:pt>
                <c:pt idx="429">
                  <c:v>0.16457442125806099</c:v>
                </c:pt>
                <c:pt idx="430">
                  <c:v>0.165177268737038</c:v>
                </c:pt>
                <c:pt idx="431">
                  <c:v>0.16539180714285701</c:v>
                </c:pt>
                <c:pt idx="432">
                  <c:v>0.166780247377049</c:v>
                </c:pt>
                <c:pt idx="433">
                  <c:v>0.16735189827509001</c:v>
                </c:pt>
                <c:pt idx="434">
                  <c:v>0.170259548155104</c:v>
                </c:pt>
                <c:pt idx="435">
                  <c:v>0.171271352396694</c:v>
                </c:pt>
                <c:pt idx="436">
                  <c:v>0.17201621238461501</c:v>
                </c:pt>
                <c:pt idx="437">
                  <c:v>0.173069449548861</c:v>
                </c:pt>
                <c:pt idx="438">
                  <c:v>0.177501993288601</c:v>
                </c:pt>
                <c:pt idx="439">
                  <c:v>0.18289595942800299</c:v>
                </c:pt>
                <c:pt idx="440">
                  <c:v>0.18526907484410399</c:v>
                </c:pt>
                <c:pt idx="441">
                  <c:v>0.18673620526315701</c:v>
                </c:pt>
                <c:pt idx="442">
                  <c:v>0.18960463432432401</c:v>
                </c:pt>
                <c:pt idx="443">
                  <c:v>0.19356406000000001</c:v>
                </c:pt>
                <c:pt idx="444">
                  <c:v>0.19594431491803199</c:v>
                </c:pt>
                <c:pt idx="445">
                  <c:v>0.197668536181202</c:v>
                </c:pt>
                <c:pt idx="446">
                  <c:v>0.19948134303846099</c:v>
                </c:pt>
                <c:pt idx="447">
                  <c:v>0.20507845842370701</c:v>
                </c:pt>
                <c:pt idx="448">
                  <c:v>0.209738538916455</c:v>
                </c:pt>
                <c:pt idx="449">
                  <c:v>0.21194182529046199</c:v>
                </c:pt>
                <c:pt idx="450">
                  <c:v>0.215703410041027</c:v>
                </c:pt>
                <c:pt idx="451">
                  <c:v>0.22206275458969901</c:v>
                </c:pt>
                <c:pt idx="452">
                  <c:v>0.224320397543253</c:v>
                </c:pt>
                <c:pt idx="453">
                  <c:v>0.22579276378378299</c:v>
                </c:pt>
                <c:pt idx="454">
                  <c:v>0.22613087013758201</c:v>
                </c:pt>
                <c:pt idx="455">
                  <c:v>0.232945292207792</c:v>
                </c:pt>
                <c:pt idx="456">
                  <c:v>0.236612910714285</c:v>
                </c:pt>
                <c:pt idx="457">
                  <c:v>0.23677872082644599</c:v>
                </c:pt>
                <c:pt idx="458">
                  <c:v>0.238810848581818</c:v>
                </c:pt>
                <c:pt idx="459">
                  <c:v>0.24001648704994399</c:v>
                </c:pt>
                <c:pt idx="460">
                  <c:v>0.24393574607958901</c:v>
                </c:pt>
                <c:pt idx="461">
                  <c:v>0.24540809968421001</c:v>
                </c:pt>
                <c:pt idx="462">
                  <c:v>0.262421910714285</c:v>
                </c:pt>
                <c:pt idx="463">
                  <c:v>0.26920947579999999</c:v>
                </c:pt>
                <c:pt idx="464">
                  <c:v>0.27049401470588202</c:v>
                </c:pt>
                <c:pt idx="465">
                  <c:v>0.27692291773308297</c:v>
                </c:pt>
                <c:pt idx="466">
                  <c:v>0.294105125236513</c:v>
                </c:pt>
                <c:pt idx="467">
                  <c:v>0.31159004194783002</c:v>
                </c:pt>
                <c:pt idx="468">
                  <c:v>0.32051033000000001</c:v>
                </c:pt>
                <c:pt idx="469">
                  <c:v>0.34193046551724099</c:v>
                </c:pt>
                <c:pt idx="470">
                  <c:v>0.34383921451759097</c:v>
                </c:pt>
                <c:pt idx="471">
                  <c:v>0.347837882352941</c:v>
                </c:pt>
                <c:pt idx="472">
                  <c:v>0.36060414608695601</c:v>
                </c:pt>
                <c:pt idx="473">
                  <c:v>0.36923043881420697</c:v>
                </c:pt>
                <c:pt idx="474">
                  <c:v>0.38994800000000002</c:v>
                </c:pt>
                <c:pt idx="475">
                  <c:v>0.39186187857426502</c:v>
                </c:pt>
                <c:pt idx="476">
                  <c:v>0.41981281024042999</c:v>
                </c:pt>
                <c:pt idx="477">
                  <c:v>0.43982043231308598</c:v>
                </c:pt>
                <c:pt idx="478">
                  <c:v>0.45585521518987299</c:v>
                </c:pt>
                <c:pt idx="479">
                  <c:v>0.50588576363636295</c:v>
                </c:pt>
                <c:pt idx="480">
                  <c:v>0.51457973611506702</c:v>
                </c:pt>
                <c:pt idx="481">
                  <c:v>0.52336227272727198</c:v>
                </c:pt>
                <c:pt idx="482">
                  <c:v>0.52503371275619004</c:v>
                </c:pt>
                <c:pt idx="483">
                  <c:v>0.52754959999999995</c:v>
                </c:pt>
                <c:pt idx="484">
                  <c:v>0.55550040377358401</c:v>
                </c:pt>
                <c:pt idx="485">
                  <c:v>0.57306318857142802</c:v>
                </c:pt>
                <c:pt idx="486">
                  <c:v>0.62245647999999998</c:v>
                </c:pt>
                <c:pt idx="487">
                  <c:v>0.83955916302521005</c:v>
                </c:pt>
                <c:pt idx="488">
                  <c:v>0.92841976819007099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818-4262-95D6-B8200B1FDCE7}"/>
            </c:ext>
          </c:extLst>
        </c:ser>
        <c:ser>
          <c:idx val="1"/>
          <c:order val="1"/>
          <c:tx>
            <c:strRef>
              <c:f>'2个游戏单独CDF'!$F$1</c:f>
              <c:strCache>
                <c:ptCount val="1"/>
                <c:pt idx="0">
                  <c:v>SMiTe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'2个游戏单独CDF'!$D$2:$D$490</c:f>
              <c:numCache>
                <c:formatCode>General</c:formatCode>
                <c:ptCount val="489"/>
                <c:pt idx="0">
                  <c:v>2.0408163265306098E-3</c:v>
                </c:pt>
                <c:pt idx="1">
                  <c:v>4.0816326530612197E-3</c:v>
                </c:pt>
                <c:pt idx="2">
                  <c:v>6.1224489795918399E-3</c:v>
                </c:pt>
                <c:pt idx="3">
                  <c:v>8.1632653061224497E-3</c:v>
                </c:pt>
                <c:pt idx="4">
                  <c:v>1.02040816326531E-2</c:v>
                </c:pt>
                <c:pt idx="5">
                  <c:v>1.2244897959183701E-2</c:v>
                </c:pt>
                <c:pt idx="6">
                  <c:v>1.4285714285714299E-2</c:v>
                </c:pt>
                <c:pt idx="7">
                  <c:v>1.6326530612244899E-2</c:v>
                </c:pt>
                <c:pt idx="8">
                  <c:v>1.8367346938775501E-2</c:v>
                </c:pt>
                <c:pt idx="9">
                  <c:v>2.04081632653061E-2</c:v>
                </c:pt>
                <c:pt idx="10">
                  <c:v>2.2448979591836699E-2</c:v>
                </c:pt>
                <c:pt idx="11">
                  <c:v>2.4489795918367301E-2</c:v>
                </c:pt>
                <c:pt idx="12">
                  <c:v>2.6530612244898E-2</c:v>
                </c:pt>
                <c:pt idx="13">
                  <c:v>2.8571428571428598E-2</c:v>
                </c:pt>
                <c:pt idx="14">
                  <c:v>3.06122448979592E-2</c:v>
                </c:pt>
                <c:pt idx="15">
                  <c:v>3.2653061224489799E-2</c:v>
                </c:pt>
                <c:pt idx="16">
                  <c:v>3.4693877551020401E-2</c:v>
                </c:pt>
                <c:pt idx="17">
                  <c:v>3.6734693877551003E-2</c:v>
                </c:pt>
                <c:pt idx="18">
                  <c:v>3.8775510204081598E-2</c:v>
                </c:pt>
                <c:pt idx="19">
                  <c:v>4.08163265306122E-2</c:v>
                </c:pt>
                <c:pt idx="20">
                  <c:v>4.2857142857142802E-2</c:v>
                </c:pt>
                <c:pt idx="21">
                  <c:v>4.4897959183673501E-2</c:v>
                </c:pt>
                <c:pt idx="22">
                  <c:v>4.6938775510204103E-2</c:v>
                </c:pt>
                <c:pt idx="23">
                  <c:v>4.8979591836734698E-2</c:v>
                </c:pt>
                <c:pt idx="24">
                  <c:v>5.10204081632653E-2</c:v>
                </c:pt>
                <c:pt idx="25">
                  <c:v>5.3061224489795902E-2</c:v>
                </c:pt>
                <c:pt idx="26">
                  <c:v>5.5102040816326497E-2</c:v>
                </c:pt>
                <c:pt idx="27">
                  <c:v>5.7142857142857099E-2</c:v>
                </c:pt>
                <c:pt idx="28">
                  <c:v>5.9183673469387701E-2</c:v>
                </c:pt>
                <c:pt idx="29">
                  <c:v>6.1224489795918297E-2</c:v>
                </c:pt>
                <c:pt idx="30">
                  <c:v>6.3265306122448906E-2</c:v>
                </c:pt>
                <c:pt idx="31">
                  <c:v>6.5306122448979501E-2</c:v>
                </c:pt>
                <c:pt idx="32">
                  <c:v>6.7346938775510207E-2</c:v>
                </c:pt>
                <c:pt idx="33">
                  <c:v>6.9387755102040802E-2</c:v>
                </c:pt>
                <c:pt idx="34">
                  <c:v>7.1428571428571397E-2</c:v>
                </c:pt>
                <c:pt idx="35">
                  <c:v>7.3469387755102006E-2</c:v>
                </c:pt>
                <c:pt idx="36">
                  <c:v>7.5510204081632601E-2</c:v>
                </c:pt>
                <c:pt idx="37">
                  <c:v>7.7551020408163196E-2</c:v>
                </c:pt>
                <c:pt idx="38">
                  <c:v>7.9591836734693805E-2</c:v>
                </c:pt>
                <c:pt idx="39">
                  <c:v>8.16326530612244E-2</c:v>
                </c:pt>
                <c:pt idx="40">
                  <c:v>8.3673469387754995E-2</c:v>
                </c:pt>
                <c:pt idx="41">
                  <c:v>8.5714285714285604E-2</c:v>
                </c:pt>
                <c:pt idx="42">
                  <c:v>8.7755102040816199E-2</c:v>
                </c:pt>
                <c:pt idx="43">
                  <c:v>8.9795918367346794E-2</c:v>
                </c:pt>
                <c:pt idx="44">
                  <c:v>9.18367346938775E-2</c:v>
                </c:pt>
                <c:pt idx="45">
                  <c:v>9.3877551020408095E-2</c:v>
                </c:pt>
                <c:pt idx="46">
                  <c:v>9.5918367346938704E-2</c:v>
                </c:pt>
                <c:pt idx="47">
                  <c:v>9.7959183673469299E-2</c:v>
                </c:pt>
                <c:pt idx="48">
                  <c:v>9.9999999999999895E-2</c:v>
                </c:pt>
                <c:pt idx="49">
                  <c:v>0.102040816326531</c:v>
                </c:pt>
                <c:pt idx="50">
                  <c:v>0.104081632653061</c:v>
                </c:pt>
                <c:pt idx="51">
                  <c:v>0.106122448979592</c:v>
                </c:pt>
                <c:pt idx="52">
                  <c:v>0.108163265306122</c:v>
                </c:pt>
                <c:pt idx="53">
                  <c:v>0.11020408163265299</c:v>
                </c:pt>
                <c:pt idx="54">
                  <c:v>0.11224489795918401</c:v>
                </c:pt>
                <c:pt idx="55">
                  <c:v>0.114285714285714</c:v>
                </c:pt>
                <c:pt idx="56">
                  <c:v>0.116326530612245</c:v>
                </c:pt>
                <c:pt idx="57">
                  <c:v>0.118367346938775</c:v>
                </c:pt>
                <c:pt idx="58">
                  <c:v>0.120408163265306</c:v>
                </c:pt>
                <c:pt idx="59">
                  <c:v>0.122448979591837</c:v>
                </c:pt>
                <c:pt idx="60">
                  <c:v>0.12448979591836699</c:v>
                </c:pt>
                <c:pt idx="61">
                  <c:v>0.12653061224489801</c:v>
                </c:pt>
                <c:pt idx="62">
                  <c:v>0.128571428571428</c:v>
                </c:pt>
                <c:pt idx="63">
                  <c:v>0.130612244897959</c:v>
                </c:pt>
                <c:pt idx="64">
                  <c:v>0.13265306122449</c:v>
                </c:pt>
                <c:pt idx="65">
                  <c:v>0.13469387755102</c:v>
                </c:pt>
                <c:pt idx="66">
                  <c:v>0.13673469387755099</c:v>
                </c:pt>
                <c:pt idx="67">
                  <c:v>0.13877551020408099</c:v>
                </c:pt>
                <c:pt idx="68">
                  <c:v>0.14081632653061199</c:v>
                </c:pt>
                <c:pt idx="69">
                  <c:v>0.14285714285714299</c:v>
                </c:pt>
                <c:pt idx="70">
                  <c:v>0.14489795918367299</c:v>
                </c:pt>
                <c:pt idx="71">
                  <c:v>0.14693877551020401</c:v>
                </c:pt>
                <c:pt idx="72">
                  <c:v>0.14897959183673501</c:v>
                </c:pt>
                <c:pt idx="73">
                  <c:v>0.15102040816326501</c:v>
                </c:pt>
                <c:pt idx="74">
                  <c:v>0.15306122448979601</c:v>
                </c:pt>
                <c:pt idx="75">
                  <c:v>0.155102040816326</c:v>
                </c:pt>
                <c:pt idx="76">
                  <c:v>0.157142857142857</c:v>
                </c:pt>
                <c:pt idx="77">
                  <c:v>0.159183673469388</c:v>
                </c:pt>
                <c:pt idx="78">
                  <c:v>0.161224489795918</c:v>
                </c:pt>
                <c:pt idx="79">
                  <c:v>0.16326530612244899</c:v>
                </c:pt>
                <c:pt idx="80">
                  <c:v>0.16530612244897899</c:v>
                </c:pt>
                <c:pt idx="81">
                  <c:v>0.16734693877550999</c:v>
                </c:pt>
                <c:pt idx="82">
                  <c:v>0.16938775510204099</c:v>
                </c:pt>
                <c:pt idx="83">
                  <c:v>0.17142857142857101</c:v>
                </c:pt>
                <c:pt idx="84">
                  <c:v>0.17346938775510201</c:v>
                </c:pt>
                <c:pt idx="85">
                  <c:v>0.17551020408163201</c:v>
                </c:pt>
                <c:pt idx="86">
                  <c:v>0.17755102040816301</c:v>
                </c:pt>
                <c:pt idx="87">
                  <c:v>0.179591836734694</c:v>
                </c:pt>
                <c:pt idx="88">
                  <c:v>0.181632653061224</c:v>
                </c:pt>
                <c:pt idx="89">
                  <c:v>0.183673469387755</c:v>
                </c:pt>
                <c:pt idx="90">
                  <c:v>0.185714285714285</c:v>
                </c:pt>
                <c:pt idx="91">
                  <c:v>0.187755102040816</c:v>
                </c:pt>
                <c:pt idx="92">
                  <c:v>0.18979591836734699</c:v>
                </c:pt>
                <c:pt idx="93">
                  <c:v>0.19183673469387699</c:v>
                </c:pt>
                <c:pt idx="94">
                  <c:v>0.19387755102040799</c:v>
                </c:pt>
                <c:pt idx="95">
                  <c:v>0.19591836734693899</c:v>
                </c:pt>
                <c:pt idx="96">
                  <c:v>0.19795918367346901</c:v>
                </c:pt>
                <c:pt idx="97">
                  <c:v>0.2</c:v>
                </c:pt>
                <c:pt idx="98">
                  <c:v>0.20204081632653001</c:v>
                </c:pt>
                <c:pt idx="99">
                  <c:v>0.20408163265306101</c:v>
                </c:pt>
                <c:pt idx="100">
                  <c:v>0.206122448979592</c:v>
                </c:pt>
                <c:pt idx="101">
                  <c:v>0.208163265306122</c:v>
                </c:pt>
                <c:pt idx="102">
                  <c:v>0.210204081632653</c:v>
                </c:pt>
                <c:pt idx="103">
                  <c:v>0.212244897959183</c:v>
                </c:pt>
                <c:pt idx="104">
                  <c:v>0.214285714285714</c:v>
                </c:pt>
                <c:pt idx="105">
                  <c:v>0.21632653061224499</c:v>
                </c:pt>
                <c:pt idx="106">
                  <c:v>0.21836734693877499</c:v>
                </c:pt>
                <c:pt idx="107">
                  <c:v>0.22040816326530599</c:v>
                </c:pt>
                <c:pt idx="108">
                  <c:v>0.22244897959183599</c:v>
                </c:pt>
                <c:pt idx="109">
                  <c:v>0.22448979591836701</c:v>
                </c:pt>
                <c:pt idx="110">
                  <c:v>0.22653061224489801</c:v>
                </c:pt>
                <c:pt idx="111">
                  <c:v>0.22857142857142801</c:v>
                </c:pt>
                <c:pt idx="112">
                  <c:v>0.23061224489795901</c:v>
                </c:pt>
                <c:pt idx="113">
                  <c:v>0.23265306122448901</c:v>
                </c:pt>
                <c:pt idx="114">
                  <c:v>0.23469387755102</c:v>
                </c:pt>
                <c:pt idx="115">
                  <c:v>0.236734693877551</c:v>
                </c:pt>
                <c:pt idx="116">
                  <c:v>0.238775510204081</c:v>
                </c:pt>
                <c:pt idx="117">
                  <c:v>0.240816326530612</c:v>
                </c:pt>
                <c:pt idx="118">
                  <c:v>0.24285714285714299</c:v>
                </c:pt>
                <c:pt idx="119">
                  <c:v>0.24489795918367299</c:v>
                </c:pt>
                <c:pt idx="120">
                  <c:v>0.24693877551020399</c:v>
                </c:pt>
                <c:pt idx="121">
                  <c:v>0.24897959183673399</c:v>
                </c:pt>
                <c:pt idx="122">
                  <c:v>0.25102040816326499</c:v>
                </c:pt>
                <c:pt idx="123">
                  <c:v>0.25306122448979601</c:v>
                </c:pt>
                <c:pt idx="124">
                  <c:v>0.25510204081632598</c:v>
                </c:pt>
                <c:pt idx="125">
                  <c:v>0.25714285714285701</c:v>
                </c:pt>
                <c:pt idx="126">
                  <c:v>0.25918367346938798</c:v>
                </c:pt>
                <c:pt idx="127">
                  <c:v>0.261224489795918</c:v>
                </c:pt>
                <c:pt idx="128">
                  <c:v>0.26326530612244903</c:v>
                </c:pt>
                <c:pt idx="129">
                  <c:v>0.265306122448979</c:v>
                </c:pt>
                <c:pt idx="130">
                  <c:v>0.26734693877551002</c:v>
                </c:pt>
                <c:pt idx="131">
                  <c:v>0.26938775510204099</c:v>
                </c:pt>
                <c:pt idx="132">
                  <c:v>0.27142857142857102</c:v>
                </c:pt>
                <c:pt idx="133">
                  <c:v>0.27346938775510199</c:v>
                </c:pt>
                <c:pt idx="134">
                  <c:v>0.27551020408163301</c:v>
                </c:pt>
                <c:pt idx="135">
                  <c:v>0.27755102040816299</c:v>
                </c:pt>
                <c:pt idx="136">
                  <c:v>0.27959183673469401</c:v>
                </c:pt>
                <c:pt idx="137">
                  <c:v>0.28163265306122498</c:v>
                </c:pt>
                <c:pt idx="138">
                  <c:v>0.28367346938775501</c:v>
                </c:pt>
                <c:pt idx="139">
                  <c:v>0.28571428571428598</c:v>
                </c:pt>
                <c:pt idx="140">
                  <c:v>0.287755102040816</c:v>
                </c:pt>
                <c:pt idx="141">
                  <c:v>0.28979591836734703</c:v>
                </c:pt>
                <c:pt idx="142">
                  <c:v>0.291836734693878</c:v>
                </c:pt>
                <c:pt idx="143">
                  <c:v>0.29387755102040802</c:v>
                </c:pt>
                <c:pt idx="144">
                  <c:v>0.29591836734693899</c:v>
                </c:pt>
                <c:pt idx="145">
                  <c:v>0.29795918367347002</c:v>
                </c:pt>
                <c:pt idx="146">
                  <c:v>0.3</c:v>
                </c:pt>
                <c:pt idx="147">
                  <c:v>0.30204081632653101</c:v>
                </c:pt>
                <c:pt idx="148">
                  <c:v>0.30408163265306198</c:v>
                </c:pt>
                <c:pt idx="149">
                  <c:v>0.30612244897959201</c:v>
                </c:pt>
                <c:pt idx="150">
                  <c:v>0.30816326530612298</c:v>
                </c:pt>
                <c:pt idx="151">
                  <c:v>0.31020408163265301</c:v>
                </c:pt>
                <c:pt idx="152">
                  <c:v>0.31224489795918398</c:v>
                </c:pt>
                <c:pt idx="153">
                  <c:v>0.314285714285715</c:v>
                </c:pt>
                <c:pt idx="154">
                  <c:v>0.31632653061224503</c:v>
                </c:pt>
                <c:pt idx="155">
                  <c:v>0.318367346938776</c:v>
                </c:pt>
                <c:pt idx="156">
                  <c:v>0.32040816326530702</c:v>
                </c:pt>
                <c:pt idx="157">
                  <c:v>0.32244897959183699</c:v>
                </c:pt>
                <c:pt idx="158">
                  <c:v>0.32448979591836802</c:v>
                </c:pt>
                <c:pt idx="159">
                  <c:v>0.32653061224489899</c:v>
                </c:pt>
                <c:pt idx="160">
                  <c:v>0.32857142857142901</c:v>
                </c:pt>
                <c:pt idx="161">
                  <c:v>0.33061224489795998</c:v>
                </c:pt>
                <c:pt idx="162">
                  <c:v>0.33265306122449001</c:v>
                </c:pt>
                <c:pt idx="163">
                  <c:v>0.33469387755102098</c:v>
                </c:pt>
                <c:pt idx="164">
                  <c:v>0.336734693877552</c:v>
                </c:pt>
                <c:pt idx="165">
                  <c:v>0.33877551020408198</c:v>
                </c:pt>
                <c:pt idx="166">
                  <c:v>0.340816326530613</c:v>
                </c:pt>
                <c:pt idx="167">
                  <c:v>0.34285714285714403</c:v>
                </c:pt>
                <c:pt idx="168">
                  <c:v>0.344897959183674</c:v>
                </c:pt>
                <c:pt idx="169">
                  <c:v>0.34693877551020502</c:v>
                </c:pt>
                <c:pt idx="170">
                  <c:v>0.34897959183673599</c:v>
                </c:pt>
                <c:pt idx="171">
                  <c:v>0.35102040816326602</c:v>
                </c:pt>
                <c:pt idx="172">
                  <c:v>0.35306122448979699</c:v>
                </c:pt>
                <c:pt idx="173">
                  <c:v>0.35510204081632701</c:v>
                </c:pt>
                <c:pt idx="174">
                  <c:v>0.35714285714285798</c:v>
                </c:pt>
                <c:pt idx="175">
                  <c:v>0.35918367346938901</c:v>
                </c:pt>
                <c:pt idx="176">
                  <c:v>0.36122448979591898</c:v>
                </c:pt>
                <c:pt idx="177">
                  <c:v>0.36326530612245</c:v>
                </c:pt>
                <c:pt idx="178">
                  <c:v>0.36530612244898097</c:v>
                </c:pt>
                <c:pt idx="179">
                  <c:v>0.367346938775511</c:v>
                </c:pt>
                <c:pt idx="180">
                  <c:v>0.36938775510204203</c:v>
                </c:pt>
                <c:pt idx="181">
                  <c:v>0.371428571428573</c:v>
                </c:pt>
                <c:pt idx="182">
                  <c:v>0.37346938775510302</c:v>
                </c:pt>
                <c:pt idx="183">
                  <c:v>0.37551020408163399</c:v>
                </c:pt>
                <c:pt idx="184">
                  <c:v>0.37755102040816402</c:v>
                </c:pt>
                <c:pt idx="185">
                  <c:v>0.37959183673469499</c:v>
                </c:pt>
                <c:pt idx="186">
                  <c:v>0.38163265306122601</c:v>
                </c:pt>
                <c:pt idx="187">
                  <c:v>0.38367346938775598</c:v>
                </c:pt>
                <c:pt idx="188">
                  <c:v>0.38571428571428701</c:v>
                </c:pt>
                <c:pt idx="189">
                  <c:v>0.38775510204081798</c:v>
                </c:pt>
                <c:pt idx="190">
                  <c:v>0.389795918367348</c:v>
                </c:pt>
                <c:pt idx="191">
                  <c:v>0.39183673469387897</c:v>
                </c:pt>
                <c:pt idx="192">
                  <c:v>0.39387755102041</c:v>
                </c:pt>
                <c:pt idx="193">
                  <c:v>0.39591836734694003</c:v>
                </c:pt>
                <c:pt idx="194">
                  <c:v>0.397959183673471</c:v>
                </c:pt>
                <c:pt idx="195">
                  <c:v>0.40000000000000102</c:v>
                </c:pt>
                <c:pt idx="196">
                  <c:v>0.40204081632653199</c:v>
                </c:pt>
                <c:pt idx="197">
                  <c:v>0.40408163265306302</c:v>
                </c:pt>
                <c:pt idx="198">
                  <c:v>0.40612244897959299</c:v>
                </c:pt>
                <c:pt idx="199">
                  <c:v>0.40816326530612401</c:v>
                </c:pt>
                <c:pt idx="200">
                  <c:v>0.41020408163265498</c:v>
                </c:pt>
                <c:pt idx="201">
                  <c:v>0.41224489795918501</c:v>
                </c:pt>
                <c:pt idx="202">
                  <c:v>0.41428571428571598</c:v>
                </c:pt>
                <c:pt idx="203">
                  <c:v>0.416326530612247</c:v>
                </c:pt>
                <c:pt idx="204">
                  <c:v>0.41836734693877697</c:v>
                </c:pt>
                <c:pt idx="205">
                  <c:v>0.420408163265308</c:v>
                </c:pt>
                <c:pt idx="206">
                  <c:v>0.42244897959183803</c:v>
                </c:pt>
                <c:pt idx="207">
                  <c:v>0.424489795918369</c:v>
                </c:pt>
                <c:pt idx="208">
                  <c:v>0.42653061224490002</c:v>
                </c:pt>
                <c:pt idx="209">
                  <c:v>0.42857142857142999</c:v>
                </c:pt>
                <c:pt idx="210">
                  <c:v>0.43061224489796102</c:v>
                </c:pt>
                <c:pt idx="211">
                  <c:v>0.43265306122449199</c:v>
                </c:pt>
                <c:pt idx="212">
                  <c:v>0.43469387755102201</c:v>
                </c:pt>
                <c:pt idx="213">
                  <c:v>0.43673469387755298</c:v>
                </c:pt>
                <c:pt idx="214">
                  <c:v>0.43877551020408401</c:v>
                </c:pt>
                <c:pt idx="215">
                  <c:v>0.44081632653061398</c:v>
                </c:pt>
                <c:pt idx="216">
                  <c:v>0.442857142857145</c:v>
                </c:pt>
                <c:pt idx="217">
                  <c:v>0.44489795918367497</c:v>
                </c:pt>
                <c:pt idx="218">
                  <c:v>0.446938775510206</c:v>
                </c:pt>
                <c:pt idx="219">
                  <c:v>0.44897959183673702</c:v>
                </c:pt>
                <c:pt idx="220">
                  <c:v>0.45102040816326699</c:v>
                </c:pt>
                <c:pt idx="221">
                  <c:v>0.45306122448979802</c:v>
                </c:pt>
                <c:pt idx="222">
                  <c:v>0.45510204081632899</c:v>
                </c:pt>
                <c:pt idx="223">
                  <c:v>0.45714285714285902</c:v>
                </c:pt>
                <c:pt idx="224">
                  <c:v>0.45918367346938999</c:v>
                </c:pt>
                <c:pt idx="225">
                  <c:v>0.46122448979592101</c:v>
                </c:pt>
                <c:pt idx="226">
                  <c:v>0.46326530612245098</c:v>
                </c:pt>
                <c:pt idx="227">
                  <c:v>0.46530612244898201</c:v>
                </c:pt>
                <c:pt idx="228">
                  <c:v>0.46734693877551198</c:v>
                </c:pt>
                <c:pt idx="229">
                  <c:v>0.469387755102043</c:v>
                </c:pt>
                <c:pt idx="230">
                  <c:v>0.47142857142857397</c:v>
                </c:pt>
                <c:pt idx="231">
                  <c:v>0.473469387755104</c:v>
                </c:pt>
                <c:pt idx="232">
                  <c:v>0.47551020408163502</c:v>
                </c:pt>
                <c:pt idx="233">
                  <c:v>0.47755102040816599</c:v>
                </c:pt>
                <c:pt idx="234">
                  <c:v>0.47959183673469602</c:v>
                </c:pt>
                <c:pt idx="235">
                  <c:v>0.48163265306122699</c:v>
                </c:pt>
                <c:pt idx="236">
                  <c:v>0.48367346938775801</c:v>
                </c:pt>
                <c:pt idx="237">
                  <c:v>0.48571428571428799</c:v>
                </c:pt>
                <c:pt idx="238">
                  <c:v>0.48775510204081901</c:v>
                </c:pt>
                <c:pt idx="239">
                  <c:v>0.48979591836734898</c:v>
                </c:pt>
                <c:pt idx="240">
                  <c:v>0.49183673469388001</c:v>
                </c:pt>
                <c:pt idx="241">
                  <c:v>0.49387755102041098</c:v>
                </c:pt>
                <c:pt idx="242">
                  <c:v>0.495918367346941</c:v>
                </c:pt>
                <c:pt idx="243">
                  <c:v>0.49795918367347197</c:v>
                </c:pt>
                <c:pt idx="244">
                  <c:v>0.500000000000003</c:v>
                </c:pt>
                <c:pt idx="245">
                  <c:v>0.50204081632653297</c:v>
                </c:pt>
                <c:pt idx="246">
                  <c:v>0.50408163265306405</c:v>
                </c:pt>
                <c:pt idx="247">
                  <c:v>0.50612244897959502</c:v>
                </c:pt>
                <c:pt idx="248">
                  <c:v>0.50816326530612499</c:v>
                </c:pt>
                <c:pt idx="249">
                  <c:v>0.51020408163265596</c:v>
                </c:pt>
                <c:pt idx="250">
                  <c:v>0.51224489795918604</c:v>
                </c:pt>
                <c:pt idx="251">
                  <c:v>0.51428571428571701</c:v>
                </c:pt>
                <c:pt idx="252">
                  <c:v>0.51632653061224798</c:v>
                </c:pt>
                <c:pt idx="253">
                  <c:v>0.51836734693877795</c:v>
                </c:pt>
                <c:pt idx="254">
                  <c:v>0.52040816326530903</c:v>
                </c:pt>
                <c:pt idx="255">
                  <c:v>0.52244897959184</c:v>
                </c:pt>
                <c:pt idx="256">
                  <c:v>0.52448979591836997</c:v>
                </c:pt>
                <c:pt idx="257">
                  <c:v>0.52653061224490105</c:v>
                </c:pt>
                <c:pt idx="258">
                  <c:v>0.52857142857143202</c:v>
                </c:pt>
                <c:pt idx="259">
                  <c:v>0.53061224489796199</c:v>
                </c:pt>
                <c:pt idx="260">
                  <c:v>0.53265306122449296</c:v>
                </c:pt>
                <c:pt idx="261">
                  <c:v>0.53469387755102304</c:v>
                </c:pt>
                <c:pt idx="262">
                  <c:v>0.53673469387755401</c:v>
                </c:pt>
                <c:pt idx="263">
                  <c:v>0.53877551020408498</c:v>
                </c:pt>
                <c:pt idx="264">
                  <c:v>0.54081632653061495</c:v>
                </c:pt>
                <c:pt idx="265">
                  <c:v>0.54285714285714604</c:v>
                </c:pt>
                <c:pt idx="266">
                  <c:v>0.54489795918367701</c:v>
                </c:pt>
                <c:pt idx="267">
                  <c:v>0.54693877551020698</c:v>
                </c:pt>
                <c:pt idx="268">
                  <c:v>0.54897959183673795</c:v>
                </c:pt>
                <c:pt idx="269">
                  <c:v>0.55102040816326903</c:v>
                </c:pt>
                <c:pt idx="270">
                  <c:v>0.553061224489799</c:v>
                </c:pt>
                <c:pt idx="271">
                  <c:v>0.55510204081632997</c:v>
                </c:pt>
                <c:pt idx="272">
                  <c:v>0.55714285714286005</c:v>
                </c:pt>
                <c:pt idx="273">
                  <c:v>0.55918367346939102</c:v>
                </c:pt>
                <c:pt idx="274">
                  <c:v>0.56122448979592199</c:v>
                </c:pt>
                <c:pt idx="275">
                  <c:v>0.56326530612245196</c:v>
                </c:pt>
                <c:pt idx="276">
                  <c:v>0.56530612244898304</c:v>
                </c:pt>
                <c:pt idx="277">
                  <c:v>0.56734693877551401</c:v>
                </c:pt>
                <c:pt idx="278">
                  <c:v>0.56938775510204398</c:v>
                </c:pt>
                <c:pt idx="279">
                  <c:v>0.57142857142857495</c:v>
                </c:pt>
                <c:pt idx="280">
                  <c:v>0.57346938775510603</c:v>
                </c:pt>
                <c:pt idx="281">
                  <c:v>0.575510204081636</c:v>
                </c:pt>
                <c:pt idx="282">
                  <c:v>0.57755102040816697</c:v>
                </c:pt>
                <c:pt idx="283">
                  <c:v>0.57959183673469705</c:v>
                </c:pt>
                <c:pt idx="284">
                  <c:v>0.58163265306122802</c:v>
                </c:pt>
                <c:pt idx="285">
                  <c:v>0.58367346938775899</c:v>
                </c:pt>
                <c:pt idx="286">
                  <c:v>0.58571428571428896</c:v>
                </c:pt>
                <c:pt idx="287">
                  <c:v>0.58775510204082004</c:v>
                </c:pt>
                <c:pt idx="288">
                  <c:v>0.58979591836735101</c:v>
                </c:pt>
                <c:pt idx="289">
                  <c:v>0.59183673469388098</c:v>
                </c:pt>
                <c:pt idx="290">
                  <c:v>0.59387755102041195</c:v>
                </c:pt>
                <c:pt idx="291">
                  <c:v>0.59591836734694303</c:v>
                </c:pt>
                <c:pt idx="292">
                  <c:v>0.597959183673473</c:v>
                </c:pt>
                <c:pt idx="293">
                  <c:v>0.60000000000000397</c:v>
                </c:pt>
                <c:pt idx="294">
                  <c:v>0.60204081632653506</c:v>
                </c:pt>
                <c:pt idx="295">
                  <c:v>0.60408163265306503</c:v>
                </c:pt>
                <c:pt idx="296">
                  <c:v>0.606122448979596</c:v>
                </c:pt>
                <c:pt idx="297">
                  <c:v>0.60816326530612597</c:v>
                </c:pt>
                <c:pt idx="298">
                  <c:v>0.61020408163265705</c:v>
                </c:pt>
                <c:pt idx="299">
                  <c:v>0.61224489795918802</c:v>
                </c:pt>
                <c:pt idx="300">
                  <c:v>0.61428571428571799</c:v>
                </c:pt>
                <c:pt idx="301">
                  <c:v>0.61632653061224896</c:v>
                </c:pt>
                <c:pt idx="302">
                  <c:v>0.61836734693878004</c:v>
                </c:pt>
                <c:pt idx="303">
                  <c:v>0.62040816326531001</c:v>
                </c:pt>
                <c:pt idx="304">
                  <c:v>0.62244897959184098</c:v>
                </c:pt>
                <c:pt idx="305">
                  <c:v>0.62448979591837195</c:v>
                </c:pt>
                <c:pt idx="306">
                  <c:v>0.62653061224490203</c:v>
                </c:pt>
                <c:pt idx="307">
                  <c:v>0.628571428571433</c:v>
                </c:pt>
                <c:pt idx="308">
                  <c:v>0.63061224489796297</c:v>
                </c:pt>
                <c:pt idx="309">
                  <c:v>0.63265306122449405</c:v>
                </c:pt>
                <c:pt idx="310">
                  <c:v>0.63469387755102502</c:v>
                </c:pt>
                <c:pt idx="311">
                  <c:v>0.63673469387755499</c:v>
                </c:pt>
                <c:pt idx="312">
                  <c:v>0.63877551020408596</c:v>
                </c:pt>
                <c:pt idx="313">
                  <c:v>0.64081632653061704</c:v>
                </c:pt>
                <c:pt idx="314">
                  <c:v>0.64285714285714701</c:v>
                </c:pt>
                <c:pt idx="315">
                  <c:v>0.64489795918367798</c:v>
                </c:pt>
                <c:pt idx="316">
                  <c:v>0.64693877551020895</c:v>
                </c:pt>
                <c:pt idx="317">
                  <c:v>0.64897959183673903</c:v>
                </c:pt>
                <c:pt idx="318">
                  <c:v>0.65102040816327</c:v>
                </c:pt>
                <c:pt idx="319">
                  <c:v>0.65306122448979997</c:v>
                </c:pt>
                <c:pt idx="320">
                  <c:v>0.65510204081633105</c:v>
                </c:pt>
                <c:pt idx="321">
                  <c:v>0.65714285714286202</c:v>
                </c:pt>
                <c:pt idx="322">
                  <c:v>0.659183673469392</c:v>
                </c:pt>
                <c:pt idx="323">
                  <c:v>0.66122448979592297</c:v>
                </c:pt>
                <c:pt idx="324">
                  <c:v>0.66326530612245405</c:v>
                </c:pt>
                <c:pt idx="325">
                  <c:v>0.66530612244898402</c:v>
                </c:pt>
                <c:pt idx="326">
                  <c:v>0.66734693877551499</c:v>
                </c:pt>
                <c:pt idx="327">
                  <c:v>0.66938775510204596</c:v>
                </c:pt>
                <c:pt idx="328">
                  <c:v>0.67142857142857604</c:v>
                </c:pt>
                <c:pt idx="329">
                  <c:v>0.67346938775510701</c:v>
                </c:pt>
                <c:pt idx="330">
                  <c:v>0.67551020408163698</c:v>
                </c:pt>
                <c:pt idx="331">
                  <c:v>0.67755102040816795</c:v>
                </c:pt>
                <c:pt idx="332">
                  <c:v>0.67959183673469903</c:v>
                </c:pt>
                <c:pt idx="333">
                  <c:v>0.681632653061229</c:v>
                </c:pt>
                <c:pt idx="334">
                  <c:v>0.68367346938775997</c:v>
                </c:pt>
                <c:pt idx="335">
                  <c:v>0.68571428571429105</c:v>
                </c:pt>
                <c:pt idx="336">
                  <c:v>0.68775510204082102</c:v>
                </c:pt>
                <c:pt idx="337">
                  <c:v>0.68979591836735199</c:v>
                </c:pt>
                <c:pt idx="338">
                  <c:v>0.69183673469388296</c:v>
                </c:pt>
                <c:pt idx="339">
                  <c:v>0.69387755102041304</c:v>
                </c:pt>
                <c:pt idx="340">
                  <c:v>0.69591836734694401</c:v>
                </c:pt>
                <c:pt idx="341">
                  <c:v>0.69795918367347398</c:v>
                </c:pt>
                <c:pt idx="342">
                  <c:v>0.70000000000000495</c:v>
                </c:pt>
                <c:pt idx="343">
                  <c:v>0.70204081632653603</c:v>
                </c:pt>
                <c:pt idx="344">
                  <c:v>0.704081632653066</c:v>
                </c:pt>
                <c:pt idx="345">
                  <c:v>0.70612244897959697</c:v>
                </c:pt>
                <c:pt idx="346">
                  <c:v>0.70816326530612805</c:v>
                </c:pt>
                <c:pt idx="347">
                  <c:v>0.71020408163265802</c:v>
                </c:pt>
                <c:pt idx="348">
                  <c:v>0.71224489795918899</c:v>
                </c:pt>
                <c:pt idx="349">
                  <c:v>0.71428571428571996</c:v>
                </c:pt>
                <c:pt idx="350">
                  <c:v>0.71632653061225005</c:v>
                </c:pt>
                <c:pt idx="351">
                  <c:v>0.71836734693878102</c:v>
                </c:pt>
                <c:pt idx="352">
                  <c:v>0.72040816326531099</c:v>
                </c:pt>
                <c:pt idx="353">
                  <c:v>0.72244897959184196</c:v>
                </c:pt>
                <c:pt idx="354">
                  <c:v>0.72448979591837304</c:v>
                </c:pt>
                <c:pt idx="355">
                  <c:v>0.72653061224490301</c:v>
                </c:pt>
                <c:pt idx="356">
                  <c:v>0.72857142857143398</c:v>
                </c:pt>
                <c:pt idx="357">
                  <c:v>0.73061224489796495</c:v>
                </c:pt>
                <c:pt idx="358">
                  <c:v>0.73265306122449503</c:v>
                </c:pt>
                <c:pt idx="359">
                  <c:v>0.734693877551026</c:v>
                </c:pt>
                <c:pt idx="360">
                  <c:v>0.73673469387755697</c:v>
                </c:pt>
                <c:pt idx="361">
                  <c:v>0.73877551020408705</c:v>
                </c:pt>
                <c:pt idx="362">
                  <c:v>0.74081632653061802</c:v>
                </c:pt>
                <c:pt idx="363">
                  <c:v>0.74285714285714799</c:v>
                </c:pt>
                <c:pt idx="364">
                  <c:v>0.74489795918367896</c:v>
                </c:pt>
                <c:pt idx="365">
                  <c:v>0.74693877551021004</c:v>
                </c:pt>
                <c:pt idx="366">
                  <c:v>0.74897959183674001</c:v>
                </c:pt>
                <c:pt idx="367">
                  <c:v>0.75102040816327098</c:v>
                </c:pt>
                <c:pt idx="368">
                  <c:v>0.75306122448980195</c:v>
                </c:pt>
                <c:pt idx="369">
                  <c:v>0.75510204081633203</c:v>
                </c:pt>
                <c:pt idx="370">
                  <c:v>0.757142857142863</c:v>
                </c:pt>
                <c:pt idx="371">
                  <c:v>0.75918367346939397</c:v>
                </c:pt>
                <c:pt idx="372">
                  <c:v>0.76122448979592405</c:v>
                </c:pt>
                <c:pt idx="373">
                  <c:v>0.76326530612245502</c:v>
                </c:pt>
                <c:pt idx="374">
                  <c:v>0.76530612244898499</c:v>
                </c:pt>
                <c:pt idx="375">
                  <c:v>0.76734693877551596</c:v>
                </c:pt>
                <c:pt idx="376">
                  <c:v>0.76938775510204704</c:v>
                </c:pt>
                <c:pt idx="377">
                  <c:v>0.77142857142857701</c:v>
                </c:pt>
                <c:pt idx="378">
                  <c:v>0.77346938775510798</c:v>
                </c:pt>
                <c:pt idx="379">
                  <c:v>0.77551020408163895</c:v>
                </c:pt>
                <c:pt idx="380">
                  <c:v>0.77755102040816904</c:v>
                </c:pt>
                <c:pt idx="381">
                  <c:v>0.77959183673470001</c:v>
                </c:pt>
                <c:pt idx="382">
                  <c:v>0.78163265306123098</c:v>
                </c:pt>
                <c:pt idx="383">
                  <c:v>0.78367346938776095</c:v>
                </c:pt>
                <c:pt idx="384">
                  <c:v>0.78571428571429203</c:v>
                </c:pt>
                <c:pt idx="385">
                  <c:v>0.787755102040822</c:v>
                </c:pt>
                <c:pt idx="386">
                  <c:v>0.78979591836735297</c:v>
                </c:pt>
                <c:pt idx="387">
                  <c:v>0.79183673469388405</c:v>
                </c:pt>
                <c:pt idx="388">
                  <c:v>0.79387755102041402</c:v>
                </c:pt>
                <c:pt idx="389">
                  <c:v>0.79591836734694499</c:v>
                </c:pt>
                <c:pt idx="390">
                  <c:v>0.79795918367347596</c:v>
                </c:pt>
                <c:pt idx="391">
                  <c:v>0.80000000000000604</c:v>
                </c:pt>
                <c:pt idx="392">
                  <c:v>0.80204081632653701</c:v>
                </c:pt>
                <c:pt idx="393">
                  <c:v>0.80408163265306798</c:v>
                </c:pt>
                <c:pt idx="394">
                  <c:v>0.80612244897959795</c:v>
                </c:pt>
                <c:pt idx="395">
                  <c:v>0.80816326530612903</c:v>
                </c:pt>
                <c:pt idx="396">
                  <c:v>0.810204081632659</c:v>
                </c:pt>
                <c:pt idx="397">
                  <c:v>0.81224489795918997</c:v>
                </c:pt>
                <c:pt idx="398">
                  <c:v>0.81428571428572105</c:v>
                </c:pt>
                <c:pt idx="399">
                  <c:v>0.81632653061225102</c:v>
                </c:pt>
                <c:pt idx="400">
                  <c:v>0.81836734693878199</c:v>
                </c:pt>
                <c:pt idx="401">
                  <c:v>0.82040816326531296</c:v>
                </c:pt>
                <c:pt idx="402">
                  <c:v>0.82244897959184304</c:v>
                </c:pt>
                <c:pt idx="403">
                  <c:v>0.82448979591837401</c:v>
                </c:pt>
                <c:pt idx="404">
                  <c:v>0.82653061224490498</c:v>
                </c:pt>
                <c:pt idx="405">
                  <c:v>0.82857142857143495</c:v>
                </c:pt>
                <c:pt idx="406">
                  <c:v>0.83061224489796603</c:v>
                </c:pt>
                <c:pt idx="407">
                  <c:v>0.83265306122449601</c:v>
                </c:pt>
                <c:pt idx="408">
                  <c:v>0.83469387755102697</c:v>
                </c:pt>
                <c:pt idx="409">
                  <c:v>0.83673469387755794</c:v>
                </c:pt>
                <c:pt idx="410">
                  <c:v>0.83877551020408803</c:v>
                </c:pt>
                <c:pt idx="411">
                  <c:v>0.840816326530619</c:v>
                </c:pt>
                <c:pt idx="412">
                  <c:v>0.84285714285714997</c:v>
                </c:pt>
                <c:pt idx="413">
                  <c:v>0.84489795918368005</c:v>
                </c:pt>
                <c:pt idx="414">
                  <c:v>0.84693877551021102</c:v>
                </c:pt>
                <c:pt idx="415">
                  <c:v>0.84897959183674199</c:v>
                </c:pt>
                <c:pt idx="416">
                  <c:v>0.85102040816327196</c:v>
                </c:pt>
                <c:pt idx="417">
                  <c:v>0.85306122448980304</c:v>
                </c:pt>
                <c:pt idx="418">
                  <c:v>0.85510204081633301</c:v>
                </c:pt>
                <c:pt idx="419">
                  <c:v>0.85714285714286398</c:v>
                </c:pt>
                <c:pt idx="420">
                  <c:v>0.85918367346939495</c:v>
                </c:pt>
                <c:pt idx="421">
                  <c:v>0.86122448979592503</c:v>
                </c:pt>
                <c:pt idx="422">
                  <c:v>0.863265306122456</c:v>
                </c:pt>
                <c:pt idx="423">
                  <c:v>0.86530612244898697</c:v>
                </c:pt>
                <c:pt idx="424">
                  <c:v>0.86734693877551705</c:v>
                </c:pt>
                <c:pt idx="425">
                  <c:v>0.86938775510204802</c:v>
                </c:pt>
                <c:pt idx="426">
                  <c:v>0.87142857142857899</c:v>
                </c:pt>
                <c:pt idx="427">
                  <c:v>0.87346938775510896</c:v>
                </c:pt>
                <c:pt idx="428">
                  <c:v>0.87551020408164004</c:v>
                </c:pt>
                <c:pt idx="429">
                  <c:v>0.87755102040817001</c:v>
                </c:pt>
                <c:pt idx="430">
                  <c:v>0.87959183673470098</c:v>
                </c:pt>
                <c:pt idx="431">
                  <c:v>0.88163265306123195</c:v>
                </c:pt>
                <c:pt idx="432">
                  <c:v>0.88367346938776203</c:v>
                </c:pt>
                <c:pt idx="433">
                  <c:v>0.885714285714293</c:v>
                </c:pt>
                <c:pt idx="434">
                  <c:v>0.88775510204082397</c:v>
                </c:pt>
                <c:pt idx="435">
                  <c:v>0.88979591836735406</c:v>
                </c:pt>
                <c:pt idx="436">
                  <c:v>0.89183673469388502</c:v>
                </c:pt>
                <c:pt idx="437">
                  <c:v>0.89387755102041599</c:v>
                </c:pt>
                <c:pt idx="438">
                  <c:v>0.89591836734694597</c:v>
                </c:pt>
                <c:pt idx="439">
                  <c:v>0.89795918367347705</c:v>
                </c:pt>
                <c:pt idx="440">
                  <c:v>0.90000000000000702</c:v>
                </c:pt>
                <c:pt idx="441">
                  <c:v>0.90204081632653799</c:v>
                </c:pt>
                <c:pt idx="442">
                  <c:v>0.90408163265306896</c:v>
                </c:pt>
                <c:pt idx="443">
                  <c:v>0.90612244897959904</c:v>
                </c:pt>
                <c:pt idx="444">
                  <c:v>0.90816326530613001</c:v>
                </c:pt>
                <c:pt idx="445">
                  <c:v>0.91020408163266098</c:v>
                </c:pt>
                <c:pt idx="446">
                  <c:v>0.91224489795919095</c:v>
                </c:pt>
                <c:pt idx="447">
                  <c:v>0.91428571428572203</c:v>
                </c:pt>
                <c:pt idx="448">
                  <c:v>0.916326530612253</c:v>
                </c:pt>
                <c:pt idx="449">
                  <c:v>0.91836734693878297</c:v>
                </c:pt>
                <c:pt idx="450">
                  <c:v>0.92040816326531405</c:v>
                </c:pt>
                <c:pt idx="451">
                  <c:v>0.92244897959184402</c:v>
                </c:pt>
                <c:pt idx="452">
                  <c:v>0.92448979591837499</c:v>
                </c:pt>
                <c:pt idx="453">
                  <c:v>0.92653061224490596</c:v>
                </c:pt>
                <c:pt idx="454">
                  <c:v>0.92857142857143604</c:v>
                </c:pt>
                <c:pt idx="455">
                  <c:v>0.93061224489796701</c:v>
                </c:pt>
                <c:pt idx="456">
                  <c:v>0.93265306122449798</c:v>
                </c:pt>
                <c:pt idx="457">
                  <c:v>0.93469387755102795</c:v>
                </c:pt>
                <c:pt idx="458">
                  <c:v>0.93673469387755903</c:v>
                </c:pt>
                <c:pt idx="459">
                  <c:v>0.93877551020409</c:v>
                </c:pt>
                <c:pt idx="460">
                  <c:v>0.94081632653061997</c:v>
                </c:pt>
                <c:pt idx="461">
                  <c:v>0.94285714285715105</c:v>
                </c:pt>
                <c:pt idx="462">
                  <c:v>0.94489795918368102</c:v>
                </c:pt>
                <c:pt idx="463">
                  <c:v>0.94693877551021199</c:v>
                </c:pt>
                <c:pt idx="464">
                  <c:v>0.94897959183674296</c:v>
                </c:pt>
                <c:pt idx="465">
                  <c:v>0.95102040816327305</c:v>
                </c:pt>
                <c:pt idx="466">
                  <c:v>0.95306122448980402</c:v>
                </c:pt>
                <c:pt idx="467">
                  <c:v>0.95510204081633499</c:v>
                </c:pt>
                <c:pt idx="468">
                  <c:v>0.95714285714286496</c:v>
                </c:pt>
                <c:pt idx="469">
                  <c:v>0.95918367346939604</c:v>
                </c:pt>
                <c:pt idx="470">
                  <c:v>0.96122448979592701</c:v>
                </c:pt>
                <c:pt idx="471">
                  <c:v>0.96326530612245698</c:v>
                </c:pt>
                <c:pt idx="472">
                  <c:v>0.96530612244898795</c:v>
                </c:pt>
                <c:pt idx="473">
                  <c:v>0.96734693877551803</c:v>
                </c:pt>
                <c:pt idx="474">
                  <c:v>0.969387755102049</c:v>
                </c:pt>
                <c:pt idx="475">
                  <c:v>0.97142857142857997</c:v>
                </c:pt>
                <c:pt idx="476">
                  <c:v>0.97346938775511005</c:v>
                </c:pt>
                <c:pt idx="477">
                  <c:v>0.97551020408164102</c:v>
                </c:pt>
                <c:pt idx="478">
                  <c:v>0.97755102040817199</c:v>
                </c:pt>
                <c:pt idx="479">
                  <c:v>0.97959183673470196</c:v>
                </c:pt>
                <c:pt idx="480">
                  <c:v>0.98163265306123304</c:v>
                </c:pt>
                <c:pt idx="481">
                  <c:v>0.98367346938776401</c:v>
                </c:pt>
                <c:pt idx="482">
                  <c:v>0.98571428571429398</c:v>
                </c:pt>
                <c:pt idx="483">
                  <c:v>0.98775510204082495</c:v>
                </c:pt>
                <c:pt idx="484">
                  <c:v>0.98979591836735503</c:v>
                </c:pt>
                <c:pt idx="485">
                  <c:v>0.991836734693886</c:v>
                </c:pt>
                <c:pt idx="486">
                  <c:v>0.99387755102041697</c:v>
                </c:pt>
                <c:pt idx="487">
                  <c:v>0.99591836734694705</c:v>
                </c:pt>
                <c:pt idx="488">
                  <c:v>0.99795918367347802</c:v>
                </c:pt>
              </c:numCache>
            </c:numRef>
          </c:xVal>
          <c:yVal>
            <c:numRef>
              <c:f>'2个游戏单独CDF'!$F$2:$F$490</c:f>
              <c:numCache>
                <c:formatCode>General</c:formatCode>
                <c:ptCount val="489"/>
                <c:pt idx="0">
                  <c:v>8.7831012658165199E-5</c:v>
                </c:pt>
                <c:pt idx="1">
                  <c:v>3.3499999999998901E-4</c:v>
                </c:pt>
                <c:pt idx="2">
                  <c:v>1.3248421052631601E-3</c:v>
                </c:pt>
                <c:pt idx="3">
                  <c:v>2.3619258139534198E-3</c:v>
                </c:pt>
                <c:pt idx="4">
                  <c:v>2.8361000000001499E-3</c:v>
                </c:pt>
                <c:pt idx="5">
                  <c:v>2.8795151515151498E-3</c:v>
                </c:pt>
                <c:pt idx="6">
                  <c:v>2.9295499999998698E-3</c:v>
                </c:pt>
                <c:pt idx="7">
                  <c:v>3.15992715231786E-3</c:v>
                </c:pt>
                <c:pt idx="8">
                  <c:v>4.34004857142867E-3</c:v>
                </c:pt>
                <c:pt idx="9">
                  <c:v>4.7280000000000698E-3</c:v>
                </c:pt>
                <c:pt idx="10">
                  <c:v>5.8522935779816701E-3</c:v>
                </c:pt>
                <c:pt idx="11">
                  <c:v>5.9563605633803198E-3</c:v>
                </c:pt>
                <c:pt idx="12">
                  <c:v>5.9626443999999902E-3</c:v>
                </c:pt>
                <c:pt idx="13">
                  <c:v>6.9110000000000803E-3</c:v>
                </c:pt>
                <c:pt idx="14">
                  <c:v>7.0848999999999097E-3</c:v>
                </c:pt>
                <c:pt idx="15">
                  <c:v>7.36140350877185E-3</c:v>
                </c:pt>
                <c:pt idx="16">
                  <c:v>8.0346204946997301E-3</c:v>
                </c:pt>
                <c:pt idx="17">
                  <c:v>9.1866451612902193E-3</c:v>
                </c:pt>
                <c:pt idx="18">
                  <c:v>9.3039999999999599E-3</c:v>
                </c:pt>
                <c:pt idx="19">
                  <c:v>9.3179999999999097E-3</c:v>
                </c:pt>
                <c:pt idx="20">
                  <c:v>9.9149999999999308E-3</c:v>
                </c:pt>
                <c:pt idx="21">
                  <c:v>1.0942540322580701E-2</c:v>
                </c:pt>
                <c:pt idx="22">
                  <c:v>1.2427127659574599E-2</c:v>
                </c:pt>
                <c:pt idx="23">
                  <c:v>1.32993E-2</c:v>
                </c:pt>
                <c:pt idx="24">
                  <c:v>1.33308513513513E-2</c:v>
                </c:pt>
                <c:pt idx="25">
                  <c:v>1.3469500000000099E-2</c:v>
                </c:pt>
                <c:pt idx="26">
                  <c:v>1.37969999999999E-2</c:v>
                </c:pt>
                <c:pt idx="27">
                  <c:v>1.43E-2</c:v>
                </c:pt>
                <c:pt idx="28">
                  <c:v>1.48696E-2</c:v>
                </c:pt>
                <c:pt idx="29">
                  <c:v>1.4902E-2</c:v>
                </c:pt>
                <c:pt idx="30">
                  <c:v>1.5839816216216301E-2</c:v>
                </c:pt>
                <c:pt idx="31">
                  <c:v>1.59009000000001E-2</c:v>
                </c:pt>
                <c:pt idx="32">
                  <c:v>1.6904599999999999E-2</c:v>
                </c:pt>
                <c:pt idx="33">
                  <c:v>1.7052000000000001E-2</c:v>
                </c:pt>
                <c:pt idx="34">
                  <c:v>1.7364999999999998E-2</c:v>
                </c:pt>
                <c:pt idx="35">
                  <c:v>1.7405E-2</c:v>
                </c:pt>
                <c:pt idx="36">
                  <c:v>1.7732999999999999E-2</c:v>
                </c:pt>
                <c:pt idx="37">
                  <c:v>1.8418470348837299E-2</c:v>
                </c:pt>
                <c:pt idx="38">
                  <c:v>1.9588200000000101E-2</c:v>
                </c:pt>
                <c:pt idx="39">
                  <c:v>1.9690800000000099E-2</c:v>
                </c:pt>
                <c:pt idx="40">
                  <c:v>1.989784E-2</c:v>
                </c:pt>
                <c:pt idx="41">
                  <c:v>2.0037300000000001E-2</c:v>
                </c:pt>
                <c:pt idx="42">
                  <c:v>2.00538E-2</c:v>
                </c:pt>
                <c:pt idx="43">
                  <c:v>2.00635846153846E-2</c:v>
                </c:pt>
                <c:pt idx="44">
                  <c:v>2.0081000000000099E-2</c:v>
                </c:pt>
                <c:pt idx="45">
                  <c:v>2.0996400000000099E-2</c:v>
                </c:pt>
                <c:pt idx="46">
                  <c:v>2.1155400000000098E-2</c:v>
                </c:pt>
                <c:pt idx="47">
                  <c:v>2.1198204081632602E-2</c:v>
                </c:pt>
                <c:pt idx="48">
                  <c:v>2.1255936416184999E-2</c:v>
                </c:pt>
                <c:pt idx="49">
                  <c:v>2.13736989830507E-2</c:v>
                </c:pt>
                <c:pt idx="50">
                  <c:v>2.1456599999999999E-2</c:v>
                </c:pt>
                <c:pt idx="51">
                  <c:v>2.2120500000000001E-2</c:v>
                </c:pt>
                <c:pt idx="52">
                  <c:v>2.2449260563380199E-2</c:v>
                </c:pt>
                <c:pt idx="53">
                  <c:v>2.34659292035399E-2</c:v>
                </c:pt>
                <c:pt idx="54">
                  <c:v>2.42496551724138E-2</c:v>
                </c:pt>
                <c:pt idx="55">
                  <c:v>2.6100000000000002E-2</c:v>
                </c:pt>
                <c:pt idx="56">
                  <c:v>2.6864172954545299E-2</c:v>
                </c:pt>
                <c:pt idx="57">
                  <c:v>2.69159000000001E-2</c:v>
                </c:pt>
                <c:pt idx="58">
                  <c:v>2.7579099999999999E-2</c:v>
                </c:pt>
                <c:pt idx="59">
                  <c:v>2.7599702127659699E-2</c:v>
                </c:pt>
                <c:pt idx="60">
                  <c:v>2.8147446315789401E-2</c:v>
                </c:pt>
                <c:pt idx="61">
                  <c:v>2.98547999999999E-2</c:v>
                </c:pt>
                <c:pt idx="62">
                  <c:v>3.00880808080808E-2</c:v>
                </c:pt>
                <c:pt idx="63">
                  <c:v>3.1451385135134999E-2</c:v>
                </c:pt>
                <c:pt idx="64">
                  <c:v>3.1804653846153802E-2</c:v>
                </c:pt>
                <c:pt idx="65">
                  <c:v>3.3554599999999997E-2</c:v>
                </c:pt>
                <c:pt idx="66">
                  <c:v>3.3660999999999899E-2</c:v>
                </c:pt>
                <c:pt idx="67">
                  <c:v>3.4789E-2</c:v>
                </c:pt>
                <c:pt idx="68">
                  <c:v>3.5624909629629699E-2</c:v>
                </c:pt>
                <c:pt idx="69">
                  <c:v>3.5955000000000001E-2</c:v>
                </c:pt>
                <c:pt idx="70">
                  <c:v>3.6905028571428598E-2</c:v>
                </c:pt>
                <c:pt idx="71">
                  <c:v>3.6932402941176397E-2</c:v>
                </c:pt>
                <c:pt idx="72">
                  <c:v>3.6990399999999903E-2</c:v>
                </c:pt>
                <c:pt idx="73">
                  <c:v>3.81991176470588E-2</c:v>
                </c:pt>
                <c:pt idx="74">
                  <c:v>3.8493800000000002E-2</c:v>
                </c:pt>
                <c:pt idx="75">
                  <c:v>3.8672999999999999E-2</c:v>
                </c:pt>
                <c:pt idx="76">
                  <c:v>3.88639E-2</c:v>
                </c:pt>
                <c:pt idx="77">
                  <c:v>3.9062800000000002E-2</c:v>
                </c:pt>
                <c:pt idx="78">
                  <c:v>4.0307590163934398E-2</c:v>
                </c:pt>
                <c:pt idx="79">
                  <c:v>4.0782978395061703E-2</c:v>
                </c:pt>
                <c:pt idx="80">
                  <c:v>4.1306890756302499E-2</c:v>
                </c:pt>
                <c:pt idx="81">
                  <c:v>4.2263099999999998E-2</c:v>
                </c:pt>
                <c:pt idx="82">
                  <c:v>4.2281763809523802E-2</c:v>
                </c:pt>
                <c:pt idx="83">
                  <c:v>4.22884287769782E-2</c:v>
                </c:pt>
                <c:pt idx="84">
                  <c:v>4.2766270000000099E-2</c:v>
                </c:pt>
                <c:pt idx="85">
                  <c:v>4.3221000000000002E-2</c:v>
                </c:pt>
                <c:pt idx="86">
                  <c:v>4.3235416666666603E-2</c:v>
                </c:pt>
                <c:pt idx="87">
                  <c:v>4.3792035312499901E-2</c:v>
                </c:pt>
                <c:pt idx="88">
                  <c:v>4.5893200000000099E-2</c:v>
                </c:pt>
                <c:pt idx="89">
                  <c:v>4.7730799999999997E-2</c:v>
                </c:pt>
                <c:pt idx="90">
                  <c:v>4.8333000000000001E-2</c:v>
                </c:pt>
                <c:pt idx="91">
                  <c:v>4.87665542168675E-2</c:v>
                </c:pt>
                <c:pt idx="92">
                  <c:v>4.9421224489795801E-2</c:v>
                </c:pt>
                <c:pt idx="93">
                  <c:v>4.9515900000000099E-2</c:v>
                </c:pt>
                <c:pt idx="94">
                  <c:v>5.0321700000000101E-2</c:v>
                </c:pt>
                <c:pt idx="95">
                  <c:v>5.0487612921348297E-2</c:v>
                </c:pt>
                <c:pt idx="96">
                  <c:v>5.0685585365853603E-2</c:v>
                </c:pt>
                <c:pt idx="97">
                  <c:v>5.0981788518518402E-2</c:v>
                </c:pt>
                <c:pt idx="98">
                  <c:v>5.1195200000000003E-2</c:v>
                </c:pt>
                <c:pt idx="99">
                  <c:v>5.1389016949152599E-2</c:v>
                </c:pt>
                <c:pt idx="100">
                  <c:v>5.25242E-2</c:v>
                </c:pt>
                <c:pt idx="101">
                  <c:v>5.31413000000001E-2</c:v>
                </c:pt>
                <c:pt idx="102">
                  <c:v>5.3390666666666697E-2</c:v>
                </c:pt>
                <c:pt idx="103">
                  <c:v>5.3454548497854103E-2</c:v>
                </c:pt>
                <c:pt idx="104">
                  <c:v>5.37270758928571E-2</c:v>
                </c:pt>
                <c:pt idx="105">
                  <c:v>5.4979122596153798E-2</c:v>
                </c:pt>
                <c:pt idx="106">
                  <c:v>5.5163969696969697E-2</c:v>
                </c:pt>
                <c:pt idx="107">
                  <c:v>5.5165755102040803E-2</c:v>
                </c:pt>
                <c:pt idx="108">
                  <c:v>5.5291199999999999E-2</c:v>
                </c:pt>
                <c:pt idx="109">
                  <c:v>5.5706944444444503E-2</c:v>
                </c:pt>
                <c:pt idx="110">
                  <c:v>5.6386764705882303E-2</c:v>
                </c:pt>
                <c:pt idx="111">
                  <c:v>5.6619799999999998E-2</c:v>
                </c:pt>
                <c:pt idx="112">
                  <c:v>5.688464E-2</c:v>
                </c:pt>
                <c:pt idx="113">
                  <c:v>5.7460500000000102E-2</c:v>
                </c:pt>
                <c:pt idx="114">
                  <c:v>5.7590799999999998E-2</c:v>
                </c:pt>
                <c:pt idx="115">
                  <c:v>5.7973323943662003E-2</c:v>
                </c:pt>
                <c:pt idx="116">
                  <c:v>5.8057142857143001E-2</c:v>
                </c:pt>
                <c:pt idx="117">
                  <c:v>5.8288999999999903E-2</c:v>
                </c:pt>
                <c:pt idx="118">
                  <c:v>5.8414600000000101E-2</c:v>
                </c:pt>
                <c:pt idx="119">
                  <c:v>5.8506199999999897E-2</c:v>
                </c:pt>
                <c:pt idx="120">
                  <c:v>5.9146900000000002E-2</c:v>
                </c:pt>
                <c:pt idx="121">
                  <c:v>5.9226999999999898E-2</c:v>
                </c:pt>
                <c:pt idx="122">
                  <c:v>5.9619793103448303E-2</c:v>
                </c:pt>
                <c:pt idx="123">
                  <c:v>6.0849584905660399E-2</c:v>
                </c:pt>
                <c:pt idx="124">
                  <c:v>6.0965840869565198E-2</c:v>
                </c:pt>
                <c:pt idx="125">
                  <c:v>6.10917215686273E-2</c:v>
                </c:pt>
                <c:pt idx="126">
                  <c:v>6.1199000000000003E-2</c:v>
                </c:pt>
                <c:pt idx="127">
                  <c:v>6.2282031654676197E-2</c:v>
                </c:pt>
                <c:pt idx="128">
                  <c:v>6.2398379310344997E-2</c:v>
                </c:pt>
                <c:pt idx="129">
                  <c:v>6.2399999999999997E-2</c:v>
                </c:pt>
                <c:pt idx="130">
                  <c:v>6.2673499999999896E-2</c:v>
                </c:pt>
                <c:pt idx="131">
                  <c:v>6.3178899999999996E-2</c:v>
                </c:pt>
                <c:pt idx="132">
                  <c:v>6.3753199999999996E-2</c:v>
                </c:pt>
                <c:pt idx="133">
                  <c:v>6.4128199999999899E-2</c:v>
                </c:pt>
                <c:pt idx="134">
                  <c:v>6.4231591071428604E-2</c:v>
                </c:pt>
                <c:pt idx="135">
                  <c:v>6.4655539999999997E-2</c:v>
                </c:pt>
                <c:pt idx="136">
                  <c:v>6.5338636363636293E-2</c:v>
                </c:pt>
                <c:pt idx="137">
                  <c:v>6.6035000000000094E-2</c:v>
                </c:pt>
                <c:pt idx="138">
                  <c:v>6.6178000000000001E-2</c:v>
                </c:pt>
                <c:pt idx="139">
                  <c:v>6.6340400000000105E-2</c:v>
                </c:pt>
                <c:pt idx="140">
                  <c:v>6.6628499999999993E-2</c:v>
                </c:pt>
                <c:pt idx="141">
                  <c:v>6.8040486033519601E-2</c:v>
                </c:pt>
                <c:pt idx="142">
                  <c:v>6.8099998473282297E-2</c:v>
                </c:pt>
                <c:pt idx="143">
                  <c:v>6.8251000000000006E-2</c:v>
                </c:pt>
                <c:pt idx="144">
                  <c:v>6.8274592391304303E-2</c:v>
                </c:pt>
                <c:pt idx="145">
                  <c:v>6.9454608695652204E-2</c:v>
                </c:pt>
                <c:pt idx="146">
                  <c:v>6.9851649999999904E-2</c:v>
                </c:pt>
                <c:pt idx="147">
                  <c:v>7.0847545454545399E-2</c:v>
                </c:pt>
                <c:pt idx="148">
                  <c:v>7.1647000000000002E-2</c:v>
                </c:pt>
                <c:pt idx="149">
                  <c:v>7.2041499999999994E-2</c:v>
                </c:pt>
                <c:pt idx="150">
                  <c:v>7.2201000000000001E-2</c:v>
                </c:pt>
                <c:pt idx="151">
                  <c:v>7.2656499999999999E-2</c:v>
                </c:pt>
                <c:pt idx="152">
                  <c:v>7.3597800000000005E-2</c:v>
                </c:pt>
                <c:pt idx="153">
                  <c:v>7.4031E-2</c:v>
                </c:pt>
                <c:pt idx="154">
                  <c:v>7.405175E-2</c:v>
                </c:pt>
                <c:pt idx="155">
                  <c:v>7.4379571428571406E-2</c:v>
                </c:pt>
                <c:pt idx="156">
                  <c:v>7.5016622222222204E-2</c:v>
                </c:pt>
                <c:pt idx="157">
                  <c:v>7.5316542000000097E-2</c:v>
                </c:pt>
                <c:pt idx="158">
                  <c:v>7.5475599999999907E-2</c:v>
                </c:pt>
                <c:pt idx="159">
                  <c:v>7.5577768421052696E-2</c:v>
                </c:pt>
                <c:pt idx="160">
                  <c:v>7.6744600000000093E-2</c:v>
                </c:pt>
                <c:pt idx="161">
                  <c:v>7.6787620000000001E-2</c:v>
                </c:pt>
                <c:pt idx="162">
                  <c:v>7.7669200000000202E-2</c:v>
                </c:pt>
                <c:pt idx="163">
                  <c:v>7.8083572235293996E-2</c:v>
                </c:pt>
                <c:pt idx="164">
                  <c:v>7.8440619999999905E-2</c:v>
                </c:pt>
                <c:pt idx="165">
                  <c:v>7.8750000000000001E-2</c:v>
                </c:pt>
                <c:pt idx="166">
                  <c:v>8.0336736046511495E-2</c:v>
                </c:pt>
                <c:pt idx="167">
                  <c:v>8.0409999999999898E-2</c:v>
                </c:pt>
                <c:pt idx="168">
                  <c:v>8.0701999999999996E-2</c:v>
                </c:pt>
                <c:pt idx="169">
                  <c:v>8.2079400000000094E-2</c:v>
                </c:pt>
                <c:pt idx="170">
                  <c:v>8.3402399999999904E-2</c:v>
                </c:pt>
                <c:pt idx="171">
                  <c:v>8.3650969747899095E-2</c:v>
                </c:pt>
                <c:pt idx="172">
                  <c:v>8.3665000000000003E-2</c:v>
                </c:pt>
                <c:pt idx="173">
                  <c:v>8.3705000000000099E-2</c:v>
                </c:pt>
                <c:pt idx="174">
                  <c:v>8.39387389261744E-2</c:v>
                </c:pt>
                <c:pt idx="175">
                  <c:v>8.4263138139534899E-2</c:v>
                </c:pt>
                <c:pt idx="176">
                  <c:v>8.5705555555555493E-2</c:v>
                </c:pt>
                <c:pt idx="177">
                  <c:v>8.6701000000000097E-2</c:v>
                </c:pt>
                <c:pt idx="178">
                  <c:v>8.7464399999999998E-2</c:v>
                </c:pt>
                <c:pt idx="179">
                  <c:v>8.8158E-2</c:v>
                </c:pt>
                <c:pt idx="180">
                  <c:v>8.8695199999999905E-2</c:v>
                </c:pt>
                <c:pt idx="181">
                  <c:v>8.8991000000000001E-2</c:v>
                </c:pt>
                <c:pt idx="182">
                  <c:v>8.9211299999999993E-2</c:v>
                </c:pt>
                <c:pt idx="183">
                  <c:v>8.9504200000000006E-2</c:v>
                </c:pt>
                <c:pt idx="184">
                  <c:v>8.9592000000000005E-2</c:v>
                </c:pt>
                <c:pt idx="185">
                  <c:v>9.0282799999999996E-2</c:v>
                </c:pt>
                <c:pt idx="186">
                  <c:v>9.0448127746478896E-2</c:v>
                </c:pt>
                <c:pt idx="187">
                  <c:v>9.0921000000000002E-2</c:v>
                </c:pt>
                <c:pt idx="188">
                  <c:v>9.1050819548872203E-2</c:v>
                </c:pt>
                <c:pt idx="189">
                  <c:v>9.1394400000000001E-2</c:v>
                </c:pt>
                <c:pt idx="190">
                  <c:v>9.1807E-2</c:v>
                </c:pt>
                <c:pt idx="191">
                  <c:v>9.1958200000000004E-2</c:v>
                </c:pt>
                <c:pt idx="192">
                  <c:v>9.2057500000000098E-2</c:v>
                </c:pt>
                <c:pt idx="193">
                  <c:v>9.3220413793103404E-2</c:v>
                </c:pt>
                <c:pt idx="194">
                  <c:v>9.3351400000000001E-2</c:v>
                </c:pt>
                <c:pt idx="195">
                  <c:v>9.3856321259842501E-2</c:v>
                </c:pt>
                <c:pt idx="196">
                  <c:v>9.5386600000000002E-2</c:v>
                </c:pt>
                <c:pt idx="197">
                  <c:v>9.5513999999999905E-2</c:v>
                </c:pt>
                <c:pt idx="198">
                  <c:v>9.5629767521367495E-2</c:v>
                </c:pt>
                <c:pt idx="199">
                  <c:v>9.5763700000000104E-2</c:v>
                </c:pt>
                <c:pt idx="200">
                  <c:v>9.6349271034482806E-2</c:v>
                </c:pt>
                <c:pt idx="201">
                  <c:v>9.6578479999999994E-2</c:v>
                </c:pt>
                <c:pt idx="202">
                  <c:v>9.6730405405405298E-2</c:v>
                </c:pt>
                <c:pt idx="203">
                  <c:v>9.7221199999999994E-2</c:v>
                </c:pt>
                <c:pt idx="204">
                  <c:v>9.8215899999999995E-2</c:v>
                </c:pt>
                <c:pt idx="205">
                  <c:v>9.8545800000000003E-2</c:v>
                </c:pt>
                <c:pt idx="206">
                  <c:v>9.8912228813559502E-2</c:v>
                </c:pt>
                <c:pt idx="207">
                  <c:v>0.100417553191489</c:v>
                </c:pt>
                <c:pt idx="208">
                  <c:v>0.1018308</c:v>
                </c:pt>
                <c:pt idx="209">
                  <c:v>0.1018308</c:v>
                </c:pt>
                <c:pt idx="210">
                  <c:v>0.102378553072626</c:v>
                </c:pt>
                <c:pt idx="211">
                  <c:v>0.102964027439024</c:v>
                </c:pt>
                <c:pt idx="212">
                  <c:v>0.103552083333333</c:v>
                </c:pt>
                <c:pt idx="213">
                  <c:v>0.103648</c:v>
                </c:pt>
                <c:pt idx="214">
                  <c:v>0.1041994</c:v>
                </c:pt>
                <c:pt idx="215">
                  <c:v>0.1050193</c:v>
                </c:pt>
                <c:pt idx="216">
                  <c:v>0.1053649</c:v>
                </c:pt>
                <c:pt idx="217">
                  <c:v>0.105692864705882</c:v>
                </c:pt>
                <c:pt idx="218">
                  <c:v>0.10582969664804499</c:v>
                </c:pt>
                <c:pt idx="219">
                  <c:v>0.1058849</c:v>
                </c:pt>
                <c:pt idx="220">
                  <c:v>0.10588848039215699</c:v>
                </c:pt>
                <c:pt idx="221">
                  <c:v>0.106005569306931</c:v>
                </c:pt>
                <c:pt idx="222">
                  <c:v>0.10627431578947399</c:v>
                </c:pt>
                <c:pt idx="223">
                  <c:v>0.10643089075630199</c:v>
                </c:pt>
                <c:pt idx="224">
                  <c:v>0.1068505</c:v>
                </c:pt>
                <c:pt idx="225">
                  <c:v>0.10734011428571399</c:v>
                </c:pt>
                <c:pt idx="226">
                  <c:v>0.10740446296296299</c:v>
                </c:pt>
                <c:pt idx="227">
                  <c:v>0.1079338</c:v>
                </c:pt>
                <c:pt idx="228">
                  <c:v>0.1082108</c:v>
                </c:pt>
                <c:pt idx="229">
                  <c:v>0.1082154</c:v>
                </c:pt>
                <c:pt idx="230">
                  <c:v>0.10835599999999999</c:v>
                </c:pt>
                <c:pt idx="231">
                  <c:v>0.10850120000000001</c:v>
                </c:pt>
                <c:pt idx="232">
                  <c:v>0.10854925999999999</c:v>
                </c:pt>
                <c:pt idx="233">
                  <c:v>0.10932459999999999</c:v>
                </c:pt>
                <c:pt idx="234">
                  <c:v>0.109522934615385</c:v>
                </c:pt>
                <c:pt idx="235">
                  <c:v>0.110236</c:v>
                </c:pt>
                <c:pt idx="236">
                  <c:v>0.1107518</c:v>
                </c:pt>
                <c:pt idx="237">
                  <c:v>0.11126</c:v>
                </c:pt>
                <c:pt idx="238">
                  <c:v>0.11126</c:v>
                </c:pt>
                <c:pt idx="239">
                  <c:v>0.11250193298969099</c:v>
                </c:pt>
                <c:pt idx="240">
                  <c:v>0.113500319767442</c:v>
                </c:pt>
                <c:pt idx="241">
                  <c:v>0.113584292682927</c:v>
                </c:pt>
                <c:pt idx="242">
                  <c:v>0.1137374</c:v>
                </c:pt>
                <c:pt idx="243">
                  <c:v>0.1138364</c:v>
                </c:pt>
                <c:pt idx="244">
                  <c:v>0.114288051428571</c:v>
                </c:pt>
                <c:pt idx="245">
                  <c:v>0.114351472222222</c:v>
                </c:pt>
                <c:pt idx="246">
                  <c:v>0.114585084745763</c:v>
                </c:pt>
                <c:pt idx="247">
                  <c:v>0.115179462833333</c:v>
                </c:pt>
                <c:pt idx="248">
                  <c:v>0.1154631</c:v>
                </c:pt>
                <c:pt idx="249">
                  <c:v>0.1175036</c:v>
                </c:pt>
                <c:pt idx="250">
                  <c:v>0.1176193</c:v>
                </c:pt>
                <c:pt idx="251">
                  <c:v>0.11808440000000001</c:v>
                </c:pt>
                <c:pt idx="252">
                  <c:v>0.119019745901639</c:v>
                </c:pt>
                <c:pt idx="253">
                  <c:v>0.119478</c:v>
                </c:pt>
                <c:pt idx="254">
                  <c:v>0.1210262</c:v>
                </c:pt>
                <c:pt idx="255">
                  <c:v>0.12124549024390301</c:v>
                </c:pt>
                <c:pt idx="256">
                  <c:v>0.121494</c:v>
                </c:pt>
                <c:pt idx="257">
                  <c:v>0.1217567</c:v>
                </c:pt>
                <c:pt idx="258">
                  <c:v>0.123393</c:v>
                </c:pt>
                <c:pt idx="259">
                  <c:v>0.12351330000000001</c:v>
                </c:pt>
                <c:pt idx="260">
                  <c:v>0.123748331460674</c:v>
                </c:pt>
                <c:pt idx="261">
                  <c:v>0.124806</c:v>
                </c:pt>
                <c:pt idx="262">
                  <c:v>0.124917130508475</c:v>
                </c:pt>
                <c:pt idx="263">
                  <c:v>0.12600310000000001</c:v>
                </c:pt>
                <c:pt idx="264">
                  <c:v>0.126056555555556</c:v>
                </c:pt>
                <c:pt idx="265">
                  <c:v>0.12644929764705901</c:v>
                </c:pt>
                <c:pt idx="266">
                  <c:v>0.127015923076923</c:v>
                </c:pt>
                <c:pt idx="267">
                  <c:v>0.1280203</c:v>
                </c:pt>
                <c:pt idx="268">
                  <c:v>0.12861929999999999</c:v>
                </c:pt>
                <c:pt idx="269">
                  <c:v>0.128685760526316</c:v>
                </c:pt>
                <c:pt idx="270">
                  <c:v>0.13005301339285699</c:v>
                </c:pt>
                <c:pt idx="271">
                  <c:v>0.130848061261261</c:v>
                </c:pt>
                <c:pt idx="272">
                  <c:v>0.1310394</c:v>
                </c:pt>
                <c:pt idx="273">
                  <c:v>0.1311475</c:v>
                </c:pt>
                <c:pt idx="274">
                  <c:v>0.13183439999999999</c:v>
                </c:pt>
                <c:pt idx="275">
                  <c:v>0.1322586</c:v>
                </c:pt>
                <c:pt idx="276">
                  <c:v>0.13262531468531499</c:v>
                </c:pt>
                <c:pt idx="277">
                  <c:v>0.13368241290322599</c:v>
                </c:pt>
                <c:pt idx="278">
                  <c:v>0.13451468524590199</c:v>
                </c:pt>
                <c:pt idx="279">
                  <c:v>0.13584060000000001</c:v>
                </c:pt>
                <c:pt idx="280">
                  <c:v>0.13638339999999999</c:v>
                </c:pt>
                <c:pt idx="281">
                  <c:v>0.13652842666666701</c:v>
                </c:pt>
                <c:pt idx="282">
                  <c:v>0.13738909999999999</c:v>
                </c:pt>
                <c:pt idx="283">
                  <c:v>0.13739609999999999</c:v>
                </c:pt>
                <c:pt idx="284">
                  <c:v>0.137928</c:v>
                </c:pt>
                <c:pt idx="285">
                  <c:v>0.1379862</c:v>
                </c:pt>
                <c:pt idx="286">
                  <c:v>0.13846</c:v>
                </c:pt>
                <c:pt idx="287">
                  <c:v>0.13846</c:v>
                </c:pt>
                <c:pt idx="288">
                  <c:v>0.13936970000000001</c:v>
                </c:pt>
                <c:pt idx="289">
                  <c:v>0.14113439999999999</c:v>
                </c:pt>
                <c:pt idx="290">
                  <c:v>0.14125799999999999</c:v>
                </c:pt>
                <c:pt idx="291">
                  <c:v>0.143097538461538</c:v>
                </c:pt>
                <c:pt idx="292">
                  <c:v>0.143423464912281</c:v>
                </c:pt>
                <c:pt idx="293">
                  <c:v>0.14479069999999999</c:v>
                </c:pt>
                <c:pt idx="294">
                  <c:v>0.14555999999999999</c:v>
                </c:pt>
                <c:pt idx="295">
                  <c:v>0.14571505376344099</c:v>
                </c:pt>
                <c:pt idx="296">
                  <c:v>0.1493131</c:v>
                </c:pt>
                <c:pt idx="297">
                  <c:v>0.14954122857142901</c:v>
                </c:pt>
                <c:pt idx="298">
                  <c:v>0.1497463</c:v>
                </c:pt>
                <c:pt idx="299">
                  <c:v>0.14976900000000001</c:v>
                </c:pt>
                <c:pt idx="300">
                  <c:v>0.15031820000000001</c:v>
                </c:pt>
                <c:pt idx="301">
                  <c:v>0.15177199999999999</c:v>
                </c:pt>
                <c:pt idx="302">
                  <c:v>0.15202631250000001</c:v>
                </c:pt>
                <c:pt idx="303">
                  <c:v>0.1521593</c:v>
                </c:pt>
                <c:pt idx="304">
                  <c:v>0.152600290697674</c:v>
                </c:pt>
                <c:pt idx="305">
                  <c:v>0.15292799304347801</c:v>
                </c:pt>
                <c:pt idx="306">
                  <c:v>0.1529364</c:v>
                </c:pt>
                <c:pt idx="307">
                  <c:v>0.15424908551724101</c:v>
                </c:pt>
                <c:pt idx="308">
                  <c:v>0.154879744262295</c:v>
                </c:pt>
                <c:pt idx="309">
                  <c:v>0.15573844000000001</c:v>
                </c:pt>
                <c:pt idx="310">
                  <c:v>0.15664620000000001</c:v>
                </c:pt>
                <c:pt idx="311">
                  <c:v>0.157493535353535</c:v>
                </c:pt>
                <c:pt idx="312">
                  <c:v>0.15814439999999999</c:v>
                </c:pt>
                <c:pt idx="313">
                  <c:v>0.15844539999999999</c:v>
                </c:pt>
                <c:pt idx="314">
                  <c:v>0.1585105</c:v>
                </c:pt>
                <c:pt idx="315">
                  <c:v>0.15881786122448999</c:v>
                </c:pt>
                <c:pt idx="316">
                  <c:v>0.158951231441048</c:v>
                </c:pt>
                <c:pt idx="317">
                  <c:v>0.159732916666667</c:v>
                </c:pt>
                <c:pt idx="318">
                  <c:v>0.16024455128205101</c:v>
                </c:pt>
                <c:pt idx="319">
                  <c:v>0.16042727735849099</c:v>
                </c:pt>
                <c:pt idx="320">
                  <c:v>0.1606098</c:v>
                </c:pt>
                <c:pt idx="321">
                  <c:v>0.16063939999999999</c:v>
                </c:pt>
                <c:pt idx="322">
                  <c:v>0.16239508426966301</c:v>
                </c:pt>
                <c:pt idx="323">
                  <c:v>0.16241997769230801</c:v>
                </c:pt>
                <c:pt idx="324">
                  <c:v>0.162475931343284</c:v>
                </c:pt>
                <c:pt idx="325">
                  <c:v>0.163202233128834</c:v>
                </c:pt>
                <c:pt idx="326">
                  <c:v>0.16451499999999999</c:v>
                </c:pt>
                <c:pt idx="327">
                  <c:v>0.16586495196078399</c:v>
                </c:pt>
                <c:pt idx="328">
                  <c:v>0.166532395</c:v>
                </c:pt>
                <c:pt idx="329">
                  <c:v>0.16666014666666701</c:v>
                </c:pt>
                <c:pt idx="330">
                  <c:v>0.166910529032258</c:v>
                </c:pt>
                <c:pt idx="331">
                  <c:v>0.16742889999999999</c:v>
                </c:pt>
                <c:pt idx="332">
                  <c:v>0.16768098773006099</c:v>
                </c:pt>
                <c:pt idx="333">
                  <c:v>0.16787099999999999</c:v>
                </c:pt>
                <c:pt idx="334">
                  <c:v>0.16837259314285699</c:v>
                </c:pt>
                <c:pt idx="335">
                  <c:v>0.16897970000000001</c:v>
                </c:pt>
                <c:pt idx="336">
                  <c:v>0.169646181372549</c:v>
                </c:pt>
                <c:pt idx="337">
                  <c:v>0.16971240661157</c:v>
                </c:pt>
                <c:pt idx="338">
                  <c:v>0.170169381818182</c:v>
                </c:pt>
                <c:pt idx="339">
                  <c:v>0.17324220000000001</c:v>
                </c:pt>
                <c:pt idx="340">
                  <c:v>0.17324519999999999</c:v>
                </c:pt>
                <c:pt idx="341">
                  <c:v>0.174198463793103</c:v>
                </c:pt>
                <c:pt idx="342">
                  <c:v>0.17573859999999999</c:v>
                </c:pt>
                <c:pt idx="343">
                  <c:v>0.17685979338843</c:v>
                </c:pt>
                <c:pt idx="344">
                  <c:v>0.17858571428571399</c:v>
                </c:pt>
                <c:pt idx="345">
                  <c:v>0.17912400000000001</c:v>
                </c:pt>
                <c:pt idx="346">
                  <c:v>0.17912728</c:v>
                </c:pt>
                <c:pt idx="347">
                  <c:v>0.17962013413793099</c:v>
                </c:pt>
                <c:pt idx="348">
                  <c:v>0.1801738</c:v>
                </c:pt>
                <c:pt idx="349">
                  <c:v>0.18130704190476199</c:v>
                </c:pt>
                <c:pt idx="350">
                  <c:v>0.18251580000000001</c:v>
                </c:pt>
                <c:pt idx="351">
                  <c:v>0.18253639999999999</c:v>
                </c:pt>
                <c:pt idx="352">
                  <c:v>0.1831816</c:v>
                </c:pt>
                <c:pt idx="353">
                  <c:v>0.18385679999999999</c:v>
                </c:pt>
                <c:pt idx="354">
                  <c:v>0.18499439047619101</c:v>
                </c:pt>
                <c:pt idx="355">
                  <c:v>0.18961814285714301</c:v>
                </c:pt>
                <c:pt idx="356">
                  <c:v>0.189946422429907</c:v>
                </c:pt>
                <c:pt idx="357">
                  <c:v>0.1916638</c:v>
                </c:pt>
                <c:pt idx="358">
                  <c:v>0.19346569767441901</c:v>
                </c:pt>
                <c:pt idx="359">
                  <c:v>0.194947485344828</c:v>
                </c:pt>
                <c:pt idx="360">
                  <c:v>0.19883799999999999</c:v>
                </c:pt>
                <c:pt idx="361">
                  <c:v>0.199536177664975</c:v>
                </c:pt>
                <c:pt idx="362">
                  <c:v>0.19974225000000001</c:v>
                </c:pt>
                <c:pt idx="363">
                  <c:v>0.20043320000000001</c:v>
                </c:pt>
                <c:pt idx="364">
                  <c:v>0.201574375</c:v>
                </c:pt>
                <c:pt idx="365">
                  <c:v>0.20215392564102599</c:v>
                </c:pt>
                <c:pt idx="366">
                  <c:v>0.20230459428571401</c:v>
                </c:pt>
                <c:pt idx="367">
                  <c:v>0.202415260504202</c:v>
                </c:pt>
                <c:pt idx="368">
                  <c:v>0.203647492146597</c:v>
                </c:pt>
                <c:pt idx="369">
                  <c:v>0.20403448795180701</c:v>
                </c:pt>
                <c:pt idx="370">
                  <c:v>0.20428031872727301</c:v>
                </c:pt>
                <c:pt idx="371">
                  <c:v>0.20504265420560699</c:v>
                </c:pt>
                <c:pt idx="372">
                  <c:v>0.205654</c:v>
                </c:pt>
                <c:pt idx="373">
                  <c:v>0.20670484375000001</c:v>
                </c:pt>
                <c:pt idx="374">
                  <c:v>0.20983529476584001</c:v>
                </c:pt>
                <c:pt idx="375">
                  <c:v>0.21153759999999999</c:v>
                </c:pt>
                <c:pt idx="376">
                  <c:v>0.21173948474576301</c:v>
                </c:pt>
                <c:pt idx="377">
                  <c:v>0.21647835365853699</c:v>
                </c:pt>
                <c:pt idx="378">
                  <c:v>0.217495151515152</c:v>
                </c:pt>
                <c:pt idx="379">
                  <c:v>0.21926076388888899</c:v>
                </c:pt>
                <c:pt idx="380">
                  <c:v>0.219518313186813</c:v>
                </c:pt>
                <c:pt idx="381">
                  <c:v>0.22131790000000001</c:v>
                </c:pt>
                <c:pt idx="382">
                  <c:v>0.22337898989898999</c:v>
                </c:pt>
                <c:pt idx="383">
                  <c:v>0.22374714214875999</c:v>
                </c:pt>
                <c:pt idx="384">
                  <c:v>0.22432879999999999</c:v>
                </c:pt>
                <c:pt idx="385">
                  <c:v>0.22614965445544499</c:v>
                </c:pt>
                <c:pt idx="386">
                  <c:v>0.2274275</c:v>
                </c:pt>
                <c:pt idx="387">
                  <c:v>0.230087462184874</c:v>
                </c:pt>
                <c:pt idx="388">
                  <c:v>0.23695039647058799</c:v>
                </c:pt>
                <c:pt idx="389">
                  <c:v>0.23721326315789501</c:v>
                </c:pt>
                <c:pt idx="390">
                  <c:v>0.238507558139535</c:v>
                </c:pt>
                <c:pt idx="391">
                  <c:v>0.23850812499999999</c:v>
                </c:pt>
                <c:pt idx="392">
                  <c:v>0.24390873043478301</c:v>
                </c:pt>
                <c:pt idx="393">
                  <c:v>0.244634835955056</c:v>
                </c:pt>
                <c:pt idx="394">
                  <c:v>0.25375011764705901</c:v>
                </c:pt>
                <c:pt idx="395">
                  <c:v>0.25455701142857101</c:v>
                </c:pt>
                <c:pt idx="396">
                  <c:v>0.25518971818181801</c:v>
                </c:pt>
                <c:pt idx="397">
                  <c:v>0.25524472891566302</c:v>
                </c:pt>
                <c:pt idx="398">
                  <c:v>0.2569285</c:v>
                </c:pt>
                <c:pt idx="399">
                  <c:v>0.25949433666666699</c:v>
                </c:pt>
                <c:pt idx="400">
                  <c:v>0.25950824722222199</c:v>
                </c:pt>
                <c:pt idx="401">
                  <c:v>0.26660260000000002</c:v>
                </c:pt>
                <c:pt idx="402">
                  <c:v>0.26754863865546202</c:v>
                </c:pt>
                <c:pt idx="403">
                  <c:v>0.27101475000000003</c:v>
                </c:pt>
                <c:pt idx="404">
                  <c:v>0.2716076</c:v>
                </c:pt>
                <c:pt idx="405">
                  <c:v>0.27388905000000002</c:v>
                </c:pt>
                <c:pt idx="406">
                  <c:v>0.27582519999999999</c:v>
                </c:pt>
                <c:pt idx="407">
                  <c:v>0.27744340000000001</c:v>
                </c:pt>
                <c:pt idx="408">
                  <c:v>0.27755457746478901</c:v>
                </c:pt>
                <c:pt idx="409">
                  <c:v>0.2782442</c:v>
                </c:pt>
                <c:pt idx="410">
                  <c:v>0.27921685393939399</c:v>
                </c:pt>
                <c:pt idx="411">
                  <c:v>0.2853038</c:v>
                </c:pt>
                <c:pt idx="412">
                  <c:v>0.285786195744681</c:v>
                </c:pt>
                <c:pt idx="413">
                  <c:v>0.28597737499999998</c:v>
                </c:pt>
                <c:pt idx="414">
                  <c:v>0.28835916829268299</c:v>
                </c:pt>
                <c:pt idx="415">
                  <c:v>0.292176949152542</c:v>
                </c:pt>
                <c:pt idx="416">
                  <c:v>0.29533083333333299</c:v>
                </c:pt>
                <c:pt idx="417">
                  <c:v>0.300091836206897</c:v>
                </c:pt>
                <c:pt idx="418">
                  <c:v>0.30011186947368401</c:v>
                </c:pt>
                <c:pt idx="419">
                  <c:v>0.3069112</c:v>
                </c:pt>
                <c:pt idx="420">
                  <c:v>0.30862251176470601</c:v>
                </c:pt>
                <c:pt idx="421">
                  <c:v>0.31297133399999999</c:v>
                </c:pt>
                <c:pt idx="422">
                  <c:v>0.31319593277310898</c:v>
                </c:pt>
                <c:pt idx="423">
                  <c:v>0.31873192678571399</c:v>
                </c:pt>
                <c:pt idx="424">
                  <c:v>0.32125145727272703</c:v>
                </c:pt>
                <c:pt idx="425">
                  <c:v>0.32605839906976702</c:v>
                </c:pt>
                <c:pt idx="426">
                  <c:v>0.33022823255813999</c:v>
                </c:pt>
                <c:pt idx="427">
                  <c:v>0.33135759660377401</c:v>
                </c:pt>
                <c:pt idx="428">
                  <c:v>0.33384471186440701</c:v>
                </c:pt>
                <c:pt idx="429">
                  <c:v>0.338752536231884</c:v>
                </c:pt>
                <c:pt idx="430">
                  <c:v>0.34065289814814798</c:v>
                </c:pt>
                <c:pt idx="431">
                  <c:v>0.344603764705882</c:v>
                </c:pt>
                <c:pt idx="432">
                  <c:v>0.34610203932584299</c:v>
                </c:pt>
                <c:pt idx="433">
                  <c:v>0.35374915869565199</c:v>
                </c:pt>
                <c:pt idx="434">
                  <c:v>0.353958067647059</c:v>
                </c:pt>
                <c:pt idx="435">
                  <c:v>0.35410257499999997</c:v>
                </c:pt>
                <c:pt idx="436">
                  <c:v>0.35479660416666697</c:v>
                </c:pt>
                <c:pt idx="437">
                  <c:v>0.35635821538461498</c:v>
                </c:pt>
                <c:pt idx="438">
                  <c:v>0.37359101324503302</c:v>
                </c:pt>
                <c:pt idx="439">
                  <c:v>0.38426410249999998</c:v>
                </c:pt>
                <c:pt idx="440">
                  <c:v>0.39478571422222197</c:v>
                </c:pt>
                <c:pt idx="441">
                  <c:v>0.40983985185185201</c:v>
                </c:pt>
                <c:pt idx="442">
                  <c:v>0.41827999999999999</c:v>
                </c:pt>
                <c:pt idx="443">
                  <c:v>0.423003336842105</c:v>
                </c:pt>
                <c:pt idx="444">
                  <c:v>0.42981494086956501</c:v>
                </c:pt>
                <c:pt idx="445">
                  <c:v>0.43267503473684199</c:v>
                </c:pt>
                <c:pt idx="446">
                  <c:v>0.43422379923076898</c:v>
                </c:pt>
                <c:pt idx="447">
                  <c:v>0.43575275555555598</c:v>
                </c:pt>
                <c:pt idx="448">
                  <c:v>0.43665516708860702</c:v>
                </c:pt>
                <c:pt idx="449">
                  <c:v>0.44107485084745801</c:v>
                </c:pt>
                <c:pt idx="450">
                  <c:v>0.44544712837837802</c:v>
                </c:pt>
                <c:pt idx="451">
                  <c:v>0.456296698734177</c:v>
                </c:pt>
                <c:pt idx="452">
                  <c:v>0.45684316551724102</c:v>
                </c:pt>
                <c:pt idx="453">
                  <c:v>0.45946535321100901</c:v>
                </c:pt>
                <c:pt idx="454">
                  <c:v>0.46782902777777802</c:v>
                </c:pt>
                <c:pt idx="455">
                  <c:v>0.47439860249999999</c:v>
                </c:pt>
                <c:pt idx="456">
                  <c:v>0.47874362307692298</c:v>
                </c:pt>
                <c:pt idx="457">
                  <c:v>0.48749182608695601</c:v>
                </c:pt>
                <c:pt idx="458">
                  <c:v>0.49510419580419601</c:v>
                </c:pt>
                <c:pt idx="459">
                  <c:v>0.4955138</c:v>
                </c:pt>
                <c:pt idx="460">
                  <c:v>0.49743568275862099</c:v>
                </c:pt>
                <c:pt idx="461">
                  <c:v>0.50462372576923098</c:v>
                </c:pt>
                <c:pt idx="462">
                  <c:v>0.51107557142857096</c:v>
                </c:pt>
                <c:pt idx="463">
                  <c:v>0.52908057432432398</c:v>
                </c:pt>
                <c:pt idx="464">
                  <c:v>0.55288349503546097</c:v>
                </c:pt>
                <c:pt idx="465">
                  <c:v>0.56250295102040804</c:v>
                </c:pt>
                <c:pt idx="466">
                  <c:v>0.59250619999999998</c:v>
                </c:pt>
                <c:pt idx="467">
                  <c:v>0.59683360297029697</c:v>
                </c:pt>
                <c:pt idx="468">
                  <c:v>0.61096859011406901</c:v>
                </c:pt>
                <c:pt idx="469">
                  <c:v>0.612611666666667</c:v>
                </c:pt>
                <c:pt idx="470">
                  <c:v>0.63325140776698996</c:v>
                </c:pt>
                <c:pt idx="471">
                  <c:v>0.647134285714286</c:v>
                </c:pt>
                <c:pt idx="472">
                  <c:v>0.66973312689655196</c:v>
                </c:pt>
                <c:pt idx="473">
                  <c:v>0.68430352264150895</c:v>
                </c:pt>
                <c:pt idx="474">
                  <c:v>0.68902172727272704</c:v>
                </c:pt>
                <c:pt idx="475">
                  <c:v>0.69188928905109504</c:v>
                </c:pt>
                <c:pt idx="476">
                  <c:v>0.72160038260869597</c:v>
                </c:pt>
                <c:pt idx="477">
                  <c:v>0.78187206640624995</c:v>
                </c:pt>
                <c:pt idx="478">
                  <c:v>0.80991752631578895</c:v>
                </c:pt>
                <c:pt idx="479">
                  <c:v>0.80993457076923103</c:v>
                </c:pt>
                <c:pt idx="480">
                  <c:v>0.80999959765624996</c:v>
                </c:pt>
                <c:pt idx="481">
                  <c:v>0.87730717746478903</c:v>
                </c:pt>
                <c:pt idx="482">
                  <c:v>0.93003199999999997</c:v>
                </c:pt>
                <c:pt idx="483">
                  <c:v>1.0069401333333301</c:v>
                </c:pt>
                <c:pt idx="484">
                  <c:v>1.19415670731707</c:v>
                </c:pt>
                <c:pt idx="485">
                  <c:v>1.25938586363636</c:v>
                </c:pt>
                <c:pt idx="486">
                  <c:v>1.4402031500000001</c:v>
                </c:pt>
                <c:pt idx="487">
                  <c:v>1.5923172916666699</c:v>
                </c:pt>
                <c:pt idx="488">
                  <c:v>3.0971087692307702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818-4262-95D6-B8200B1FDCE7}"/>
            </c:ext>
          </c:extLst>
        </c:ser>
        <c:ser>
          <c:idx val="2"/>
          <c:order val="2"/>
          <c:tx>
            <c:strRef>
              <c:f>'2个游戏单独CDF'!$G$1</c:f>
              <c:strCache>
                <c:ptCount val="1"/>
                <c:pt idx="0">
                  <c:v>Sigmoid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'2个游戏单独CDF'!$D$2:$D$490</c:f>
              <c:numCache>
                <c:formatCode>General</c:formatCode>
                <c:ptCount val="489"/>
                <c:pt idx="0">
                  <c:v>2.0408163265306098E-3</c:v>
                </c:pt>
                <c:pt idx="1">
                  <c:v>4.0816326530612197E-3</c:v>
                </c:pt>
                <c:pt idx="2">
                  <c:v>6.1224489795918399E-3</c:v>
                </c:pt>
                <c:pt idx="3">
                  <c:v>8.1632653061224497E-3</c:v>
                </c:pt>
                <c:pt idx="4">
                  <c:v>1.02040816326531E-2</c:v>
                </c:pt>
                <c:pt idx="5">
                  <c:v>1.2244897959183701E-2</c:v>
                </c:pt>
                <c:pt idx="6">
                  <c:v>1.4285714285714299E-2</c:v>
                </c:pt>
                <c:pt idx="7">
                  <c:v>1.6326530612244899E-2</c:v>
                </c:pt>
                <c:pt idx="8">
                  <c:v>1.8367346938775501E-2</c:v>
                </c:pt>
                <c:pt idx="9">
                  <c:v>2.04081632653061E-2</c:v>
                </c:pt>
                <c:pt idx="10">
                  <c:v>2.2448979591836699E-2</c:v>
                </c:pt>
                <c:pt idx="11">
                  <c:v>2.4489795918367301E-2</c:v>
                </c:pt>
                <c:pt idx="12">
                  <c:v>2.6530612244898E-2</c:v>
                </c:pt>
                <c:pt idx="13">
                  <c:v>2.8571428571428598E-2</c:v>
                </c:pt>
                <c:pt idx="14">
                  <c:v>3.06122448979592E-2</c:v>
                </c:pt>
                <c:pt idx="15">
                  <c:v>3.2653061224489799E-2</c:v>
                </c:pt>
                <c:pt idx="16">
                  <c:v>3.4693877551020401E-2</c:v>
                </c:pt>
                <c:pt idx="17">
                  <c:v>3.6734693877551003E-2</c:v>
                </c:pt>
                <c:pt idx="18">
                  <c:v>3.8775510204081598E-2</c:v>
                </c:pt>
                <c:pt idx="19">
                  <c:v>4.08163265306122E-2</c:v>
                </c:pt>
                <c:pt idx="20">
                  <c:v>4.2857142857142802E-2</c:v>
                </c:pt>
                <c:pt idx="21">
                  <c:v>4.4897959183673501E-2</c:v>
                </c:pt>
                <c:pt idx="22">
                  <c:v>4.6938775510204103E-2</c:v>
                </c:pt>
                <c:pt idx="23">
                  <c:v>4.8979591836734698E-2</c:v>
                </c:pt>
                <c:pt idx="24">
                  <c:v>5.10204081632653E-2</c:v>
                </c:pt>
                <c:pt idx="25">
                  <c:v>5.3061224489795902E-2</c:v>
                </c:pt>
                <c:pt idx="26">
                  <c:v>5.5102040816326497E-2</c:v>
                </c:pt>
                <c:pt idx="27">
                  <c:v>5.7142857142857099E-2</c:v>
                </c:pt>
                <c:pt idx="28">
                  <c:v>5.9183673469387701E-2</c:v>
                </c:pt>
                <c:pt idx="29">
                  <c:v>6.1224489795918297E-2</c:v>
                </c:pt>
                <c:pt idx="30">
                  <c:v>6.3265306122448906E-2</c:v>
                </c:pt>
                <c:pt idx="31">
                  <c:v>6.5306122448979501E-2</c:v>
                </c:pt>
                <c:pt idx="32">
                  <c:v>6.7346938775510207E-2</c:v>
                </c:pt>
                <c:pt idx="33">
                  <c:v>6.9387755102040802E-2</c:v>
                </c:pt>
                <c:pt idx="34">
                  <c:v>7.1428571428571397E-2</c:v>
                </c:pt>
                <c:pt idx="35">
                  <c:v>7.3469387755102006E-2</c:v>
                </c:pt>
                <c:pt idx="36">
                  <c:v>7.5510204081632601E-2</c:v>
                </c:pt>
                <c:pt idx="37">
                  <c:v>7.7551020408163196E-2</c:v>
                </c:pt>
                <c:pt idx="38">
                  <c:v>7.9591836734693805E-2</c:v>
                </c:pt>
                <c:pt idx="39">
                  <c:v>8.16326530612244E-2</c:v>
                </c:pt>
                <c:pt idx="40">
                  <c:v>8.3673469387754995E-2</c:v>
                </c:pt>
                <c:pt idx="41">
                  <c:v>8.5714285714285604E-2</c:v>
                </c:pt>
                <c:pt idx="42">
                  <c:v>8.7755102040816199E-2</c:v>
                </c:pt>
                <c:pt idx="43">
                  <c:v>8.9795918367346794E-2</c:v>
                </c:pt>
                <c:pt idx="44">
                  <c:v>9.18367346938775E-2</c:v>
                </c:pt>
                <c:pt idx="45">
                  <c:v>9.3877551020408095E-2</c:v>
                </c:pt>
                <c:pt idx="46">
                  <c:v>9.5918367346938704E-2</c:v>
                </c:pt>
                <c:pt idx="47">
                  <c:v>9.7959183673469299E-2</c:v>
                </c:pt>
                <c:pt idx="48">
                  <c:v>9.9999999999999895E-2</c:v>
                </c:pt>
                <c:pt idx="49">
                  <c:v>0.102040816326531</c:v>
                </c:pt>
                <c:pt idx="50">
                  <c:v>0.104081632653061</c:v>
                </c:pt>
                <c:pt idx="51">
                  <c:v>0.106122448979592</c:v>
                </c:pt>
                <c:pt idx="52">
                  <c:v>0.108163265306122</c:v>
                </c:pt>
                <c:pt idx="53">
                  <c:v>0.11020408163265299</c:v>
                </c:pt>
                <c:pt idx="54">
                  <c:v>0.11224489795918401</c:v>
                </c:pt>
                <c:pt idx="55">
                  <c:v>0.114285714285714</c:v>
                </c:pt>
                <c:pt idx="56">
                  <c:v>0.116326530612245</c:v>
                </c:pt>
                <c:pt idx="57">
                  <c:v>0.118367346938775</c:v>
                </c:pt>
                <c:pt idx="58">
                  <c:v>0.120408163265306</c:v>
                </c:pt>
                <c:pt idx="59">
                  <c:v>0.122448979591837</c:v>
                </c:pt>
                <c:pt idx="60">
                  <c:v>0.12448979591836699</c:v>
                </c:pt>
                <c:pt idx="61">
                  <c:v>0.12653061224489801</c:v>
                </c:pt>
                <c:pt idx="62">
                  <c:v>0.128571428571428</c:v>
                </c:pt>
                <c:pt idx="63">
                  <c:v>0.130612244897959</c:v>
                </c:pt>
                <c:pt idx="64">
                  <c:v>0.13265306122449</c:v>
                </c:pt>
                <c:pt idx="65">
                  <c:v>0.13469387755102</c:v>
                </c:pt>
                <c:pt idx="66">
                  <c:v>0.13673469387755099</c:v>
                </c:pt>
                <c:pt idx="67">
                  <c:v>0.13877551020408099</c:v>
                </c:pt>
                <c:pt idx="68">
                  <c:v>0.14081632653061199</c:v>
                </c:pt>
                <c:pt idx="69">
                  <c:v>0.14285714285714299</c:v>
                </c:pt>
                <c:pt idx="70">
                  <c:v>0.14489795918367299</c:v>
                </c:pt>
                <c:pt idx="71">
                  <c:v>0.14693877551020401</c:v>
                </c:pt>
                <c:pt idx="72">
                  <c:v>0.14897959183673501</c:v>
                </c:pt>
                <c:pt idx="73">
                  <c:v>0.15102040816326501</c:v>
                </c:pt>
                <c:pt idx="74">
                  <c:v>0.15306122448979601</c:v>
                </c:pt>
                <c:pt idx="75">
                  <c:v>0.155102040816326</c:v>
                </c:pt>
                <c:pt idx="76">
                  <c:v>0.157142857142857</c:v>
                </c:pt>
                <c:pt idx="77">
                  <c:v>0.159183673469388</c:v>
                </c:pt>
                <c:pt idx="78">
                  <c:v>0.161224489795918</c:v>
                </c:pt>
                <c:pt idx="79">
                  <c:v>0.16326530612244899</c:v>
                </c:pt>
                <c:pt idx="80">
                  <c:v>0.16530612244897899</c:v>
                </c:pt>
                <c:pt idx="81">
                  <c:v>0.16734693877550999</c:v>
                </c:pt>
                <c:pt idx="82">
                  <c:v>0.16938775510204099</c:v>
                </c:pt>
                <c:pt idx="83">
                  <c:v>0.17142857142857101</c:v>
                </c:pt>
                <c:pt idx="84">
                  <c:v>0.17346938775510201</c:v>
                </c:pt>
                <c:pt idx="85">
                  <c:v>0.17551020408163201</c:v>
                </c:pt>
                <c:pt idx="86">
                  <c:v>0.17755102040816301</c:v>
                </c:pt>
                <c:pt idx="87">
                  <c:v>0.179591836734694</c:v>
                </c:pt>
                <c:pt idx="88">
                  <c:v>0.181632653061224</c:v>
                </c:pt>
                <c:pt idx="89">
                  <c:v>0.183673469387755</c:v>
                </c:pt>
                <c:pt idx="90">
                  <c:v>0.185714285714285</c:v>
                </c:pt>
                <c:pt idx="91">
                  <c:v>0.187755102040816</c:v>
                </c:pt>
                <c:pt idx="92">
                  <c:v>0.18979591836734699</c:v>
                </c:pt>
                <c:pt idx="93">
                  <c:v>0.19183673469387699</c:v>
                </c:pt>
                <c:pt idx="94">
                  <c:v>0.19387755102040799</c:v>
                </c:pt>
                <c:pt idx="95">
                  <c:v>0.19591836734693899</c:v>
                </c:pt>
                <c:pt idx="96">
                  <c:v>0.19795918367346901</c:v>
                </c:pt>
                <c:pt idx="97">
                  <c:v>0.2</c:v>
                </c:pt>
                <c:pt idx="98">
                  <c:v>0.20204081632653001</c:v>
                </c:pt>
                <c:pt idx="99">
                  <c:v>0.20408163265306101</c:v>
                </c:pt>
                <c:pt idx="100">
                  <c:v>0.206122448979592</c:v>
                </c:pt>
                <c:pt idx="101">
                  <c:v>0.208163265306122</c:v>
                </c:pt>
                <c:pt idx="102">
                  <c:v>0.210204081632653</c:v>
                </c:pt>
                <c:pt idx="103">
                  <c:v>0.212244897959183</c:v>
                </c:pt>
                <c:pt idx="104">
                  <c:v>0.214285714285714</c:v>
                </c:pt>
                <c:pt idx="105">
                  <c:v>0.21632653061224499</c:v>
                </c:pt>
                <c:pt idx="106">
                  <c:v>0.21836734693877499</c:v>
                </c:pt>
                <c:pt idx="107">
                  <c:v>0.22040816326530599</c:v>
                </c:pt>
                <c:pt idx="108">
                  <c:v>0.22244897959183599</c:v>
                </c:pt>
                <c:pt idx="109">
                  <c:v>0.22448979591836701</c:v>
                </c:pt>
                <c:pt idx="110">
                  <c:v>0.22653061224489801</c:v>
                </c:pt>
                <c:pt idx="111">
                  <c:v>0.22857142857142801</c:v>
                </c:pt>
                <c:pt idx="112">
                  <c:v>0.23061224489795901</c:v>
                </c:pt>
                <c:pt idx="113">
                  <c:v>0.23265306122448901</c:v>
                </c:pt>
                <c:pt idx="114">
                  <c:v>0.23469387755102</c:v>
                </c:pt>
                <c:pt idx="115">
                  <c:v>0.236734693877551</c:v>
                </c:pt>
                <c:pt idx="116">
                  <c:v>0.238775510204081</c:v>
                </c:pt>
                <c:pt idx="117">
                  <c:v>0.240816326530612</c:v>
                </c:pt>
                <c:pt idx="118">
                  <c:v>0.24285714285714299</c:v>
                </c:pt>
                <c:pt idx="119">
                  <c:v>0.24489795918367299</c:v>
                </c:pt>
                <c:pt idx="120">
                  <c:v>0.24693877551020399</c:v>
                </c:pt>
                <c:pt idx="121">
                  <c:v>0.24897959183673399</c:v>
                </c:pt>
                <c:pt idx="122">
                  <c:v>0.25102040816326499</c:v>
                </c:pt>
                <c:pt idx="123">
                  <c:v>0.25306122448979601</c:v>
                </c:pt>
                <c:pt idx="124">
                  <c:v>0.25510204081632598</c:v>
                </c:pt>
                <c:pt idx="125">
                  <c:v>0.25714285714285701</c:v>
                </c:pt>
                <c:pt idx="126">
                  <c:v>0.25918367346938798</c:v>
                </c:pt>
                <c:pt idx="127">
                  <c:v>0.261224489795918</c:v>
                </c:pt>
                <c:pt idx="128">
                  <c:v>0.26326530612244903</c:v>
                </c:pt>
                <c:pt idx="129">
                  <c:v>0.265306122448979</c:v>
                </c:pt>
                <c:pt idx="130">
                  <c:v>0.26734693877551002</c:v>
                </c:pt>
                <c:pt idx="131">
                  <c:v>0.26938775510204099</c:v>
                </c:pt>
                <c:pt idx="132">
                  <c:v>0.27142857142857102</c:v>
                </c:pt>
                <c:pt idx="133">
                  <c:v>0.27346938775510199</c:v>
                </c:pt>
                <c:pt idx="134">
                  <c:v>0.27551020408163301</c:v>
                </c:pt>
                <c:pt idx="135">
                  <c:v>0.27755102040816299</c:v>
                </c:pt>
                <c:pt idx="136">
                  <c:v>0.27959183673469401</c:v>
                </c:pt>
                <c:pt idx="137">
                  <c:v>0.28163265306122498</c:v>
                </c:pt>
                <c:pt idx="138">
                  <c:v>0.28367346938775501</c:v>
                </c:pt>
                <c:pt idx="139">
                  <c:v>0.28571428571428598</c:v>
                </c:pt>
                <c:pt idx="140">
                  <c:v>0.287755102040816</c:v>
                </c:pt>
                <c:pt idx="141">
                  <c:v>0.28979591836734703</c:v>
                </c:pt>
                <c:pt idx="142">
                  <c:v>0.291836734693878</c:v>
                </c:pt>
                <c:pt idx="143">
                  <c:v>0.29387755102040802</c:v>
                </c:pt>
                <c:pt idx="144">
                  <c:v>0.29591836734693899</c:v>
                </c:pt>
                <c:pt idx="145">
                  <c:v>0.29795918367347002</c:v>
                </c:pt>
                <c:pt idx="146">
                  <c:v>0.3</c:v>
                </c:pt>
                <c:pt idx="147">
                  <c:v>0.30204081632653101</c:v>
                </c:pt>
                <c:pt idx="148">
                  <c:v>0.30408163265306198</c:v>
                </c:pt>
                <c:pt idx="149">
                  <c:v>0.30612244897959201</c:v>
                </c:pt>
                <c:pt idx="150">
                  <c:v>0.30816326530612298</c:v>
                </c:pt>
                <c:pt idx="151">
                  <c:v>0.31020408163265301</c:v>
                </c:pt>
                <c:pt idx="152">
                  <c:v>0.31224489795918398</c:v>
                </c:pt>
                <c:pt idx="153">
                  <c:v>0.314285714285715</c:v>
                </c:pt>
                <c:pt idx="154">
                  <c:v>0.31632653061224503</c:v>
                </c:pt>
                <c:pt idx="155">
                  <c:v>0.318367346938776</c:v>
                </c:pt>
                <c:pt idx="156">
                  <c:v>0.32040816326530702</c:v>
                </c:pt>
                <c:pt idx="157">
                  <c:v>0.32244897959183699</c:v>
                </c:pt>
                <c:pt idx="158">
                  <c:v>0.32448979591836802</c:v>
                </c:pt>
                <c:pt idx="159">
                  <c:v>0.32653061224489899</c:v>
                </c:pt>
                <c:pt idx="160">
                  <c:v>0.32857142857142901</c:v>
                </c:pt>
                <c:pt idx="161">
                  <c:v>0.33061224489795998</c:v>
                </c:pt>
                <c:pt idx="162">
                  <c:v>0.33265306122449001</c:v>
                </c:pt>
                <c:pt idx="163">
                  <c:v>0.33469387755102098</c:v>
                </c:pt>
                <c:pt idx="164">
                  <c:v>0.336734693877552</c:v>
                </c:pt>
                <c:pt idx="165">
                  <c:v>0.33877551020408198</c:v>
                </c:pt>
                <c:pt idx="166">
                  <c:v>0.340816326530613</c:v>
                </c:pt>
                <c:pt idx="167">
                  <c:v>0.34285714285714403</c:v>
                </c:pt>
                <c:pt idx="168">
                  <c:v>0.344897959183674</c:v>
                </c:pt>
                <c:pt idx="169">
                  <c:v>0.34693877551020502</c:v>
                </c:pt>
                <c:pt idx="170">
                  <c:v>0.34897959183673599</c:v>
                </c:pt>
                <c:pt idx="171">
                  <c:v>0.35102040816326602</c:v>
                </c:pt>
                <c:pt idx="172">
                  <c:v>0.35306122448979699</c:v>
                </c:pt>
                <c:pt idx="173">
                  <c:v>0.35510204081632701</c:v>
                </c:pt>
                <c:pt idx="174">
                  <c:v>0.35714285714285798</c:v>
                </c:pt>
                <c:pt idx="175">
                  <c:v>0.35918367346938901</c:v>
                </c:pt>
                <c:pt idx="176">
                  <c:v>0.36122448979591898</c:v>
                </c:pt>
                <c:pt idx="177">
                  <c:v>0.36326530612245</c:v>
                </c:pt>
                <c:pt idx="178">
                  <c:v>0.36530612244898097</c:v>
                </c:pt>
                <c:pt idx="179">
                  <c:v>0.367346938775511</c:v>
                </c:pt>
                <c:pt idx="180">
                  <c:v>0.36938775510204203</c:v>
                </c:pt>
                <c:pt idx="181">
                  <c:v>0.371428571428573</c:v>
                </c:pt>
                <c:pt idx="182">
                  <c:v>0.37346938775510302</c:v>
                </c:pt>
                <c:pt idx="183">
                  <c:v>0.37551020408163399</c:v>
                </c:pt>
                <c:pt idx="184">
                  <c:v>0.37755102040816402</c:v>
                </c:pt>
                <c:pt idx="185">
                  <c:v>0.37959183673469499</c:v>
                </c:pt>
                <c:pt idx="186">
                  <c:v>0.38163265306122601</c:v>
                </c:pt>
                <c:pt idx="187">
                  <c:v>0.38367346938775598</c:v>
                </c:pt>
                <c:pt idx="188">
                  <c:v>0.38571428571428701</c:v>
                </c:pt>
                <c:pt idx="189">
                  <c:v>0.38775510204081798</c:v>
                </c:pt>
                <c:pt idx="190">
                  <c:v>0.389795918367348</c:v>
                </c:pt>
                <c:pt idx="191">
                  <c:v>0.39183673469387897</c:v>
                </c:pt>
                <c:pt idx="192">
                  <c:v>0.39387755102041</c:v>
                </c:pt>
                <c:pt idx="193">
                  <c:v>0.39591836734694003</c:v>
                </c:pt>
                <c:pt idx="194">
                  <c:v>0.397959183673471</c:v>
                </c:pt>
                <c:pt idx="195">
                  <c:v>0.40000000000000102</c:v>
                </c:pt>
                <c:pt idx="196">
                  <c:v>0.40204081632653199</c:v>
                </c:pt>
                <c:pt idx="197">
                  <c:v>0.40408163265306302</c:v>
                </c:pt>
                <c:pt idx="198">
                  <c:v>0.40612244897959299</c:v>
                </c:pt>
                <c:pt idx="199">
                  <c:v>0.40816326530612401</c:v>
                </c:pt>
                <c:pt idx="200">
                  <c:v>0.41020408163265498</c:v>
                </c:pt>
                <c:pt idx="201">
                  <c:v>0.41224489795918501</c:v>
                </c:pt>
                <c:pt idx="202">
                  <c:v>0.41428571428571598</c:v>
                </c:pt>
                <c:pt idx="203">
                  <c:v>0.416326530612247</c:v>
                </c:pt>
                <c:pt idx="204">
                  <c:v>0.41836734693877697</c:v>
                </c:pt>
                <c:pt idx="205">
                  <c:v>0.420408163265308</c:v>
                </c:pt>
                <c:pt idx="206">
                  <c:v>0.42244897959183803</c:v>
                </c:pt>
                <c:pt idx="207">
                  <c:v>0.424489795918369</c:v>
                </c:pt>
                <c:pt idx="208">
                  <c:v>0.42653061224490002</c:v>
                </c:pt>
                <c:pt idx="209">
                  <c:v>0.42857142857142999</c:v>
                </c:pt>
                <c:pt idx="210">
                  <c:v>0.43061224489796102</c:v>
                </c:pt>
                <c:pt idx="211">
                  <c:v>0.43265306122449199</c:v>
                </c:pt>
                <c:pt idx="212">
                  <c:v>0.43469387755102201</c:v>
                </c:pt>
                <c:pt idx="213">
                  <c:v>0.43673469387755298</c:v>
                </c:pt>
                <c:pt idx="214">
                  <c:v>0.43877551020408401</c:v>
                </c:pt>
                <c:pt idx="215">
                  <c:v>0.44081632653061398</c:v>
                </c:pt>
                <c:pt idx="216">
                  <c:v>0.442857142857145</c:v>
                </c:pt>
                <c:pt idx="217">
                  <c:v>0.44489795918367497</c:v>
                </c:pt>
                <c:pt idx="218">
                  <c:v>0.446938775510206</c:v>
                </c:pt>
                <c:pt idx="219">
                  <c:v>0.44897959183673702</c:v>
                </c:pt>
                <c:pt idx="220">
                  <c:v>0.45102040816326699</c:v>
                </c:pt>
                <c:pt idx="221">
                  <c:v>0.45306122448979802</c:v>
                </c:pt>
                <c:pt idx="222">
                  <c:v>0.45510204081632899</c:v>
                </c:pt>
                <c:pt idx="223">
                  <c:v>0.45714285714285902</c:v>
                </c:pt>
                <c:pt idx="224">
                  <c:v>0.45918367346938999</c:v>
                </c:pt>
                <c:pt idx="225">
                  <c:v>0.46122448979592101</c:v>
                </c:pt>
                <c:pt idx="226">
                  <c:v>0.46326530612245098</c:v>
                </c:pt>
                <c:pt idx="227">
                  <c:v>0.46530612244898201</c:v>
                </c:pt>
                <c:pt idx="228">
                  <c:v>0.46734693877551198</c:v>
                </c:pt>
                <c:pt idx="229">
                  <c:v>0.469387755102043</c:v>
                </c:pt>
                <c:pt idx="230">
                  <c:v>0.47142857142857397</c:v>
                </c:pt>
                <c:pt idx="231">
                  <c:v>0.473469387755104</c:v>
                </c:pt>
                <c:pt idx="232">
                  <c:v>0.47551020408163502</c:v>
                </c:pt>
                <c:pt idx="233">
                  <c:v>0.47755102040816599</c:v>
                </c:pt>
                <c:pt idx="234">
                  <c:v>0.47959183673469602</c:v>
                </c:pt>
                <c:pt idx="235">
                  <c:v>0.48163265306122699</c:v>
                </c:pt>
                <c:pt idx="236">
                  <c:v>0.48367346938775801</c:v>
                </c:pt>
                <c:pt idx="237">
                  <c:v>0.48571428571428799</c:v>
                </c:pt>
                <c:pt idx="238">
                  <c:v>0.48775510204081901</c:v>
                </c:pt>
                <c:pt idx="239">
                  <c:v>0.48979591836734898</c:v>
                </c:pt>
                <c:pt idx="240">
                  <c:v>0.49183673469388001</c:v>
                </c:pt>
                <c:pt idx="241">
                  <c:v>0.49387755102041098</c:v>
                </c:pt>
                <c:pt idx="242">
                  <c:v>0.495918367346941</c:v>
                </c:pt>
                <c:pt idx="243">
                  <c:v>0.49795918367347197</c:v>
                </c:pt>
                <c:pt idx="244">
                  <c:v>0.500000000000003</c:v>
                </c:pt>
                <c:pt idx="245">
                  <c:v>0.50204081632653297</c:v>
                </c:pt>
                <c:pt idx="246">
                  <c:v>0.50408163265306405</c:v>
                </c:pt>
                <c:pt idx="247">
                  <c:v>0.50612244897959502</c:v>
                </c:pt>
                <c:pt idx="248">
                  <c:v>0.50816326530612499</c:v>
                </c:pt>
                <c:pt idx="249">
                  <c:v>0.51020408163265596</c:v>
                </c:pt>
                <c:pt idx="250">
                  <c:v>0.51224489795918604</c:v>
                </c:pt>
                <c:pt idx="251">
                  <c:v>0.51428571428571701</c:v>
                </c:pt>
                <c:pt idx="252">
                  <c:v>0.51632653061224798</c:v>
                </c:pt>
                <c:pt idx="253">
                  <c:v>0.51836734693877795</c:v>
                </c:pt>
                <c:pt idx="254">
                  <c:v>0.52040816326530903</c:v>
                </c:pt>
                <c:pt idx="255">
                  <c:v>0.52244897959184</c:v>
                </c:pt>
                <c:pt idx="256">
                  <c:v>0.52448979591836997</c:v>
                </c:pt>
                <c:pt idx="257">
                  <c:v>0.52653061224490105</c:v>
                </c:pt>
                <c:pt idx="258">
                  <c:v>0.52857142857143202</c:v>
                </c:pt>
                <c:pt idx="259">
                  <c:v>0.53061224489796199</c:v>
                </c:pt>
                <c:pt idx="260">
                  <c:v>0.53265306122449296</c:v>
                </c:pt>
                <c:pt idx="261">
                  <c:v>0.53469387755102304</c:v>
                </c:pt>
                <c:pt idx="262">
                  <c:v>0.53673469387755401</c:v>
                </c:pt>
                <c:pt idx="263">
                  <c:v>0.53877551020408498</c:v>
                </c:pt>
                <c:pt idx="264">
                  <c:v>0.54081632653061495</c:v>
                </c:pt>
                <c:pt idx="265">
                  <c:v>0.54285714285714604</c:v>
                </c:pt>
                <c:pt idx="266">
                  <c:v>0.54489795918367701</c:v>
                </c:pt>
                <c:pt idx="267">
                  <c:v>0.54693877551020698</c:v>
                </c:pt>
                <c:pt idx="268">
                  <c:v>0.54897959183673795</c:v>
                </c:pt>
                <c:pt idx="269">
                  <c:v>0.55102040816326903</c:v>
                </c:pt>
                <c:pt idx="270">
                  <c:v>0.553061224489799</c:v>
                </c:pt>
                <c:pt idx="271">
                  <c:v>0.55510204081632997</c:v>
                </c:pt>
                <c:pt idx="272">
                  <c:v>0.55714285714286005</c:v>
                </c:pt>
                <c:pt idx="273">
                  <c:v>0.55918367346939102</c:v>
                </c:pt>
                <c:pt idx="274">
                  <c:v>0.56122448979592199</c:v>
                </c:pt>
                <c:pt idx="275">
                  <c:v>0.56326530612245196</c:v>
                </c:pt>
                <c:pt idx="276">
                  <c:v>0.56530612244898304</c:v>
                </c:pt>
                <c:pt idx="277">
                  <c:v>0.56734693877551401</c:v>
                </c:pt>
                <c:pt idx="278">
                  <c:v>0.56938775510204398</c:v>
                </c:pt>
                <c:pt idx="279">
                  <c:v>0.57142857142857495</c:v>
                </c:pt>
                <c:pt idx="280">
                  <c:v>0.57346938775510603</c:v>
                </c:pt>
                <c:pt idx="281">
                  <c:v>0.575510204081636</c:v>
                </c:pt>
                <c:pt idx="282">
                  <c:v>0.57755102040816697</c:v>
                </c:pt>
                <c:pt idx="283">
                  <c:v>0.57959183673469705</c:v>
                </c:pt>
                <c:pt idx="284">
                  <c:v>0.58163265306122802</c:v>
                </c:pt>
                <c:pt idx="285">
                  <c:v>0.58367346938775899</c:v>
                </c:pt>
                <c:pt idx="286">
                  <c:v>0.58571428571428896</c:v>
                </c:pt>
                <c:pt idx="287">
                  <c:v>0.58775510204082004</c:v>
                </c:pt>
                <c:pt idx="288">
                  <c:v>0.58979591836735101</c:v>
                </c:pt>
                <c:pt idx="289">
                  <c:v>0.59183673469388098</c:v>
                </c:pt>
                <c:pt idx="290">
                  <c:v>0.59387755102041195</c:v>
                </c:pt>
                <c:pt idx="291">
                  <c:v>0.59591836734694303</c:v>
                </c:pt>
                <c:pt idx="292">
                  <c:v>0.597959183673473</c:v>
                </c:pt>
                <c:pt idx="293">
                  <c:v>0.60000000000000397</c:v>
                </c:pt>
                <c:pt idx="294">
                  <c:v>0.60204081632653506</c:v>
                </c:pt>
                <c:pt idx="295">
                  <c:v>0.60408163265306503</c:v>
                </c:pt>
                <c:pt idx="296">
                  <c:v>0.606122448979596</c:v>
                </c:pt>
                <c:pt idx="297">
                  <c:v>0.60816326530612597</c:v>
                </c:pt>
                <c:pt idx="298">
                  <c:v>0.61020408163265705</c:v>
                </c:pt>
                <c:pt idx="299">
                  <c:v>0.61224489795918802</c:v>
                </c:pt>
                <c:pt idx="300">
                  <c:v>0.61428571428571799</c:v>
                </c:pt>
                <c:pt idx="301">
                  <c:v>0.61632653061224896</c:v>
                </c:pt>
                <c:pt idx="302">
                  <c:v>0.61836734693878004</c:v>
                </c:pt>
                <c:pt idx="303">
                  <c:v>0.62040816326531001</c:v>
                </c:pt>
                <c:pt idx="304">
                  <c:v>0.62244897959184098</c:v>
                </c:pt>
                <c:pt idx="305">
                  <c:v>0.62448979591837195</c:v>
                </c:pt>
                <c:pt idx="306">
                  <c:v>0.62653061224490203</c:v>
                </c:pt>
                <c:pt idx="307">
                  <c:v>0.628571428571433</c:v>
                </c:pt>
                <c:pt idx="308">
                  <c:v>0.63061224489796297</c:v>
                </c:pt>
                <c:pt idx="309">
                  <c:v>0.63265306122449405</c:v>
                </c:pt>
                <c:pt idx="310">
                  <c:v>0.63469387755102502</c:v>
                </c:pt>
                <c:pt idx="311">
                  <c:v>0.63673469387755499</c:v>
                </c:pt>
                <c:pt idx="312">
                  <c:v>0.63877551020408596</c:v>
                </c:pt>
                <c:pt idx="313">
                  <c:v>0.64081632653061704</c:v>
                </c:pt>
                <c:pt idx="314">
                  <c:v>0.64285714285714701</c:v>
                </c:pt>
                <c:pt idx="315">
                  <c:v>0.64489795918367798</c:v>
                </c:pt>
                <c:pt idx="316">
                  <c:v>0.64693877551020895</c:v>
                </c:pt>
                <c:pt idx="317">
                  <c:v>0.64897959183673903</c:v>
                </c:pt>
                <c:pt idx="318">
                  <c:v>0.65102040816327</c:v>
                </c:pt>
                <c:pt idx="319">
                  <c:v>0.65306122448979997</c:v>
                </c:pt>
                <c:pt idx="320">
                  <c:v>0.65510204081633105</c:v>
                </c:pt>
                <c:pt idx="321">
                  <c:v>0.65714285714286202</c:v>
                </c:pt>
                <c:pt idx="322">
                  <c:v>0.659183673469392</c:v>
                </c:pt>
                <c:pt idx="323">
                  <c:v>0.66122448979592297</c:v>
                </c:pt>
                <c:pt idx="324">
                  <c:v>0.66326530612245405</c:v>
                </c:pt>
                <c:pt idx="325">
                  <c:v>0.66530612244898402</c:v>
                </c:pt>
                <c:pt idx="326">
                  <c:v>0.66734693877551499</c:v>
                </c:pt>
                <c:pt idx="327">
                  <c:v>0.66938775510204596</c:v>
                </c:pt>
                <c:pt idx="328">
                  <c:v>0.67142857142857604</c:v>
                </c:pt>
                <c:pt idx="329">
                  <c:v>0.67346938775510701</c:v>
                </c:pt>
                <c:pt idx="330">
                  <c:v>0.67551020408163698</c:v>
                </c:pt>
                <c:pt idx="331">
                  <c:v>0.67755102040816795</c:v>
                </c:pt>
                <c:pt idx="332">
                  <c:v>0.67959183673469903</c:v>
                </c:pt>
                <c:pt idx="333">
                  <c:v>0.681632653061229</c:v>
                </c:pt>
                <c:pt idx="334">
                  <c:v>0.68367346938775997</c:v>
                </c:pt>
                <c:pt idx="335">
                  <c:v>0.68571428571429105</c:v>
                </c:pt>
                <c:pt idx="336">
                  <c:v>0.68775510204082102</c:v>
                </c:pt>
                <c:pt idx="337">
                  <c:v>0.68979591836735199</c:v>
                </c:pt>
                <c:pt idx="338">
                  <c:v>0.69183673469388296</c:v>
                </c:pt>
                <c:pt idx="339">
                  <c:v>0.69387755102041304</c:v>
                </c:pt>
                <c:pt idx="340">
                  <c:v>0.69591836734694401</c:v>
                </c:pt>
                <c:pt idx="341">
                  <c:v>0.69795918367347398</c:v>
                </c:pt>
                <c:pt idx="342">
                  <c:v>0.70000000000000495</c:v>
                </c:pt>
                <c:pt idx="343">
                  <c:v>0.70204081632653603</c:v>
                </c:pt>
                <c:pt idx="344">
                  <c:v>0.704081632653066</c:v>
                </c:pt>
                <c:pt idx="345">
                  <c:v>0.70612244897959697</c:v>
                </c:pt>
                <c:pt idx="346">
                  <c:v>0.70816326530612805</c:v>
                </c:pt>
                <c:pt idx="347">
                  <c:v>0.71020408163265802</c:v>
                </c:pt>
                <c:pt idx="348">
                  <c:v>0.71224489795918899</c:v>
                </c:pt>
                <c:pt idx="349">
                  <c:v>0.71428571428571996</c:v>
                </c:pt>
                <c:pt idx="350">
                  <c:v>0.71632653061225005</c:v>
                </c:pt>
                <c:pt idx="351">
                  <c:v>0.71836734693878102</c:v>
                </c:pt>
                <c:pt idx="352">
                  <c:v>0.72040816326531099</c:v>
                </c:pt>
                <c:pt idx="353">
                  <c:v>0.72244897959184196</c:v>
                </c:pt>
                <c:pt idx="354">
                  <c:v>0.72448979591837304</c:v>
                </c:pt>
                <c:pt idx="355">
                  <c:v>0.72653061224490301</c:v>
                </c:pt>
                <c:pt idx="356">
                  <c:v>0.72857142857143398</c:v>
                </c:pt>
                <c:pt idx="357">
                  <c:v>0.73061224489796495</c:v>
                </c:pt>
                <c:pt idx="358">
                  <c:v>0.73265306122449503</c:v>
                </c:pt>
                <c:pt idx="359">
                  <c:v>0.734693877551026</c:v>
                </c:pt>
                <c:pt idx="360">
                  <c:v>0.73673469387755697</c:v>
                </c:pt>
                <c:pt idx="361">
                  <c:v>0.73877551020408705</c:v>
                </c:pt>
                <c:pt idx="362">
                  <c:v>0.74081632653061802</c:v>
                </c:pt>
                <c:pt idx="363">
                  <c:v>0.74285714285714799</c:v>
                </c:pt>
                <c:pt idx="364">
                  <c:v>0.74489795918367896</c:v>
                </c:pt>
                <c:pt idx="365">
                  <c:v>0.74693877551021004</c:v>
                </c:pt>
                <c:pt idx="366">
                  <c:v>0.74897959183674001</c:v>
                </c:pt>
                <c:pt idx="367">
                  <c:v>0.75102040816327098</c:v>
                </c:pt>
                <c:pt idx="368">
                  <c:v>0.75306122448980195</c:v>
                </c:pt>
                <c:pt idx="369">
                  <c:v>0.75510204081633203</c:v>
                </c:pt>
                <c:pt idx="370">
                  <c:v>0.757142857142863</c:v>
                </c:pt>
                <c:pt idx="371">
                  <c:v>0.75918367346939397</c:v>
                </c:pt>
                <c:pt idx="372">
                  <c:v>0.76122448979592405</c:v>
                </c:pt>
                <c:pt idx="373">
                  <c:v>0.76326530612245502</c:v>
                </c:pt>
                <c:pt idx="374">
                  <c:v>0.76530612244898499</c:v>
                </c:pt>
                <c:pt idx="375">
                  <c:v>0.76734693877551596</c:v>
                </c:pt>
                <c:pt idx="376">
                  <c:v>0.76938775510204704</c:v>
                </c:pt>
                <c:pt idx="377">
                  <c:v>0.77142857142857701</c:v>
                </c:pt>
                <c:pt idx="378">
                  <c:v>0.77346938775510798</c:v>
                </c:pt>
                <c:pt idx="379">
                  <c:v>0.77551020408163895</c:v>
                </c:pt>
                <c:pt idx="380">
                  <c:v>0.77755102040816904</c:v>
                </c:pt>
                <c:pt idx="381">
                  <c:v>0.77959183673470001</c:v>
                </c:pt>
                <c:pt idx="382">
                  <c:v>0.78163265306123098</c:v>
                </c:pt>
                <c:pt idx="383">
                  <c:v>0.78367346938776095</c:v>
                </c:pt>
                <c:pt idx="384">
                  <c:v>0.78571428571429203</c:v>
                </c:pt>
                <c:pt idx="385">
                  <c:v>0.787755102040822</c:v>
                </c:pt>
                <c:pt idx="386">
                  <c:v>0.78979591836735297</c:v>
                </c:pt>
                <c:pt idx="387">
                  <c:v>0.79183673469388405</c:v>
                </c:pt>
                <c:pt idx="388">
                  <c:v>0.79387755102041402</c:v>
                </c:pt>
                <c:pt idx="389">
                  <c:v>0.79591836734694499</c:v>
                </c:pt>
                <c:pt idx="390">
                  <c:v>0.79795918367347596</c:v>
                </c:pt>
                <c:pt idx="391">
                  <c:v>0.80000000000000604</c:v>
                </c:pt>
                <c:pt idx="392">
                  <c:v>0.80204081632653701</c:v>
                </c:pt>
                <c:pt idx="393">
                  <c:v>0.80408163265306798</c:v>
                </c:pt>
                <c:pt idx="394">
                  <c:v>0.80612244897959795</c:v>
                </c:pt>
                <c:pt idx="395">
                  <c:v>0.80816326530612903</c:v>
                </c:pt>
                <c:pt idx="396">
                  <c:v>0.810204081632659</c:v>
                </c:pt>
                <c:pt idx="397">
                  <c:v>0.81224489795918997</c:v>
                </c:pt>
                <c:pt idx="398">
                  <c:v>0.81428571428572105</c:v>
                </c:pt>
                <c:pt idx="399">
                  <c:v>0.81632653061225102</c:v>
                </c:pt>
                <c:pt idx="400">
                  <c:v>0.81836734693878199</c:v>
                </c:pt>
                <c:pt idx="401">
                  <c:v>0.82040816326531296</c:v>
                </c:pt>
                <c:pt idx="402">
                  <c:v>0.82244897959184304</c:v>
                </c:pt>
                <c:pt idx="403">
                  <c:v>0.82448979591837401</c:v>
                </c:pt>
                <c:pt idx="404">
                  <c:v>0.82653061224490498</c:v>
                </c:pt>
                <c:pt idx="405">
                  <c:v>0.82857142857143495</c:v>
                </c:pt>
                <c:pt idx="406">
                  <c:v>0.83061224489796603</c:v>
                </c:pt>
                <c:pt idx="407">
                  <c:v>0.83265306122449601</c:v>
                </c:pt>
                <c:pt idx="408">
                  <c:v>0.83469387755102697</c:v>
                </c:pt>
                <c:pt idx="409">
                  <c:v>0.83673469387755794</c:v>
                </c:pt>
                <c:pt idx="410">
                  <c:v>0.83877551020408803</c:v>
                </c:pt>
                <c:pt idx="411">
                  <c:v>0.840816326530619</c:v>
                </c:pt>
                <c:pt idx="412">
                  <c:v>0.84285714285714997</c:v>
                </c:pt>
                <c:pt idx="413">
                  <c:v>0.84489795918368005</c:v>
                </c:pt>
                <c:pt idx="414">
                  <c:v>0.84693877551021102</c:v>
                </c:pt>
                <c:pt idx="415">
                  <c:v>0.84897959183674199</c:v>
                </c:pt>
                <c:pt idx="416">
                  <c:v>0.85102040816327196</c:v>
                </c:pt>
                <c:pt idx="417">
                  <c:v>0.85306122448980304</c:v>
                </c:pt>
                <c:pt idx="418">
                  <c:v>0.85510204081633301</c:v>
                </c:pt>
                <c:pt idx="419">
                  <c:v>0.85714285714286398</c:v>
                </c:pt>
                <c:pt idx="420">
                  <c:v>0.85918367346939495</c:v>
                </c:pt>
                <c:pt idx="421">
                  <c:v>0.86122448979592503</c:v>
                </c:pt>
                <c:pt idx="422">
                  <c:v>0.863265306122456</c:v>
                </c:pt>
                <c:pt idx="423">
                  <c:v>0.86530612244898697</c:v>
                </c:pt>
                <c:pt idx="424">
                  <c:v>0.86734693877551705</c:v>
                </c:pt>
                <c:pt idx="425">
                  <c:v>0.86938775510204802</c:v>
                </c:pt>
                <c:pt idx="426">
                  <c:v>0.87142857142857899</c:v>
                </c:pt>
                <c:pt idx="427">
                  <c:v>0.87346938775510896</c:v>
                </c:pt>
                <c:pt idx="428">
                  <c:v>0.87551020408164004</c:v>
                </c:pt>
                <c:pt idx="429">
                  <c:v>0.87755102040817001</c:v>
                </c:pt>
                <c:pt idx="430">
                  <c:v>0.87959183673470098</c:v>
                </c:pt>
                <c:pt idx="431">
                  <c:v>0.88163265306123195</c:v>
                </c:pt>
                <c:pt idx="432">
                  <c:v>0.88367346938776203</c:v>
                </c:pt>
                <c:pt idx="433">
                  <c:v>0.885714285714293</c:v>
                </c:pt>
                <c:pt idx="434">
                  <c:v>0.88775510204082397</c:v>
                </c:pt>
                <c:pt idx="435">
                  <c:v>0.88979591836735406</c:v>
                </c:pt>
                <c:pt idx="436">
                  <c:v>0.89183673469388502</c:v>
                </c:pt>
                <c:pt idx="437">
                  <c:v>0.89387755102041599</c:v>
                </c:pt>
                <c:pt idx="438">
                  <c:v>0.89591836734694597</c:v>
                </c:pt>
                <c:pt idx="439">
                  <c:v>0.89795918367347705</c:v>
                </c:pt>
                <c:pt idx="440">
                  <c:v>0.90000000000000702</c:v>
                </c:pt>
                <c:pt idx="441">
                  <c:v>0.90204081632653799</c:v>
                </c:pt>
                <c:pt idx="442">
                  <c:v>0.90408163265306896</c:v>
                </c:pt>
                <c:pt idx="443">
                  <c:v>0.90612244897959904</c:v>
                </c:pt>
                <c:pt idx="444">
                  <c:v>0.90816326530613001</c:v>
                </c:pt>
                <c:pt idx="445">
                  <c:v>0.91020408163266098</c:v>
                </c:pt>
                <c:pt idx="446">
                  <c:v>0.91224489795919095</c:v>
                </c:pt>
                <c:pt idx="447">
                  <c:v>0.91428571428572203</c:v>
                </c:pt>
                <c:pt idx="448">
                  <c:v>0.916326530612253</c:v>
                </c:pt>
                <c:pt idx="449">
                  <c:v>0.91836734693878297</c:v>
                </c:pt>
                <c:pt idx="450">
                  <c:v>0.92040816326531405</c:v>
                </c:pt>
                <c:pt idx="451">
                  <c:v>0.92244897959184402</c:v>
                </c:pt>
                <c:pt idx="452">
                  <c:v>0.92448979591837499</c:v>
                </c:pt>
                <c:pt idx="453">
                  <c:v>0.92653061224490596</c:v>
                </c:pt>
                <c:pt idx="454">
                  <c:v>0.92857142857143604</c:v>
                </c:pt>
                <c:pt idx="455">
                  <c:v>0.93061224489796701</c:v>
                </c:pt>
                <c:pt idx="456">
                  <c:v>0.93265306122449798</c:v>
                </c:pt>
                <c:pt idx="457">
                  <c:v>0.93469387755102795</c:v>
                </c:pt>
                <c:pt idx="458">
                  <c:v>0.93673469387755903</c:v>
                </c:pt>
                <c:pt idx="459">
                  <c:v>0.93877551020409</c:v>
                </c:pt>
                <c:pt idx="460">
                  <c:v>0.94081632653061997</c:v>
                </c:pt>
                <c:pt idx="461">
                  <c:v>0.94285714285715105</c:v>
                </c:pt>
                <c:pt idx="462">
                  <c:v>0.94489795918368102</c:v>
                </c:pt>
                <c:pt idx="463">
                  <c:v>0.94693877551021199</c:v>
                </c:pt>
                <c:pt idx="464">
                  <c:v>0.94897959183674296</c:v>
                </c:pt>
                <c:pt idx="465">
                  <c:v>0.95102040816327305</c:v>
                </c:pt>
                <c:pt idx="466">
                  <c:v>0.95306122448980402</c:v>
                </c:pt>
                <c:pt idx="467">
                  <c:v>0.95510204081633499</c:v>
                </c:pt>
                <c:pt idx="468">
                  <c:v>0.95714285714286496</c:v>
                </c:pt>
                <c:pt idx="469">
                  <c:v>0.95918367346939604</c:v>
                </c:pt>
                <c:pt idx="470">
                  <c:v>0.96122448979592701</c:v>
                </c:pt>
                <c:pt idx="471">
                  <c:v>0.96326530612245698</c:v>
                </c:pt>
                <c:pt idx="472">
                  <c:v>0.96530612244898795</c:v>
                </c:pt>
                <c:pt idx="473">
                  <c:v>0.96734693877551803</c:v>
                </c:pt>
                <c:pt idx="474">
                  <c:v>0.969387755102049</c:v>
                </c:pt>
                <c:pt idx="475">
                  <c:v>0.97142857142857997</c:v>
                </c:pt>
                <c:pt idx="476">
                  <c:v>0.97346938775511005</c:v>
                </c:pt>
                <c:pt idx="477">
                  <c:v>0.97551020408164102</c:v>
                </c:pt>
                <c:pt idx="478">
                  <c:v>0.97755102040817199</c:v>
                </c:pt>
                <c:pt idx="479">
                  <c:v>0.97959183673470196</c:v>
                </c:pt>
                <c:pt idx="480">
                  <c:v>0.98163265306123304</c:v>
                </c:pt>
                <c:pt idx="481">
                  <c:v>0.98367346938776401</c:v>
                </c:pt>
                <c:pt idx="482">
                  <c:v>0.98571428571429398</c:v>
                </c:pt>
                <c:pt idx="483">
                  <c:v>0.98775510204082495</c:v>
                </c:pt>
                <c:pt idx="484">
                  <c:v>0.98979591836735503</c:v>
                </c:pt>
                <c:pt idx="485">
                  <c:v>0.991836734693886</c:v>
                </c:pt>
                <c:pt idx="486">
                  <c:v>0.99387755102041697</c:v>
                </c:pt>
                <c:pt idx="487">
                  <c:v>0.99591836734694705</c:v>
                </c:pt>
                <c:pt idx="488">
                  <c:v>0.99795918367347802</c:v>
                </c:pt>
              </c:numCache>
            </c:numRef>
          </c:xVal>
          <c:yVal>
            <c:numRef>
              <c:f>'2个游戏单独CDF'!$G$2:$G$490</c:f>
              <c:numCache>
                <c:formatCode>General</c:formatCode>
                <c:ptCount val="489"/>
                <c:pt idx="0">
                  <c:v>1.44439094848344E-3</c:v>
                </c:pt>
                <c:pt idx="1">
                  <c:v>8.1848820414058207E-3</c:v>
                </c:pt>
                <c:pt idx="2">
                  <c:v>1.10736639383727E-2</c:v>
                </c:pt>
                <c:pt idx="3">
                  <c:v>1.10736639383727E-2</c:v>
                </c:pt>
                <c:pt idx="4">
                  <c:v>1.10736639383727E-2</c:v>
                </c:pt>
                <c:pt idx="5">
                  <c:v>1.10736639383727E-2</c:v>
                </c:pt>
                <c:pt idx="6">
                  <c:v>1.10736639383727E-2</c:v>
                </c:pt>
                <c:pt idx="7">
                  <c:v>1.10736639383727E-2</c:v>
                </c:pt>
                <c:pt idx="8">
                  <c:v>1.10736639383727E-2</c:v>
                </c:pt>
                <c:pt idx="9">
                  <c:v>1.78141550312951E-2</c:v>
                </c:pt>
                <c:pt idx="10">
                  <c:v>1.78141550312951E-2</c:v>
                </c:pt>
                <c:pt idx="11">
                  <c:v>1.78141550312951E-2</c:v>
                </c:pt>
                <c:pt idx="12">
                  <c:v>1.78141550312951E-2</c:v>
                </c:pt>
                <c:pt idx="13">
                  <c:v>2.74434280211843E-2</c:v>
                </c:pt>
                <c:pt idx="14">
                  <c:v>2.74434280211843E-2</c:v>
                </c:pt>
                <c:pt idx="15">
                  <c:v>3.03322099181512E-2</c:v>
                </c:pt>
                <c:pt idx="16">
                  <c:v>3.03322099181512E-2</c:v>
                </c:pt>
                <c:pt idx="17">
                  <c:v>3.70727010110736E-2</c:v>
                </c:pt>
                <c:pt idx="18">
                  <c:v>3.70727010110736E-2</c:v>
                </c:pt>
                <c:pt idx="19">
                  <c:v>3.70727010110736E-2</c:v>
                </c:pt>
                <c:pt idx="20">
                  <c:v>3.70727010110736E-2</c:v>
                </c:pt>
                <c:pt idx="21">
                  <c:v>3.9961482908040503E-2</c:v>
                </c:pt>
                <c:pt idx="22">
                  <c:v>4.6701974000962897E-2</c:v>
                </c:pt>
                <c:pt idx="23">
                  <c:v>4.6701974000962897E-2</c:v>
                </c:pt>
                <c:pt idx="24">
                  <c:v>4.6701974000962897E-2</c:v>
                </c:pt>
                <c:pt idx="25">
                  <c:v>4.6701974000962897E-2</c:v>
                </c:pt>
                <c:pt idx="26">
                  <c:v>4.6701974000962897E-2</c:v>
                </c:pt>
                <c:pt idx="27">
                  <c:v>4.6701974000962897E-2</c:v>
                </c:pt>
                <c:pt idx="28">
                  <c:v>4.95907558979298E-2</c:v>
                </c:pt>
                <c:pt idx="29">
                  <c:v>4.95907558979298E-2</c:v>
                </c:pt>
                <c:pt idx="30">
                  <c:v>4.95907558979298E-2</c:v>
                </c:pt>
                <c:pt idx="31">
                  <c:v>5.6331246990852103E-2</c:v>
                </c:pt>
                <c:pt idx="32">
                  <c:v>5.9220028887819E-2</c:v>
                </c:pt>
                <c:pt idx="33">
                  <c:v>6.59605199807414E-2</c:v>
                </c:pt>
                <c:pt idx="34">
                  <c:v>6.8849301877708297E-2</c:v>
                </c:pt>
                <c:pt idx="35">
                  <c:v>7.5589792970630704E-2</c:v>
                </c:pt>
                <c:pt idx="36">
                  <c:v>7.84785748675976E-2</c:v>
                </c:pt>
                <c:pt idx="37">
                  <c:v>7.84785748675976E-2</c:v>
                </c:pt>
                <c:pt idx="38">
                  <c:v>7.84785748675976E-2</c:v>
                </c:pt>
                <c:pt idx="39">
                  <c:v>7.84785748675976E-2</c:v>
                </c:pt>
                <c:pt idx="40">
                  <c:v>7.84785748675976E-2</c:v>
                </c:pt>
                <c:pt idx="41">
                  <c:v>8.5219065960519896E-2</c:v>
                </c:pt>
                <c:pt idx="42">
                  <c:v>8.5219065960519896E-2</c:v>
                </c:pt>
                <c:pt idx="43">
                  <c:v>8.5219065960519896E-2</c:v>
                </c:pt>
                <c:pt idx="44">
                  <c:v>8.8107847857486807E-2</c:v>
                </c:pt>
                <c:pt idx="45">
                  <c:v>9.48483389504092E-2</c:v>
                </c:pt>
                <c:pt idx="46">
                  <c:v>9.7737120847376097E-2</c:v>
                </c:pt>
                <c:pt idx="47">
                  <c:v>9.7737120847376097E-2</c:v>
                </c:pt>
                <c:pt idx="48">
                  <c:v>9.7737120847376097E-2</c:v>
                </c:pt>
                <c:pt idx="49">
                  <c:v>0.104477611940298</c:v>
                </c:pt>
                <c:pt idx="50">
                  <c:v>0.104477611940298</c:v>
                </c:pt>
                <c:pt idx="51">
                  <c:v>0.104477611940298</c:v>
                </c:pt>
                <c:pt idx="52">
                  <c:v>0.107366393837265</c:v>
                </c:pt>
                <c:pt idx="53">
                  <c:v>0.107366393837265</c:v>
                </c:pt>
                <c:pt idx="54">
                  <c:v>0.114106884930188</c:v>
                </c:pt>
                <c:pt idx="55">
                  <c:v>0.114106884930188</c:v>
                </c:pt>
                <c:pt idx="56">
                  <c:v>0.114106884930188</c:v>
                </c:pt>
                <c:pt idx="57">
                  <c:v>0.116995666827155</c:v>
                </c:pt>
                <c:pt idx="58">
                  <c:v>0.116995666827155</c:v>
                </c:pt>
                <c:pt idx="59">
                  <c:v>0.133365430909966</c:v>
                </c:pt>
                <c:pt idx="60">
                  <c:v>0.133365430909966</c:v>
                </c:pt>
                <c:pt idx="61">
                  <c:v>0.133365430909966</c:v>
                </c:pt>
                <c:pt idx="62">
                  <c:v>0.13625421280693301</c:v>
                </c:pt>
                <c:pt idx="63">
                  <c:v>0.13625421280693301</c:v>
                </c:pt>
                <c:pt idx="64">
                  <c:v>0.13625421280693301</c:v>
                </c:pt>
                <c:pt idx="65">
                  <c:v>0.13625421280693301</c:v>
                </c:pt>
                <c:pt idx="66">
                  <c:v>0.142994703899856</c:v>
                </c:pt>
                <c:pt idx="67">
                  <c:v>0.142994703899856</c:v>
                </c:pt>
                <c:pt idx="68">
                  <c:v>0.145883485796822</c:v>
                </c:pt>
                <c:pt idx="69">
                  <c:v>0.145883485796822</c:v>
                </c:pt>
                <c:pt idx="70">
                  <c:v>0.145883485796822</c:v>
                </c:pt>
                <c:pt idx="71">
                  <c:v>0.145883485796822</c:v>
                </c:pt>
                <c:pt idx="72">
                  <c:v>0.145883485796822</c:v>
                </c:pt>
                <c:pt idx="73">
                  <c:v>0.145883485796822</c:v>
                </c:pt>
                <c:pt idx="74">
                  <c:v>0.145883485796822</c:v>
                </c:pt>
                <c:pt idx="75">
                  <c:v>0.145883485796822</c:v>
                </c:pt>
                <c:pt idx="76">
                  <c:v>0.15262397688974499</c:v>
                </c:pt>
                <c:pt idx="77">
                  <c:v>0.155512758786712</c:v>
                </c:pt>
                <c:pt idx="78">
                  <c:v>0.155512758786712</c:v>
                </c:pt>
                <c:pt idx="79">
                  <c:v>0.155512758786712</c:v>
                </c:pt>
                <c:pt idx="80">
                  <c:v>0.155512758786712</c:v>
                </c:pt>
                <c:pt idx="81">
                  <c:v>0.155512758786712</c:v>
                </c:pt>
                <c:pt idx="82">
                  <c:v>0.155512758786712</c:v>
                </c:pt>
                <c:pt idx="83">
                  <c:v>0.155512758786712</c:v>
                </c:pt>
                <c:pt idx="84">
                  <c:v>0.16225324987963399</c:v>
                </c:pt>
                <c:pt idx="85">
                  <c:v>0.165142031776601</c:v>
                </c:pt>
                <c:pt idx="86">
                  <c:v>0.165142031776601</c:v>
                </c:pt>
                <c:pt idx="87">
                  <c:v>0.165142031776601</c:v>
                </c:pt>
                <c:pt idx="88">
                  <c:v>0.165142031776601</c:v>
                </c:pt>
                <c:pt idx="89">
                  <c:v>0.165142031776601</c:v>
                </c:pt>
                <c:pt idx="90">
                  <c:v>0.165142031776601</c:v>
                </c:pt>
                <c:pt idx="91">
                  <c:v>0.165142031776601</c:v>
                </c:pt>
                <c:pt idx="92">
                  <c:v>0.17188252286952299</c:v>
                </c:pt>
                <c:pt idx="93">
                  <c:v>0.17188252286952299</c:v>
                </c:pt>
                <c:pt idx="94">
                  <c:v>0.17188252286952299</c:v>
                </c:pt>
                <c:pt idx="95">
                  <c:v>0.17188252286952299</c:v>
                </c:pt>
                <c:pt idx="96">
                  <c:v>0.17188252286952299</c:v>
                </c:pt>
                <c:pt idx="97">
                  <c:v>0.17188252286952299</c:v>
                </c:pt>
                <c:pt idx="98">
                  <c:v>0.17477130476649</c:v>
                </c:pt>
                <c:pt idx="99">
                  <c:v>0.17477130476649</c:v>
                </c:pt>
                <c:pt idx="100">
                  <c:v>0.18151179585941299</c:v>
                </c:pt>
                <c:pt idx="101">
                  <c:v>0.18151179585941299</c:v>
                </c:pt>
                <c:pt idx="102">
                  <c:v>0.184400577756379</c:v>
                </c:pt>
                <c:pt idx="103">
                  <c:v>0.184400577756379</c:v>
                </c:pt>
                <c:pt idx="104">
                  <c:v>0.184400577756379</c:v>
                </c:pt>
                <c:pt idx="105">
                  <c:v>0.19114106884930199</c:v>
                </c:pt>
                <c:pt idx="106">
                  <c:v>0.19402985074626899</c:v>
                </c:pt>
                <c:pt idx="107">
                  <c:v>0.19402985074626899</c:v>
                </c:pt>
                <c:pt idx="108">
                  <c:v>0.20077034183919101</c:v>
                </c:pt>
                <c:pt idx="109">
                  <c:v>0.20077034183919101</c:v>
                </c:pt>
                <c:pt idx="110">
                  <c:v>0.20077034183919101</c:v>
                </c:pt>
                <c:pt idx="111">
                  <c:v>0.21039961482908001</c:v>
                </c:pt>
                <c:pt idx="112">
                  <c:v>0.22002888781897001</c:v>
                </c:pt>
                <c:pt idx="113">
                  <c:v>0.22291766971593699</c:v>
                </c:pt>
                <c:pt idx="114">
                  <c:v>0.22965816080885901</c:v>
                </c:pt>
                <c:pt idx="115">
                  <c:v>0.22965816080885901</c:v>
                </c:pt>
                <c:pt idx="116">
                  <c:v>0.23254694270582599</c:v>
                </c:pt>
                <c:pt idx="117">
                  <c:v>0.23254694270582599</c:v>
                </c:pt>
                <c:pt idx="118">
                  <c:v>0.23254694270582599</c:v>
                </c:pt>
                <c:pt idx="119">
                  <c:v>0.23254694270582599</c:v>
                </c:pt>
                <c:pt idx="120">
                  <c:v>0.23928743379874801</c:v>
                </c:pt>
                <c:pt idx="121">
                  <c:v>0.248916706788637</c:v>
                </c:pt>
                <c:pt idx="122">
                  <c:v>0.248916706788637</c:v>
                </c:pt>
                <c:pt idx="123">
                  <c:v>0.248916706788637</c:v>
                </c:pt>
                <c:pt idx="124">
                  <c:v>0.25180548868560398</c:v>
                </c:pt>
                <c:pt idx="125">
                  <c:v>0.25180548868560398</c:v>
                </c:pt>
                <c:pt idx="126">
                  <c:v>0.258545979778527</c:v>
                </c:pt>
                <c:pt idx="127">
                  <c:v>0.26817525276841597</c:v>
                </c:pt>
                <c:pt idx="128">
                  <c:v>0.277804525758305</c:v>
                </c:pt>
                <c:pt idx="129">
                  <c:v>0.277804525758305</c:v>
                </c:pt>
                <c:pt idx="130">
                  <c:v>0.277804525758305</c:v>
                </c:pt>
                <c:pt idx="131">
                  <c:v>0.277804525758305</c:v>
                </c:pt>
                <c:pt idx="132">
                  <c:v>0.277804525758305</c:v>
                </c:pt>
                <c:pt idx="133">
                  <c:v>0.28069330765527201</c:v>
                </c:pt>
                <c:pt idx="134">
                  <c:v>0.28743379874819402</c:v>
                </c:pt>
                <c:pt idx="135">
                  <c:v>0.28743379874819402</c:v>
                </c:pt>
                <c:pt idx="136">
                  <c:v>0.28743379874819402</c:v>
                </c:pt>
                <c:pt idx="137">
                  <c:v>0.299951853635051</c:v>
                </c:pt>
                <c:pt idx="138">
                  <c:v>0.299951853635051</c:v>
                </c:pt>
                <c:pt idx="139">
                  <c:v>0.30669234472797302</c:v>
                </c:pt>
                <c:pt idx="140">
                  <c:v>0.31632161771786199</c:v>
                </c:pt>
                <c:pt idx="141">
                  <c:v>0.31632161771786199</c:v>
                </c:pt>
                <c:pt idx="142">
                  <c:v>0.31632161771786199</c:v>
                </c:pt>
                <c:pt idx="143">
                  <c:v>0.319210399614829</c:v>
                </c:pt>
                <c:pt idx="144">
                  <c:v>0.33558016369764099</c:v>
                </c:pt>
                <c:pt idx="145">
                  <c:v>0.33558016369764099</c:v>
                </c:pt>
                <c:pt idx="146">
                  <c:v>0.33558016369764099</c:v>
                </c:pt>
                <c:pt idx="147">
                  <c:v>0.338468945594608</c:v>
                </c:pt>
                <c:pt idx="148">
                  <c:v>0.338468945594608</c:v>
                </c:pt>
                <c:pt idx="149">
                  <c:v>0.34520943668753001</c:v>
                </c:pt>
                <c:pt idx="150">
                  <c:v>0.34809821858449702</c:v>
                </c:pt>
                <c:pt idx="151">
                  <c:v>0.34809821858449702</c:v>
                </c:pt>
                <c:pt idx="152">
                  <c:v>0.35772749157438599</c:v>
                </c:pt>
                <c:pt idx="153">
                  <c:v>0.35772749157438599</c:v>
                </c:pt>
                <c:pt idx="154">
                  <c:v>0.36735676456427502</c:v>
                </c:pt>
                <c:pt idx="155">
                  <c:v>0.36735676456427502</c:v>
                </c:pt>
                <c:pt idx="156">
                  <c:v>0.36735676456427502</c:v>
                </c:pt>
                <c:pt idx="157">
                  <c:v>0.37409725565719798</c:v>
                </c:pt>
                <c:pt idx="158">
                  <c:v>0.37698603755416499</c:v>
                </c:pt>
                <c:pt idx="159">
                  <c:v>0.37698603755416499</c:v>
                </c:pt>
                <c:pt idx="160">
                  <c:v>0.38661531054405401</c:v>
                </c:pt>
                <c:pt idx="161">
                  <c:v>0.38661531054405401</c:v>
                </c:pt>
                <c:pt idx="162">
                  <c:v>0.38661531054405401</c:v>
                </c:pt>
                <c:pt idx="163">
                  <c:v>0.38661531054405401</c:v>
                </c:pt>
                <c:pt idx="164">
                  <c:v>0.38661531054405401</c:v>
                </c:pt>
                <c:pt idx="165">
                  <c:v>0.39335580163697598</c:v>
                </c:pt>
                <c:pt idx="166">
                  <c:v>0.39624458353394298</c:v>
                </c:pt>
                <c:pt idx="167">
                  <c:v>0.39624458353394298</c:v>
                </c:pt>
                <c:pt idx="168">
                  <c:v>0.39624458353394298</c:v>
                </c:pt>
                <c:pt idx="169">
                  <c:v>0.39624458353394298</c:v>
                </c:pt>
                <c:pt idx="170">
                  <c:v>0.39624458353394298</c:v>
                </c:pt>
                <c:pt idx="171">
                  <c:v>0.402985074626866</c:v>
                </c:pt>
                <c:pt idx="172">
                  <c:v>0.402985074626866</c:v>
                </c:pt>
                <c:pt idx="173">
                  <c:v>0.402985074626866</c:v>
                </c:pt>
                <c:pt idx="174">
                  <c:v>0.402985074626866</c:v>
                </c:pt>
                <c:pt idx="175">
                  <c:v>0.402985074626866</c:v>
                </c:pt>
                <c:pt idx="176">
                  <c:v>0.402985074626866</c:v>
                </c:pt>
                <c:pt idx="177">
                  <c:v>0.402985074626866</c:v>
                </c:pt>
                <c:pt idx="178">
                  <c:v>0.402985074626866</c:v>
                </c:pt>
                <c:pt idx="179">
                  <c:v>0.41261434761675497</c:v>
                </c:pt>
                <c:pt idx="180">
                  <c:v>0.41550312951372198</c:v>
                </c:pt>
                <c:pt idx="181">
                  <c:v>0.41550312951372198</c:v>
                </c:pt>
                <c:pt idx="182">
                  <c:v>0.41550312951372198</c:v>
                </c:pt>
                <c:pt idx="183">
                  <c:v>0.422243620606644</c:v>
                </c:pt>
                <c:pt idx="184">
                  <c:v>0.422243620606644</c:v>
                </c:pt>
                <c:pt idx="185">
                  <c:v>0.422243620606644</c:v>
                </c:pt>
                <c:pt idx="186">
                  <c:v>0.422243620606644</c:v>
                </c:pt>
                <c:pt idx="187">
                  <c:v>0.422243620606644</c:v>
                </c:pt>
                <c:pt idx="188">
                  <c:v>0.422243620606644</c:v>
                </c:pt>
                <c:pt idx="189">
                  <c:v>0.422243620606644</c:v>
                </c:pt>
                <c:pt idx="190">
                  <c:v>0.422243620606644</c:v>
                </c:pt>
                <c:pt idx="191">
                  <c:v>0.422243620606644</c:v>
                </c:pt>
                <c:pt idx="192">
                  <c:v>0.422243620606644</c:v>
                </c:pt>
                <c:pt idx="193">
                  <c:v>0.422243620606644</c:v>
                </c:pt>
                <c:pt idx="194">
                  <c:v>0.422243620606644</c:v>
                </c:pt>
                <c:pt idx="195">
                  <c:v>0.422243620606644</c:v>
                </c:pt>
                <c:pt idx="196">
                  <c:v>0.422243620606644</c:v>
                </c:pt>
                <c:pt idx="197">
                  <c:v>0.422243620606644</c:v>
                </c:pt>
                <c:pt idx="198">
                  <c:v>0.422243620606644</c:v>
                </c:pt>
                <c:pt idx="199">
                  <c:v>0.422243620606644</c:v>
                </c:pt>
                <c:pt idx="200">
                  <c:v>0.422243620606644</c:v>
                </c:pt>
                <c:pt idx="201">
                  <c:v>0.422243620606644</c:v>
                </c:pt>
                <c:pt idx="202">
                  <c:v>0.422243620606644</c:v>
                </c:pt>
                <c:pt idx="203">
                  <c:v>0.422243620606644</c:v>
                </c:pt>
                <c:pt idx="204">
                  <c:v>0.422243620606644</c:v>
                </c:pt>
                <c:pt idx="205">
                  <c:v>0.422243620606644</c:v>
                </c:pt>
                <c:pt idx="206">
                  <c:v>0.422243620606644</c:v>
                </c:pt>
                <c:pt idx="207">
                  <c:v>0.422243620606644</c:v>
                </c:pt>
                <c:pt idx="208">
                  <c:v>0.422243620606644</c:v>
                </c:pt>
                <c:pt idx="209">
                  <c:v>0.422243620606644</c:v>
                </c:pt>
                <c:pt idx="210">
                  <c:v>0.422243620606644</c:v>
                </c:pt>
                <c:pt idx="211">
                  <c:v>0.422243620606644</c:v>
                </c:pt>
                <c:pt idx="212">
                  <c:v>0.422243620606644</c:v>
                </c:pt>
                <c:pt idx="213">
                  <c:v>0.422243620606644</c:v>
                </c:pt>
                <c:pt idx="214">
                  <c:v>0.422243620606644</c:v>
                </c:pt>
                <c:pt idx="215">
                  <c:v>0.422243620606644</c:v>
                </c:pt>
                <c:pt idx="216">
                  <c:v>0.422243620606644</c:v>
                </c:pt>
                <c:pt idx="217">
                  <c:v>0.422243620606644</c:v>
                </c:pt>
                <c:pt idx="218">
                  <c:v>0.422243620606644</c:v>
                </c:pt>
                <c:pt idx="219">
                  <c:v>0.422243620606644</c:v>
                </c:pt>
                <c:pt idx="220">
                  <c:v>0.422243620606644</c:v>
                </c:pt>
                <c:pt idx="221">
                  <c:v>0.422243620606644</c:v>
                </c:pt>
                <c:pt idx="222">
                  <c:v>0.422243620606644</c:v>
                </c:pt>
                <c:pt idx="223">
                  <c:v>0.422243620606644</c:v>
                </c:pt>
                <c:pt idx="224">
                  <c:v>0.422243620606644</c:v>
                </c:pt>
                <c:pt idx="225">
                  <c:v>0.422243620606644</c:v>
                </c:pt>
                <c:pt idx="226">
                  <c:v>0.422243620606644</c:v>
                </c:pt>
                <c:pt idx="227">
                  <c:v>0.422243620606644</c:v>
                </c:pt>
                <c:pt idx="228">
                  <c:v>0.422243620606644</c:v>
                </c:pt>
                <c:pt idx="229">
                  <c:v>0.422243620606644</c:v>
                </c:pt>
                <c:pt idx="230">
                  <c:v>0.422243620606644</c:v>
                </c:pt>
                <c:pt idx="231">
                  <c:v>0.422243620606644</c:v>
                </c:pt>
                <c:pt idx="232">
                  <c:v>0.422243620606644</c:v>
                </c:pt>
                <c:pt idx="233">
                  <c:v>0.422243620606644</c:v>
                </c:pt>
                <c:pt idx="234">
                  <c:v>0.422243620606644</c:v>
                </c:pt>
                <c:pt idx="235">
                  <c:v>0.422243620606644</c:v>
                </c:pt>
                <c:pt idx="236">
                  <c:v>0.422243620606644</c:v>
                </c:pt>
                <c:pt idx="237">
                  <c:v>0.422243620606644</c:v>
                </c:pt>
                <c:pt idx="238">
                  <c:v>0.422243620606644</c:v>
                </c:pt>
                <c:pt idx="239">
                  <c:v>0.422243620606644</c:v>
                </c:pt>
                <c:pt idx="240">
                  <c:v>0.422243620606644</c:v>
                </c:pt>
                <c:pt idx="241">
                  <c:v>0.422243620606644</c:v>
                </c:pt>
                <c:pt idx="242">
                  <c:v>0.422243620606644</c:v>
                </c:pt>
                <c:pt idx="243">
                  <c:v>0.422243620606644</c:v>
                </c:pt>
                <c:pt idx="244">
                  <c:v>0.422243620606644</c:v>
                </c:pt>
                <c:pt idx="245">
                  <c:v>0.422243620606644</c:v>
                </c:pt>
                <c:pt idx="246">
                  <c:v>0.422243620606644</c:v>
                </c:pt>
                <c:pt idx="247">
                  <c:v>0.422243620606644</c:v>
                </c:pt>
                <c:pt idx="248">
                  <c:v>0.422243620606644</c:v>
                </c:pt>
                <c:pt idx="249">
                  <c:v>0.422243620606644</c:v>
                </c:pt>
                <c:pt idx="250">
                  <c:v>0.422243620606644</c:v>
                </c:pt>
                <c:pt idx="251">
                  <c:v>0.422243620606644</c:v>
                </c:pt>
                <c:pt idx="252">
                  <c:v>0.422243620606644</c:v>
                </c:pt>
                <c:pt idx="253">
                  <c:v>0.422243620606644</c:v>
                </c:pt>
                <c:pt idx="254">
                  <c:v>0.422243620606644</c:v>
                </c:pt>
                <c:pt idx="255">
                  <c:v>0.422243620606644</c:v>
                </c:pt>
                <c:pt idx="256">
                  <c:v>0.422243620606644</c:v>
                </c:pt>
                <c:pt idx="257">
                  <c:v>0.422243620606644</c:v>
                </c:pt>
                <c:pt idx="258">
                  <c:v>0.422243620606644</c:v>
                </c:pt>
                <c:pt idx="259">
                  <c:v>0.422243620606644</c:v>
                </c:pt>
                <c:pt idx="260">
                  <c:v>0.422243620606644</c:v>
                </c:pt>
                <c:pt idx="261">
                  <c:v>0.422243620606644</c:v>
                </c:pt>
                <c:pt idx="262">
                  <c:v>0.422243620606644</c:v>
                </c:pt>
                <c:pt idx="263">
                  <c:v>0.422243620606644</c:v>
                </c:pt>
                <c:pt idx="264">
                  <c:v>0.422243620606644</c:v>
                </c:pt>
                <c:pt idx="265">
                  <c:v>0.422243620606644</c:v>
                </c:pt>
                <c:pt idx="266">
                  <c:v>0.422243620606644</c:v>
                </c:pt>
                <c:pt idx="267">
                  <c:v>0.422243620606644</c:v>
                </c:pt>
                <c:pt idx="268">
                  <c:v>0.422243620606644</c:v>
                </c:pt>
                <c:pt idx="269">
                  <c:v>0.422243620606644</c:v>
                </c:pt>
                <c:pt idx="270">
                  <c:v>0.422243620606644</c:v>
                </c:pt>
                <c:pt idx="271">
                  <c:v>0.422243620606644</c:v>
                </c:pt>
                <c:pt idx="272">
                  <c:v>0.422243620606644</c:v>
                </c:pt>
                <c:pt idx="273">
                  <c:v>0.422243620606644</c:v>
                </c:pt>
                <c:pt idx="274">
                  <c:v>0.422243620606644</c:v>
                </c:pt>
                <c:pt idx="275">
                  <c:v>0.422243620606644</c:v>
                </c:pt>
                <c:pt idx="276">
                  <c:v>0.422243620606644</c:v>
                </c:pt>
                <c:pt idx="277">
                  <c:v>0.422243620606644</c:v>
                </c:pt>
                <c:pt idx="278">
                  <c:v>0.422243620606644</c:v>
                </c:pt>
                <c:pt idx="279">
                  <c:v>0.422243620606644</c:v>
                </c:pt>
                <c:pt idx="280">
                  <c:v>0.422243620606644</c:v>
                </c:pt>
                <c:pt idx="281">
                  <c:v>0.422243620606644</c:v>
                </c:pt>
                <c:pt idx="282">
                  <c:v>0.422243620606644</c:v>
                </c:pt>
                <c:pt idx="283">
                  <c:v>0.422243620606644</c:v>
                </c:pt>
                <c:pt idx="284">
                  <c:v>0.422243620606644</c:v>
                </c:pt>
                <c:pt idx="285">
                  <c:v>0.422243620606644</c:v>
                </c:pt>
                <c:pt idx="286">
                  <c:v>0.422243620606644</c:v>
                </c:pt>
                <c:pt idx="287">
                  <c:v>0.422243620606644</c:v>
                </c:pt>
                <c:pt idx="288">
                  <c:v>0.422243620606644</c:v>
                </c:pt>
                <c:pt idx="289">
                  <c:v>0.422243620606644</c:v>
                </c:pt>
                <c:pt idx="290">
                  <c:v>0.422243620606644</c:v>
                </c:pt>
                <c:pt idx="291">
                  <c:v>0.422243620606644</c:v>
                </c:pt>
                <c:pt idx="292">
                  <c:v>0.422243620606644</c:v>
                </c:pt>
                <c:pt idx="293">
                  <c:v>0.422243620606644</c:v>
                </c:pt>
                <c:pt idx="294">
                  <c:v>0.422243620606644</c:v>
                </c:pt>
                <c:pt idx="295">
                  <c:v>0.422243620606644</c:v>
                </c:pt>
                <c:pt idx="296">
                  <c:v>0.422243620606644</c:v>
                </c:pt>
                <c:pt idx="297">
                  <c:v>0.422243620606644</c:v>
                </c:pt>
                <c:pt idx="298">
                  <c:v>0.422243620606644</c:v>
                </c:pt>
                <c:pt idx="299">
                  <c:v>0.422243620606644</c:v>
                </c:pt>
                <c:pt idx="300">
                  <c:v>0.422243620606644</c:v>
                </c:pt>
                <c:pt idx="301">
                  <c:v>0.422243620606644</c:v>
                </c:pt>
                <c:pt idx="302">
                  <c:v>0.422243620606644</c:v>
                </c:pt>
                <c:pt idx="303">
                  <c:v>0.422243620606644</c:v>
                </c:pt>
                <c:pt idx="304">
                  <c:v>0.422243620606644</c:v>
                </c:pt>
                <c:pt idx="305">
                  <c:v>0.422243620606644</c:v>
                </c:pt>
                <c:pt idx="306">
                  <c:v>0.422243620606644</c:v>
                </c:pt>
                <c:pt idx="307">
                  <c:v>0.422243620606644</c:v>
                </c:pt>
                <c:pt idx="308">
                  <c:v>0.422243620606644</c:v>
                </c:pt>
                <c:pt idx="309">
                  <c:v>0.422243620606644</c:v>
                </c:pt>
                <c:pt idx="310">
                  <c:v>0.422243620606644</c:v>
                </c:pt>
                <c:pt idx="311">
                  <c:v>0.422243620606644</c:v>
                </c:pt>
                <c:pt idx="312">
                  <c:v>0.422243620606644</c:v>
                </c:pt>
                <c:pt idx="313">
                  <c:v>0.422243620606644</c:v>
                </c:pt>
                <c:pt idx="314">
                  <c:v>0.422243620606644</c:v>
                </c:pt>
                <c:pt idx="315">
                  <c:v>0.422243620606644</c:v>
                </c:pt>
                <c:pt idx="316">
                  <c:v>0.422243620606644</c:v>
                </c:pt>
                <c:pt idx="317">
                  <c:v>0.422243620606644</c:v>
                </c:pt>
                <c:pt idx="318">
                  <c:v>0.422243620606644</c:v>
                </c:pt>
                <c:pt idx="319">
                  <c:v>0.422243620606644</c:v>
                </c:pt>
                <c:pt idx="320">
                  <c:v>0.422243620606644</c:v>
                </c:pt>
                <c:pt idx="321">
                  <c:v>0.422243620606644</c:v>
                </c:pt>
                <c:pt idx="322">
                  <c:v>0.42513240250361101</c:v>
                </c:pt>
                <c:pt idx="323">
                  <c:v>0.42513240250361101</c:v>
                </c:pt>
                <c:pt idx="324">
                  <c:v>0.42513240250361101</c:v>
                </c:pt>
                <c:pt idx="325">
                  <c:v>0.42513240250361101</c:v>
                </c:pt>
                <c:pt idx="326">
                  <c:v>0.43187289359653303</c:v>
                </c:pt>
                <c:pt idx="327">
                  <c:v>0.43187289359653303</c:v>
                </c:pt>
                <c:pt idx="328">
                  <c:v>0.43187289359653303</c:v>
                </c:pt>
                <c:pt idx="329">
                  <c:v>0.43187289359653303</c:v>
                </c:pt>
                <c:pt idx="330">
                  <c:v>0.43187289359653303</c:v>
                </c:pt>
                <c:pt idx="331">
                  <c:v>0.43187289359653303</c:v>
                </c:pt>
                <c:pt idx="332">
                  <c:v>0.43187289359653303</c:v>
                </c:pt>
                <c:pt idx="333">
                  <c:v>0.43187289359653303</c:v>
                </c:pt>
                <c:pt idx="334">
                  <c:v>0.43187289359653303</c:v>
                </c:pt>
                <c:pt idx="335">
                  <c:v>0.43187289359653303</c:v>
                </c:pt>
                <c:pt idx="336">
                  <c:v>0.43476167549349998</c:v>
                </c:pt>
                <c:pt idx="337">
                  <c:v>0.44150216658642299</c:v>
                </c:pt>
                <c:pt idx="338">
                  <c:v>0.44150216658642299</c:v>
                </c:pt>
                <c:pt idx="339">
                  <c:v>0.44150216658642299</c:v>
                </c:pt>
                <c:pt idx="340">
                  <c:v>0.44150216658642299</c:v>
                </c:pt>
                <c:pt idx="341">
                  <c:v>0.44439094848339</c:v>
                </c:pt>
                <c:pt idx="342">
                  <c:v>0.44439094848339</c:v>
                </c:pt>
                <c:pt idx="343">
                  <c:v>0.44439094848339</c:v>
                </c:pt>
                <c:pt idx="344">
                  <c:v>0.44439094848339</c:v>
                </c:pt>
                <c:pt idx="345">
                  <c:v>0.44439094848339</c:v>
                </c:pt>
                <c:pt idx="346">
                  <c:v>0.44439094848339</c:v>
                </c:pt>
                <c:pt idx="347">
                  <c:v>0.44439094848339</c:v>
                </c:pt>
                <c:pt idx="348">
                  <c:v>0.45113143957631202</c:v>
                </c:pt>
                <c:pt idx="349">
                  <c:v>0.45402022147327897</c:v>
                </c:pt>
                <c:pt idx="350">
                  <c:v>0.45402022147327897</c:v>
                </c:pt>
                <c:pt idx="351">
                  <c:v>0.46076071256620099</c:v>
                </c:pt>
                <c:pt idx="352">
                  <c:v>0.46076071256620099</c:v>
                </c:pt>
                <c:pt idx="353">
                  <c:v>0.463649494463168</c:v>
                </c:pt>
                <c:pt idx="354">
                  <c:v>0.47038998555609002</c:v>
                </c:pt>
                <c:pt idx="355">
                  <c:v>0.47038998555609002</c:v>
                </c:pt>
                <c:pt idx="356">
                  <c:v>0.47327876745305703</c:v>
                </c:pt>
                <c:pt idx="357">
                  <c:v>0.48001925854597999</c:v>
                </c:pt>
                <c:pt idx="358">
                  <c:v>0.48001925854597999</c:v>
                </c:pt>
                <c:pt idx="359">
                  <c:v>0.48001925854597999</c:v>
                </c:pt>
                <c:pt idx="360">
                  <c:v>0.48001925854597999</c:v>
                </c:pt>
                <c:pt idx="361">
                  <c:v>0.482908040442947</c:v>
                </c:pt>
                <c:pt idx="362">
                  <c:v>0.48964853153586901</c:v>
                </c:pt>
                <c:pt idx="363">
                  <c:v>0.48964853153586901</c:v>
                </c:pt>
                <c:pt idx="364">
                  <c:v>0.48964853153586901</c:v>
                </c:pt>
                <c:pt idx="365">
                  <c:v>0.48964853153586901</c:v>
                </c:pt>
                <c:pt idx="366">
                  <c:v>0.49927780452575798</c:v>
                </c:pt>
                <c:pt idx="367">
                  <c:v>0.49927780452575798</c:v>
                </c:pt>
                <c:pt idx="368">
                  <c:v>0.49927780452575798</c:v>
                </c:pt>
                <c:pt idx="369">
                  <c:v>0.50216658642272505</c:v>
                </c:pt>
                <c:pt idx="370">
                  <c:v>0.50890707751564801</c:v>
                </c:pt>
                <c:pt idx="371">
                  <c:v>0.51853635050553704</c:v>
                </c:pt>
                <c:pt idx="372">
                  <c:v>0.51853635050553704</c:v>
                </c:pt>
                <c:pt idx="373">
                  <c:v>0.51853635050553704</c:v>
                </c:pt>
                <c:pt idx="374">
                  <c:v>0.52142513240250399</c:v>
                </c:pt>
                <c:pt idx="375">
                  <c:v>0.52142513240250399</c:v>
                </c:pt>
                <c:pt idx="376">
                  <c:v>0.52816562349542595</c:v>
                </c:pt>
                <c:pt idx="377">
                  <c:v>0.53779489648531498</c:v>
                </c:pt>
                <c:pt idx="378">
                  <c:v>0.53779489648531498</c:v>
                </c:pt>
                <c:pt idx="379">
                  <c:v>0.53779489648531498</c:v>
                </c:pt>
                <c:pt idx="380">
                  <c:v>0.53779489648531498</c:v>
                </c:pt>
                <c:pt idx="381">
                  <c:v>0.547424169475205</c:v>
                </c:pt>
                <c:pt idx="382">
                  <c:v>0.55705344246509403</c:v>
                </c:pt>
                <c:pt idx="383">
                  <c:v>0.55705344246509403</c:v>
                </c:pt>
                <c:pt idx="384">
                  <c:v>0.55994222436206098</c:v>
                </c:pt>
                <c:pt idx="385">
                  <c:v>0.56668271545498305</c:v>
                </c:pt>
                <c:pt idx="386">
                  <c:v>0.56957149735195001</c:v>
                </c:pt>
                <c:pt idx="387">
                  <c:v>0.56957149735195001</c:v>
                </c:pt>
                <c:pt idx="388">
                  <c:v>0.57631198844487197</c:v>
                </c:pt>
                <c:pt idx="389">
                  <c:v>0.57920077034183903</c:v>
                </c:pt>
                <c:pt idx="390">
                  <c:v>0.57920077034183903</c:v>
                </c:pt>
                <c:pt idx="391">
                  <c:v>0.585941261434762</c:v>
                </c:pt>
                <c:pt idx="392">
                  <c:v>0.585941261434762</c:v>
                </c:pt>
                <c:pt idx="393">
                  <c:v>0.58883004333172895</c:v>
                </c:pt>
                <c:pt idx="394">
                  <c:v>0.58883004333172895</c:v>
                </c:pt>
                <c:pt idx="395">
                  <c:v>0.59557053442465102</c:v>
                </c:pt>
                <c:pt idx="396">
                  <c:v>0.59845931632161797</c:v>
                </c:pt>
                <c:pt idx="397">
                  <c:v>0.60519980741454005</c:v>
                </c:pt>
                <c:pt idx="398">
                  <c:v>0.61482908040442896</c:v>
                </c:pt>
                <c:pt idx="399">
                  <c:v>0.61771786230139603</c:v>
                </c:pt>
                <c:pt idx="400">
                  <c:v>0.62445835339431899</c:v>
                </c:pt>
                <c:pt idx="401">
                  <c:v>0.62445835339431899</c:v>
                </c:pt>
                <c:pt idx="402">
                  <c:v>0.62734713529128605</c:v>
                </c:pt>
                <c:pt idx="403">
                  <c:v>0.63697640828117497</c:v>
                </c:pt>
                <c:pt idx="404">
                  <c:v>0.65623495426095302</c:v>
                </c:pt>
                <c:pt idx="405">
                  <c:v>0.65623495426095302</c:v>
                </c:pt>
                <c:pt idx="406">
                  <c:v>0.66297544535387598</c:v>
                </c:pt>
                <c:pt idx="407">
                  <c:v>0.66297544535387598</c:v>
                </c:pt>
                <c:pt idx="408">
                  <c:v>0.66297544535387598</c:v>
                </c:pt>
                <c:pt idx="409">
                  <c:v>0.66586422725084304</c:v>
                </c:pt>
                <c:pt idx="410">
                  <c:v>0.67260471834376501</c:v>
                </c:pt>
                <c:pt idx="411">
                  <c:v>0.67549350024073196</c:v>
                </c:pt>
                <c:pt idx="412">
                  <c:v>0.68223399133365403</c:v>
                </c:pt>
                <c:pt idx="413">
                  <c:v>0.68223399133365403</c:v>
                </c:pt>
                <c:pt idx="414">
                  <c:v>0.68223399133365403</c:v>
                </c:pt>
                <c:pt idx="415">
                  <c:v>0.68512277323062098</c:v>
                </c:pt>
                <c:pt idx="416">
                  <c:v>0.68512277323062098</c:v>
                </c:pt>
                <c:pt idx="417">
                  <c:v>0.69186326432354395</c:v>
                </c:pt>
                <c:pt idx="418">
                  <c:v>0.70438131921040004</c:v>
                </c:pt>
                <c:pt idx="419">
                  <c:v>0.711121810303322</c:v>
                </c:pt>
                <c:pt idx="420">
                  <c:v>0.711121810303322</c:v>
                </c:pt>
                <c:pt idx="421">
                  <c:v>0.711121810303322</c:v>
                </c:pt>
                <c:pt idx="422">
                  <c:v>0.711121810303322</c:v>
                </c:pt>
                <c:pt idx="423">
                  <c:v>0.711121810303322</c:v>
                </c:pt>
                <c:pt idx="424">
                  <c:v>0.711121810303322</c:v>
                </c:pt>
                <c:pt idx="425">
                  <c:v>0.711121810303322</c:v>
                </c:pt>
                <c:pt idx="426">
                  <c:v>0.711121810303322</c:v>
                </c:pt>
                <c:pt idx="427">
                  <c:v>0.711121810303322</c:v>
                </c:pt>
                <c:pt idx="428">
                  <c:v>0.711121810303322</c:v>
                </c:pt>
                <c:pt idx="429">
                  <c:v>0.711121810303322</c:v>
                </c:pt>
                <c:pt idx="430">
                  <c:v>0.71401059220028895</c:v>
                </c:pt>
                <c:pt idx="431">
                  <c:v>0.71401059220028895</c:v>
                </c:pt>
                <c:pt idx="432">
                  <c:v>0.71401059220028895</c:v>
                </c:pt>
                <c:pt idx="433">
                  <c:v>0.72363986519017798</c:v>
                </c:pt>
                <c:pt idx="434">
                  <c:v>0.72363986519017798</c:v>
                </c:pt>
                <c:pt idx="435">
                  <c:v>0.72363986519017798</c:v>
                </c:pt>
                <c:pt idx="436">
                  <c:v>0.73038035628310105</c:v>
                </c:pt>
                <c:pt idx="437">
                  <c:v>0.73038035628310105</c:v>
                </c:pt>
                <c:pt idx="438">
                  <c:v>0.74000962927298997</c:v>
                </c:pt>
                <c:pt idx="439">
                  <c:v>0.74963890226287899</c:v>
                </c:pt>
                <c:pt idx="440">
                  <c:v>0.75252768415984606</c:v>
                </c:pt>
                <c:pt idx="441">
                  <c:v>0.76215695714973497</c:v>
                </c:pt>
                <c:pt idx="442">
                  <c:v>0.79104477611940305</c:v>
                </c:pt>
                <c:pt idx="443">
                  <c:v>0.80067404910929196</c:v>
                </c:pt>
                <c:pt idx="444">
                  <c:v>0.81993259508907101</c:v>
                </c:pt>
                <c:pt idx="445">
                  <c:v>0.81993259508907101</c:v>
                </c:pt>
                <c:pt idx="446">
                  <c:v>0.82956186807896004</c:v>
                </c:pt>
                <c:pt idx="447">
                  <c:v>0.83919114106884896</c:v>
                </c:pt>
                <c:pt idx="448">
                  <c:v>0.87481945113144</c:v>
                </c:pt>
                <c:pt idx="449">
                  <c:v>0.88733750601829597</c:v>
                </c:pt>
                <c:pt idx="450">
                  <c:v>0.896966779008185</c:v>
                </c:pt>
                <c:pt idx="451">
                  <c:v>0.94511314395763102</c:v>
                </c:pt>
                <c:pt idx="452">
                  <c:v>0.96148290804044301</c:v>
                </c:pt>
                <c:pt idx="453">
                  <c:v>0.96148290804044301</c:v>
                </c:pt>
                <c:pt idx="454">
                  <c:v>0.96437168993740996</c:v>
                </c:pt>
                <c:pt idx="455">
                  <c:v>0.96437168993740996</c:v>
                </c:pt>
                <c:pt idx="456">
                  <c:v>0.96437168993740996</c:v>
                </c:pt>
                <c:pt idx="457">
                  <c:v>1.0028887818969701</c:v>
                </c:pt>
                <c:pt idx="458">
                  <c:v>1.1280693307655301</c:v>
                </c:pt>
                <c:pt idx="459">
                  <c:v>1.2051035146846401</c:v>
                </c:pt>
                <c:pt idx="460">
                  <c:v>1.2243620606644201</c:v>
                </c:pt>
                <c:pt idx="461">
                  <c:v>1.2436206066441999</c:v>
                </c:pt>
                <c:pt idx="462">
                  <c:v>1.29176697159364</c:v>
                </c:pt>
                <c:pt idx="463">
                  <c:v>1.31102551757342</c:v>
                </c:pt>
                <c:pt idx="464">
                  <c:v>1.31102551757342</c:v>
                </c:pt>
                <c:pt idx="465">
                  <c:v>1.31102551757342</c:v>
                </c:pt>
                <c:pt idx="466">
                  <c:v>1.31102551757342</c:v>
                </c:pt>
                <c:pt idx="467">
                  <c:v>1.31102551757342</c:v>
                </c:pt>
                <c:pt idx="468">
                  <c:v>1.31102551757342</c:v>
                </c:pt>
                <c:pt idx="469">
                  <c:v>1.31102551757342</c:v>
                </c:pt>
                <c:pt idx="470">
                  <c:v>1.31102551757342</c:v>
                </c:pt>
                <c:pt idx="471">
                  <c:v>1.31102551757342</c:v>
                </c:pt>
                <c:pt idx="472">
                  <c:v>1.31102551757342</c:v>
                </c:pt>
                <c:pt idx="473">
                  <c:v>1.31102551757342</c:v>
                </c:pt>
                <c:pt idx="474">
                  <c:v>1.31102551757342</c:v>
                </c:pt>
                <c:pt idx="475">
                  <c:v>1.31102551757342</c:v>
                </c:pt>
                <c:pt idx="476">
                  <c:v>1.31102551757342</c:v>
                </c:pt>
                <c:pt idx="477">
                  <c:v>1.5228695233509899</c:v>
                </c:pt>
                <c:pt idx="478">
                  <c:v>1.53249879634088</c:v>
                </c:pt>
                <c:pt idx="479">
                  <c:v>1.65767934520944</c:v>
                </c:pt>
                <c:pt idx="480">
                  <c:v>1.6865671641791</c:v>
                </c:pt>
                <c:pt idx="481">
                  <c:v>1.71545498314877</c:v>
                </c:pt>
                <c:pt idx="482">
                  <c:v>1.7250842561386599</c:v>
                </c:pt>
                <c:pt idx="483">
                  <c:v>1.74434280211844</c:v>
                </c:pt>
                <c:pt idx="484">
                  <c:v>1.8310062590274401</c:v>
                </c:pt>
                <c:pt idx="485">
                  <c:v>2.2258064516128999</c:v>
                </c:pt>
                <c:pt idx="486">
                  <c:v>2.4954260953298002</c:v>
                </c:pt>
                <c:pt idx="487">
                  <c:v>3.9398170438131901</c:v>
                </c:pt>
                <c:pt idx="488">
                  <c:v>4.6331246990852204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818-4262-95D6-B8200B1FDC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1707760"/>
        <c:axId val="772411424"/>
      </c:scatterChart>
      <c:valAx>
        <c:axId val="7717077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Probability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2411424"/>
        <c:crosses val="autoZero"/>
        <c:crossBetween val="midCat"/>
      </c:valAx>
      <c:valAx>
        <c:axId val="7724114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Error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.00_);[Red]\(0.00\)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717077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'2,3,4混合CDF'!$D$1</c:f>
              <c:strCache>
                <c:ptCount val="1"/>
                <c:pt idx="0">
                  <c:v>GBRT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'2,3,4混合CDF'!$C$2:$C$508</c:f>
              <c:numCache>
                <c:formatCode>General</c:formatCode>
                <c:ptCount val="507"/>
                <c:pt idx="0">
                  <c:v>1.9685039370078701E-3</c:v>
                </c:pt>
                <c:pt idx="1">
                  <c:v>3.9370078740157497E-3</c:v>
                </c:pt>
                <c:pt idx="2">
                  <c:v>5.9055118110236202E-3</c:v>
                </c:pt>
                <c:pt idx="3">
                  <c:v>7.8740157480314994E-3</c:v>
                </c:pt>
                <c:pt idx="4">
                  <c:v>9.8425196850393699E-3</c:v>
                </c:pt>
                <c:pt idx="5">
                  <c:v>1.1811023622047201E-2</c:v>
                </c:pt>
                <c:pt idx="6">
                  <c:v>1.3779527559055101E-2</c:v>
                </c:pt>
                <c:pt idx="7">
                  <c:v>1.5748031496062999E-2</c:v>
                </c:pt>
                <c:pt idx="8">
                  <c:v>1.7716535433070901E-2</c:v>
                </c:pt>
                <c:pt idx="9">
                  <c:v>1.9685039370078702E-2</c:v>
                </c:pt>
                <c:pt idx="10">
                  <c:v>2.16535433070866E-2</c:v>
                </c:pt>
                <c:pt idx="11">
                  <c:v>2.3622047244094498E-2</c:v>
                </c:pt>
                <c:pt idx="12">
                  <c:v>2.55905511811024E-2</c:v>
                </c:pt>
                <c:pt idx="13">
                  <c:v>2.7559055118110201E-2</c:v>
                </c:pt>
                <c:pt idx="14">
                  <c:v>2.9527559055118099E-2</c:v>
                </c:pt>
                <c:pt idx="15">
                  <c:v>3.1496062992125998E-2</c:v>
                </c:pt>
                <c:pt idx="16">
                  <c:v>3.3464566929133903E-2</c:v>
                </c:pt>
                <c:pt idx="17">
                  <c:v>3.5433070866141697E-2</c:v>
                </c:pt>
                <c:pt idx="18">
                  <c:v>3.7401574803149602E-2</c:v>
                </c:pt>
                <c:pt idx="19">
                  <c:v>3.9370078740157501E-2</c:v>
                </c:pt>
                <c:pt idx="20">
                  <c:v>4.1338582677165302E-2</c:v>
                </c:pt>
                <c:pt idx="21">
                  <c:v>4.33070866141732E-2</c:v>
                </c:pt>
                <c:pt idx="22">
                  <c:v>4.5275590551181098E-2</c:v>
                </c:pt>
                <c:pt idx="23">
                  <c:v>4.7244094488188899E-2</c:v>
                </c:pt>
                <c:pt idx="24">
                  <c:v>4.9212598425196798E-2</c:v>
                </c:pt>
                <c:pt idx="25">
                  <c:v>5.1181102362204703E-2</c:v>
                </c:pt>
                <c:pt idx="26">
                  <c:v>5.3149606299212601E-2</c:v>
                </c:pt>
                <c:pt idx="27">
                  <c:v>5.5118110236220402E-2</c:v>
                </c:pt>
                <c:pt idx="28">
                  <c:v>5.7086614173228301E-2</c:v>
                </c:pt>
                <c:pt idx="29">
                  <c:v>5.9055118110236199E-2</c:v>
                </c:pt>
                <c:pt idx="30">
                  <c:v>6.1023622047244E-2</c:v>
                </c:pt>
                <c:pt idx="31">
                  <c:v>6.2992125984251898E-2</c:v>
                </c:pt>
                <c:pt idx="32">
                  <c:v>6.4960629921259797E-2</c:v>
                </c:pt>
                <c:pt idx="33">
                  <c:v>6.6929133858267695E-2</c:v>
                </c:pt>
                <c:pt idx="34">
                  <c:v>6.8897637795275496E-2</c:v>
                </c:pt>
                <c:pt idx="35">
                  <c:v>7.0866141732283394E-2</c:v>
                </c:pt>
                <c:pt idx="36">
                  <c:v>7.2834645669291306E-2</c:v>
                </c:pt>
                <c:pt idx="37">
                  <c:v>7.4803149606299094E-2</c:v>
                </c:pt>
                <c:pt idx="38">
                  <c:v>7.6771653543307006E-2</c:v>
                </c:pt>
                <c:pt idx="39">
                  <c:v>7.8740157480314904E-2</c:v>
                </c:pt>
                <c:pt idx="40">
                  <c:v>8.0708661417322705E-2</c:v>
                </c:pt>
                <c:pt idx="41">
                  <c:v>8.2677165354330603E-2</c:v>
                </c:pt>
                <c:pt idx="42">
                  <c:v>8.4645669291338502E-2</c:v>
                </c:pt>
                <c:pt idx="43">
                  <c:v>8.66141732283464E-2</c:v>
                </c:pt>
                <c:pt idx="44">
                  <c:v>8.8582677165354201E-2</c:v>
                </c:pt>
                <c:pt idx="45">
                  <c:v>9.0551181102362099E-2</c:v>
                </c:pt>
                <c:pt idx="46">
                  <c:v>9.2519685039369998E-2</c:v>
                </c:pt>
                <c:pt idx="47">
                  <c:v>9.4488188976377799E-2</c:v>
                </c:pt>
                <c:pt idx="48">
                  <c:v>9.6456692913385697E-2</c:v>
                </c:pt>
                <c:pt idx="49">
                  <c:v>9.8425196850393595E-2</c:v>
                </c:pt>
                <c:pt idx="50">
                  <c:v>0.10039370078740099</c:v>
                </c:pt>
                <c:pt idx="51">
                  <c:v>0.102362204724409</c:v>
                </c:pt>
                <c:pt idx="52">
                  <c:v>0.104330708661417</c:v>
                </c:pt>
                <c:pt idx="53">
                  <c:v>0.10629921259842499</c:v>
                </c:pt>
                <c:pt idx="54">
                  <c:v>0.108267716535433</c:v>
                </c:pt>
                <c:pt idx="55">
                  <c:v>0.110236220472441</c:v>
                </c:pt>
                <c:pt idx="56">
                  <c:v>0.11220472440944899</c:v>
                </c:pt>
                <c:pt idx="57">
                  <c:v>0.114173228346457</c:v>
                </c:pt>
                <c:pt idx="58">
                  <c:v>0.116141732283464</c:v>
                </c:pt>
                <c:pt idx="59">
                  <c:v>0.118110236220472</c:v>
                </c:pt>
                <c:pt idx="60">
                  <c:v>0.12007874015748</c:v>
                </c:pt>
                <c:pt idx="61">
                  <c:v>0.122047244094488</c:v>
                </c:pt>
                <c:pt idx="62">
                  <c:v>0.124015748031496</c:v>
                </c:pt>
                <c:pt idx="63">
                  <c:v>0.12598425196850399</c:v>
                </c:pt>
                <c:pt idx="64">
                  <c:v>0.127952755905512</c:v>
                </c:pt>
                <c:pt idx="65">
                  <c:v>0.12992125984252001</c:v>
                </c:pt>
                <c:pt idx="66">
                  <c:v>0.13188976377952699</c:v>
                </c:pt>
                <c:pt idx="67">
                  <c:v>0.133858267716535</c:v>
                </c:pt>
                <c:pt idx="68">
                  <c:v>0.13582677165354301</c:v>
                </c:pt>
                <c:pt idx="69">
                  <c:v>0.13779527559055099</c:v>
                </c:pt>
                <c:pt idx="70">
                  <c:v>0.139763779527559</c:v>
                </c:pt>
                <c:pt idx="71">
                  <c:v>0.14173228346456701</c:v>
                </c:pt>
                <c:pt idx="72">
                  <c:v>0.14370078740157499</c:v>
                </c:pt>
                <c:pt idx="73">
                  <c:v>0.145669291338582</c:v>
                </c:pt>
                <c:pt idx="74">
                  <c:v>0.14763779527559001</c:v>
                </c:pt>
                <c:pt idx="75">
                  <c:v>0.14960629921259799</c:v>
                </c:pt>
                <c:pt idx="76">
                  <c:v>0.151574803149606</c:v>
                </c:pt>
                <c:pt idx="77">
                  <c:v>0.15354330708661401</c:v>
                </c:pt>
                <c:pt idx="78">
                  <c:v>0.15551181102362199</c:v>
                </c:pt>
                <c:pt idx="79">
                  <c:v>0.15748031496063</c:v>
                </c:pt>
                <c:pt idx="80">
                  <c:v>0.15944881889763801</c:v>
                </c:pt>
                <c:pt idx="81">
                  <c:v>0.16141732283464499</c:v>
                </c:pt>
                <c:pt idx="82">
                  <c:v>0.163385826771653</c:v>
                </c:pt>
                <c:pt idx="83">
                  <c:v>0.16535433070866101</c:v>
                </c:pt>
                <c:pt idx="84">
                  <c:v>0.16732283464566899</c:v>
                </c:pt>
                <c:pt idx="85">
                  <c:v>0.169291338582677</c:v>
                </c:pt>
                <c:pt idx="86">
                  <c:v>0.17125984251968501</c:v>
                </c:pt>
                <c:pt idx="87">
                  <c:v>0.17322834645669299</c:v>
                </c:pt>
                <c:pt idx="88">
                  <c:v>0.175196850393701</c:v>
                </c:pt>
                <c:pt idx="89">
                  <c:v>0.17716535433070801</c:v>
                </c:pt>
                <c:pt idx="90">
                  <c:v>0.179133858267716</c:v>
                </c:pt>
                <c:pt idx="91">
                  <c:v>0.181102362204724</c:v>
                </c:pt>
                <c:pt idx="92">
                  <c:v>0.18307086614173201</c:v>
                </c:pt>
                <c:pt idx="93">
                  <c:v>0.18503937007874</c:v>
                </c:pt>
                <c:pt idx="94">
                  <c:v>0.187007874015748</c:v>
                </c:pt>
                <c:pt idx="95">
                  <c:v>0.18897637795275599</c:v>
                </c:pt>
                <c:pt idx="96">
                  <c:v>0.190944881889763</c:v>
                </c:pt>
                <c:pt idx="97">
                  <c:v>0.19291338582677101</c:v>
                </c:pt>
                <c:pt idx="98">
                  <c:v>0.19488188976377899</c:v>
                </c:pt>
                <c:pt idx="99">
                  <c:v>0.196850393700787</c:v>
                </c:pt>
                <c:pt idx="100">
                  <c:v>0.19881889763779501</c:v>
                </c:pt>
                <c:pt idx="101">
                  <c:v>0.20078740157480299</c:v>
                </c:pt>
                <c:pt idx="102">
                  <c:v>0.202755905511811</c:v>
                </c:pt>
                <c:pt idx="103">
                  <c:v>0.20472440944881901</c:v>
                </c:pt>
                <c:pt idx="104">
                  <c:v>0.20669291338582599</c:v>
                </c:pt>
                <c:pt idx="105">
                  <c:v>0.208661417322834</c:v>
                </c:pt>
                <c:pt idx="106">
                  <c:v>0.21062992125984201</c:v>
                </c:pt>
                <c:pt idx="107">
                  <c:v>0.21259842519684999</c:v>
                </c:pt>
                <c:pt idx="108">
                  <c:v>0.214566929133858</c:v>
                </c:pt>
                <c:pt idx="109">
                  <c:v>0.21653543307086601</c:v>
                </c:pt>
                <c:pt idx="110">
                  <c:v>0.21850393700787399</c:v>
                </c:pt>
                <c:pt idx="111">
                  <c:v>0.220472440944882</c:v>
                </c:pt>
                <c:pt idx="112">
                  <c:v>0.22244094488188901</c:v>
                </c:pt>
                <c:pt idx="113">
                  <c:v>0.22440944881889699</c:v>
                </c:pt>
                <c:pt idx="114">
                  <c:v>0.226377952755905</c:v>
                </c:pt>
                <c:pt idx="115">
                  <c:v>0.22834645669291301</c:v>
                </c:pt>
                <c:pt idx="116">
                  <c:v>0.23031496062992099</c:v>
                </c:pt>
                <c:pt idx="117">
                  <c:v>0.232283464566929</c:v>
                </c:pt>
                <c:pt idx="118">
                  <c:v>0.23425196850393701</c:v>
                </c:pt>
                <c:pt idx="119">
                  <c:v>0.23622047244094499</c:v>
                </c:pt>
                <c:pt idx="120">
                  <c:v>0.238188976377952</c:v>
                </c:pt>
                <c:pt idx="121">
                  <c:v>0.24015748031496001</c:v>
                </c:pt>
                <c:pt idx="122">
                  <c:v>0.24212598425196799</c:v>
                </c:pt>
                <c:pt idx="123">
                  <c:v>0.244094488188976</c:v>
                </c:pt>
                <c:pt idx="124">
                  <c:v>0.24606299212598401</c:v>
                </c:pt>
                <c:pt idx="125">
                  <c:v>0.24803149606299199</c:v>
                </c:pt>
                <c:pt idx="126">
                  <c:v>0.25</c:v>
                </c:pt>
                <c:pt idx="127">
                  <c:v>0.25196850393700698</c:v>
                </c:pt>
                <c:pt idx="128">
                  <c:v>0.25393700787401502</c:v>
                </c:pt>
                <c:pt idx="129">
                  <c:v>0.255905511811023</c:v>
                </c:pt>
                <c:pt idx="130">
                  <c:v>0.25787401574803098</c:v>
                </c:pt>
                <c:pt idx="131">
                  <c:v>0.25984251968503902</c:v>
                </c:pt>
                <c:pt idx="132">
                  <c:v>0.261811023622047</c:v>
                </c:pt>
                <c:pt idx="133">
                  <c:v>0.26377952755905498</c:v>
                </c:pt>
                <c:pt idx="134">
                  <c:v>0.26574803149606302</c:v>
                </c:pt>
                <c:pt idx="135">
                  <c:v>0.26771653543307</c:v>
                </c:pt>
                <c:pt idx="136">
                  <c:v>0.26968503937007798</c:v>
                </c:pt>
                <c:pt idx="137">
                  <c:v>0.27165354330708602</c:v>
                </c:pt>
                <c:pt idx="138">
                  <c:v>0.273622047244094</c:v>
                </c:pt>
                <c:pt idx="139">
                  <c:v>0.27559055118110198</c:v>
                </c:pt>
                <c:pt idx="140">
                  <c:v>0.27755905511811002</c:v>
                </c:pt>
                <c:pt idx="141">
                  <c:v>0.279527559055118</c:v>
                </c:pt>
                <c:pt idx="142">
                  <c:v>0.28149606299212598</c:v>
                </c:pt>
                <c:pt idx="143">
                  <c:v>0.28346456692913302</c:v>
                </c:pt>
                <c:pt idx="144">
                  <c:v>0.285433070866141</c:v>
                </c:pt>
                <c:pt idx="145">
                  <c:v>0.28740157480314898</c:v>
                </c:pt>
                <c:pt idx="146">
                  <c:v>0.28937007874015702</c:v>
                </c:pt>
                <c:pt idx="147">
                  <c:v>0.291338582677165</c:v>
                </c:pt>
                <c:pt idx="148">
                  <c:v>0.29330708661417298</c:v>
                </c:pt>
                <c:pt idx="149">
                  <c:v>0.29527559055118102</c:v>
                </c:pt>
                <c:pt idx="150">
                  <c:v>0.297244094488189</c:v>
                </c:pt>
                <c:pt idx="151">
                  <c:v>0.29921259842519599</c:v>
                </c:pt>
                <c:pt idx="152">
                  <c:v>0.30118110236220402</c:v>
                </c:pt>
                <c:pt idx="153">
                  <c:v>0.303149606299212</c:v>
                </c:pt>
                <c:pt idx="154">
                  <c:v>0.30511811023621999</c:v>
                </c:pt>
                <c:pt idx="155">
                  <c:v>0.30708661417322802</c:v>
                </c:pt>
                <c:pt idx="156">
                  <c:v>0.309055118110236</c:v>
                </c:pt>
                <c:pt idx="157">
                  <c:v>0.31102362204724399</c:v>
                </c:pt>
                <c:pt idx="158">
                  <c:v>0.31299212598425102</c:v>
                </c:pt>
                <c:pt idx="159">
                  <c:v>0.31496062992125901</c:v>
                </c:pt>
                <c:pt idx="160">
                  <c:v>0.31692913385826699</c:v>
                </c:pt>
                <c:pt idx="161">
                  <c:v>0.31889763779527502</c:v>
                </c:pt>
                <c:pt idx="162">
                  <c:v>0.32086614173228301</c:v>
                </c:pt>
                <c:pt idx="163">
                  <c:v>0.32283464566929099</c:v>
                </c:pt>
                <c:pt idx="164">
                  <c:v>0.32480314960629902</c:v>
                </c:pt>
                <c:pt idx="165">
                  <c:v>0.32677165354330701</c:v>
                </c:pt>
                <c:pt idx="166">
                  <c:v>0.32874015748031399</c:v>
                </c:pt>
                <c:pt idx="167">
                  <c:v>0.33070866141732203</c:v>
                </c:pt>
                <c:pt idx="168">
                  <c:v>0.33267716535433001</c:v>
                </c:pt>
                <c:pt idx="169">
                  <c:v>0.33464566929133799</c:v>
                </c:pt>
                <c:pt idx="170">
                  <c:v>0.33661417322834603</c:v>
                </c:pt>
                <c:pt idx="171">
                  <c:v>0.33858267716535401</c:v>
                </c:pt>
                <c:pt idx="172">
                  <c:v>0.34055118110236199</c:v>
                </c:pt>
                <c:pt idx="173">
                  <c:v>0.34251968503937003</c:v>
                </c:pt>
                <c:pt idx="174">
                  <c:v>0.34448818897637701</c:v>
                </c:pt>
                <c:pt idx="175">
                  <c:v>0.34645669291338499</c:v>
                </c:pt>
                <c:pt idx="176">
                  <c:v>0.34842519685039303</c:v>
                </c:pt>
                <c:pt idx="177">
                  <c:v>0.35039370078740101</c:v>
                </c:pt>
                <c:pt idx="178">
                  <c:v>0.35236220472440899</c:v>
                </c:pt>
                <c:pt idx="179">
                  <c:v>0.35433070866141703</c:v>
                </c:pt>
                <c:pt idx="180">
                  <c:v>0.35629921259842501</c:v>
                </c:pt>
                <c:pt idx="181">
                  <c:v>0.35826771653543199</c:v>
                </c:pt>
                <c:pt idx="182">
                  <c:v>0.36023622047244003</c:v>
                </c:pt>
                <c:pt idx="183">
                  <c:v>0.36220472440944801</c:v>
                </c:pt>
                <c:pt idx="184">
                  <c:v>0.36417322834645599</c:v>
                </c:pt>
                <c:pt idx="185">
                  <c:v>0.36614173228346403</c:v>
                </c:pt>
                <c:pt idx="186">
                  <c:v>0.36811023622047201</c:v>
                </c:pt>
                <c:pt idx="187">
                  <c:v>0.37007874015747999</c:v>
                </c:pt>
                <c:pt idx="188">
                  <c:v>0.37204724409448803</c:v>
                </c:pt>
                <c:pt idx="189">
                  <c:v>0.37401574803149501</c:v>
                </c:pt>
                <c:pt idx="190">
                  <c:v>0.37598425196850299</c:v>
                </c:pt>
                <c:pt idx="191">
                  <c:v>0.37795275590551097</c:v>
                </c:pt>
                <c:pt idx="192">
                  <c:v>0.37992125984251901</c:v>
                </c:pt>
                <c:pt idx="193">
                  <c:v>0.38188976377952699</c:v>
                </c:pt>
                <c:pt idx="194">
                  <c:v>0.38385826771653497</c:v>
                </c:pt>
                <c:pt idx="195">
                  <c:v>0.38582677165354301</c:v>
                </c:pt>
                <c:pt idx="196">
                  <c:v>0.38779527559055099</c:v>
                </c:pt>
                <c:pt idx="197">
                  <c:v>0.38976377952755797</c:v>
                </c:pt>
                <c:pt idx="198">
                  <c:v>0.39173228346456601</c:v>
                </c:pt>
                <c:pt idx="199">
                  <c:v>0.39370078740157399</c:v>
                </c:pt>
                <c:pt idx="200">
                  <c:v>0.39566929133858197</c:v>
                </c:pt>
                <c:pt idx="201">
                  <c:v>0.39763779527559001</c:v>
                </c:pt>
                <c:pt idx="202">
                  <c:v>0.39960629921259799</c:v>
                </c:pt>
                <c:pt idx="203">
                  <c:v>0.40157480314960597</c:v>
                </c:pt>
                <c:pt idx="204">
                  <c:v>0.40354330708661401</c:v>
                </c:pt>
                <c:pt idx="205">
                  <c:v>0.40551181102362099</c:v>
                </c:pt>
                <c:pt idx="206">
                  <c:v>0.40748031496062898</c:v>
                </c:pt>
                <c:pt idx="207">
                  <c:v>0.40944881889763701</c:v>
                </c:pt>
                <c:pt idx="208">
                  <c:v>0.41141732283464499</c:v>
                </c:pt>
                <c:pt idx="209">
                  <c:v>0.41338582677165298</c:v>
                </c:pt>
                <c:pt idx="210">
                  <c:v>0.41535433070866101</c:v>
                </c:pt>
                <c:pt idx="211">
                  <c:v>0.41732283464566899</c:v>
                </c:pt>
                <c:pt idx="212">
                  <c:v>0.41929133858267598</c:v>
                </c:pt>
                <c:pt idx="213">
                  <c:v>0.42125984251968401</c:v>
                </c:pt>
                <c:pt idx="214">
                  <c:v>0.423228346456692</c:v>
                </c:pt>
                <c:pt idx="215">
                  <c:v>0.42519685039369998</c:v>
                </c:pt>
                <c:pt idx="216">
                  <c:v>0.42716535433070801</c:v>
                </c:pt>
                <c:pt idx="217">
                  <c:v>0.429133858267716</c:v>
                </c:pt>
                <c:pt idx="218">
                  <c:v>0.43110236220472398</c:v>
                </c:pt>
                <c:pt idx="219">
                  <c:v>0.43307086614173201</c:v>
                </c:pt>
                <c:pt idx="220">
                  <c:v>0.435039370078739</c:v>
                </c:pt>
                <c:pt idx="221">
                  <c:v>0.43700787401574698</c:v>
                </c:pt>
                <c:pt idx="222">
                  <c:v>0.43897637795275501</c:v>
                </c:pt>
                <c:pt idx="223">
                  <c:v>0.440944881889763</c:v>
                </c:pt>
                <c:pt idx="224">
                  <c:v>0.44291338582677098</c:v>
                </c:pt>
                <c:pt idx="225">
                  <c:v>0.44488188976377901</c:v>
                </c:pt>
                <c:pt idx="226">
                  <c:v>0.446850393700787</c:v>
                </c:pt>
                <c:pt idx="227">
                  <c:v>0.44881889763779498</c:v>
                </c:pt>
                <c:pt idx="228">
                  <c:v>0.45078740157480202</c:v>
                </c:pt>
                <c:pt idx="229">
                  <c:v>0.45275590551181</c:v>
                </c:pt>
                <c:pt idx="230">
                  <c:v>0.45472440944881798</c:v>
                </c:pt>
                <c:pt idx="231">
                  <c:v>0.45669291338582602</c:v>
                </c:pt>
                <c:pt idx="232">
                  <c:v>0.458661417322834</c:v>
                </c:pt>
                <c:pt idx="233">
                  <c:v>0.46062992125984198</c:v>
                </c:pt>
                <c:pt idx="234">
                  <c:v>0.46259842519685002</c:v>
                </c:pt>
                <c:pt idx="235">
                  <c:v>0.464566929133857</c:v>
                </c:pt>
                <c:pt idx="236">
                  <c:v>0.46653543307086498</c:v>
                </c:pt>
                <c:pt idx="237">
                  <c:v>0.46850393700787302</c:v>
                </c:pt>
                <c:pt idx="238">
                  <c:v>0.470472440944881</c:v>
                </c:pt>
                <c:pt idx="239">
                  <c:v>0.47244094488188898</c:v>
                </c:pt>
                <c:pt idx="240">
                  <c:v>0.47440944881889702</c:v>
                </c:pt>
                <c:pt idx="241">
                  <c:v>0.476377952755905</c:v>
                </c:pt>
                <c:pt idx="242">
                  <c:v>0.47834645669291298</c:v>
                </c:pt>
                <c:pt idx="243">
                  <c:v>0.48031496062992002</c:v>
                </c:pt>
                <c:pt idx="244">
                  <c:v>0.482283464566928</c:v>
                </c:pt>
                <c:pt idx="245">
                  <c:v>0.48425196850393598</c:v>
                </c:pt>
                <c:pt idx="246">
                  <c:v>0.48622047244094402</c:v>
                </c:pt>
                <c:pt idx="247">
                  <c:v>0.488188976377952</c:v>
                </c:pt>
                <c:pt idx="248">
                  <c:v>0.49015748031495998</c:v>
                </c:pt>
                <c:pt idx="249">
                  <c:v>0.49212598425196802</c:v>
                </c:pt>
                <c:pt idx="250">
                  <c:v>0.494094488188976</c:v>
                </c:pt>
                <c:pt idx="251">
                  <c:v>0.49606299212598298</c:v>
                </c:pt>
                <c:pt idx="252">
                  <c:v>0.49803149606299102</c:v>
                </c:pt>
                <c:pt idx="253">
                  <c:v>0.499999999999999</c:v>
                </c:pt>
                <c:pt idx="254">
                  <c:v>0.50196850393700698</c:v>
                </c:pt>
                <c:pt idx="255">
                  <c:v>0.50393700787401496</c:v>
                </c:pt>
                <c:pt idx="256">
                  <c:v>0.50590551181102295</c:v>
                </c:pt>
                <c:pt idx="257">
                  <c:v>0.50787401574803104</c:v>
                </c:pt>
                <c:pt idx="258">
                  <c:v>0.50984251968503902</c:v>
                </c:pt>
                <c:pt idx="259">
                  <c:v>0.511811023622046</c:v>
                </c:pt>
                <c:pt idx="260">
                  <c:v>0.51377952755905398</c:v>
                </c:pt>
                <c:pt idx="261">
                  <c:v>0.51574803149606196</c:v>
                </c:pt>
                <c:pt idx="262">
                  <c:v>0.51771653543306995</c:v>
                </c:pt>
                <c:pt idx="263">
                  <c:v>0.51968503937007804</c:v>
                </c:pt>
                <c:pt idx="264">
                  <c:v>0.52165354330708602</c:v>
                </c:pt>
                <c:pt idx="265">
                  <c:v>0.523622047244094</c:v>
                </c:pt>
                <c:pt idx="266">
                  <c:v>0.52559055118110198</c:v>
                </c:pt>
                <c:pt idx="267">
                  <c:v>0.52755905511810897</c:v>
                </c:pt>
                <c:pt idx="268">
                  <c:v>0.52952755905511695</c:v>
                </c:pt>
                <c:pt idx="269">
                  <c:v>0.53149606299212504</c:v>
                </c:pt>
                <c:pt idx="270">
                  <c:v>0.53346456692913302</c:v>
                </c:pt>
                <c:pt idx="271">
                  <c:v>0.535433070866141</c:v>
                </c:pt>
                <c:pt idx="272">
                  <c:v>0.53740157480314898</c:v>
                </c:pt>
                <c:pt idx="273">
                  <c:v>0.53937007874015697</c:v>
                </c:pt>
                <c:pt idx="274">
                  <c:v>0.54133858267716495</c:v>
                </c:pt>
                <c:pt idx="275">
                  <c:v>0.54330708661417204</c:v>
                </c:pt>
                <c:pt idx="276">
                  <c:v>0.54527559055118002</c:v>
                </c:pt>
                <c:pt idx="277">
                  <c:v>0.547244094488188</c:v>
                </c:pt>
                <c:pt idx="278">
                  <c:v>0.54921259842519599</c:v>
                </c:pt>
                <c:pt idx="279">
                  <c:v>0.55118110236220397</c:v>
                </c:pt>
                <c:pt idx="280">
                  <c:v>0.55314960629921195</c:v>
                </c:pt>
                <c:pt idx="281">
                  <c:v>0.55511811023622004</c:v>
                </c:pt>
                <c:pt idx="282">
                  <c:v>0.55708661417322702</c:v>
                </c:pt>
                <c:pt idx="283">
                  <c:v>0.55905511811023501</c:v>
                </c:pt>
                <c:pt idx="284">
                  <c:v>0.56102362204724299</c:v>
                </c:pt>
                <c:pt idx="285">
                  <c:v>0.56299212598425097</c:v>
                </c:pt>
                <c:pt idx="286">
                  <c:v>0.56496062992125895</c:v>
                </c:pt>
                <c:pt idx="287">
                  <c:v>0.56692913385826704</c:v>
                </c:pt>
                <c:pt idx="288">
                  <c:v>0.56889763779527502</c:v>
                </c:pt>
                <c:pt idx="289">
                  <c:v>0.57086614173228301</c:v>
                </c:pt>
                <c:pt idx="290">
                  <c:v>0.57283464566928999</c:v>
                </c:pt>
                <c:pt idx="291">
                  <c:v>0.57480314960629797</c:v>
                </c:pt>
                <c:pt idx="292">
                  <c:v>0.57677165354330595</c:v>
                </c:pt>
                <c:pt idx="293">
                  <c:v>0.57874015748031404</c:v>
                </c:pt>
                <c:pt idx="294">
                  <c:v>0.58070866141732203</c:v>
                </c:pt>
                <c:pt idx="295">
                  <c:v>0.58267716535433001</c:v>
                </c:pt>
                <c:pt idx="296">
                  <c:v>0.58464566929133799</c:v>
                </c:pt>
                <c:pt idx="297">
                  <c:v>0.58661417322834597</c:v>
                </c:pt>
                <c:pt idx="298">
                  <c:v>0.58858267716535295</c:v>
                </c:pt>
                <c:pt idx="299">
                  <c:v>0.59055118110236104</c:v>
                </c:pt>
                <c:pt idx="300">
                  <c:v>0.59251968503936903</c:v>
                </c:pt>
                <c:pt idx="301">
                  <c:v>0.59448818897637701</c:v>
                </c:pt>
                <c:pt idx="302">
                  <c:v>0.59645669291338499</c:v>
                </c:pt>
                <c:pt idx="303">
                  <c:v>0.59842519685039297</c:v>
                </c:pt>
                <c:pt idx="304">
                  <c:v>0.60039370078740095</c:v>
                </c:pt>
                <c:pt idx="305">
                  <c:v>0.60236220472440805</c:v>
                </c:pt>
                <c:pt idx="306">
                  <c:v>0.60433070866141603</c:v>
                </c:pt>
                <c:pt idx="307">
                  <c:v>0.60629921259842401</c:v>
                </c:pt>
                <c:pt idx="308">
                  <c:v>0.60826771653543199</c:v>
                </c:pt>
                <c:pt idx="309">
                  <c:v>0.61023622047243997</c:v>
                </c:pt>
                <c:pt idx="310">
                  <c:v>0.61220472440944795</c:v>
                </c:pt>
                <c:pt idx="311">
                  <c:v>0.61417322834645605</c:v>
                </c:pt>
                <c:pt idx="312">
                  <c:v>0.61614173228346403</c:v>
                </c:pt>
                <c:pt idx="313">
                  <c:v>0.61811023622047101</c:v>
                </c:pt>
                <c:pt idx="314">
                  <c:v>0.62007874015747899</c:v>
                </c:pt>
                <c:pt idx="315">
                  <c:v>0.62204724409448697</c:v>
                </c:pt>
                <c:pt idx="316">
                  <c:v>0.62401574803149495</c:v>
                </c:pt>
                <c:pt idx="317">
                  <c:v>0.62598425196850305</c:v>
                </c:pt>
                <c:pt idx="318">
                  <c:v>0.62795275590551103</c:v>
                </c:pt>
                <c:pt idx="319">
                  <c:v>0.62992125984251901</c:v>
                </c:pt>
                <c:pt idx="320">
                  <c:v>0.63188976377952699</c:v>
                </c:pt>
                <c:pt idx="321">
                  <c:v>0.63385826771653397</c:v>
                </c:pt>
                <c:pt idx="322">
                  <c:v>0.63582677165354196</c:v>
                </c:pt>
                <c:pt idx="323">
                  <c:v>0.63779527559055005</c:v>
                </c:pt>
                <c:pt idx="324">
                  <c:v>0.63976377952755803</c:v>
                </c:pt>
                <c:pt idx="325">
                  <c:v>0.64173228346456601</c:v>
                </c:pt>
                <c:pt idx="326">
                  <c:v>0.64370078740157399</c:v>
                </c:pt>
                <c:pt idx="327">
                  <c:v>0.64566929133858197</c:v>
                </c:pt>
                <c:pt idx="328">
                  <c:v>0.64763779527558996</c:v>
                </c:pt>
                <c:pt idx="329">
                  <c:v>0.64960629921259705</c:v>
                </c:pt>
                <c:pt idx="330">
                  <c:v>0.65157480314960503</c:v>
                </c:pt>
                <c:pt idx="331">
                  <c:v>0.65354330708661301</c:v>
                </c:pt>
                <c:pt idx="332">
                  <c:v>0.65551181102362099</c:v>
                </c:pt>
                <c:pt idx="333">
                  <c:v>0.65748031496062898</c:v>
                </c:pt>
                <c:pt idx="334">
                  <c:v>0.65944881889763696</c:v>
                </c:pt>
                <c:pt idx="335">
                  <c:v>0.66141732283464505</c:v>
                </c:pt>
                <c:pt idx="336">
                  <c:v>0.66338582677165203</c:v>
                </c:pt>
                <c:pt idx="337">
                  <c:v>0.66535433070866001</c:v>
                </c:pt>
                <c:pt idx="338">
                  <c:v>0.66732283464566799</c:v>
                </c:pt>
                <c:pt idx="339">
                  <c:v>0.66929133858267598</c:v>
                </c:pt>
                <c:pt idx="340">
                  <c:v>0.67125984251968396</c:v>
                </c:pt>
                <c:pt idx="341">
                  <c:v>0.67322834645669205</c:v>
                </c:pt>
                <c:pt idx="342">
                  <c:v>0.67519685039370003</c:v>
                </c:pt>
                <c:pt idx="343">
                  <c:v>0.67716535433070801</c:v>
                </c:pt>
                <c:pt idx="344">
                  <c:v>0.679133858267715</c:v>
                </c:pt>
                <c:pt idx="345">
                  <c:v>0.68110236220472298</c:v>
                </c:pt>
                <c:pt idx="346">
                  <c:v>0.68307086614173096</c:v>
                </c:pt>
                <c:pt idx="347">
                  <c:v>0.68503937007873905</c:v>
                </c:pt>
                <c:pt idx="348">
                  <c:v>0.68700787401574703</c:v>
                </c:pt>
                <c:pt idx="349">
                  <c:v>0.68897637795275501</c:v>
                </c:pt>
                <c:pt idx="350">
                  <c:v>0.690944881889763</c:v>
                </c:pt>
                <c:pt idx="351">
                  <c:v>0.69291338582677098</c:v>
                </c:pt>
                <c:pt idx="352">
                  <c:v>0.69488188976377796</c:v>
                </c:pt>
                <c:pt idx="353">
                  <c:v>0.69685039370078605</c:v>
                </c:pt>
                <c:pt idx="354">
                  <c:v>0.69881889763779403</c:v>
                </c:pt>
                <c:pt idx="355">
                  <c:v>0.70078740157480202</c:v>
                </c:pt>
                <c:pt idx="356">
                  <c:v>0.70275590551181</c:v>
                </c:pt>
                <c:pt idx="357">
                  <c:v>0.70472440944881798</c:v>
                </c:pt>
                <c:pt idx="358">
                  <c:v>0.70669291338582596</c:v>
                </c:pt>
                <c:pt idx="359">
                  <c:v>0.70866141732283305</c:v>
                </c:pt>
                <c:pt idx="360">
                  <c:v>0.71062992125984104</c:v>
                </c:pt>
                <c:pt idx="361">
                  <c:v>0.71259842519684902</c:v>
                </c:pt>
                <c:pt idx="362">
                  <c:v>0.714566929133857</c:v>
                </c:pt>
                <c:pt idx="363">
                  <c:v>0.71653543307086498</c:v>
                </c:pt>
                <c:pt idx="364">
                  <c:v>0.71850393700787296</c:v>
                </c:pt>
                <c:pt idx="365">
                  <c:v>0.72047244094488105</c:v>
                </c:pt>
                <c:pt idx="366">
                  <c:v>0.72244094488188904</c:v>
                </c:pt>
                <c:pt idx="367">
                  <c:v>0.72440944881889602</c:v>
                </c:pt>
                <c:pt idx="368">
                  <c:v>0.726377952755904</c:v>
                </c:pt>
                <c:pt idx="369">
                  <c:v>0.72834645669291198</c:v>
                </c:pt>
                <c:pt idx="370">
                  <c:v>0.73031496062991996</c:v>
                </c:pt>
                <c:pt idx="371">
                  <c:v>0.73228346456692806</c:v>
                </c:pt>
                <c:pt idx="372">
                  <c:v>0.73425196850393604</c:v>
                </c:pt>
                <c:pt idx="373">
                  <c:v>0.73622047244094402</c:v>
                </c:pt>
                <c:pt idx="374">
                  <c:v>0.738188976377952</c:v>
                </c:pt>
                <c:pt idx="375">
                  <c:v>0.74015748031495898</c:v>
                </c:pt>
                <c:pt idx="376">
                  <c:v>0.74212598425196696</c:v>
                </c:pt>
                <c:pt idx="377">
                  <c:v>0.74409448818897495</c:v>
                </c:pt>
                <c:pt idx="378">
                  <c:v>0.74606299212598304</c:v>
                </c:pt>
                <c:pt idx="379">
                  <c:v>0.74803149606299102</c:v>
                </c:pt>
                <c:pt idx="380">
                  <c:v>0.749999999999999</c:v>
                </c:pt>
                <c:pt idx="381">
                  <c:v>0.75196850393700698</c:v>
                </c:pt>
                <c:pt idx="382">
                  <c:v>0.75393700787401496</c:v>
                </c:pt>
                <c:pt idx="383">
                  <c:v>0.75590551181102195</c:v>
                </c:pt>
                <c:pt idx="384">
                  <c:v>0.75787401574803004</c:v>
                </c:pt>
                <c:pt idx="385">
                  <c:v>0.75984251968503802</c:v>
                </c:pt>
                <c:pt idx="386">
                  <c:v>0.761811023622046</c:v>
                </c:pt>
                <c:pt idx="387">
                  <c:v>0.76377952755905398</c:v>
                </c:pt>
                <c:pt idx="388">
                  <c:v>0.76574803149606196</c:v>
                </c:pt>
                <c:pt idx="389">
                  <c:v>0.76771653543306995</c:v>
                </c:pt>
                <c:pt idx="390">
                  <c:v>0.76968503937007704</c:v>
                </c:pt>
                <c:pt idx="391">
                  <c:v>0.77165354330708502</c:v>
                </c:pt>
                <c:pt idx="392">
                  <c:v>0.773622047244093</c:v>
                </c:pt>
                <c:pt idx="393">
                  <c:v>0.77559055118110098</c:v>
                </c:pt>
                <c:pt idx="394">
                  <c:v>0.77755905511810897</c:v>
                </c:pt>
                <c:pt idx="395">
                  <c:v>0.77952755905511695</c:v>
                </c:pt>
                <c:pt idx="396">
                  <c:v>0.78149606299212504</c:v>
                </c:pt>
                <c:pt idx="397">
                  <c:v>0.78346456692913302</c:v>
                </c:pt>
                <c:pt idx="398">
                  <c:v>0.78543307086614</c:v>
                </c:pt>
                <c:pt idx="399">
                  <c:v>0.78740157480314799</c:v>
                </c:pt>
                <c:pt idx="400">
                  <c:v>0.78937007874015597</c:v>
                </c:pt>
                <c:pt idx="401">
                  <c:v>0.79133858267716395</c:v>
                </c:pt>
                <c:pt idx="402">
                  <c:v>0.79330708661417204</c:v>
                </c:pt>
                <c:pt idx="403">
                  <c:v>0.79527559055118002</c:v>
                </c:pt>
                <c:pt idx="404">
                  <c:v>0.797244094488188</c:v>
                </c:pt>
                <c:pt idx="405">
                  <c:v>0.79921259842519599</c:v>
                </c:pt>
                <c:pt idx="406">
                  <c:v>0.80118110236220297</c:v>
                </c:pt>
                <c:pt idx="407">
                  <c:v>0.80314960629921095</c:v>
                </c:pt>
                <c:pt idx="408">
                  <c:v>0.80511811023621904</c:v>
                </c:pt>
                <c:pt idx="409">
                  <c:v>0.80708661417322702</c:v>
                </c:pt>
                <c:pt idx="410">
                  <c:v>0.80905511811023501</c:v>
                </c:pt>
                <c:pt idx="411">
                  <c:v>0.81102362204724299</c:v>
                </c:pt>
                <c:pt idx="412">
                  <c:v>0.81299212598425097</c:v>
                </c:pt>
                <c:pt idx="413">
                  <c:v>0.81496062992125895</c:v>
                </c:pt>
                <c:pt idx="414">
                  <c:v>0.81692913385826604</c:v>
                </c:pt>
                <c:pt idx="415">
                  <c:v>0.81889763779527402</c:v>
                </c:pt>
                <c:pt idx="416">
                  <c:v>0.82086614173228201</c:v>
                </c:pt>
                <c:pt idx="417">
                  <c:v>0.82283464566928999</c:v>
                </c:pt>
                <c:pt idx="418">
                  <c:v>0.82480314960629797</c:v>
                </c:pt>
                <c:pt idx="419">
                  <c:v>0.82677165354330595</c:v>
                </c:pt>
                <c:pt idx="420">
                  <c:v>0.82874015748031404</c:v>
                </c:pt>
                <c:pt idx="421">
                  <c:v>0.83070866141732103</c:v>
                </c:pt>
                <c:pt idx="422">
                  <c:v>0.83267716535432901</c:v>
                </c:pt>
                <c:pt idx="423">
                  <c:v>0.83464566929133699</c:v>
                </c:pt>
                <c:pt idx="424">
                  <c:v>0.83661417322834497</c:v>
                </c:pt>
                <c:pt idx="425">
                  <c:v>0.83858267716535295</c:v>
                </c:pt>
                <c:pt idx="426">
                  <c:v>0.84055118110236104</c:v>
                </c:pt>
                <c:pt idx="427">
                  <c:v>0.84251968503936903</c:v>
                </c:pt>
                <c:pt idx="428">
                  <c:v>0.84448818897637701</c:v>
                </c:pt>
                <c:pt idx="429">
                  <c:v>0.84645669291338399</c:v>
                </c:pt>
                <c:pt idx="430">
                  <c:v>0.84842519685039197</c:v>
                </c:pt>
                <c:pt idx="431">
                  <c:v>0.85039370078739995</c:v>
                </c:pt>
                <c:pt idx="432">
                  <c:v>0.85236220472440805</c:v>
                </c:pt>
                <c:pt idx="433">
                  <c:v>0.85433070866141603</c:v>
                </c:pt>
                <c:pt idx="434">
                  <c:v>0.85629921259842401</c:v>
                </c:pt>
                <c:pt idx="435">
                  <c:v>0.85826771653543199</c:v>
                </c:pt>
                <c:pt idx="436">
                  <c:v>0.86023622047243997</c:v>
                </c:pt>
                <c:pt idx="437">
                  <c:v>0.86220472440944695</c:v>
                </c:pt>
                <c:pt idx="438">
                  <c:v>0.86417322834645505</c:v>
                </c:pt>
                <c:pt idx="439">
                  <c:v>0.86614173228346303</c:v>
                </c:pt>
                <c:pt idx="440">
                  <c:v>0.86811023622047101</c:v>
                </c:pt>
                <c:pt idx="441">
                  <c:v>0.87007874015747899</c:v>
                </c:pt>
                <c:pt idx="442">
                  <c:v>0.87204724409448697</c:v>
                </c:pt>
                <c:pt idx="443">
                  <c:v>0.87401574803149495</c:v>
                </c:pt>
                <c:pt idx="444">
                  <c:v>0.87598425196850205</c:v>
                </c:pt>
                <c:pt idx="445">
                  <c:v>0.87795275590551003</c:v>
                </c:pt>
                <c:pt idx="446">
                  <c:v>0.87992125984251801</c:v>
                </c:pt>
                <c:pt idx="447">
                  <c:v>0.88188976377952599</c:v>
                </c:pt>
                <c:pt idx="448">
                  <c:v>0.88385826771653397</c:v>
                </c:pt>
                <c:pt idx="449">
                  <c:v>0.88582677165354196</c:v>
                </c:pt>
                <c:pt idx="450">
                  <c:v>0.88779527559055005</c:v>
                </c:pt>
                <c:pt idx="451">
                  <c:v>0.88976377952755803</c:v>
                </c:pt>
                <c:pt idx="452">
                  <c:v>0.89173228346456501</c:v>
                </c:pt>
                <c:pt idx="453">
                  <c:v>0.89370078740157299</c:v>
                </c:pt>
                <c:pt idx="454">
                  <c:v>0.89566929133858098</c:v>
                </c:pt>
                <c:pt idx="455">
                  <c:v>0.89763779527558896</c:v>
                </c:pt>
                <c:pt idx="456">
                  <c:v>0.89960629921259705</c:v>
                </c:pt>
                <c:pt idx="457">
                  <c:v>0.90157480314960503</c:v>
                </c:pt>
                <c:pt idx="458">
                  <c:v>0.90354330708661301</c:v>
                </c:pt>
                <c:pt idx="459">
                  <c:v>0.90551181102362099</c:v>
                </c:pt>
                <c:pt idx="460">
                  <c:v>0.90748031496062798</c:v>
                </c:pt>
                <c:pt idx="461">
                  <c:v>0.90944881889763596</c:v>
                </c:pt>
                <c:pt idx="462">
                  <c:v>0.91141732283464405</c:v>
                </c:pt>
                <c:pt idx="463">
                  <c:v>0.91338582677165203</c:v>
                </c:pt>
                <c:pt idx="464">
                  <c:v>0.91535433070866001</c:v>
                </c:pt>
                <c:pt idx="465">
                  <c:v>0.91732283464566799</c:v>
                </c:pt>
                <c:pt idx="466">
                  <c:v>0.91929133858267598</c:v>
                </c:pt>
                <c:pt idx="467">
                  <c:v>0.92125984251968396</c:v>
                </c:pt>
                <c:pt idx="468">
                  <c:v>0.92322834645669105</c:v>
                </c:pt>
                <c:pt idx="469">
                  <c:v>0.92519685039369903</c:v>
                </c:pt>
                <c:pt idx="470">
                  <c:v>0.92716535433070701</c:v>
                </c:pt>
                <c:pt idx="471">
                  <c:v>0.929133858267715</c:v>
                </c:pt>
                <c:pt idx="472">
                  <c:v>0.93110236220472298</c:v>
                </c:pt>
                <c:pt idx="473">
                  <c:v>0.93307086614173096</c:v>
                </c:pt>
                <c:pt idx="474">
                  <c:v>0.93503937007873905</c:v>
                </c:pt>
                <c:pt idx="475">
                  <c:v>0.93700787401574603</c:v>
                </c:pt>
                <c:pt idx="476">
                  <c:v>0.93897637795275402</c:v>
                </c:pt>
                <c:pt idx="477">
                  <c:v>0.940944881889762</c:v>
                </c:pt>
                <c:pt idx="478">
                  <c:v>0.94291338582676998</c:v>
                </c:pt>
                <c:pt idx="479">
                  <c:v>0.94488188976377796</c:v>
                </c:pt>
                <c:pt idx="480">
                  <c:v>0.94685039370078605</c:v>
                </c:pt>
                <c:pt idx="481">
                  <c:v>0.94881889763779403</c:v>
                </c:pt>
                <c:pt idx="482">
                  <c:v>0.95078740157480202</c:v>
                </c:pt>
                <c:pt idx="483">
                  <c:v>0.952755905511809</c:v>
                </c:pt>
                <c:pt idx="484">
                  <c:v>0.95472440944881698</c:v>
                </c:pt>
                <c:pt idx="485">
                  <c:v>0.95669291338582496</c:v>
                </c:pt>
                <c:pt idx="486">
                  <c:v>0.95866141732283305</c:v>
                </c:pt>
                <c:pt idx="487">
                  <c:v>0.96062992125984104</c:v>
                </c:pt>
                <c:pt idx="488">
                  <c:v>0.96259842519684902</c:v>
                </c:pt>
                <c:pt idx="489">
                  <c:v>0.964566929133857</c:v>
                </c:pt>
                <c:pt idx="490">
                  <c:v>0.96653543307086498</c:v>
                </c:pt>
                <c:pt idx="491">
                  <c:v>0.96850393700787196</c:v>
                </c:pt>
                <c:pt idx="492">
                  <c:v>0.97047244094488005</c:v>
                </c:pt>
                <c:pt idx="493">
                  <c:v>0.97244094488188804</c:v>
                </c:pt>
                <c:pt idx="494">
                  <c:v>0.97440944881889602</c:v>
                </c:pt>
                <c:pt idx="495">
                  <c:v>0.976377952755904</c:v>
                </c:pt>
                <c:pt idx="496">
                  <c:v>0.97834645669291198</c:v>
                </c:pt>
                <c:pt idx="497">
                  <c:v>0.98031496062991996</c:v>
                </c:pt>
                <c:pt idx="498">
                  <c:v>0.98228346456692694</c:v>
                </c:pt>
                <c:pt idx="499">
                  <c:v>0.98425196850393504</c:v>
                </c:pt>
                <c:pt idx="500">
                  <c:v>0.98622047244094302</c:v>
                </c:pt>
                <c:pt idx="501">
                  <c:v>0.988188976377951</c:v>
                </c:pt>
                <c:pt idx="502">
                  <c:v>0.99015748031495898</c:v>
                </c:pt>
                <c:pt idx="503">
                  <c:v>0.99212598425196696</c:v>
                </c:pt>
                <c:pt idx="504">
                  <c:v>0.99409448818897495</c:v>
                </c:pt>
                <c:pt idx="505">
                  <c:v>0.99606299212598304</c:v>
                </c:pt>
                <c:pt idx="506">
                  <c:v>0.99803149606299002</c:v>
                </c:pt>
              </c:numCache>
            </c:numRef>
          </c:xVal>
          <c:yVal>
            <c:numRef>
              <c:f>'2,3,4混合CDF'!$D$2:$D$508</c:f>
              <c:numCache>
                <c:formatCode>General</c:formatCode>
                <c:ptCount val="507"/>
                <c:pt idx="0">
                  <c:v>3.2957280299920403E-5</c:v>
                </c:pt>
                <c:pt idx="1">
                  <c:v>5.2843869600020297E-5</c:v>
                </c:pt>
                <c:pt idx="2">
                  <c:v>1.09759999999899E-4</c:v>
                </c:pt>
                <c:pt idx="3">
                  <c:v>1.10320000000001E-4</c:v>
                </c:pt>
                <c:pt idx="4">
                  <c:v>1.7356999999999299E-4</c:v>
                </c:pt>
                <c:pt idx="5">
                  <c:v>2.15390000000073E-4</c:v>
                </c:pt>
                <c:pt idx="6">
                  <c:v>6.2582000000001401E-4</c:v>
                </c:pt>
                <c:pt idx="7">
                  <c:v>6.98352291031767E-4</c:v>
                </c:pt>
                <c:pt idx="8">
                  <c:v>1.34858000000003E-3</c:v>
                </c:pt>
                <c:pt idx="9">
                  <c:v>1.54753033157892E-3</c:v>
                </c:pt>
                <c:pt idx="10">
                  <c:v>1.62290000000003E-3</c:v>
                </c:pt>
                <c:pt idx="11">
                  <c:v>1.7131299999999E-3</c:v>
                </c:pt>
                <c:pt idx="12">
                  <c:v>1.9343378378378301E-3</c:v>
                </c:pt>
                <c:pt idx="13">
                  <c:v>1.98088999999998E-3</c:v>
                </c:pt>
                <c:pt idx="14">
                  <c:v>2.08450000000001E-3</c:v>
                </c:pt>
                <c:pt idx="15">
                  <c:v>2.2656200000000098E-3</c:v>
                </c:pt>
                <c:pt idx="16">
                  <c:v>2.26597999999995E-3</c:v>
                </c:pt>
                <c:pt idx="17">
                  <c:v>2.3455114788417798E-3</c:v>
                </c:pt>
                <c:pt idx="18">
                  <c:v>2.3689465573770402E-3</c:v>
                </c:pt>
                <c:pt idx="19">
                  <c:v>2.37024E-3</c:v>
                </c:pt>
                <c:pt idx="20">
                  <c:v>2.3737358897065E-3</c:v>
                </c:pt>
                <c:pt idx="21">
                  <c:v>2.3976654023792599E-3</c:v>
                </c:pt>
                <c:pt idx="22">
                  <c:v>2.4290500000000502E-3</c:v>
                </c:pt>
                <c:pt idx="23">
                  <c:v>2.4735500000000799E-3</c:v>
                </c:pt>
                <c:pt idx="24">
                  <c:v>2.4889972448979198E-3</c:v>
                </c:pt>
                <c:pt idx="25">
                  <c:v>2.58981000000003E-3</c:v>
                </c:pt>
                <c:pt idx="26">
                  <c:v>2.69163999999998E-3</c:v>
                </c:pt>
                <c:pt idx="27">
                  <c:v>2.8253023131166398E-3</c:v>
                </c:pt>
                <c:pt idx="28">
                  <c:v>2.9607999999999601E-3</c:v>
                </c:pt>
                <c:pt idx="29">
                  <c:v>3.2458699999999398E-3</c:v>
                </c:pt>
                <c:pt idx="30">
                  <c:v>3.3098875352113501E-3</c:v>
                </c:pt>
                <c:pt idx="31">
                  <c:v>3.32489000000002E-3</c:v>
                </c:pt>
                <c:pt idx="32">
                  <c:v>3.4499532883660099E-3</c:v>
                </c:pt>
                <c:pt idx="33">
                  <c:v>3.5116799999999602E-3</c:v>
                </c:pt>
                <c:pt idx="34">
                  <c:v>3.53733425352091E-3</c:v>
                </c:pt>
                <c:pt idx="35">
                  <c:v>3.54370625706113E-3</c:v>
                </c:pt>
                <c:pt idx="36">
                  <c:v>3.5710900000000302E-3</c:v>
                </c:pt>
                <c:pt idx="37">
                  <c:v>3.6914999999999201E-3</c:v>
                </c:pt>
                <c:pt idx="38">
                  <c:v>3.7292300000000699E-3</c:v>
                </c:pt>
                <c:pt idx="39">
                  <c:v>3.7988599999999599E-3</c:v>
                </c:pt>
                <c:pt idx="40">
                  <c:v>3.9972634071374401E-3</c:v>
                </c:pt>
                <c:pt idx="41">
                  <c:v>4.0123499999999901E-3</c:v>
                </c:pt>
                <c:pt idx="42">
                  <c:v>4.0828214788732201E-3</c:v>
                </c:pt>
                <c:pt idx="43">
                  <c:v>4.2042899999999803E-3</c:v>
                </c:pt>
                <c:pt idx="44">
                  <c:v>4.2822099999999599E-3</c:v>
                </c:pt>
                <c:pt idx="45">
                  <c:v>4.43629292929296E-3</c:v>
                </c:pt>
                <c:pt idx="46">
                  <c:v>4.5128599999999302E-3</c:v>
                </c:pt>
                <c:pt idx="47">
                  <c:v>4.5632399999999901E-3</c:v>
                </c:pt>
                <c:pt idx="48">
                  <c:v>4.6757165150798901E-3</c:v>
                </c:pt>
                <c:pt idx="49">
                  <c:v>4.7707193277310798E-3</c:v>
                </c:pt>
                <c:pt idx="50">
                  <c:v>4.9722806589463202E-3</c:v>
                </c:pt>
                <c:pt idx="51">
                  <c:v>5.1769699999998798E-3</c:v>
                </c:pt>
                <c:pt idx="52">
                  <c:v>5.3429200000000001E-3</c:v>
                </c:pt>
                <c:pt idx="53">
                  <c:v>5.3950375000000302E-3</c:v>
                </c:pt>
                <c:pt idx="54">
                  <c:v>5.6198526315789903E-3</c:v>
                </c:pt>
                <c:pt idx="55">
                  <c:v>6.0091275862068404E-3</c:v>
                </c:pt>
                <c:pt idx="56">
                  <c:v>6.0636665517242198E-3</c:v>
                </c:pt>
                <c:pt idx="57">
                  <c:v>6.1019118644068896E-3</c:v>
                </c:pt>
                <c:pt idx="58">
                  <c:v>6.1351762711864101E-3</c:v>
                </c:pt>
                <c:pt idx="59">
                  <c:v>6.2604122237247704E-3</c:v>
                </c:pt>
                <c:pt idx="60">
                  <c:v>6.7882299999999602E-3</c:v>
                </c:pt>
                <c:pt idx="61">
                  <c:v>6.96741538461545E-3</c:v>
                </c:pt>
                <c:pt idx="62">
                  <c:v>7.3010199999999897E-3</c:v>
                </c:pt>
                <c:pt idx="63">
                  <c:v>7.4297680672269001E-3</c:v>
                </c:pt>
                <c:pt idx="64">
                  <c:v>7.5477802857141897E-3</c:v>
                </c:pt>
                <c:pt idx="65">
                  <c:v>7.6249863636364398E-3</c:v>
                </c:pt>
                <c:pt idx="66">
                  <c:v>7.63102000000005E-3</c:v>
                </c:pt>
                <c:pt idx="67">
                  <c:v>7.6809799999999397E-3</c:v>
                </c:pt>
                <c:pt idx="68">
                  <c:v>8.0544118932589399E-3</c:v>
                </c:pt>
                <c:pt idx="69">
                  <c:v>8.2740199999999896E-3</c:v>
                </c:pt>
                <c:pt idx="70">
                  <c:v>8.4381100000000403E-3</c:v>
                </c:pt>
                <c:pt idx="71">
                  <c:v>8.4960952507014808E-3</c:v>
                </c:pt>
                <c:pt idx="72">
                  <c:v>8.6429099999998892E-3</c:v>
                </c:pt>
                <c:pt idx="73">
                  <c:v>8.6778405000001307E-3</c:v>
                </c:pt>
                <c:pt idx="74">
                  <c:v>8.8822315789473597E-3</c:v>
                </c:pt>
                <c:pt idx="75">
                  <c:v>8.9313099999999805E-3</c:v>
                </c:pt>
                <c:pt idx="76">
                  <c:v>9.1192586075949603E-3</c:v>
                </c:pt>
                <c:pt idx="77">
                  <c:v>9.1603067435898199E-3</c:v>
                </c:pt>
                <c:pt idx="78">
                  <c:v>9.2155831932772304E-3</c:v>
                </c:pt>
                <c:pt idx="79">
                  <c:v>9.2467600000000205E-3</c:v>
                </c:pt>
                <c:pt idx="80">
                  <c:v>9.3484399999999995E-3</c:v>
                </c:pt>
                <c:pt idx="81">
                  <c:v>9.5831662222221996E-3</c:v>
                </c:pt>
                <c:pt idx="82">
                  <c:v>9.7989200000000599E-3</c:v>
                </c:pt>
                <c:pt idx="83">
                  <c:v>9.9770623293027501E-3</c:v>
                </c:pt>
                <c:pt idx="84">
                  <c:v>9.9923800000000298E-3</c:v>
                </c:pt>
                <c:pt idx="85">
                  <c:v>1.0144939999999899E-2</c:v>
                </c:pt>
                <c:pt idx="86">
                  <c:v>1.019697E-2</c:v>
                </c:pt>
                <c:pt idx="87">
                  <c:v>1.0246104166666501E-2</c:v>
                </c:pt>
                <c:pt idx="88">
                  <c:v>1.0333692202652499E-2</c:v>
                </c:pt>
                <c:pt idx="89">
                  <c:v>1.0460570000000001E-2</c:v>
                </c:pt>
                <c:pt idx="90">
                  <c:v>1.048646E-2</c:v>
                </c:pt>
                <c:pt idx="91">
                  <c:v>1.0606343434343401E-2</c:v>
                </c:pt>
                <c:pt idx="92">
                  <c:v>1.0737877386138499E-2</c:v>
                </c:pt>
                <c:pt idx="93">
                  <c:v>1.08443199999999E-2</c:v>
                </c:pt>
                <c:pt idx="94">
                  <c:v>1.09465999999999E-2</c:v>
                </c:pt>
                <c:pt idx="95">
                  <c:v>1.11261889277784E-2</c:v>
                </c:pt>
                <c:pt idx="96">
                  <c:v>1.1142620000000001E-2</c:v>
                </c:pt>
                <c:pt idx="97">
                  <c:v>1.114505E-2</c:v>
                </c:pt>
                <c:pt idx="98">
                  <c:v>1.1388231034482599E-2</c:v>
                </c:pt>
                <c:pt idx="99">
                  <c:v>1.151547E-2</c:v>
                </c:pt>
                <c:pt idx="100">
                  <c:v>1.155657E-2</c:v>
                </c:pt>
                <c:pt idx="101">
                  <c:v>1.1625518323117E-2</c:v>
                </c:pt>
                <c:pt idx="102">
                  <c:v>1.1678325E-2</c:v>
                </c:pt>
                <c:pt idx="103">
                  <c:v>1.169971E-2</c:v>
                </c:pt>
                <c:pt idx="104">
                  <c:v>1.18405072499998E-2</c:v>
                </c:pt>
                <c:pt idx="105">
                  <c:v>1.18805039072165E-2</c:v>
                </c:pt>
                <c:pt idx="106">
                  <c:v>1.19709999999999E-2</c:v>
                </c:pt>
                <c:pt idx="107">
                  <c:v>1.2023202020202E-2</c:v>
                </c:pt>
                <c:pt idx="108">
                  <c:v>1.215776E-2</c:v>
                </c:pt>
                <c:pt idx="109">
                  <c:v>1.2238099999999899E-2</c:v>
                </c:pt>
                <c:pt idx="110">
                  <c:v>1.2240569999999999E-2</c:v>
                </c:pt>
                <c:pt idx="111">
                  <c:v>1.23454299999999E-2</c:v>
                </c:pt>
                <c:pt idx="112">
                  <c:v>1.26985E-2</c:v>
                </c:pt>
                <c:pt idx="113">
                  <c:v>1.277726E-2</c:v>
                </c:pt>
                <c:pt idx="114">
                  <c:v>1.29746599999999E-2</c:v>
                </c:pt>
                <c:pt idx="115">
                  <c:v>1.2986179999999899E-2</c:v>
                </c:pt>
                <c:pt idx="116">
                  <c:v>1.3648879999999799E-2</c:v>
                </c:pt>
                <c:pt idx="117">
                  <c:v>1.3726763748074499E-2</c:v>
                </c:pt>
                <c:pt idx="118">
                  <c:v>1.38761499999999E-2</c:v>
                </c:pt>
                <c:pt idx="119">
                  <c:v>1.40616E-2</c:v>
                </c:pt>
                <c:pt idx="120">
                  <c:v>1.4088130000000001E-2</c:v>
                </c:pt>
                <c:pt idx="121">
                  <c:v>1.41578574285714E-2</c:v>
                </c:pt>
                <c:pt idx="122">
                  <c:v>1.43408799999999E-2</c:v>
                </c:pt>
                <c:pt idx="123">
                  <c:v>1.467982E-2</c:v>
                </c:pt>
                <c:pt idx="124">
                  <c:v>1.47756819318182E-2</c:v>
                </c:pt>
                <c:pt idx="125">
                  <c:v>1.49214029328001E-2</c:v>
                </c:pt>
                <c:pt idx="126">
                  <c:v>1.500866E-2</c:v>
                </c:pt>
                <c:pt idx="127">
                  <c:v>1.5021970000000001E-2</c:v>
                </c:pt>
                <c:pt idx="128">
                  <c:v>1.5094450000000001E-2</c:v>
                </c:pt>
                <c:pt idx="129">
                  <c:v>1.5257519999999899E-2</c:v>
                </c:pt>
                <c:pt idx="130">
                  <c:v>1.54110691397849E-2</c:v>
                </c:pt>
                <c:pt idx="131">
                  <c:v>1.54475411764705E-2</c:v>
                </c:pt>
                <c:pt idx="132">
                  <c:v>1.55202827888888E-2</c:v>
                </c:pt>
                <c:pt idx="133">
                  <c:v>1.5830607222481599E-2</c:v>
                </c:pt>
                <c:pt idx="134">
                  <c:v>1.5839179999999901E-2</c:v>
                </c:pt>
                <c:pt idx="135">
                  <c:v>1.59629463466321E-2</c:v>
                </c:pt>
                <c:pt idx="136">
                  <c:v>1.6019389999999901E-2</c:v>
                </c:pt>
                <c:pt idx="137">
                  <c:v>1.6092268907563E-2</c:v>
                </c:pt>
                <c:pt idx="138">
                  <c:v>1.6324881756756601E-2</c:v>
                </c:pt>
                <c:pt idx="139">
                  <c:v>1.6521877777777801E-2</c:v>
                </c:pt>
                <c:pt idx="140">
                  <c:v>1.65896511811887E-2</c:v>
                </c:pt>
                <c:pt idx="141">
                  <c:v>1.6610656597701098E-2</c:v>
                </c:pt>
                <c:pt idx="142">
                  <c:v>1.6681741671097299E-2</c:v>
                </c:pt>
                <c:pt idx="143">
                  <c:v>1.6684211771721E-2</c:v>
                </c:pt>
                <c:pt idx="144">
                  <c:v>1.68018299999999E-2</c:v>
                </c:pt>
                <c:pt idx="145">
                  <c:v>1.7229509999999899E-2</c:v>
                </c:pt>
                <c:pt idx="146">
                  <c:v>1.7609646464646501E-2</c:v>
                </c:pt>
                <c:pt idx="147">
                  <c:v>1.7837458392857101E-2</c:v>
                </c:pt>
                <c:pt idx="148">
                  <c:v>1.7870108805555399E-2</c:v>
                </c:pt>
                <c:pt idx="149">
                  <c:v>1.7978838709677401E-2</c:v>
                </c:pt>
                <c:pt idx="150">
                  <c:v>1.8019462857142701E-2</c:v>
                </c:pt>
                <c:pt idx="151">
                  <c:v>1.8183959999999999E-2</c:v>
                </c:pt>
                <c:pt idx="152">
                  <c:v>1.8269501458537899E-2</c:v>
                </c:pt>
                <c:pt idx="153">
                  <c:v>1.83712303901261E-2</c:v>
                </c:pt>
                <c:pt idx="154">
                  <c:v>1.8423218348623802E-2</c:v>
                </c:pt>
                <c:pt idx="155">
                  <c:v>1.8602509999999899E-2</c:v>
                </c:pt>
                <c:pt idx="156">
                  <c:v>1.87765999999999E-2</c:v>
                </c:pt>
                <c:pt idx="157">
                  <c:v>1.89315E-2</c:v>
                </c:pt>
                <c:pt idx="158">
                  <c:v>1.9072626097560899E-2</c:v>
                </c:pt>
                <c:pt idx="159">
                  <c:v>1.91144449999999E-2</c:v>
                </c:pt>
                <c:pt idx="160">
                  <c:v>1.91322099999999E-2</c:v>
                </c:pt>
                <c:pt idx="161">
                  <c:v>1.9574428953313201E-2</c:v>
                </c:pt>
                <c:pt idx="162">
                  <c:v>1.97043599999999E-2</c:v>
                </c:pt>
                <c:pt idx="163">
                  <c:v>1.9776273684210598E-2</c:v>
                </c:pt>
                <c:pt idx="164">
                  <c:v>1.9815896741073001E-2</c:v>
                </c:pt>
                <c:pt idx="165">
                  <c:v>2.00376299999999E-2</c:v>
                </c:pt>
                <c:pt idx="166">
                  <c:v>2.0955961822113199E-2</c:v>
                </c:pt>
                <c:pt idx="167">
                  <c:v>2.1279550000000001E-2</c:v>
                </c:pt>
                <c:pt idx="168">
                  <c:v>2.1368919377295601E-2</c:v>
                </c:pt>
                <c:pt idx="169">
                  <c:v>2.15054997931035E-2</c:v>
                </c:pt>
                <c:pt idx="170">
                  <c:v>2.174131E-2</c:v>
                </c:pt>
                <c:pt idx="171">
                  <c:v>2.1810817142857201E-2</c:v>
                </c:pt>
                <c:pt idx="172">
                  <c:v>2.1870759999999899E-2</c:v>
                </c:pt>
                <c:pt idx="173">
                  <c:v>2.2156870582278401E-2</c:v>
                </c:pt>
                <c:pt idx="174">
                  <c:v>2.2278686206896599E-2</c:v>
                </c:pt>
                <c:pt idx="175">
                  <c:v>2.2817560000000001E-2</c:v>
                </c:pt>
                <c:pt idx="176">
                  <c:v>2.3182163212728101E-2</c:v>
                </c:pt>
                <c:pt idx="177">
                  <c:v>2.3501233749999899E-2</c:v>
                </c:pt>
                <c:pt idx="178">
                  <c:v>2.3977472360854599E-2</c:v>
                </c:pt>
                <c:pt idx="179">
                  <c:v>2.4054527972027898E-2</c:v>
                </c:pt>
                <c:pt idx="180">
                  <c:v>2.4108509999999899E-2</c:v>
                </c:pt>
                <c:pt idx="181">
                  <c:v>2.4160562250199E-2</c:v>
                </c:pt>
                <c:pt idx="182">
                  <c:v>2.4971619047618999E-2</c:v>
                </c:pt>
                <c:pt idx="183">
                  <c:v>2.5066279999999899E-2</c:v>
                </c:pt>
                <c:pt idx="184">
                  <c:v>2.5458639999999901E-2</c:v>
                </c:pt>
                <c:pt idx="185">
                  <c:v>2.5598016925926E-2</c:v>
                </c:pt>
                <c:pt idx="186">
                  <c:v>2.5717577702702801E-2</c:v>
                </c:pt>
                <c:pt idx="187">
                  <c:v>2.5968227012115999E-2</c:v>
                </c:pt>
                <c:pt idx="188">
                  <c:v>2.65871896796777E-2</c:v>
                </c:pt>
                <c:pt idx="189">
                  <c:v>2.6698431578947399E-2</c:v>
                </c:pt>
                <c:pt idx="190">
                  <c:v>2.68325499999999E-2</c:v>
                </c:pt>
                <c:pt idx="191">
                  <c:v>2.6949923067415699E-2</c:v>
                </c:pt>
                <c:pt idx="192">
                  <c:v>2.69542114341427E-2</c:v>
                </c:pt>
                <c:pt idx="193">
                  <c:v>2.7244082288000401E-2</c:v>
                </c:pt>
                <c:pt idx="194">
                  <c:v>2.7619649691358099E-2</c:v>
                </c:pt>
                <c:pt idx="195">
                  <c:v>2.77538099999999E-2</c:v>
                </c:pt>
                <c:pt idx="196">
                  <c:v>2.7907257142857099E-2</c:v>
                </c:pt>
                <c:pt idx="197">
                  <c:v>2.8067720000000101E-2</c:v>
                </c:pt>
                <c:pt idx="198">
                  <c:v>2.8114873872379299E-2</c:v>
                </c:pt>
                <c:pt idx="199">
                  <c:v>2.83079186885246E-2</c:v>
                </c:pt>
                <c:pt idx="200">
                  <c:v>2.8836729999999901E-2</c:v>
                </c:pt>
                <c:pt idx="201">
                  <c:v>2.90837399999999E-2</c:v>
                </c:pt>
                <c:pt idx="202">
                  <c:v>2.91858999999999E-2</c:v>
                </c:pt>
                <c:pt idx="203">
                  <c:v>2.9227444541484699E-2</c:v>
                </c:pt>
                <c:pt idx="204">
                  <c:v>2.9312189635694701E-2</c:v>
                </c:pt>
                <c:pt idx="205">
                  <c:v>2.93637933549354E-2</c:v>
                </c:pt>
                <c:pt idx="206">
                  <c:v>2.9518219391891899E-2</c:v>
                </c:pt>
                <c:pt idx="207">
                  <c:v>3.0286964285714198E-2</c:v>
                </c:pt>
                <c:pt idx="208">
                  <c:v>3.0429306846846801E-2</c:v>
                </c:pt>
                <c:pt idx="209">
                  <c:v>3.0936349999999901E-2</c:v>
                </c:pt>
                <c:pt idx="210">
                  <c:v>3.1687477333333297E-2</c:v>
                </c:pt>
                <c:pt idx="211">
                  <c:v>3.1813281666644398E-2</c:v>
                </c:pt>
                <c:pt idx="212">
                  <c:v>3.1962595469026599E-2</c:v>
                </c:pt>
                <c:pt idx="213">
                  <c:v>3.2019139816793697E-2</c:v>
                </c:pt>
                <c:pt idx="214">
                  <c:v>3.2695299300514298E-2</c:v>
                </c:pt>
                <c:pt idx="215">
                  <c:v>3.30444732653059E-2</c:v>
                </c:pt>
                <c:pt idx="216">
                  <c:v>3.3391234265734197E-2</c:v>
                </c:pt>
                <c:pt idx="217">
                  <c:v>3.3514280841802101E-2</c:v>
                </c:pt>
                <c:pt idx="218">
                  <c:v>3.3961512700171101E-2</c:v>
                </c:pt>
                <c:pt idx="219">
                  <c:v>3.4024888876814097E-2</c:v>
                </c:pt>
                <c:pt idx="220">
                  <c:v>3.4436092338891201E-2</c:v>
                </c:pt>
                <c:pt idx="221">
                  <c:v>3.4695022131034502E-2</c:v>
                </c:pt>
                <c:pt idx="222">
                  <c:v>3.49921141078431E-2</c:v>
                </c:pt>
                <c:pt idx="223">
                  <c:v>3.5226198319327801E-2</c:v>
                </c:pt>
                <c:pt idx="224">
                  <c:v>3.5450280000000098E-2</c:v>
                </c:pt>
                <c:pt idx="225">
                  <c:v>3.54763234042553E-2</c:v>
                </c:pt>
                <c:pt idx="226">
                  <c:v>3.5767831408105202E-2</c:v>
                </c:pt>
                <c:pt idx="227">
                  <c:v>3.5824429999999997E-2</c:v>
                </c:pt>
                <c:pt idx="228">
                  <c:v>3.6038479999999901E-2</c:v>
                </c:pt>
                <c:pt idx="229">
                  <c:v>3.6135229999999997E-2</c:v>
                </c:pt>
                <c:pt idx="230">
                  <c:v>3.6349879207920599E-2</c:v>
                </c:pt>
                <c:pt idx="231">
                  <c:v>3.66074776785714E-2</c:v>
                </c:pt>
                <c:pt idx="232">
                  <c:v>3.6635903394600301E-2</c:v>
                </c:pt>
                <c:pt idx="233">
                  <c:v>3.6965170135135103E-2</c:v>
                </c:pt>
                <c:pt idx="234">
                  <c:v>3.72798063412614E-2</c:v>
                </c:pt>
                <c:pt idx="235">
                  <c:v>3.7843844067796603E-2</c:v>
                </c:pt>
                <c:pt idx="236">
                  <c:v>3.7926781511070103E-2</c:v>
                </c:pt>
                <c:pt idx="237">
                  <c:v>3.9041459999999903E-2</c:v>
                </c:pt>
                <c:pt idx="238">
                  <c:v>3.9153356738135602E-2</c:v>
                </c:pt>
                <c:pt idx="239">
                  <c:v>3.9410723122448803E-2</c:v>
                </c:pt>
                <c:pt idx="240">
                  <c:v>3.9688586942148697E-2</c:v>
                </c:pt>
                <c:pt idx="241">
                  <c:v>3.9938224999999897E-2</c:v>
                </c:pt>
                <c:pt idx="242">
                  <c:v>4.0743972679061498E-2</c:v>
                </c:pt>
                <c:pt idx="243">
                  <c:v>4.0759586330133102E-2</c:v>
                </c:pt>
                <c:pt idx="244">
                  <c:v>4.16011674520071E-2</c:v>
                </c:pt>
                <c:pt idx="245">
                  <c:v>4.1764998319327597E-2</c:v>
                </c:pt>
                <c:pt idx="246">
                  <c:v>4.1859519713118097E-2</c:v>
                </c:pt>
                <c:pt idx="247">
                  <c:v>4.31401599999999E-2</c:v>
                </c:pt>
                <c:pt idx="248">
                  <c:v>4.4369430000000001E-2</c:v>
                </c:pt>
                <c:pt idx="249">
                  <c:v>4.4383823995000099E-2</c:v>
                </c:pt>
                <c:pt idx="250">
                  <c:v>4.4611417939393903E-2</c:v>
                </c:pt>
                <c:pt idx="251">
                  <c:v>4.5355673469387701E-2</c:v>
                </c:pt>
                <c:pt idx="252">
                  <c:v>4.5520653000000001E-2</c:v>
                </c:pt>
                <c:pt idx="253">
                  <c:v>4.5565709999999898E-2</c:v>
                </c:pt>
                <c:pt idx="254">
                  <c:v>4.5565709999999898E-2</c:v>
                </c:pt>
                <c:pt idx="255">
                  <c:v>4.5795383802816898E-2</c:v>
                </c:pt>
                <c:pt idx="256">
                  <c:v>4.5876734358974297E-2</c:v>
                </c:pt>
                <c:pt idx="257">
                  <c:v>4.61739516583713E-2</c:v>
                </c:pt>
                <c:pt idx="258">
                  <c:v>4.6471276890459302E-2</c:v>
                </c:pt>
                <c:pt idx="259">
                  <c:v>4.66363085106382E-2</c:v>
                </c:pt>
                <c:pt idx="260">
                  <c:v>4.7000169999999897E-2</c:v>
                </c:pt>
                <c:pt idx="261">
                  <c:v>4.7222670578032602E-2</c:v>
                </c:pt>
                <c:pt idx="262">
                  <c:v>4.7987510858584E-2</c:v>
                </c:pt>
                <c:pt idx="263">
                  <c:v>4.8645249999999897E-2</c:v>
                </c:pt>
                <c:pt idx="264">
                  <c:v>4.9217724677192702E-2</c:v>
                </c:pt>
                <c:pt idx="265">
                  <c:v>4.9527459143962602E-2</c:v>
                </c:pt>
                <c:pt idx="266">
                  <c:v>4.9919500303030398E-2</c:v>
                </c:pt>
                <c:pt idx="267">
                  <c:v>5.00107781122449E-2</c:v>
                </c:pt>
                <c:pt idx="268">
                  <c:v>5.0047170742065598E-2</c:v>
                </c:pt>
                <c:pt idx="269">
                  <c:v>5.0680421760869399E-2</c:v>
                </c:pt>
                <c:pt idx="270">
                  <c:v>5.1929119215931602E-2</c:v>
                </c:pt>
                <c:pt idx="271">
                  <c:v>5.2109864602040701E-2</c:v>
                </c:pt>
                <c:pt idx="272">
                  <c:v>5.2432159999999901E-2</c:v>
                </c:pt>
                <c:pt idx="273">
                  <c:v>5.2574119999999898E-2</c:v>
                </c:pt>
                <c:pt idx="274">
                  <c:v>5.3065934131746602E-2</c:v>
                </c:pt>
                <c:pt idx="275">
                  <c:v>5.3104102654545397E-2</c:v>
                </c:pt>
                <c:pt idx="276">
                  <c:v>5.5275219999999903E-2</c:v>
                </c:pt>
                <c:pt idx="277">
                  <c:v>5.5756644048937799E-2</c:v>
                </c:pt>
                <c:pt idx="278">
                  <c:v>5.61597E-2</c:v>
                </c:pt>
                <c:pt idx="279">
                  <c:v>5.6488016991008597E-2</c:v>
                </c:pt>
                <c:pt idx="280">
                  <c:v>5.7301355102040701E-2</c:v>
                </c:pt>
                <c:pt idx="281">
                  <c:v>5.8087340000000001E-2</c:v>
                </c:pt>
                <c:pt idx="282">
                  <c:v>5.8103790618589897E-2</c:v>
                </c:pt>
                <c:pt idx="283">
                  <c:v>5.8231608453836299E-2</c:v>
                </c:pt>
                <c:pt idx="284">
                  <c:v>5.8802550000000002E-2</c:v>
                </c:pt>
                <c:pt idx="285">
                  <c:v>5.92166266095243E-2</c:v>
                </c:pt>
                <c:pt idx="286">
                  <c:v>5.9634527187896302E-2</c:v>
                </c:pt>
                <c:pt idx="287">
                  <c:v>5.98757832335262E-2</c:v>
                </c:pt>
                <c:pt idx="288">
                  <c:v>5.9960929999999898E-2</c:v>
                </c:pt>
                <c:pt idx="289">
                  <c:v>6.0533721571909199E-2</c:v>
                </c:pt>
                <c:pt idx="290">
                  <c:v>6.176309E-2</c:v>
                </c:pt>
                <c:pt idx="291">
                  <c:v>6.22739428965517E-2</c:v>
                </c:pt>
                <c:pt idx="292">
                  <c:v>6.2653113373472402E-2</c:v>
                </c:pt>
                <c:pt idx="293">
                  <c:v>6.27792983193277E-2</c:v>
                </c:pt>
                <c:pt idx="294">
                  <c:v>6.3369065175109901E-2</c:v>
                </c:pt>
                <c:pt idx="295">
                  <c:v>6.3453142000000004E-2</c:v>
                </c:pt>
                <c:pt idx="296">
                  <c:v>6.4485883321769397E-2</c:v>
                </c:pt>
                <c:pt idx="297">
                  <c:v>6.4556514392588402E-2</c:v>
                </c:pt>
                <c:pt idx="298">
                  <c:v>6.5167568653702004E-2</c:v>
                </c:pt>
                <c:pt idx="299">
                  <c:v>6.5446632883540398E-2</c:v>
                </c:pt>
                <c:pt idx="300">
                  <c:v>6.5686953977527995E-2</c:v>
                </c:pt>
                <c:pt idx="301">
                  <c:v>6.6853839357894601E-2</c:v>
                </c:pt>
                <c:pt idx="302">
                  <c:v>6.7332962951304698E-2</c:v>
                </c:pt>
                <c:pt idx="303">
                  <c:v>6.7473257646840895E-2</c:v>
                </c:pt>
                <c:pt idx="304">
                  <c:v>6.9489020190388801E-2</c:v>
                </c:pt>
                <c:pt idx="305">
                  <c:v>6.9643011130434695E-2</c:v>
                </c:pt>
                <c:pt idx="306">
                  <c:v>6.9695616457627105E-2</c:v>
                </c:pt>
                <c:pt idx="307">
                  <c:v>7.0005560975609601E-2</c:v>
                </c:pt>
                <c:pt idx="308">
                  <c:v>7.0104919473684205E-2</c:v>
                </c:pt>
                <c:pt idx="309">
                  <c:v>7.0113813043478301E-2</c:v>
                </c:pt>
                <c:pt idx="310">
                  <c:v>7.0439314631578695E-2</c:v>
                </c:pt>
                <c:pt idx="311">
                  <c:v>7.0759059999999901E-2</c:v>
                </c:pt>
                <c:pt idx="312">
                  <c:v>7.2345248620689501E-2</c:v>
                </c:pt>
                <c:pt idx="313">
                  <c:v>7.2831958484081499E-2</c:v>
                </c:pt>
                <c:pt idx="314">
                  <c:v>7.3037386982456098E-2</c:v>
                </c:pt>
                <c:pt idx="315">
                  <c:v>7.3195421233741106E-2</c:v>
                </c:pt>
                <c:pt idx="316">
                  <c:v>7.3399324771929703E-2</c:v>
                </c:pt>
                <c:pt idx="317">
                  <c:v>7.4457412611864796E-2</c:v>
                </c:pt>
                <c:pt idx="318">
                  <c:v>7.6547815473529193E-2</c:v>
                </c:pt>
                <c:pt idx="319">
                  <c:v>7.6576618037968197E-2</c:v>
                </c:pt>
                <c:pt idx="320">
                  <c:v>7.6762771889908196E-2</c:v>
                </c:pt>
                <c:pt idx="321">
                  <c:v>7.6884661942445906E-2</c:v>
                </c:pt>
                <c:pt idx="322">
                  <c:v>7.6910372325581303E-2</c:v>
                </c:pt>
                <c:pt idx="323">
                  <c:v>7.6987336198347203E-2</c:v>
                </c:pt>
                <c:pt idx="324">
                  <c:v>7.7699293057851199E-2</c:v>
                </c:pt>
                <c:pt idx="325">
                  <c:v>7.8599302649634897E-2</c:v>
                </c:pt>
                <c:pt idx="326">
                  <c:v>7.8647221052631597E-2</c:v>
                </c:pt>
                <c:pt idx="327">
                  <c:v>7.8838815797447601E-2</c:v>
                </c:pt>
                <c:pt idx="328">
                  <c:v>7.9148529017064706E-2</c:v>
                </c:pt>
                <c:pt idx="329">
                  <c:v>7.92157424137932E-2</c:v>
                </c:pt>
                <c:pt idx="330">
                  <c:v>7.9340221963928495E-2</c:v>
                </c:pt>
                <c:pt idx="331">
                  <c:v>7.9462873373506104E-2</c:v>
                </c:pt>
                <c:pt idx="332">
                  <c:v>7.9498464634958202E-2</c:v>
                </c:pt>
                <c:pt idx="333">
                  <c:v>7.9958265982142798E-2</c:v>
                </c:pt>
                <c:pt idx="334">
                  <c:v>8.0236709864742004E-2</c:v>
                </c:pt>
                <c:pt idx="335">
                  <c:v>8.0878477057881898E-2</c:v>
                </c:pt>
                <c:pt idx="336">
                  <c:v>8.2393461538461402E-2</c:v>
                </c:pt>
                <c:pt idx="337">
                  <c:v>8.3099972184873902E-2</c:v>
                </c:pt>
                <c:pt idx="338">
                  <c:v>8.3331270924792894E-2</c:v>
                </c:pt>
                <c:pt idx="339">
                  <c:v>8.3344302749730495E-2</c:v>
                </c:pt>
                <c:pt idx="340">
                  <c:v>8.3744617142857095E-2</c:v>
                </c:pt>
                <c:pt idx="341">
                  <c:v>8.4272150390624898E-2</c:v>
                </c:pt>
                <c:pt idx="342">
                  <c:v>8.4491526379236903E-2</c:v>
                </c:pt>
                <c:pt idx="343">
                  <c:v>8.4667422950819596E-2</c:v>
                </c:pt>
                <c:pt idx="344">
                  <c:v>8.5087743141026004E-2</c:v>
                </c:pt>
                <c:pt idx="345">
                  <c:v>8.5837888280846694E-2</c:v>
                </c:pt>
                <c:pt idx="346">
                  <c:v>8.5866211816692906E-2</c:v>
                </c:pt>
                <c:pt idx="347">
                  <c:v>8.6137606550548598E-2</c:v>
                </c:pt>
                <c:pt idx="348">
                  <c:v>8.6590512903225697E-2</c:v>
                </c:pt>
                <c:pt idx="349">
                  <c:v>8.6776500000000006E-2</c:v>
                </c:pt>
                <c:pt idx="350">
                  <c:v>9.0091668105443307E-2</c:v>
                </c:pt>
                <c:pt idx="351">
                  <c:v>9.03748545454547E-2</c:v>
                </c:pt>
                <c:pt idx="352">
                  <c:v>9.0529378387542603E-2</c:v>
                </c:pt>
                <c:pt idx="353">
                  <c:v>9.0897314943396104E-2</c:v>
                </c:pt>
                <c:pt idx="354">
                  <c:v>9.1452122118811804E-2</c:v>
                </c:pt>
                <c:pt idx="355">
                  <c:v>9.1514979999999996E-2</c:v>
                </c:pt>
                <c:pt idx="356">
                  <c:v>9.22084807692308E-2</c:v>
                </c:pt>
                <c:pt idx="357">
                  <c:v>9.2839195706960601E-2</c:v>
                </c:pt>
                <c:pt idx="358">
                  <c:v>9.2840569999999997E-2</c:v>
                </c:pt>
                <c:pt idx="359">
                  <c:v>9.3647232421394999E-2</c:v>
                </c:pt>
                <c:pt idx="360">
                  <c:v>9.4202336305358597E-2</c:v>
                </c:pt>
                <c:pt idx="361">
                  <c:v>9.4736416666666601E-2</c:v>
                </c:pt>
                <c:pt idx="362">
                  <c:v>9.5042371645480198E-2</c:v>
                </c:pt>
                <c:pt idx="363">
                  <c:v>9.5410946666666704E-2</c:v>
                </c:pt>
                <c:pt idx="364">
                  <c:v>9.5662985569892195E-2</c:v>
                </c:pt>
                <c:pt idx="365">
                  <c:v>9.5784029439471396E-2</c:v>
                </c:pt>
                <c:pt idx="366">
                  <c:v>9.6192148578757394E-2</c:v>
                </c:pt>
                <c:pt idx="367">
                  <c:v>9.6479147169811305E-2</c:v>
                </c:pt>
                <c:pt idx="368">
                  <c:v>9.7482941510583204E-2</c:v>
                </c:pt>
                <c:pt idx="369">
                  <c:v>9.9407060754716906E-2</c:v>
                </c:pt>
                <c:pt idx="370">
                  <c:v>0.100224617297703</c:v>
                </c:pt>
                <c:pt idx="371">
                  <c:v>0.100919979874999</c:v>
                </c:pt>
                <c:pt idx="372">
                  <c:v>0.101153392499999</c:v>
                </c:pt>
                <c:pt idx="373">
                  <c:v>0.102067698731707</c:v>
                </c:pt>
                <c:pt idx="374">
                  <c:v>0.10230192305797101</c:v>
                </c:pt>
                <c:pt idx="375">
                  <c:v>0.10252678674698799</c:v>
                </c:pt>
                <c:pt idx="376">
                  <c:v>0.102865028419813</c:v>
                </c:pt>
                <c:pt idx="377">
                  <c:v>0.103370764709872</c:v>
                </c:pt>
                <c:pt idx="378">
                  <c:v>0.104246076388888</c:v>
                </c:pt>
                <c:pt idx="379">
                  <c:v>0.104823319999999</c:v>
                </c:pt>
                <c:pt idx="380">
                  <c:v>0.105554872555759</c:v>
                </c:pt>
                <c:pt idx="381">
                  <c:v>0.10595266139759001</c:v>
                </c:pt>
                <c:pt idx="382">
                  <c:v>0.106063824575229</c:v>
                </c:pt>
                <c:pt idx="383">
                  <c:v>0.107550633500578</c:v>
                </c:pt>
                <c:pt idx="384">
                  <c:v>0.107613508220261</c:v>
                </c:pt>
                <c:pt idx="385">
                  <c:v>0.10882714913043399</c:v>
                </c:pt>
                <c:pt idx="386">
                  <c:v>0.109815141909091</c:v>
                </c:pt>
                <c:pt idx="387">
                  <c:v>0.110119325701298</c:v>
                </c:pt>
                <c:pt idx="388">
                  <c:v>0.11046557906542</c:v>
                </c:pt>
                <c:pt idx="389">
                  <c:v>0.11087823590909</c:v>
                </c:pt>
                <c:pt idx="390">
                  <c:v>0.111956375</c:v>
                </c:pt>
                <c:pt idx="391">
                  <c:v>0.112021993364485</c:v>
                </c:pt>
                <c:pt idx="392">
                  <c:v>0.112256596177271</c:v>
                </c:pt>
                <c:pt idx="393">
                  <c:v>0.11252098645672701</c:v>
                </c:pt>
                <c:pt idx="394">
                  <c:v>0.112957750585365</c:v>
                </c:pt>
                <c:pt idx="395">
                  <c:v>0.113441975521457</c:v>
                </c:pt>
                <c:pt idx="396">
                  <c:v>0.11540548237931</c:v>
                </c:pt>
                <c:pt idx="397">
                  <c:v>0.116415370775471</c:v>
                </c:pt>
                <c:pt idx="398">
                  <c:v>0.118822487499999</c:v>
                </c:pt>
                <c:pt idx="399">
                  <c:v>0.119399730382167</c:v>
                </c:pt>
                <c:pt idx="400">
                  <c:v>0.119762488877886</c:v>
                </c:pt>
                <c:pt idx="401">
                  <c:v>0.120455986363636</c:v>
                </c:pt>
                <c:pt idx="402">
                  <c:v>0.122215299335432</c:v>
                </c:pt>
                <c:pt idx="403">
                  <c:v>0.122284319999999</c:v>
                </c:pt>
                <c:pt idx="404">
                  <c:v>0.123876349999999</c:v>
                </c:pt>
                <c:pt idx="405">
                  <c:v>0.12447650309278301</c:v>
                </c:pt>
                <c:pt idx="406">
                  <c:v>0.124883538651428</c:v>
                </c:pt>
                <c:pt idx="407">
                  <c:v>0.12535560999999901</c:v>
                </c:pt>
                <c:pt idx="408">
                  <c:v>0.12856339903571401</c:v>
                </c:pt>
                <c:pt idx="409">
                  <c:v>0.129284525423076</c:v>
                </c:pt>
                <c:pt idx="410">
                  <c:v>0.12993189655172399</c:v>
                </c:pt>
                <c:pt idx="411">
                  <c:v>0.12994487238576199</c:v>
                </c:pt>
                <c:pt idx="412">
                  <c:v>0.13046733725078299</c:v>
                </c:pt>
                <c:pt idx="413">
                  <c:v>0.131187011111111</c:v>
                </c:pt>
                <c:pt idx="414">
                  <c:v>0.131600995999999</c:v>
                </c:pt>
                <c:pt idx="415">
                  <c:v>0.13175829169775899</c:v>
                </c:pt>
                <c:pt idx="416">
                  <c:v>0.133916634615384</c:v>
                </c:pt>
                <c:pt idx="417">
                  <c:v>0.13929521484313701</c:v>
                </c:pt>
                <c:pt idx="418">
                  <c:v>0.13990386333333299</c:v>
                </c:pt>
                <c:pt idx="419">
                  <c:v>0.14173026799999999</c:v>
                </c:pt>
                <c:pt idx="420">
                  <c:v>0.14224651307371999</c:v>
                </c:pt>
                <c:pt idx="421">
                  <c:v>0.14338364041409901</c:v>
                </c:pt>
                <c:pt idx="422">
                  <c:v>0.150839226653846</c:v>
                </c:pt>
                <c:pt idx="423">
                  <c:v>0.15581661590163901</c:v>
                </c:pt>
                <c:pt idx="424">
                  <c:v>0.16102451636984799</c:v>
                </c:pt>
                <c:pt idx="425">
                  <c:v>0.16310334374468</c:v>
                </c:pt>
                <c:pt idx="426">
                  <c:v>0.16489389873331201</c:v>
                </c:pt>
                <c:pt idx="427">
                  <c:v>0.16624012328558099</c:v>
                </c:pt>
                <c:pt idx="428">
                  <c:v>0.16786027854320301</c:v>
                </c:pt>
                <c:pt idx="429">
                  <c:v>0.16946546636486401</c:v>
                </c:pt>
                <c:pt idx="430">
                  <c:v>0.170271821965052</c:v>
                </c:pt>
                <c:pt idx="431">
                  <c:v>0.17151365833333301</c:v>
                </c:pt>
                <c:pt idx="432">
                  <c:v>0.17255542022471901</c:v>
                </c:pt>
                <c:pt idx="433">
                  <c:v>0.17571446113450201</c:v>
                </c:pt>
                <c:pt idx="434">
                  <c:v>0.177834814710743</c:v>
                </c:pt>
                <c:pt idx="435">
                  <c:v>0.17806457435897399</c:v>
                </c:pt>
                <c:pt idx="436">
                  <c:v>0.17871846399999899</c:v>
                </c:pt>
                <c:pt idx="437">
                  <c:v>0.17929731169951199</c:v>
                </c:pt>
                <c:pt idx="438">
                  <c:v>0.18027122641974699</c:v>
                </c:pt>
                <c:pt idx="439">
                  <c:v>0.18404311958298999</c:v>
                </c:pt>
                <c:pt idx="440">
                  <c:v>0.18601671316184001</c:v>
                </c:pt>
                <c:pt idx="441">
                  <c:v>0.19009534722222199</c:v>
                </c:pt>
                <c:pt idx="442">
                  <c:v>0.19026396574193499</c:v>
                </c:pt>
                <c:pt idx="443">
                  <c:v>0.19342085240000001</c:v>
                </c:pt>
                <c:pt idx="444">
                  <c:v>0.19406079437773899</c:v>
                </c:pt>
                <c:pt idx="445">
                  <c:v>0.19840640896551701</c:v>
                </c:pt>
                <c:pt idx="446">
                  <c:v>0.198815797344262</c:v>
                </c:pt>
                <c:pt idx="447">
                  <c:v>0.20016265344621501</c:v>
                </c:pt>
                <c:pt idx="448">
                  <c:v>0.20223596106153999</c:v>
                </c:pt>
                <c:pt idx="449">
                  <c:v>0.20268608346457101</c:v>
                </c:pt>
                <c:pt idx="450">
                  <c:v>0.20345105722763901</c:v>
                </c:pt>
                <c:pt idx="451">
                  <c:v>0.20461314205128101</c:v>
                </c:pt>
                <c:pt idx="452">
                  <c:v>0.21059273375457899</c:v>
                </c:pt>
                <c:pt idx="453">
                  <c:v>0.21432323535</c:v>
                </c:pt>
                <c:pt idx="454">
                  <c:v>0.216008913141958</c:v>
                </c:pt>
                <c:pt idx="455">
                  <c:v>0.216545245666666</c:v>
                </c:pt>
                <c:pt idx="456">
                  <c:v>0.21924429615584401</c:v>
                </c:pt>
                <c:pt idx="457">
                  <c:v>0.22638612542372799</c:v>
                </c:pt>
                <c:pt idx="458">
                  <c:v>0.23106495701375901</c:v>
                </c:pt>
                <c:pt idx="459">
                  <c:v>0.231893941157894</c:v>
                </c:pt>
                <c:pt idx="460">
                  <c:v>0.23926529762490201</c:v>
                </c:pt>
                <c:pt idx="461">
                  <c:v>0.24496406839215601</c:v>
                </c:pt>
                <c:pt idx="462">
                  <c:v>0.248874011304347</c:v>
                </c:pt>
                <c:pt idx="463">
                  <c:v>0.25169672837837798</c:v>
                </c:pt>
                <c:pt idx="464">
                  <c:v>0.25612614769230702</c:v>
                </c:pt>
                <c:pt idx="465">
                  <c:v>0.25978090512727198</c:v>
                </c:pt>
                <c:pt idx="466">
                  <c:v>0.26402416783682497</c:v>
                </c:pt>
                <c:pt idx="467">
                  <c:v>0.26620779572549003</c:v>
                </c:pt>
                <c:pt idx="468">
                  <c:v>0.26644738627202003</c:v>
                </c:pt>
                <c:pt idx="469">
                  <c:v>0.27098949819718399</c:v>
                </c:pt>
                <c:pt idx="470">
                  <c:v>0.27380597610287999</c:v>
                </c:pt>
                <c:pt idx="471">
                  <c:v>0.27400239999999998</c:v>
                </c:pt>
                <c:pt idx="472">
                  <c:v>0.27822163305553199</c:v>
                </c:pt>
                <c:pt idx="473">
                  <c:v>0.28039725821834799</c:v>
                </c:pt>
                <c:pt idx="474">
                  <c:v>0.28534566368420999</c:v>
                </c:pt>
                <c:pt idx="475">
                  <c:v>0.28608641462374002</c:v>
                </c:pt>
                <c:pt idx="476">
                  <c:v>0.28879651802804901</c:v>
                </c:pt>
                <c:pt idx="477">
                  <c:v>0.294360732394366</c:v>
                </c:pt>
                <c:pt idx="478">
                  <c:v>0.29838172278949698</c:v>
                </c:pt>
                <c:pt idx="479">
                  <c:v>0.304923828116824</c:v>
                </c:pt>
                <c:pt idx="480">
                  <c:v>0.31784871640625001</c:v>
                </c:pt>
                <c:pt idx="481">
                  <c:v>0.34799298307410398</c:v>
                </c:pt>
                <c:pt idx="482">
                  <c:v>0.35134625941123099</c:v>
                </c:pt>
                <c:pt idx="483">
                  <c:v>0.36350888541666598</c:v>
                </c:pt>
                <c:pt idx="484">
                  <c:v>0.36686044655165201</c:v>
                </c:pt>
                <c:pt idx="485">
                  <c:v>0.367731026477148</c:v>
                </c:pt>
                <c:pt idx="486">
                  <c:v>0.37479084713023098</c:v>
                </c:pt>
                <c:pt idx="487">
                  <c:v>0.37955034717948699</c:v>
                </c:pt>
                <c:pt idx="488">
                  <c:v>0.38814563248067702</c:v>
                </c:pt>
                <c:pt idx="489">
                  <c:v>0.39077172086545597</c:v>
                </c:pt>
                <c:pt idx="490">
                  <c:v>0.39835702216691998</c:v>
                </c:pt>
                <c:pt idx="491">
                  <c:v>0.415287705796897</c:v>
                </c:pt>
                <c:pt idx="492">
                  <c:v>0.41661224140624897</c:v>
                </c:pt>
                <c:pt idx="493">
                  <c:v>0.42579309629629603</c:v>
                </c:pt>
                <c:pt idx="494">
                  <c:v>0.45073782093023201</c:v>
                </c:pt>
                <c:pt idx="495">
                  <c:v>0.459636974666148</c:v>
                </c:pt>
                <c:pt idx="496">
                  <c:v>0.57701179999999996</c:v>
                </c:pt>
                <c:pt idx="497">
                  <c:v>0.598423696379216</c:v>
                </c:pt>
                <c:pt idx="498">
                  <c:v>0.615049212121212</c:v>
                </c:pt>
                <c:pt idx="499">
                  <c:v>0.63104674999999899</c:v>
                </c:pt>
                <c:pt idx="500">
                  <c:v>0.64090024545454505</c:v>
                </c:pt>
                <c:pt idx="501">
                  <c:v>0.76582943212083798</c:v>
                </c:pt>
                <c:pt idx="502">
                  <c:v>0.78858164042553203</c:v>
                </c:pt>
                <c:pt idx="503">
                  <c:v>0.82457763061272904</c:v>
                </c:pt>
                <c:pt idx="504">
                  <c:v>0.85354543091747803</c:v>
                </c:pt>
                <c:pt idx="505">
                  <c:v>0.85756968</c:v>
                </c:pt>
                <c:pt idx="506">
                  <c:v>0.96593831260504204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ADA-4B1C-8A7D-F4153A84F381}"/>
            </c:ext>
          </c:extLst>
        </c:ser>
        <c:ser>
          <c:idx val="1"/>
          <c:order val="1"/>
          <c:tx>
            <c:strRef>
              <c:f>'2,3,4混合CDF'!$E$1</c:f>
              <c:strCache>
                <c:ptCount val="1"/>
                <c:pt idx="0">
                  <c:v>SMiTe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'2,3,4混合CDF'!$C$2:$C$508</c:f>
              <c:numCache>
                <c:formatCode>General</c:formatCode>
                <c:ptCount val="507"/>
                <c:pt idx="0">
                  <c:v>1.9685039370078701E-3</c:v>
                </c:pt>
                <c:pt idx="1">
                  <c:v>3.9370078740157497E-3</c:v>
                </c:pt>
                <c:pt idx="2">
                  <c:v>5.9055118110236202E-3</c:v>
                </c:pt>
                <c:pt idx="3">
                  <c:v>7.8740157480314994E-3</c:v>
                </c:pt>
                <c:pt idx="4">
                  <c:v>9.8425196850393699E-3</c:v>
                </c:pt>
                <c:pt idx="5">
                  <c:v>1.1811023622047201E-2</c:v>
                </c:pt>
                <c:pt idx="6">
                  <c:v>1.3779527559055101E-2</c:v>
                </c:pt>
                <c:pt idx="7">
                  <c:v>1.5748031496062999E-2</c:v>
                </c:pt>
                <c:pt idx="8">
                  <c:v>1.7716535433070901E-2</c:v>
                </c:pt>
                <c:pt idx="9">
                  <c:v>1.9685039370078702E-2</c:v>
                </c:pt>
                <c:pt idx="10">
                  <c:v>2.16535433070866E-2</c:v>
                </c:pt>
                <c:pt idx="11">
                  <c:v>2.3622047244094498E-2</c:v>
                </c:pt>
                <c:pt idx="12">
                  <c:v>2.55905511811024E-2</c:v>
                </c:pt>
                <c:pt idx="13">
                  <c:v>2.7559055118110201E-2</c:v>
                </c:pt>
                <c:pt idx="14">
                  <c:v>2.9527559055118099E-2</c:v>
                </c:pt>
                <c:pt idx="15">
                  <c:v>3.1496062992125998E-2</c:v>
                </c:pt>
                <c:pt idx="16">
                  <c:v>3.3464566929133903E-2</c:v>
                </c:pt>
                <c:pt idx="17">
                  <c:v>3.5433070866141697E-2</c:v>
                </c:pt>
                <c:pt idx="18">
                  <c:v>3.7401574803149602E-2</c:v>
                </c:pt>
                <c:pt idx="19">
                  <c:v>3.9370078740157501E-2</c:v>
                </c:pt>
                <c:pt idx="20">
                  <c:v>4.1338582677165302E-2</c:v>
                </c:pt>
                <c:pt idx="21">
                  <c:v>4.33070866141732E-2</c:v>
                </c:pt>
                <c:pt idx="22">
                  <c:v>4.5275590551181098E-2</c:v>
                </c:pt>
                <c:pt idx="23">
                  <c:v>4.7244094488188899E-2</c:v>
                </c:pt>
                <c:pt idx="24">
                  <c:v>4.9212598425196798E-2</c:v>
                </c:pt>
                <c:pt idx="25">
                  <c:v>5.1181102362204703E-2</c:v>
                </c:pt>
                <c:pt idx="26">
                  <c:v>5.3149606299212601E-2</c:v>
                </c:pt>
                <c:pt idx="27">
                  <c:v>5.5118110236220402E-2</c:v>
                </c:pt>
                <c:pt idx="28">
                  <c:v>5.7086614173228301E-2</c:v>
                </c:pt>
                <c:pt idx="29">
                  <c:v>5.9055118110236199E-2</c:v>
                </c:pt>
                <c:pt idx="30">
                  <c:v>6.1023622047244E-2</c:v>
                </c:pt>
                <c:pt idx="31">
                  <c:v>6.2992125984251898E-2</c:v>
                </c:pt>
                <c:pt idx="32">
                  <c:v>6.4960629921259797E-2</c:v>
                </c:pt>
                <c:pt idx="33">
                  <c:v>6.6929133858267695E-2</c:v>
                </c:pt>
                <c:pt idx="34">
                  <c:v>6.8897637795275496E-2</c:v>
                </c:pt>
                <c:pt idx="35">
                  <c:v>7.0866141732283394E-2</c:v>
                </c:pt>
                <c:pt idx="36">
                  <c:v>7.2834645669291306E-2</c:v>
                </c:pt>
                <c:pt idx="37">
                  <c:v>7.4803149606299094E-2</c:v>
                </c:pt>
                <c:pt idx="38">
                  <c:v>7.6771653543307006E-2</c:v>
                </c:pt>
                <c:pt idx="39">
                  <c:v>7.8740157480314904E-2</c:v>
                </c:pt>
                <c:pt idx="40">
                  <c:v>8.0708661417322705E-2</c:v>
                </c:pt>
                <c:pt idx="41">
                  <c:v>8.2677165354330603E-2</c:v>
                </c:pt>
                <c:pt idx="42">
                  <c:v>8.4645669291338502E-2</c:v>
                </c:pt>
                <c:pt idx="43">
                  <c:v>8.66141732283464E-2</c:v>
                </c:pt>
                <c:pt idx="44">
                  <c:v>8.8582677165354201E-2</c:v>
                </c:pt>
                <c:pt idx="45">
                  <c:v>9.0551181102362099E-2</c:v>
                </c:pt>
                <c:pt idx="46">
                  <c:v>9.2519685039369998E-2</c:v>
                </c:pt>
                <c:pt idx="47">
                  <c:v>9.4488188976377799E-2</c:v>
                </c:pt>
                <c:pt idx="48">
                  <c:v>9.6456692913385697E-2</c:v>
                </c:pt>
                <c:pt idx="49">
                  <c:v>9.8425196850393595E-2</c:v>
                </c:pt>
                <c:pt idx="50">
                  <c:v>0.10039370078740099</c:v>
                </c:pt>
                <c:pt idx="51">
                  <c:v>0.102362204724409</c:v>
                </c:pt>
                <c:pt idx="52">
                  <c:v>0.104330708661417</c:v>
                </c:pt>
                <c:pt idx="53">
                  <c:v>0.10629921259842499</c:v>
                </c:pt>
                <c:pt idx="54">
                  <c:v>0.108267716535433</c:v>
                </c:pt>
                <c:pt idx="55">
                  <c:v>0.110236220472441</c:v>
                </c:pt>
                <c:pt idx="56">
                  <c:v>0.11220472440944899</c:v>
                </c:pt>
                <c:pt idx="57">
                  <c:v>0.114173228346457</c:v>
                </c:pt>
                <c:pt idx="58">
                  <c:v>0.116141732283464</c:v>
                </c:pt>
                <c:pt idx="59">
                  <c:v>0.118110236220472</c:v>
                </c:pt>
                <c:pt idx="60">
                  <c:v>0.12007874015748</c:v>
                </c:pt>
                <c:pt idx="61">
                  <c:v>0.122047244094488</c:v>
                </c:pt>
                <c:pt idx="62">
                  <c:v>0.124015748031496</c:v>
                </c:pt>
                <c:pt idx="63">
                  <c:v>0.12598425196850399</c:v>
                </c:pt>
                <c:pt idx="64">
                  <c:v>0.127952755905512</c:v>
                </c:pt>
                <c:pt idx="65">
                  <c:v>0.12992125984252001</c:v>
                </c:pt>
                <c:pt idx="66">
                  <c:v>0.13188976377952699</c:v>
                </c:pt>
                <c:pt idx="67">
                  <c:v>0.133858267716535</c:v>
                </c:pt>
                <c:pt idx="68">
                  <c:v>0.13582677165354301</c:v>
                </c:pt>
                <c:pt idx="69">
                  <c:v>0.13779527559055099</c:v>
                </c:pt>
                <c:pt idx="70">
                  <c:v>0.139763779527559</c:v>
                </c:pt>
                <c:pt idx="71">
                  <c:v>0.14173228346456701</c:v>
                </c:pt>
                <c:pt idx="72">
                  <c:v>0.14370078740157499</c:v>
                </c:pt>
                <c:pt idx="73">
                  <c:v>0.145669291338582</c:v>
                </c:pt>
                <c:pt idx="74">
                  <c:v>0.14763779527559001</c:v>
                </c:pt>
                <c:pt idx="75">
                  <c:v>0.14960629921259799</c:v>
                </c:pt>
                <c:pt idx="76">
                  <c:v>0.151574803149606</c:v>
                </c:pt>
                <c:pt idx="77">
                  <c:v>0.15354330708661401</c:v>
                </c:pt>
                <c:pt idx="78">
                  <c:v>0.15551181102362199</c:v>
                </c:pt>
                <c:pt idx="79">
                  <c:v>0.15748031496063</c:v>
                </c:pt>
                <c:pt idx="80">
                  <c:v>0.15944881889763801</c:v>
                </c:pt>
                <c:pt idx="81">
                  <c:v>0.16141732283464499</c:v>
                </c:pt>
                <c:pt idx="82">
                  <c:v>0.163385826771653</c:v>
                </c:pt>
                <c:pt idx="83">
                  <c:v>0.16535433070866101</c:v>
                </c:pt>
                <c:pt idx="84">
                  <c:v>0.16732283464566899</c:v>
                </c:pt>
                <c:pt idx="85">
                  <c:v>0.169291338582677</c:v>
                </c:pt>
                <c:pt idx="86">
                  <c:v>0.17125984251968501</c:v>
                </c:pt>
                <c:pt idx="87">
                  <c:v>0.17322834645669299</c:v>
                </c:pt>
                <c:pt idx="88">
                  <c:v>0.175196850393701</c:v>
                </c:pt>
                <c:pt idx="89">
                  <c:v>0.17716535433070801</c:v>
                </c:pt>
                <c:pt idx="90">
                  <c:v>0.179133858267716</c:v>
                </c:pt>
                <c:pt idx="91">
                  <c:v>0.181102362204724</c:v>
                </c:pt>
                <c:pt idx="92">
                  <c:v>0.18307086614173201</c:v>
                </c:pt>
                <c:pt idx="93">
                  <c:v>0.18503937007874</c:v>
                </c:pt>
                <c:pt idx="94">
                  <c:v>0.187007874015748</c:v>
                </c:pt>
                <c:pt idx="95">
                  <c:v>0.18897637795275599</c:v>
                </c:pt>
                <c:pt idx="96">
                  <c:v>0.190944881889763</c:v>
                </c:pt>
                <c:pt idx="97">
                  <c:v>0.19291338582677101</c:v>
                </c:pt>
                <c:pt idx="98">
                  <c:v>0.19488188976377899</c:v>
                </c:pt>
                <c:pt idx="99">
                  <c:v>0.196850393700787</c:v>
                </c:pt>
                <c:pt idx="100">
                  <c:v>0.19881889763779501</c:v>
                </c:pt>
                <c:pt idx="101">
                  <c:v>0.20078740157480299</c:v>
                </c:pt>
                <c:pt idx="102">
                  <c:v>0.202755905511811</c:v>
                </c:pt>
                <c:pt idx="103">
                  <c:v>0.20472440944881901</c:v>
                </c:pt>
                <c:pt idx="104">
                  <c:v>0.20669291338582599</c:v>
                </c:pt>
                <c:pt idx="105">
                  <c:v>0.208661417322834</c:v>
                </c:pt>
                <c:pt idx="106">
                  <c:v>0.21062992125984201</c:v>
                </c:pt>
                <c:pt idx="107">
                  <c:v>0.21259842519684999</c:v>
                </c:pt>
                <c:pt idx="108">
                  <c:v>0.214566929133858</c:v>
                </c:pt>
                <c:pt idx="109">
                  <c:v>0.21653543307086601</c:v>
                </c:pt>
                <c:pt idx="110">
                  <c:v>0.21850393700787399</c:v>
                </c:pt>
                <c:pt idx="111">
                  <c:v>0.220472440944882</c:v>
                </c:pt>
                <c:pt idx="112">
                  <c:v>0.22244094488188901</c:v>
                </c:pt>
                <c:pt idx="113">
                  <c:v>0.22440944881889699</c:v>
                </c:pt>
                <c:pt idx="114">
                  <c:v>0.226377952755905</c:v>
                </c:pt>
                <c:pt idx="115">
                  <c:v>0.22834645669291301</c:v>
                </c:pt>
                <c:pt idx="116">
                  <c:v>0.23031496062992099</c:v>
                </c:pt>
                <c:pt idx="117">
                  <c:v>0.232283464566929</c:v>
                </c:pt>
                <c:pt idx="118">
                  <c:v>0.23425196850393701</c:v>
                </c:pt>
                <c:pt idx="119">
                  <c:v>0.23622047244094499</c:v>
                </c:pt>
                <c:pt idx="120">
                  <c:v>0.238188976377952</c:v>
                </c:pt>
                <c:pt idx="121">
                  <c:v>0.24015748031496001</c:v>
                </c:pt>
                <c:pt idx="122">
                  <c:v>0.24212598425196799</c:v>
                </c:pt>
                <c:pt idx="123">
                  <c:v>0.244094488188976</c:v>
                </c:pt>
                <c:pt idx="124">
                  <c:v>0.24606299212598401</c:v>
                </c:pt>
                <c:pt idx="125">
                  <c:v>0.24803149606299199</c:v>
                </c:pt>
                <c:pt idx="126">
                  <c:v>0.25</c:v>
                </c:pt>
                <c:pt idx="127">
                  <c:v>0.25196850393700698</c:v>
                </c:pt>
                <c:pt idx="128">
                  <c:v>0.25393700787401502</c:v>
                </c:pt>
                <c:pt idx="129">
                  <c:v>0.255905511811023</c:v>
                </c:pt>
                <c:pt idx="130">
                  <c:v>0.25787401574803098</c:v>
                </c:pt>
                <c:pt idx="131">
                  <c:v>0.25984251968503902</c:v>
                </c:pt>
                <c:pt idx="132">
                  <c:v>0.261811023622047</c:v>
                </c:pt>
                <c:pt idx="133">
                  <c:v>0.26377952755905498</c:v>
                </c:pt>
                <c:pt idx="134">
                  <c:v>0.26574803149606302</c:v>
                </c:pt>
                <c:pt idx="135">
                  <c:v>0.26771653543307</c:v>
                </c:pt>
                <c:pt idx="136">
                  <c:v>0.26968503937007798</c:v>
                </c:pt>
                <c:pt idx="137">
                  <c:v>0.27165354330708602</c:v>
                </c:pt>
                <c:pt idx="138">
                  <c:v>0.273622047244094</c:v>
                </c:pt>
                <c:pt idx="139">
                  <c:v>0.27559055118110198</c:v>
                </c:pt>
                <c:pt idx="140">
                  <c:v>0.27755905511811002</c:v>
                </c:pt>
                <c:pt idx="141">
                  <c:v>0.279527559055118</c:v>
                </c:pt>
                <c:pt idx="142">
                  <c:v>0.28149606299212598</c:v>
                </c:pt>
                <c:pt idx="143">
                  <c:v>0.28346456692913302</c:v>
                </c:pt>
                <c:pt idx="144">
                  <c:v>0.285433070866141</c:v>
                </c:pt>
                <c:pt idx="145">
                  <c:v>0.28740157480314898</c:v>
                </c:pt>
                <c:pt idx="146">
                  <c:v>0.28937007874015702</c:v>
                </c:pt>
                <c:pt idx="147">
                  <c:v>0.291338582677165</c:v>
                </c:pt>
                <c:pt idx="148">
                  <c:v>0.29330708661417298</c:v>
                </c:pt>
                <c:pt idx="149">
                  <c:v>0.29527559055118102</c:v>
                </c:pt>
                <c:pt idx="150">
                  <c:v>0.297244094488189</c:v>
                </c:pt>
                <c:pt idx="151">
                  <c:v>0.29921259842519599</c:v>
                </c:pt>
                <c:pt idx="152">
                  <c:v>0.30118110236220402</c:v>
                </c:pt>
                <c:pt idx="153">
                  <c:v>0.303149606299212</c:v>
                </c:pt>
                <c:pt idx="154">
                  <c:v>0.30511811023621999</c:v>
                </c:pt>
                <c:pt idx="155">
                  <c:v>0.30708661417322802</c:v>
                </c:pt>
                <c:pt idx="156">
                  <c:v>0.309055118110236</c:v>
                </c:pt>
                <c:pt idx="157">
                  <c:v>0.31102362204724399</c:v>
                </c:pt>
                <c:pt idx="158">
                  <c:v>0.31299212598425102</c:v>
                </c:pt>
                <c:pt idx="159">
                  <c:v>0.31496062992125901</c:v>
                </c:pt>
                <c:pt idx="160">
                  <c:v>0.31692913385826699</c:v>
                </c:pt>
                <c:pt idx="161">
                  <c:v>0.31889763779527502</c:v>
                </c:pt>
                <c:pt idx="162">
                  <c:v>0.32086614173228301</c:v>
                </c:pt>
                <c:pt idx="163">
                  <c:v>0.32283464566929099</c:v>
                </c:pt>
                <c:pt idx="164">
                  <c:v>0.32480314960629902</c:v>
                </c:pt>
                <c:pt idx="165">
                  <c:v>0.32677165354330701</c:v>
                </c:pt>
                <c:pt idx="166">
                  <c:v>0.32874015748031399</c:v>
                </c:pt>
                <c:pt idx="167">
                  <c:v>0.33070866141732203</c:v>
                </c:pt>
                <c:pt idx="168">
                  <c:v>0.33267716535433001</c:v>
                </c:pt>
                <c:pt idx="169">
                  <c:v>0.33464566929133799</c:v>
                </c:pt>
                <c:pt idx="170">
                  <c:v>0.33661417322834603</c:v>
                </c:pt>
                <c:pt idx="171">
                  <c:v>0.33858267716535401</c:v>
                </c:pt>
                <c:pt idx="172">
                  <c:v>0.34055118110236199</c:v>
                </c:pt>
                <c:pt idx="173">
                  <c:v>0.34251968503937003</c:v>
                </c:pt>
                <c:pt idx="174">
                  <c:v>0.34448818897637701</c:v>
                </c:pt>
                <c:pt idx="175">
                  <c:v>0.34645669291338499</c:v>
                </c:pt>
                <c:pt idx="176">
                  <c:v>0.34842519685039303</c:v>
                </c:pt>
                <c:pt idx="177">
                  <c:v>0.35039370078740101</c:v>
                </c:pt>
                <c:pt idx="178">
                  <c:v>0.35236220472440899</c:v>
                </c:pt>
                <c:pt idx="179">
                  <c:v>0.35433070866141703</c:v>
                </c:pt>
                <c:pt idx="180">
                  <c:v>0.35629921259842501</c:v>
                </c:pt>
                <c:pt idx="181">
                  <c:v>0.35826771653543199</c:v>
                </c:pt>
                <c:pt idx="182">
                  <c:v>0.36023622047244003</c:v>
                </c:pt>
                <c:pt idx="183">
                  <c:v>0.36220472440944801</c:v>
                </c:pt>
                <c:pt idx="184">
                  <c:v>0.36417322834645599</c:v>
                </c:pt>
                <c:pt idx="185">
                  <c:v>0.36614173228346403</c:v>
                </c:pt>
                <c:pt idx="186">
                  <c:v>0.36811023622047201</c:v>
                </c:pt>
                <c:pt idx="187">
                  <c:v>0.37007874015747999</c:v>
                </c:pt>
                <c:pt idx="188">
                  <c:v>0.37204724409448803</c:v>
                </c:pt>
                <c:pt idx="189">
                  <c:v>0.37401574803149501</c:v>
                </c:pt>
                <c:pt idx="190">
                  <c:v>0.37598425196850299</c:v>
                </c:pt>
                <c:pt idx="191">
                  <c:v>0.37795275590551097</c:v>
                </c:pt>
                <c:pt idx="192">
                  <c:v>0.37992125984251901</c:v>
                </c:pt>
                <c:pt idx="193">
                  <c:v>0.38188976377952699</c:v>
                </c:pt>
                <c:pt idx="194">
                  <c:v>0.38385826771653497</c:v>
                </c:pt>
                <c:pt idx="195">
                  <c:v>0.38582677165354301</c:v>
                </c:pt>
                <c:pt idx="196">
                  <c:v>0.38779527559055099</c:v>
                </c:pt>
                <c:pt idx="197">
                  <c:v>0.38976377952755797</c:v>
                </c:pt>
                <c:pt idx="198">
                  <c:v>0.39173228346456601</c:v>
                </c:pt>
                <c:pt idx="199">
                  <c:v>0.39370078740157399</c:v>
                </c:pt>
                <c:pt idx="200">
                  <c:v>0.39566929133858197</c:v>
                </c:pt>
                <c:pt idx="201">
                  <c:v>0.39763779527559001</c:v>
                </c:pt>
                <c:pt idx="202">
                  <c:v>0.39960629921259799</c:v>
                </c:pt>
                <c:pt idx="203">
                  <c:v>0.40157480314960597</c:v>
                </c:pt>
                <c:pt idx="204">
                  <c:v>0.40354330708661401</c:v>
                </c:pt>
                <c:pt idx="205">
                  <c:v>0.40551181102362099</c:v>
                </c:pt>
                <c:pt idx="206">
                  <c:v>0.40748031496062898</c:v>
                </c:pt>
                <c:pt idx="207">
                  <c:v>0.40944881889763701</c:v>
                </c:pt>
                <c:pt idx="208">
                  <c:v>0.41141732283464499</c:v>
                </c:pt>
                <c:pt idx="209">
                  <c:v>0.41338582677165298</c:v>
                </c:pt>
                <c:pt idx="210">
                  <c:v>0.41535433070866101</c:v>
                </c:pt>
                <c:pt idx="211">
                  <c:v>0.41732283464566899</c:v>
                </c:pt>
                <c:pt idx="212">
                  <c:v>0.41929133858267598</c:v>
                </c:pt>
                <c:pt idx="213">
                  <c:v>0.42125984251968401</c:v>
                </c:pt>
                <c:pt idx="214">
                  <c:v>0.423228346456692</c:v>
                </c:pt>
                <c:pt idx="215">
                  <c:v>0.42519685039369998</c:v>
                </c:pt>
                <c:pt idx="216">
                  <c:v>0.42716535433070801</c:v>
                </c:pt>
                <c:pt idx="217">
                  <c:v>0.429133858267716</c:v>
                </c:pt>
                <c:pt idx="218">
                  <c:v>0.43110236220472398</c:v>
                </c:pt>
                <c:pt idx="219">
                  <c:v>0.43307086614173201</c:v>
                </c:pt>
                <c:pt idx="220">
                  <c:v>0.435039370078739</c:v>
                </c:pt>
                <c:pt idx="221">
                  <c:v>0.43700787401574698</c:v>
                </c:pt>
                <c:pt idx="222">
                  <c:v>0.43897637795275501</c:v>
                </c:pt>
                <c:pt idx="223">
                  <c:v>0.440944881889763</c:v>
                </c:pt>
                <c:pt idx="224">
                  <c:v>0.44291338582677098</c:v>
                </c:pt>
                <c:pt idx="225">
                  <c:v>0.44488188976377901</c:v>
                </c:pt>
                <c:pt idx="226">
                  <c:v>0.446850393700787</c:v>
                </c:pt>
                <c:pt idx="227">
                  <c:v>0.44881889763779498</c:v>
                </c:pt>
                <c:pt idx="228">
                  <c:v>0.45078740157480202</c:v>
                </c:pt>
                <c:pt idx="229">
                  <c:v>0.45275590551181</c:v>
                </c:pt>
                <c:pt idx="230">
                  <c:v>0.45472440944881798</c:v>
                </c:pt>
                <c:pt idx="231">
                  <c:v>0.45669291338582602</c:v>
                </c:pt>
                <c:pt idx="232">
                  <c:v>0.458661417322834</c:v>
                </c:pt>
                <c:pt idx="233">
                  <c:v>0.46062992125984198</c:v>
                </c:pt>
                <c:pt idx="234">
                  <c:v>0.46259842519685002</c:v>
                </c:pt>
                <c:pt idx="235">
                  <c:v>0.464566929133857</c:v>
                </c:pt>
                <c:pt idx="236">
                  <c:v>0.46653543307086498</c:v>
                </c:pt>
                <c:pt idx="237">
                  <c:v>0.46850393700787302</c:v>
                </c:pt>
                <c:pt idx="238">
                  <c:v>0.470472440944881</c:v>
                </c:pt>
                <c:pt idx="239">
                  <c:v>0.47244094488188898</c:v>
                </c:pt>
                <c:pt idx="240">
                  <c:v>0.47440944881889702</c:v>
                </c:pt>
                <c:pt idx="241">
                  <c:v>0.476377952755905</c:v>
                </c:pt>
                <c:pt idx="242">
                  <c:v>0.47834645669291298</c:v>
                </c:pt>
                <c:pt idx="243">
                  <c:v>0.48031496062992002</c:v>
                </c:pt>
                <c:pt idx="244">
                  <c:v>0.482283464566928</c:v>
                </c:pt>
                <c:pt idx="245">
                  <c:v>0.48425196850393598</c:v>
                </c:pt>
                <c:pt idx="246">
                  <c:v>0.48622047244094402</c:v>
                </c:pt>
                <c:pt idx="247">
                  <c:v>0.488188976377952</c:v>
                </c:pt>
                <c:pt idx="248">
                  <c:v>0.49015748031495998</c:v>
                </c:pt>
                <c:pt idx="249">
                  <c:v>0.49212598425196802</c:v>
                </c:pt>
                <c:pt idx="250">
                  <c:v>0.494094488188976</c:v>
                </c:pt>
                <c:pt idx="251">
                  <c:v>0.49606299212598298</c:v>
                </c:pt>
                <c:pt idx="252">
                  <c:v>0.49803149606299102</c:v>
                </c:pt>
                <c:pt idx="253">
                  <c:v>0.499999999999999</c:v>
                </c:pt>
                <c:pt idx="254">
                  <c:v>0.50196850393700698</c:v>
                </c:pt>
                <c:pt idx="255">
                  <c:v>0.50393700787401496</c:v>
                </c:pt>
                <c:pt idx="256">
                  <c:v>0.50590551181102295</c:v>
                </c:pt>
                <c:pt idx="257">
                  <c:v>0.50787401574803104</c:v>
                </c:pt>
                <c:pt idx="258">
                  <c:v>0.50984251968503902</c:v>
                </c:pt>
                <c:pt idx="259">
                  <c:v>0.511811023622046</c:v>
                </c:pt>
                <c:pt idx="260">
                  <c:v>0.51377952755905398</c:v>
                </c:pt>
                <c:pt idx="261">
                  <c:v>0.51574803149606196</c:v>
                </c:pt>
                <c:pt idx="262">
                  <c:v>0.51771653543306995</c:v>
                </c:pt>
                <c:pt idx="263">
                  <c:v>0.51968503937007804</c:v>
                </c:pt>
                <c:pt idx="264">
                  <c:v>0.52165354330708602</c:v>
                </c:pt>
                <c:pt idx="265">
                  <c:v>0.523622047244094</c:v>
                </c:pt>
                <c:pt idx="266">
                  <c:v>0.52559055118110198</c:v>
                </c:pt>
                <c:pt idx="267">
                  <c:v>0.52755905511810897</c:v>
                </c:pt>
                <c:pt idx="268">
                  <c:v>0.52952755905511695</c:v>
                </c:pt>
                <c:pt idx="269">
                  <c:v>0.53149606299212504</c:v>
                </c:pt>
                <c:pt idx="270">
                  <c:v>0.53346456692913302</c:v>
                </c:pt>
                <c:pt idx="271">
                  <c:v>0.535433070866141</c:v>
                </c:pt>
                <c:pt idx="272">
                  <c:v>0.53740157480314898</c:v>
                </c:pt>
                <c:pt idx="273">
                  <c:v>0.53937007874015697</c:v>
                </c:pt>
                <c:pt idx="274">
                  <c:v>0.54133858267716495</c:v>
                </c:pt>
                <c:pt idx="275">
                  <c:v>0.54330708661417204</c:v>
                </c:pt>
                <c:pt idx="276">
                  <c:v>0.54527559055118002</c:v>
                </c:pt>
                <c:pt idx="277">
                  <c:v>0.547244094488188</c:v>
                </c:pt>
                <c:pt idx="278">
                  <c:v>0.54921259842519599</c:v>
                </c:pt>
                <c:pt idx="279">
                  <c:v>0.55118110236220397</c:v>
                </c:pt>
                <c:pt idx="280">
                  <c:v>0.55314960629921195</c:v>
                </c:pt>
                <c:pt idx="281">
                  <c:v>0.55511811023622004</c:v>
                </c:pt>
                <c:pt idx="282">
                  <c:v>0.55708661417322702</c:v>
                </c:pt>
                <c:pt idx="283">
                  <c:v>0.55905511811023501</c:v>
                </c:pt>
                <c:pt idx="284">
                  <c:v>0.56102362204724299</c:v>
                </c:pt>
                <c:pt idx="285">
                  <c:v>0.56299212598425097</c:v>
                </c:pt>
                <c:pt idx="286">
                  <c:v>0.56496062992125895</c:v>
                </c:pt>
                <c:pt idx="287">
                  <c:v>0.56692913385826704</c:v>
                </c:pt>
                <c:pt idx="288">
                  <c:v>0.56889763779527502</c:v>
                </c:pt>
                <c:pt idx="289">
                  <c:v>0.57086614173228301</c:v>
                </c:pt>
                <c:pt idx="290">
                  <c:v>0.57283464566928999</c:v>
                </c:pt>
                <c:pt idx="291">
                  <c:v>0.57480314960629797</c:v>
                </c:pt>
                <c:pt idx="292">
                  <c:v>0.57677165354330595</c:v>
                </c:pt>
                <c:pt idx="293">
                  <c:v>0.57874015748031404</c:v>
                </c:pt>
                <c:pt idx="294">
                  <c:v>0.58070866141732203</c:v>
                </c:pt>
                <c:pt idx="295">
                  <c:v>0.58267716535433001</c:v>
                </c:pt>
                <c:pt idx="296">
                  <c:v>0.58464566929133799</c:v>
                </c:pt>
                <c:pt idx="297">
                  <c:v>0.58661417322834597</c:v>
                </c:pt>
                <c:pt idx="298">
                  <c:v>0.58858267716535295</c:v>
                </c:pt>
                <c:pt idx="299">
                  <c:v>0.59055118110236104</c:v>
                </c:pt>
                <c:pt idx="300">
                  <c:v>0.59251968503936903</c:v>
                </c:pt>
                <c:pt idx="301">
                  <c:v>0.59448818897637701</c:v>
                </c:pt>
                <c:pt idx="302">
                  <c:v>0.59645669291338499</c:v>
                </c:pt>
                <c:pt idx="303">
                  <c:v>0.59842519685039297</c:v>
                </c:pt>
                <c:pt idx="304">
                  <c:v>0.60039370078740095</c:v>
                </c:pt>
                <c:pt idx="305">
                  <c:v>0.60236220472440805</c:v>
                </c:pt>
                <c:pt idx="306">
                  <c:v>0.60433070866141603</c:v>
                </c:pt>
                <c:pt idx="307">
                  <c:v>0.60629921259842401</c:v>
                </c:pt>
                <c:pt idx="308">
                  <c:v>0.60826771653543199</c:v>
                </c:pt>
                <c:pt idx="309">
                  <c:v>0.61023622047243997</c:v>
                </c:pt>
                <c:pt idx="310">
                  <c:v>0.61220472440944795</c:v>
                </c:pt>
                <c:pt idx="311">
                  <c:v>0.61417322834645605</c:v>
                </c:pt>
                <c:pt idx="312">
                  <c:v>0.61614173228346403</c:v>
                </c:pt>
                <c:pt idx="313">
                  <c:v>0.61811023622047101</c:v>
                </c:pt>
                <c:pt idx="314">
                  <c:v>0.62007874015747899</c:v>
                </c:pt>
                <c:pt idx="315">
                  <c:v>0.62204724409448697</c:v>
                </c:pt>
                <c:pt idx="316">
                  <c:v>0.62401574803149495</c:v>
                </c:pt>
                <c:pt idx="317">
                  <c:v>0.62598425196850305</c:v>
                </c:pt>
                <c:pt idx="318">
                  <c:v>0.62795275590551103</c:v>
                </c:pt>
                <c:pt idx="319">
                  <c:v>0.62992125984251901</c:v>
                </c:pt>
                <c:pt idx="320">
                  <c:v>0.63188976377952699</c:v>
                </c:pt>
                <c:pt idx="321">
                  <c:v>0.63385826771653397</c:v>
                </c:pt>
                <c:pt idx="322">
                  <c:v>0.63582677165354196</c:v>
                </c:pt>
                <c:pt idx="323">
                  <c:v>0.63779527559055005</c:v>
                </c:pt>
                <c:pt idx="324">
                  <c:v>0.63976377952755803</c:v>
                </c:pt>
                <c:pt idx="325">
                  <c:v>0.64173228346456601</c:v>
                </c:pt>
                <c:pt idx="326">
                  <c:v>0.64370078740157399</c:v>
                </c:pt>
                <c:pt idx="327">
                  <c:v>0.64566929133858197</c:v>
                </c:pt>
                <c:pt idx="328">
                  <c:v>0.64763779527558996</c:v>
                </c:pt>
                <c:pt idx="329">
                  <c:v>0.64960629921259705</c:v>
                </c:pt>
                <c:pt idx="330">
                  <c:v>0.65157480314960503</c:v>
                </c:pt>
                <c:pt idx="331">
                  <c:v>0.65354330708661301</c:v>
                </c:pt>
                <c:pt idx="332">
                  <c:v>0.65551181102362099</c:v>
                </c:pt>
                <c:pt idx="333">
                  <c:v>0.65748031496062898</c:v>
                </c:pt>
                <c:pt idx="334">
                  <c:v>0.65944881889763696</c:v>
                </c:pt>
                <c:pt idx="335">
                  <c:v>0.66141732283464505</c:v>
                </c:pt>
                <c:pt idx="336">
                  <c:v>0.66338582677165203</c:v>
                </c:pt>
                <c:pt idx="337">
                  <c:v>0.66535433070866001</c:v>
                </c:pt>
                <c:pt idx="338">
                  <c:v>0.66732283464566799</c:v>
                </c:pt>
                <c:pt idx="339">
                  <c:v>0.66929133858267598</c:v>
                </c:pt>
                <c:pt idx="340">
                  <c:v>0.67125984251968396</c:v>
                </c:pt>
                <c:pt idx="341">
                  <c:v>0.67322834645669205</c:v>
                </c:pt>
                <c:pt idx="342">
                  <c:v>0.67519685039370003</c:v>
                </c:pt>
                <c:pt idx="343">
                  <c:v>0.67716535433070801</c:v>
                </c:pt>
                <c:pt idx="344">
                  <c:v>0.679133858267715</c:v>
                </c:pt>
                <c:pt idx="345">
                  <c:v>0.68110236220472298</c:v>
                </c:pt>
                <c:pt idx="346">
                  <c:v>0.68307086614173096</c:v>
                </c:pt>
                <c:pt idx="347">
                  <c:v>0.68503937007873905</c:v>
                </c:pt>
                <c:pt idx="348">
                  <c:v>0.68700787401574703</c:v>
                </c:pt>
                <c:pt idx="349">
                  <c:v>0.68897637795275501</c:v>
                </c:pt>
                <c:pt idx="350">
                  <c:v>0.690944881889763</c:v>
                </c:pt>
                <c:pt idx="351">
                  <c:v>0.69291338582677098</c:v>
                </c:pt>
                <c:pt idx="352">
                  <c:v>0.69488188976377796</c:v>
                </c:pt>
                <c:pt idx="353">
                  <c:v>0.69685039370078605</c:v>
                </c:pt>
                <c:pt idx="354">
                  <c:v>0.69881889763779403</c:v>
                </c:pt>
                <c:pt idx="355">
                  <c:v>0.70078740157480202</c:v>
                </c:pt>
                <c:pt idx="356">
                  <c:v>0.70275590551181</c:v>
                </c:pt>
                <c:pt idx="357">
                  <c:v>0.70472440944881798</c:v>
                </c:pt>
                <c:pt idx="358">
                  <c:v>0.70669291338582596</c:v>
                </c:pt>
                <c:pt idx="359">
                  <c:v>0.70866141732283305</c:v>
                </c:pt>
                <c:pt idx="360">
                  <c:v>0.71062992125984104</c:v>
                </c:pt>
                <c:pt idx="361">
                  <c:v>0.71259842519684902</c:v>
                </c:pt>
                <c:pt idx="362">
                  <c:v>0.714566929133857</c:v>
                </c:pt>
                <c:pt idx="363">
                  <c:v>0.71653543307086498</c:v>
                </c:pt>
                <c:pt idx="364">
                  <c:v>0.71850393700787296</c:v>
                </c:pt>
                <c:pt idx="365">
                  <c:v>0.72047244094488105</c:v>
                </c:pt>
                <c:pt idx="366">
                  <c:v>0.72244094488188904</c:v>
                </c:pt>
                <c:pt idx="367">
                  <c:v>0.72440944881889602</c:v>
                </c:pt>
                <c:pt idx="368">
                  <c:v>0.726377952755904</c:v>
                </c:pt>
                <c:pt idx="369">
                  <c:v>0.72834645669291198</c:v>
                </c:pt>
                <c:pt idx="370">
                  <c:v>0.73031496062991996</c:v>
                </c:pt>
                <c:pt idx="371">
                  <c:v>0.73228346456692806</c:v>
                </c:pt>
                <c:pt idx="372">
                  <c:v>0.73425196850393604</c:v>
                </c:pt>
                <c:pt idx="373">
                  <c:v>0.73622047244094402</c:v>
                </c:pt>
                <c:pt idx="374">
                  <c:v>0.738188976377952</c:v>
                </c:pt>
                <c:pt idx="375">
                  <c:v>0.74015748031495898</c:v>
                </c:pt>
                <c:pt idx="376">
                  <c:v>0.74212598425196696</c:v>
                </c:pt>
                <c:pt idx="377">
                  <c:v>0.74409448818897495</c:v>
                </c:pt>
                <c:pt idx="378">
                  <c:v>0.74606299212598304</c:v>
                </c:pt>
                <c:pt idx="379">
                  <c:v>0.74803149606299102</c:v>
                </c:pt>
                <c:pt idx="380">
                  <c:v>0.749999999999999</c:v>
                </c:pt>
                <c:pt idx="381">
                  <c:v>0.75196850393700698</c:v>
                </c:pt>
                <c:pt idx="382">
                  <c:v>0.75393700787401496</c:v>
                </c:pt>
                <c:pt idx="383">
                  <c:v>0.75590551181102195</c:v>
                </c:pt>
                <c:pt idx="384">
                  <c:v>0.75787401574803004</c:v>
                </c:pt>
                <c:pt idx="385">
                  <c:v>0.75984251968503802</c:v>
                </c:pt>
                <c:pt idx="386">
                  <c:v>0.761811023622046</c:v>
                </c:pt>
                <c:pt idx="387">
                  <c:v>0.76377952755905398</c:v>
                </c:pt>
                <c:pt idx="388">
                  <c:v>0.76574803149606196</c:v>
                </c:pt>
                <c:pt idx="389">
                  <c:v>0.76771653543306995</c:v>
                </c:pt>
                <c:pt idx="390">
                  <c:v>0.76968503937007704</c:v>
                </c:pt>
                <c:pt idx="391">
                  <c:v>0.77165354330708502</c:v>
                </c:pt>
                <c:pt idx="392">
                  <c:v>0.773622047244093</c:v>
                </c:pt>
                <c:pt idx="393">
                  <c:v>0.77559055118110098</c:v>
                </c:pt>
                <c:pt idx="394">
                  <c:v>0.77755905511810897</c:v>
                </c:pt>
                <c:pt idx="395">
                  <c:v>0.77952755905511695</c:v>
                </c:pt>
                <c:pt idx="396">
                  <c:v>0.78149606299212504</c:v>
                </c:pt>
                <c:pt idx="397">
                  <c:v>0.78346456692913302</c:v>
                </c:pt>
                <c:pt idx="398">
                  <c:v>0.78543307086614</c:v>
                </c:pt>
                <c:pt idx="399">
                  <c:v>0.78740157480314799</c:v>
                </c:pt>
                <c:pt idx="400">
                  <c:v>0.78937007874015597</c:v>
                </c:pt>
                <c:pt idx="401">
                  <c:v>0.79133858267716395</c:v>
                </c:pt>
                <c:pt idx="402">
                  <c:v>0.79330708661417204</c:v>
                </c:pt>
                <c:pt idx="403">
                  <c:v>0.79527559055118002</c:v>
                </c:pt>
                <c:pt idx="404">
                  <c:v>0.797244094488188</c:v>
                </c:pt>
                <c:pt idx="405">
                  <c:v>0.79921259842519599</c:v>
                </c:pt>
                <c:pt idx="406">
                  <c:v>0.80118110236220297</c:v>
                </c:pt>
                <c:pt idx="407">
                  <c:v>0.80314960629921095</c:v>
                </c:pt>
                <c:pt idx="408">
                  <c:v>0.80511811023621904</c:v>
                </c:pt>
                <c:pt idx="409">
                  <c:v>0.80708661417322702</c:v>
                </c:pt>
                <c:pt idx="410">
                  <c:v>0.80905511811023501</c:v>
                </c:pt>
                <c:pt idx="411">
                  <c:v>0.81102362204724299</c:v>
                </c:pt>
                <c:pt idx="412">
                  <c:v>0.81299212598425097</c:v>
                </c:pt>
                <c:pt idx="413">
                  <c:v>0.81496062992125895</c:v>
                </c:pt>
                <c:pt idx="414">
                  <c:v>0.81692913385826604</c:v>
                </c:pt>
                <c:pt idx="415">
                  <c:v>0.81889763779527402</c:v>
                </c:pt>
                <c:pt idx="416">
                  <c:v>0.82086614173228201</c:v>
                </c:pt>
                <c:pt idx="417">
                  <c:v>0.82283464566928999</c:v>
                </c:pt>
                <c:pt idx="418">
                  <c:v>0.82480314960629797</c:v>
                </c:pt>
                <c:pt idx="419">
                  <c:v>0.82677165354330595</c:v>
                </c:pt>
                <c:pt idx="420">
                  <c:v>0.82874015748031404</c:v>
                </c:pt>
                <c:pt idx="421">
                  <c:v>0.83070866141732103</c:v>
                </c:pt>
                <c:pt idx="422">
                  <c:v>0.83267716535432901</c:v>
                </c:pt>
                <c:pt idx="423">
                  <c:v>0.83464566929133699</c:v>
                </c:pt>
                <c:pt idx="424">
                  <c:v>0.83661417322834497</c:v>
                </c:pt>
                <c:pt idx="425">
                  <c:v>0.83858267716535295</c:v>
                </c:pt>
                <c:pt idx="426">
                  <c:v>0.84055118110236104</c:v>
                </c:pt>
                <c:pt idx="427">
                  <c:v>0.84251968503936903</c:v>
                </c:pt>
                <c:pt idx="428">
                  <c:v>0.84448818897637701</c:v>
                </c:pt>
                <c:pt idx="429">
                  <c:v>0.84645669291338399</c:v>
                </c:pt>
                <c:pt idx="430">
                  <c:v>0.84842519685039197</c:v>
                </c:pt>
                <c:pt idx="431">
                  <c:v>0.85039370078739995</c:v>
                </c:pt>
                <c:pt idx="432">
                  <c:v>0.85236220472440805</c:v>
                </c:pt>
                <c:pt idx="433">
                  <c:v>0.85433070866141603</c:v>
                </c:pt>
                <c:pt idx="434">
                  <c:v>0.85629921259842401</c:v>
                </c:pt>
                <c:pt idx="435">
                  <c:v>0.85826771653543199</c:v>
                </c:pt>
                <c:pt idx="436">
                  <c:v>0.86023622047243997</c:v>
                </c:pt>
                <c:pt idx="437">
                  <c:v>0.86220472440944695</c:v>
                </c:pt>
                <c:pt idx="438">
                  <c:v>0.86417322834645505</c:v>
                </c:pt>
                <c:pt idx="439">
                  <c:v>0.86614173228346303</c:v>
                </c:pt>
                <c:pt idx="440">
                  <c:v>0.86811023622047101</c:v>
                </c:pt>
                <c:pt idx="441">
                  <c:v>0.87007874015747899</c:v>
                </c:pt>
                <c:pt idx="442">
                  <c:v>0.87204724409448697</c:v>
                </c:pt>
                <c:pt idx="443">
                  <c:v>0.87401574803149495</c:v>
                </c:pt>
                <c:pt idx="444">
                  <c:v>0.87598425196850205</c:v>
                </c:pt>
                <c:pt idx="445">
                  <c:v>0.87795275590551003</c:v>
                </c:pt>
                <c:pt idx="446">
                  <c:v>0.87992125984251801</c:v>
                </c:pt>
                <c:pt idx="447">
                  <c:v>0.88188976377952599</c:v>
                </c:pt>
                <c:pt idx="448">
                  <c:v>0.88385826771653397</c:v>
                </c:pt>
                <c:pt idx="449">
                  <c:v>0.88582677165354196</c:v>
                </c:pt>
                <c:pt idx="450">
                  <c:v>0.88779527559055005</c:v>
                </c:pt>
                <c:pt idx="451">
                  <c:v>0.88976377952755803</c:v>
                </c:pt>
                <c:pt idx="452">
                  <c:v>0.89173228346456501</c:v>
                </c:pt>
                <c:pt idx="453">
                  <c:v>0.89370078740157299</c:v>
                </c:pt>
                <c:pt idx="454">
                  <c:v>0.89566929133858098</c:v>
                </c:pt>
                <c:pt idx="455">
                  <c:v>0.89763779527558896</c:v>
                </c:pt>
                <c:pt idx="456">
                  <c:v>0.89960629921259705</c:v>
                </c:pt>
                <c:pt idx="457">
                  <c:v>0.90157480314960503</c:v>
                </c:pt>
                <c:pt idx="458">
                  <c:v>0.90354330708661301</c:v>
                </c:pt>
                <c:pt idx="459">
                  <c:v>0.90551181102362099</c:v>
                </c:pt>
                <c:pt idx="460">
                  <c:v>0.90748031496062798</c:v>
                </c:pt>
                <c:pt idx="461">
                  <c:v>0.90944881889763596</c:v>
                </c:pt>
                <c:pt idx="462">
                  <c:v>0.91141732283464405</c:v>
                </c:pt>
                <c:pt idx="463">
                  <c:v>0.91338582677165203</c:v>
                </c:pt>
                <c:pt idx="464">
                  <c:v>0.91535433070866001</c:v>
                </c:pt>
                <c:pt idx="465">
                  <c:v>0.91732283464566799</c:v>
                </c:pt>
                <c:pt idx="466">
                  <c:v>0.91929133858267598</c:v>
                </c:pt>
                <c:pt idx="467">
                  <c:v>0.92125984251968396</c:v>
                </c:pt>
                <c:pt idx="468">
                  <c:v>0.92322834645669105</c:v>
                </c:pt>
                <c:pt idx="469">
                  <c:v>0.92519685039369903</c:v>
                </c:pt>
                <c:pt idx="470">
                  <c:v>0.92716535433070701</c:v>
                </c:pt>
                <c:pt idx="471">
                  <c:v>0.929133858267715</c:v>
                </c:pt>
                <c:pt idx="472">
                  <c:v>0.93110236220472298</c:v>
                </c:pt>
                <c:pt idx="473">
                  <c:v>0.93307086614173096</c:v>
                </c:pt>
                <c:pt idx="474">
                  <c:v>0.93503937007873905</c:v>
                </c:pt>
                <c:pt idx="475">
                  <c:v>0.93700787401574603</c:v>
                </c:pt>
                <c:pt idx="476">
                  <c:v>0.93897637795275402</c:v>
                </c:pt>
                <c:pt idx="477">
                  <c:v>0.940944881889762</c:v>
                </c:pt>
                <c:pt idx="478">
                  <c:v>0.94291338582676998</c:v>
                </c:pt>
                <c:pt idx="479">
                  <c:v>0.94488188976377796</c:v>
                </c:pt>
                <c:pt idx="480">
                  <c:v>0.94685039370078605</c:v>
                </c:pt>
                <c:pt idx="481">
                  <c:v>0.94881889763779403</c:v>
                </c:pt>
                <c:pt idx="482">
                  <c:v>0.95078740157480202</c:v>
                </c:pt>
                <c:pt idx="483">
                  <c:v>0.952755905511809</c:v>
                </c:pt>
                <c:pt idx="484">
                  <c:v>0.95472440944881698</c:v>
                </c:pt>
                <c:pt idx="485">
                  <c:v>0.95669291338582496</c:v>
                </c:pt>
                <c:pt idx="486">
                  <c:v>0.95866141732283305</c:v>
                </c:pt>
                <c:pt idx="487">
                  <c:v>0.96062992125984104</c:v>
                </c:pt>
                <c:pt idx="488">
                  <c:v>0.96259842519684902</c:v>
                </c:pt>
                <c:pt idx="489">
                  <c:v>0.964566929133857</c:v>
                </c:pt>
                <c:pt idx="490">
                  <c:v>0.96653543307086498</c:v>
                </c:pt>
                <c:pt idx="491">
                  <c:v>0.96850393700787196</c:v>
                </c:pt>
                <c:pt idx="492">
                  <c:v>0.97047244094488005</c:v>
                </c:pt>
                <c:pt idx="493">
                  <c:v>0.97244094488188804</c:v>
                </c:pt>
                <c:pt idx="494">
                  <c:v>0.97440944881889602</c:v>
                </c:pt>
                <c:pt idx="495">
                  <c:v>0.976377952755904</c:v>
                </c:pt>
                <c:pt idx="496">
                  <c:v>0.97834645669291198</c:v>
                </c:pt>
                <c:pt idx="497">
                  <c:v>0.98031496062991996</c:v>
                </c:pt>
                <c:pt idx="498">
                  <c:v>0.98228346456692694</c:v>
                </c:pt>
                <c:pt idx="499">
                  <c:v>0.98425196850393504</c:v>
                </c:pt>
                <c:pt idx="500">
                  <c:v>0.98622047244094302</c:v>
                </c:pt>
                <c:pt idx="501">
                  <c:v>0.988188976377951</c:v>
                </c:pt>
                <c:pt idx="502">
                  <c:v>0.99015748031495898</c:v>
                </c:pt>
                <c:pt idx="503">
                  <c:v>0.99212598425196696</c:v>
                </c:pt>
                <c:pt idx="504">
                  <c:v>0.99409448818897495</c:v>
                </c:pt>
                <c:pt idx="505">
                  <c:v>0.99606299212598304</c:v>
                </c:pt>
                <c:pt idx="506">
                  <c:v>0.99803149606299002</c:v>
                </c:pt>
              </c:numCache>
            </c:numRef>
          </c:xVal>
          <c:yVal>
            <c:numRef>
              <c:f>'2,3,4混合CDF'!$E$2:$E$508</c:f>
              <c:numCache>
                <c:formatCode>General</c:formatCode>
                <c:ptCount val="507"/>
                <c:pt idx="0">
                  <c:v>1.2999999999993399E-4</c:v>
                </c:pt>
                <c:pt idx="1">
                  <c:v>1.4719999999996999E-4</c:v>
                </c:pt>
                <c:pt idx="2">
                  <c:v>2.17692052980125E-4</c:v>
                </c:pt>
                <c:pt idx="3">
                  <c:v>5.3800000000000104E-4</c:v>
                </c:pt>
                <c:pt idx="4">
                  <c:v>1.03271510791359E-3</c:v>
                </c:pt>
                <c:pt idx="5">
                  <c:v>1.33351351351354E-3</c:v>
                </c:pt>
                <c:pt idx="6">
                  <c:v>1.8669655172414399E-3</c:v>
                </c:pt>
                <c:pt idx="7">
                  <c:v>1.9922000000001101E-3</c:v>
                </c:pt>
                <c:pt idx="8">
                  <c:v>2.0426000000000502E-3</c:v>
                </c:pt>
                <c:pt idx="9">
                  <c:v>2.2329999999999E-3</c:v>
                </c:pt>
                <c:pt idx="10">
                  <c:v>3.2035813953487E-3</c:v>
                </c:pt>
                <c:pt idx="11">
                  <c:v>3.3817338709678101E-3</c:v>
                </c:pt>
                <c:pt idx="12">
                  <c:v>3.7881437037038199E-3</c:v>
                </c:pt>
                <c:pt idx="13">
                  <c:v>4.6400000000000798E-3</c:v>
                </c:pt>
                <c:pt idx="14">
                  <c:v>4.8307999999999901E-3</c:v>
                </c:pt>
                <c:pt idx="15">
                  <c:v>5.2110969387755401E-3</c:v>
                </c:pt>
                <c:pt idx="16">
                  <c:v>5.3360000000000204E-3</c:v>
                </c:pt>
                <c:pt idx="17">
                  <c:v>6.1901999999999903E-3</c:v>
                </c:pt>
                <c:pt idx="18">
                  <c:v>6.4655999999998397E-3</c:v>
                </c:pt>
                <c:pt idx="19">
                  <c:v>6.8100000000000001E-3</c:v>
                </c:pt>
                <c:pt idx="20">
                  <c:v>7.3462000000000397E-3</c:v>
                </c:pt>
                <c:pt idx="21">
                  <c:v>7.6276999999999899E-3</c:v>
                </c:pt>
                <c:pt idx="22">
                  <c:v>9.2712719298246194E-3</c:v>
                </c:pt>
                <c:pt idx="23">
                  <c:v>1.0017200000000099E-2</c:v>
                </c:pt>
                <c:pt idx="24">
                  <c:v>1.0508371559633E-2</c:v>
                </c:pt>
                <c:pt idx="25">
                  <c:v>1.0809369491525399E-2</c:v>
                </c:pt>
                <c:pt idx="26">
                  <c:v>1.1111459227467899E-2</c:v>
                </c:pt>
                <c:pt idx="27">
                  <c:v>1.14019560810811E-2</c:v>
                </c:pt>
                <c:pt idx="28">
                  <c:v>1.1858463541666701E-2</c:v>
                </c:pt>
                <c:pt idx="29">
                  <c:v>1.29472000000001E-2</c:v>
                </c:pt>
                <c:pt idx="30">
                  <c:v>1.3679999999999901E-2</c:v>
                </c:pt>
                <c:pt idx="31">
                  <c:v>1.37787399999998E-2</c:v>
                </c:pt>
                <c:pt idx="32">
                  <c:v>1.379E-2</c:v>
                </c:pt>
                <c:pt idx="33">
                  <c:v>1.41735675675676E-2</c:v>
                </c:pt>
                <c:pt idx="34">
                  <c:v>1.5487272727272801E-2</c:v>
                </c:pt>
                <c:pt idx="35">
                  <c:v>1.6031E-2</c:v>
                </c:pt>
                <c:pt idx="36">
                  <c:v>1.6977647590361401E-2</c:v>
                </c:pt>
                <c:pt idx="37">
                  <c:v>1.7427194346289698E-2</c:v>
                </c:pt>
                <c:pt idx="38">
                  <c:v>1.7608399999999899E-2</c:v>
                </c:pt>
                <c:pt idx="39">
                  <c:v>1.7692892156862799E-2</c:v>
                </c:pt>
                <c:pt idx="40">
                  <c:v>1.8135600000000002E-2</c:v>
                </c:pt>
                <c:pt idx="41">
                  <c:v>1.8337200000000099E-2</c:v>
                </c:pt>
                <c:pt idx="42">
                  <c:v>1.864E-2</c:v>
                </c:pt>
                <c:pt idx="43">
                  <c:v>1.9390000000000001E-2</c:v>
                </c:pt>
                <c:pt idx="44">
                  <c:v>1.9604790322580602E-2</c:v>
                </c:pt>
                <c:pt idx="45">
                  <c:v>1.99656944444443E-2</c:v>
                </c:pt>
                <c:pt idx="46">
                  <c:v>2.0515669473684099E-2</c:v>
                </c:pt>
                <c:pt idx="47">
                  <c:v>2.2630000000000001E-2</c:v>
                </c:pt>
                <c:pt idx="48">
                  <c:v>2.4024947368421101E-2</c:v>
                </c:pt>
                <c:pt idx="49">
                  <c:v>2.4049999999999998E-2</c:v>
                </c:pt>
                <c:pt idx="50">
                  <c:v>2.4821423728813699E-2</c:v>
                </c:pt>
                <c:pt idx="51">
                  <c:v>2.5087952142857101E-2</c:v>
                </c:pt>
                <c:pt idx="52">
                  <c:v>2.5160000000000099E-2</c:v>
                </c:pt>
                <c:pt idx="53">
                  <c:v>2.5606448979591901E-2</c:v>
                </c:pt>
                <c:pt idx="54">
                  <c:v>2.6154500000000001E-2</c:v>
                </c:pt>
                <c:pt idx="55">
                  <c:v>2.72540421965318E-2</c:v>
                </c:pt>
                <c:pt idx="56">
                  <c:v>2.73618275862068E-2</c:v>
                </c:pt>
                <c:pt idx="57">
                  <c:v>2.8399045652173899E-2</c:v>
                </c:pt>
                <c:pt idx="58">
                  <c:v>2.9262051898734098E-2</c:v>
                </c:pt>
                <c:pt idx="59">
                  <c:v>3.0370414705882399E-2</c:v>
                </c:pt>
                <c:pt idx="60">
                  <c:v>3.04E-2</c:v>
                </c:pt>
                <c:pt idx="61">
                  <c:v>3.0701650235293899E-2</c:v>
                </c:pt>
                <c:pt idx="62">
                  <c:v>3.1527983606557501E-2</c:v>
                </c:pt>
                <c:pt idx="63">
                  <c:v>3.16244163636362E-2</c:v>
                </c:pt>
                <c:pt idx="64">
                  <c:v>3.1709999999999898E-2</c:v>
                </c:pt>
                <c:pt idx="65">
                  <c:v>3.17262000000001E-2</c:v>
                </c:pt>
                <c:pt idx="66">
                  <c:v>3.2590000000000001E-2</c:v>
                </c:pt>
                <c:pt idx="67">
                  <c:v>3.2590000000000001E-2</c:v>
                </c:pt>
                <c:pt idx="68">
                  <c:v>3.2604000000000001E-2</c:v>
                </c:pt>
                <c:pt idx="69">
                  <c:v>3.2712389380530997E-2</c:v>
                </c:pt>
                <c:pt idx="70">
                  <c:v>3.42248E-2</c:v>
                </c:pt>
                <c:pt idx="71">
                  <c:v>3.4793862499999897E-2</c:v>
                </c:pt>
                <c:pt idx="72">
                  <c:v>3.5181938775510103E-2</c:v>
                </c:pt>
                <c:pt idx="73">
                  <c:v>3.5222400000000001E-2</c:v>
                </c:pt>
                <c:pt idx="74">
                  <c:v>3.5608909574468099E-2</c:v>
                </c:pt>
                <c:pt idx="75">
                  <c:v>3.5674607042253503E-2</c:v>
                </c:pt>
                <c:pt idx="76">
                  <c:v>3.6390293258427103E-2</c:v>
                </c:pt>
                <c:pt idx="77">
                  <c:v>3.6668666666666697E-2</c:v>
                </c:pt>
                <c:pt idx="78">
                  <c:v>3.7505799999999902E-2</c:v>
                </c:pt>
                <c:pt idx="79">
                  <c:v>3.7753131690140898E-2</c:v>
                </c:pt>
                <c:pt idx="80">
                  <c:v>3.8107000000000002E-2</c:v>
                </c:pt>
                <c:pt idx="81">
                  <c:v>3.83422E-2</c:v>
                </c:pt>
                <c:pt idx="82">
                  <c:v>3.8745828571428699E-2</c:v>
                </c:pt>
                <c:pt idx="83">
                  <c:v>4.0210423076922998E-2</c:v>
                </c:pt>
                <c:pt idx="84">
                  <c:v>4.1577000000000003E-2</c:v>
                </c:pt>
                <c:pt idx="85">
                  <c:v>4.1864239999999997E-2</c:v>
                </c:pt>
                <c:pt idx="86">
                  <c:v>4.2943599999999901E-2</c:v>
                </c:pt>
                <c:pt idx="87">
                  <c:v>4.3755899999999903E-2</c:v>
                </c:pt>
                <c:pt idx="88">
                  <c:v>4.3913341346153802E-2</c:v>
                </c:pt>
                <c:pt idx="89">
                  <c:v>4.4062042253521103E-2</c:v>
                </c:pt>
                <c:pt idx="90">
                  <c:v>4.582E-2</c:v>
                </c:pt>
                <c:pt idx="91">
                  <c:v>4.5893999999999997E-2</c:v>
                </c:pt>
                <c:pt idx="92">
                  <c:v>4.6569813609467603E-2</c:v>
                </c:pt>
                <c:pt idx="93">
                  <c:v>4.7866789215686399E-2</c:v>
                </c:pt>
                <c:pt idx="94">
                  <c:v>4.9450399999999999E-2</c:v>
                </c:pt>
                <c:pt idx="95">
                  <c:v>4.9506000000000001E-2</c:v>
                </c:pt>
                <c:pt idx="96">
                  <c:v>5.0052500000000097E-2</c:v>
                </c:pt>
                <c:pt idx="97">
                  <c:v>5.08872E-2</c:v>
                </c:pt>
                <c:pt idx="98">
                  <c:v>5.1132999999999998E-2</c:v>
                </c:pt>
                <c:pt idx="99">
                  <c:v>5.1625275862068901E-2</c:v>
                </c:pt>
                <c:pt idx="100">
                  <c:v>5.1985260740740703E-2</c:v>
                </c:pt>
                <c:pt idx="101">
                  <c:v>5.2237199999999998E-2</c:v>
                </c:pt>
                <c:pt idx="102">
                  <c:v>5.25488E-2</c:v>
                </c:pt>
                <c:pt idx="103">
                  <c:v>5.2586265714285797E-2</c:v>
                </c:pt>
                <c:pt idx="104">
                  <c:v>5.2626980784313798E-2</c:v>
                </c:pt>
                <c:pt idx="105">
                  <c:v>5.31850000000001E-2</c:v>
                </c:pt>
                <c:pt idx="106">
                  <c:v>5.3964800000000097E-2</c:v>
                </c:pt>
                <c:pt idx="107">
                  <c:v>5.3975391304347697E-2</c:v>
                </c:pt>
                <c:pt idx="108">
                  <c:v>5.4459660493827097E-2</c:v>
                </c:pt>
                <c:pt idx="109">
                  <c:v>5.4539799999999999E-2</c:v>
                </c:pt>
                <c:pt idx="110">
                  <c:v>5.4678413372092997E-2</c:v>
                </c:pt>
                <c:pt idx="111">
                  <c:v>5.4745799999999997E-2</c:v>
                </c:pt>
                <c:pt idx="112">
                  <c:v>5.5092420731707302E-2</c:v>
                </c:pt>
                <c:pt idx="113">
                  <c:v>5.5107200000000002E-2</c:v>
                </c:pt>
                <c:pt idx="114">
                  <c:v>5.5388181818181802E-2</c:v>
                </c:pt>
                <c:pt idx="115">
                  <c:v>5.6498566037735898E-2</c:v>
                </c:pt>
                <c:pt idx="116">
                  <c:v>5.6954200000000101E-2</c:v>
                </c:pt>
                <c:pt idx="117">
                  <c:v>5.8340400000000098E-2</c:v>
                </c:pt>
                <c:pt idx="118">
                  <c:v>5.8462079999999902E-2</c:v>
                </c:pt>
                <c:pt idx="119">
                  <c:v>5.86695798319328E-2</c:v>
                </c:pt>
                <c:pt idx="120">
                  <c:v>5.874861E-2</c:v>
                </c:pt>
                <c:pt idx="121">
                  <c:v>5.9211516030534303E-2</c:v>
                </c:pt>
                <c:pt idx="122">
                  <c:v>5.9469560810810902E-2</c:v>
                </c:pt>
                <c:pt idx="123">
                  <c:v>6.0159449999999899E-2</c:v>
                </c:pt>
                <c:pt idx="124">
                  <c:v>6.0459199999999998E-2</c:v>
                </c:pt>
                <c:pt idx="125">
                  <c:v>6.0690000000000098E-2</c:v>
                </c:pt>
                <c:pt idx="126">
                  <c:v>6.1557899999999999E-2</c:v>
                </c:pt>
                <c:pt idx="127">
                  <c:v>6.1694800000000098E-2</c:v>
                </c:pt>
                <c:pt idx="128">
                  <c:v>6.2138128440366897E-2</c:v>
                </c:pt>
                <c:pt idx="129">
                  <c:v>6.2397000000000001E-2</c:v>
                </c:pt>
                <c:pt idx="130">
                  <c:v>6.2653599999999907E-2</c:v>
                </c:pt>
                <c:pt idx="131">
                  <c:v>6.2786599999999998E-2</c:v>
                </c:pt>
                <c:pt idx="132">
                  <c:v>6.2927999999999998E-2</c:v>
                </c:pt>
                <c:pt idx="133">
                  <c:v>6.3550788961038995E-2</c:v>
                </c:pt>
                <c:pt idx="134">
                  <c:v>6.3759999999999997E-2</c:v>
                </c:pt>
                <c:pt idx="135">
                  <c:v>6.4407999999999799E-2</c:v>
                </c:pt>
                <c:pt idx="136">
                  <c:v>6.4488282828282797E-2</c:v>
                </c:pt>
                <c:pt idx="137">
                  <c:v>6.4740000000000006E-2</c:v>
                </c:pt>
                <c:pt idx="138">
                  <c:v>6.4929404255319095E-2</c:v>
                </c:pt>
                <c:pt idx="139">
                  <c:v>6.5304999999999905E-2</c:v>
                </c:pt>
                <c:pt idx="140">
                  <c:v>6.6507504507042403E-2</c:v>
                </c:pt>
                <c:pt idx="141">
                  <c:v>6.7006159999999995E-2</c:v>
                </c:pt>
                <c:pt idx="142">
                  <c:v>6.7500500000000005E-2</c:v>
                </c:pt>
                <c:pt idx="143">
                  <c:v>6.8347200000000094E-2</c:v>
                </c:pt>
                <c:pt idx="144">
                  <c:v>6.90223999999999E-2</c:v>
                </c:pt>
                <c:pt idx="145">
                  <c:v>6.9052000000000099E-2</c:v>
                </c:pt>
                <c:pt idx="146">
                  <c:v>6.9993600000000003E-2</c:v>
                </c:pt>
                <c:pt idx="147">
                  <c:v>7.0121999999999907E-2</c:v>
                </c:pt>
                <c:pt idx="148">
                  <c:v>7.0503999999999997E-2</c:v>
                </c:pt>
                <c:pt idx="149">
                  <c:v>7.0571959999999906E-2</c:v>
                </c:pt>
                <c:pt idx="150">
                  <c:v>7.06410986354776E-2</c:v>
                </c:pt>
                <c:pt idx="151">
                  <c:v>7.1006526190476302E-2</c:v>
                </c:pt>
                <c:pt idx="152">
                  <c:v>7.2158299999999995E-2</c:v>
                </c:pt>
                <c:pt idx="153">
                  <c:v>7.2283299999999995E-2</c:v>
                </c:pt>
                <c:pt idx="154">
                  <c:v>7.2680999999999898E-2</c:v>
                </c:pt>
                <c:pt idx="155">
                  <c:v>7.3924497478991602E-2</c:v>
                </c:pt>
                <c:pt idx="156">
                  <c:v>7.4193910791366793E-2</c:v>
                </c:pt>
                <c:pt idx="157">
                  <c:v>7.4345500000000106E-2</c:v>
                </c:pt>
                <c:pt idx="158">
                  <c:v>7.5604199999999996E-2</c:v>
                </c:pt>
                <c:pt idx="159">
                  <c:v>7.5824025925925895E-2</c:v>
                </c:pt>
                <c:pt idx="160">
                  <c:v>7.6482999999999995E-2</c:v>
                </c:pt>
                <c:pt idx="161">
                  <c:v>7.6541799999999993E-2</c:v>
                </c:pt>
                <c:pt idx="162">
                  <c:v>7.7303833082706802E-2</c:v>
                </c:pt>
                <c:pt idx="163">
                  <c:v>7.8799999999999898E-2</c:v>
                </c:pt>
                <c:pt idx="164">
                  <c:v>7.9455000000000095E-2</c:v>
                </c:pt>
                <c:pt idx="165">
                  <c:v>7.9810000000000006E-2</c:v>
                </c:pt>
                <c:pt idx="166">
                  <c:v>8.0090421159420194E-2</c:v>
                </c:pt>
                <c:pt idx="167">
                  <c:v>8.0329999999999999E-2</c:v>
                </c:pt>
                <c:pt idx="168">
                  <c:v>8.0778858823529406E-2</c:v>
                </c:pt>
                <c:pt idx="169">
                  <c:v>8.0986662011173299E-2</c:v>
                </c:pt>
                <c:pt idx="170">
                  <c:v>8.1110226785714196E-2</c:v>
                </c:pt>
                <c:pt idx="171">
                  <c:v>8.1595989999999993E-2</c:v>
                </c:pt>
                <c:pt idx="172">
                  <c:v>8.2012399999999999E-2</c:v>
                </c:pt>
                <c:pt idx="173">
                  <c:v>8.2461466346153797E-2</c:v>
                </c:pt>
                <c:pt idx="174">
                  <c:v>8.3205533125000106E-2</c:v>
                </c:pt>
                <c:pt idx="175">
                  <c:v>8.36699999999998E-2</c:v>
                </c:pt>
                <c:pt idx="176">
                  <c:v>8.3731899999999998E-2</c:v>
                </c:pt>
                <c:pt idx="177">
                  <c:v>8.3792500000000006E-2</c:v>
                </c:pt>
                <c:pt idx="178">
                  <c:v>8.4324399999999994E-2</c:v>
                </c:pt>
                <c:pt idx="179">
                  <c:v>8.4353000000000095E-2</c:v>
                </c:pt>
                <c:pt idx="180">
                  <c:v>8.4837999999999997E-2</c:v>
                </c:pt>
                <c:pt idx="181">
                  <c:v>8.4837999999999997E-2</c:v>
                </c:pt>
                <c:pt idx="182">
                  <c:v>8.5176117647058805E-2</c:v>
                </c:pt>
                <c:pt idx="183">
                  <c:v>8.5577999999999904E-2</c:v>
                </c:pt>
                <c:pt idx="184">
                  <c:v>8.5702285714285703E-2</c:v>
                </c:pt>
                <c:pt idx="185">
                  <c:v>8.6311367346938797E-2</c:v>
                </c:pt>
                <c:pt idx="186">
                  <c:v>8.6762249999999999E-2</c:v>
                </c:pt>
                <c:pt idx="187">
                  <c:v>8.8318750000000001E-2</c:v>
                </c:pt>
                <c:pt idx="188">
                  <c:v>8.8390800000000005E-2</c:v>
                </c:pt>
                <c:pt idx="189">
                  <c:v>8.8568400000000005E-2</c:v>
                </c:pt>
                <c:pt idx="190">
                  <c:v>8.9732400000000004E-2</c:v>
                </c:pt>
                <c:pt idx="191">
                  <c:v>8.9902806779661004E-2</c:v>
                </c:pt>
                <c:pt idx="192">
                  <c:v>8.9921136363636398E-2</c:v>
                </c:pt>
                <c:pt idx="193">
                  <c:v>9.1395800000000096E-2</c:v>
                </c:pt>
                <c:pt idx="194">
                  <c:v>9.1530000000000195E-2</c:v>
                </c:pt>
                <c:pt idx="195">
                  <c:v>9.1672400000000001E-2</c:v>
                </c:pt>
                <c:pt idx="196">
                  <c:v>9.2412834821428494E-2</c:v>
                </c:pt>
                <c:pt idx="197">
                  <c:v>9.3432000000000098E-2</c:v>
                </c:pt>
                <c:pt idx="198">
                  <c:v>9.3998499999999999E-2</c:v>
                </c:pt>
                <c:pt idx="199">
                  <c:v>9.4631499999999993E-2</c:v>
                </c:pt>
                <c:pt idx="200">
                  <c:v>9.4742599999999996E-2</c:v>
                </c:pt>
                <c:pt idx="201">
                  <c:v>9.6211289325842705E-2</c:v>
                </c:pt>
                <c:pt idx="202">
                  <c:v>9.6310000000000007E-2</c:v>
                </c:pt>
                <c:pt idx="203">
                  <c:v>9.66105348837209E-2</c:v>
                </c:pt>
                <c:pt idx="204">
                  <c:v>9.6752600000000105E-2</c:v>
                </c:pt>
                <c:pt idx="205">
                  <c:v>9.7352999999999995E-2</c:v>
                </c:pt>
                <c:pt idx="206">
                  <c:v>9.7648310344827502E-2</c:v>
                </c:pt>
                <c:pt idx="207">
                  <c:v>9.8820286511627997E-2</c:v>
                </c:pt>
                <c:pt idx="208">
                  <c:v>9.91062679999999E-2</c:v>
                </c:pt>
                <c:pt idx="209">
                  <c:v>9.9414000000000002E-2</c:v>
                </c:pt>
                <c:pt idx="210">
                  <c:v>9.95199999999999E-2</c:v>
                </c:pt>
                <c:pt idx="211">
                  <c:v>9.9909468604651094E-2</c:v>
                </c:pt>
                <c:pt idx="212">
                  <c:v>9.9958863492063593E-2</c:v>
                </c:pt>
                <c:pt idx="213">
                  <c:v>0.10088763586956501</c:v>
                </c:pt>
                <c:pt idx="214">
                  <c:v>0.1009109</c:v>
                </c:pt>
                <c:pt idx="215">
                  <c:v>0.10106892473118299</c:v>
                </c:pt>
                <c:pt idx="216">
                  <c:v>0.1022208</c:v>
                </c:pt>
                <c:pt idx="217">
                  <c:v>0.1031</c:v>
                </c:pt>
                <c:pt idx="218">
                  <c:v>0.103103</c:v>
                </c:pt>
                <c:pt idx="219">
                  <c:v>0.103942512195122</c:v>
                </c:pt>
                <c:pt idx="220">
                  <c:v>0.104189975247525</c:v>
                </c:pt>
                <c:pt idx="221">
                  <c:v>0.104896195767196</c:v>
                </c:pt>
                <c:pt idx="222">
                  <c:v>0.105316291620112</c:v>
                </c:pt>
                <c:pt idx="223">
                  <c:v>0.105856734146342</c:v>
                </c:pt>
                <c:pt idx="224">
                  <c:v>0.105958173666667</c:v>
                </c:pt>
                <c:pt idx="225">
                  <c:v>0.10620599999999999</c:v>
                </c:pt>
                <c:pt idx="226">
                  <c:v>0.1064142</c:v>
                </c:pt>
                <c:pt idx="227">
                  <c:v>0.106662777477478</c:v>
                </c:pt>
                <c:pt idx="228">
                  <c:v>0.106890319642857</c:v>
                </c:pt>
                <c:pt idx="229">
                  <c:v>0.1069928</c:v>
                </c:pt>
                <c:pt idx="230">
                  <c:v>0.10746799999999999</c:v>
                </c:pt>
                <c:pt idx="231">
                  <c:v>0.10749</c:v>
                </c:pt>
                <c:pt idx="232">
                  <c:v>0.10775999999999999</c:v>
                </c:pt>
                <c:pt idx="233">
                  <c:v>0.108052</c:v>
                </c:pt>
                <c:pt idx="234">
                  <c:v>0.10940279999999999</c:v>
                </c:pt>
                <c:pt idx="235">
                  <c:v>0.10988023446327699</c:v>
                </c:pt>
                <c:pt idx="236">
                  <c:v>0.11244902689655201</c:v>
                </c:pt>
                <c:pt idx="237">
                  <c:v>0.112496213333333</c:v>
                </c:pt>
                <c:pt idx="238">
                  <c:v>0.112578</c:v>
                </c:pt>
                <c:pt idx="239">
                  <c:v>0.112932675438596</c:v>
                </c:pt>
                <c:pt idx="240">
                  <c:v>0.1129679</c:v>
                </c:pt>
                <c:pt idx="241">
                  <c:v>0.11329378389830499</c:v>
                </c:pt>
                <c:pt idx="242">
                  <c:v>0.11360000000000001</c:v>
                </c:pt>
                <c:pt idx="243">
                  <c:v>0.11360000000000001</c:v>
                </c:pt>
                <c:pt idx="244">
                  <c:v>0.113678269230769</c:v>
                </c:pt>
                <c:pt idx="245">
                  <c:v>0.114554374358974</c:v>
                </c:pt>
                <c:pt idx="246">
                  <c:v>0.11503339999999999</c:v>
                </c:pt>
                <c:pt idx="247">
                  <c:v>0.1150878</c:v>
                </c:pt>
                <c:pt idx="248">
                  <c:v>0.115210938461539</c:v>
                </c:pt>
                <c:pt idx="249">
                  <c:v>0.115462127659574</c:v>
                </c:pt>
                <c:pt idx="250">
                  <c:v>0.116276720588235</c:v>
                </c:pt>
                <c:pt idx="251">
                  <c:v>0.11698</c:v>
                </c:pt>
                <c:pt idx="252">
                  <c:v>0.11707595853658501</c:v>
                </c:pt>
                <c:pt idx="253">
                  <c:v>0.1176972</c:v>
                </c:pt>
                <c:pt idx="254">
                  <c:v>0.117863273195876</c:v>
                </c:pt>
                <c:pt idx="255">
                  <c:v>0.1189258</c:v>
                </c:pt>
                <c:pt idx="256">
                  <c:v>0.11920183050847501</c:v>
                </c:pt>
                <c:pt idx="257">
                  <c:v>0.1193308</c:v>
                </c:pt>
                <c:pt idx="258">
                  <c:v>0.119478117647059</c:v>
                </c:pt>
                <c:pt idx="259">
                  <c:v>0.120083920683761</c:v>
                </c:pt>
                <c:pt idx="260">
                  <c:v>0.12030370949720701</c:v>
                </c:pt>
                <c:pt idx="261">
                  <c:v>0.120992777777778</c:v>
                </c:pt>
                <c:pt idx="262">
                  <c:v>0.121831515151515</c:v>
                </c:pt>
                <c:pt idx="263">
                  <c:v>0.12459000000000001</c:v>
                </c:pt>
                <c:pt idx="264">
                  <c:v>0.124670011034483</c:v>
                </c:pt>
                <c:pt idx="265">
                  <c:v>0.12478</c:v>
                </c:pt>
                <c:pt idx="266">
                  <c:v>0.124983</c:v>
                </c:pt>
                <c:pt idx="267">
                  <c:v>0.12564019607843099</c:v>
                </c:pt>
                <c:pt idx="268">
                  <c:v>0.12605259999999999</c:v>
                </c:pt>
                <c:pt idx="269">
                  <c:v>0.126139</c:v>
                </c:pt>
                <c:pt idx="270">
                  <c:v>0.12615599999999999</c:v>
                </c:pt>
                <c:pt idx="271">
                  <c:v>0.12643099999999999</c:v>
                </c:pt>
                <c:pt idx="272">
                  <c:v>0.1266408</c:v>
                </c:pt>
                <c:pt idx="273">
                  <c:v>0.1271784</c:v>
                </c:pt>
                <c:pt idx="274">
                  <c:v>0.12732399999999999</c:v>
                </c:pt>
                <c:pt idx="275">
                  <c:v>0.12762029999999999</c:v>
                </c:pt>
                <c:pt idx="276">
                  <c:v>0.12820000000000001</c:v>
                </c:pt>
                <c:pt idx="277">
                  <c:v>0.12844420000000001</c:v>
                </c:pt>
                <c:pt idx="278">
                  <c:v>0.12854079761904799</c:v>
                </c:pt>
                <c:pt idx="279">
                  <c:v>0.12876119999999999</c:v>
                </c:pt>
                <c:pt idx="280">
                  <c:v>0.12915084210526301</c:v>
                </c:pt>
                <c:pt idx="281">
                  <c:v>0.129528</c:v>
                </c:pt>
                <c:pt idx="282">
                  <c:v>0.12994127607361999</c:v>
                </c:pt>
                <c:pt idx="283">
                  <c:v>0.13025600000000001</c:v>
                </c:pt>
                <c:pt idx="284">
                  <c:v>0.130548847058823</c:v>
                </c:pt>
                <c:pt idx="285">
                  <c:v>0.13143773877550999</c:v>
                </c:pt>
                <c:pt idx="286">
                  <c:v>0.13148840000000001</c:v>
                </c:pt>
                <c:pt idx="287">
                  <c:v>0.13151119999999999</c:v>
                </c:pt>
                <c:pt idx="288">
                  <c:v>0.13156618709677401</c:v>
                </c:pt>
                <c:pt idx="289">
                  <c:v>0.13157297297297299</c:v>
                </c:pt>
                <c:pt idx="290">
                  <c:v>0.13164899999999999</c:v>
                </c:pt>
                <c:pt idx="291">
                  <c:v>0.13322980000000001</c:v>
                </c:pt>
                <c:pt idx="292">
                  <c:v>0.13367080000000001</c:v>
                </c:pt>
                <c:pt idx="293">
                  <c:v>0.13423647142857101</c:v>
                </c:pt>
                <c:pt idx="294">
                  <c:v>0.13492136363636401</c:v>
                </c:pt>
                <c:pt idx="295">
                  <c:v>0.13511999999999999</c:v>
                </c:pt>
                <c:pt idx="296">
                  <c:v>0.13648659166666699</c:v>
                </c:pt>
                <c:pt idx="297">
                  <c:v>0.13719799999999999</c:v>
                </c:pt>
                <c:pt idx="298">
                  <c:v>0.13725541558441601</c:v>
                </c:pt>
                <c:pt idx="299">
                  <c:v>0.13825000000000001</c:v>
                </c:pt>
                <c:pt idx="300">
                  <c:v>0.13934079999999999</c:v>
                </c:pt>
                <c:pt idx="301">
                  <c:v>0.13994977704917999</c:v>
                </c:pt>
                <c:pt idx="302">
                  <c:v>0.14039199999999999</c:v>
                </c:pt>
                <c:pt idx="303">
                  <c:v>0.14099677718120801</c:v>
                </c:pt>
                <c:pt idx="304">
                  <c:v>0.14172599999999999</c:v>
                </c:pt>
                <c:pt idx="305">
                  <c:v>0.14250995901639299</c:v>
                </c:pt>
                <c:pt idx="306">
                  <c:v>0.1437176</c:v>
                </c:pt>
                <c:pt idx="307">
                  <c:v>0.14384</c:v>
                </c:pt>
                <c:pt idx="308">
                  <c:v>0.14384</c:v>
                </c:pt>
                <c:pt idx="309">
                  <c:v>0.14514840000000001</c:v>
                </c:pt>
                <c:pt idx="310">
                  <c:v>0.14681369999999999</c:v>
                </c:pt>
                <c:pt idx="311">
                  <c:v>0.147006</c:v>
                </c:pt>
                <c:pt idx="312">
                  <c:v>0.14827551239669401</c:v>
                </c:pt>
                <c:pt idx="313">
                  <c:v>0.14949480000000001</c:v>
                </c:pt>
                <c:pt idx="314">
                  <c:v>0.150006</c:v>
                </c:pt>
                <c:pt idx="315">
                  <c:v>0.15013525</c:v>
                </c:pt>
                <c:pt idx="316">
                  <c:v>0.15038699999999999</c:v>
                </c:pt>
                <c:pt idx="317">
                  <c:v>0.1514064</c:v>
                </c:pt>
                <c:pt idx="318">
                  <c:v>0.15153459999999999</c:v>
                </c:pt>
                <c:pt idx="319">
                  <c:v>0.15170320000000001</c:v>
                </c:pt>
                <c:pt idx="320">
                  <c:v>0.15201419999999999</c:v>
                </c:pt>
                <c:pt idx="321">
                  <c:v>0.15290049999999999</c:v>
                </c:pt>
                <c:pt idx="322">
                  <c:v>0.15344569999999999</c:v>
                </c:pt>
                <c:pt idx="323">
                  <c:v>0.154357741732284</c:v>
                </c:pt>
                <c:pt idx="324">
                  <c:v>0.15594023333333301</c:v>
                </c:pt>
                <c:pt idx="325">
                  <c:v>0.157</c:v>
                </c:pt>
                <c:pt idx="326">
                  <c:v>0.15744085714285699</c:v>
                </c:pt>
                <c:pt idx="327">
                  <c:v>0.15816828282828299</c:v>
                </c:pt>
                <c:pt idx="328">
                  <c:v>0.15818260000000001</c:v>
                </c:pt>
                <c:pt idx="329">
                  <c:v>0.15818317575757601</c:v>
                </c:pt>
                <c:pt idx="330">
                  <c:v>0.15890960000000001</c:v>
                </c:pt>
                <c:pt idx="331">
                  <c:v>0.15899264285714301</c:v>
                </c:pt>
                <c:pt idx="332">
                  <c:v>0.1604854</c:v>
                </c:pt>
                <c:pt idx="333">
                  <c:v>0.16111030921052599</c:v>
                </c:pt>
                <c:pt idx="334">
                  <c:v>0.1621948</c:v>
                </c:pt>
                <c:pt idx="335">
                  <c:v>0.16249935064935001</c:v>
                </c:pt>
                <c:pt idx="336">
                  <c:v>0.16281274626865699</c:v>
                </c:pt>
                <c:pt idx="337">
                  <c:v>0.16296830000000001</c:v>
                </c:pt>
                <c:pt idx="338">
                  <c:v>0.16333547598253301</c:v>
                </c:pt>
                <c:pt idx="339">
                  <c:v>0.16473425210084</c:v>
                </c:pt>
                <c:pt idx="340">
                  <c:v>0.165177346984127</c:v>
                </c:pt>
                <c:pt idx="341">
                  <c:v>0.16521089999999999</c:v>
                </c:pt>
                <c:pt idx="342">
                  <c:v>0.16563999913793101</c:v>
                </c:pt>
                <c:pt idx="343">
                  <c:v>0.16635844785276099</c:v>
                </c:pt>
                <c:pt idx="344">
                  <c:v>0.16661380000000001</c:v>
                </c:pt>
                <c:pt idx="345">
                  <c:v>0.16678409999999999</c:v>
                </c:pt>
                <c:pt idx="346">
                  <c:v>0.16868430769230799</c:v>
                </c:pt>
                <c:pt idx="347">
                  <c:v>0.1689736</c:v>
                </c:pt>
                <c:pt idx="348">
                  <c:v>0.17060455392156901</c:v>
                </c:pt>
                <c:pt idx="349">
                  <c:v>0.171788764044944</c:v>
                </c:pt>
                <c:pt idx="350">
                  <c:v>0.17191239999999999</c:v>
                </c:pt>
                <c:pt idx="351">
                  <c:v>0.1764212</c:v>
                </c:pt>
                <c:pt idx="352">
                  <c:v>0.17708160000000001</c:v>
                </c:pt>
                <c:pt idx="353">
                  <c:v>0.1778257</c:v>
                </c:pt>
                <c:pt idx="354">
                  <c:v>0.178147903448276</c:v>
                </c:pt>
                <c:pt idx="355">
                  <c:v>0.17854100000000001</c:v>
                </c:pt>
                <c:pt idx="356">
                  <c:v>0.17963000000000001</c:v>
                </c:pt>
                <c:pt idx="357">
                  <c:v>0.17974000000000001</c:v>
                </c:pt>
                <c:pt idx="358">
                  <c:v>0.18432290366492099</c:v>
                </c:pt>
                <c:pt idx="359">
                  <c:v>0.18545719999999999</c:v>
                </c:pt>
                <c:pt idx="360">
                  <c:v>0.18550639999999999</c:v>
                </c:pt>
                <c:pt idx="361">
                  <c:v>0.18552920000000001</c:v>
                </c:pt>
                <c:pt idx="362">
                  <c:v>0.18625</c:v>
                </c:pt>
                <c:pt idx="363">
                  <c:v>0.18724311074380201</c:v>
                </c:pt>
                <c:pt idx="364">
                  <c:v>0.18764474609375001</c:v>
                </c:pt>
                <c:pt idx="365">
                  <c:v>0.18781120000000001</c:v>
                </c:pt>
                <c:pt idx="366">
                  <c:v>0.18870580000000001</c:v>
                </c:pt>
                <c:pt idx="367">
                  <c:v>0.18880739999999999</c:v>
                </c:pt>
                <c:pt idx="368">
                  <c:v>0.189749494949495</c:v>
                </c:pt>
                <c:pt idx="369">
                  <c:v>0.18978172622950801</c:v>
                </c:pt>
                <c:pt idx="370">
                  <c:v>0.190255275862069</c:v>
                </c:pt>
                <c:pt idx="371">
                  <c:v>0.19062486764705899</c:v>
                </c:pt>
                <c:pt idx="372">
                  <c:v>0.191059420571428</c:v>
                </c:pt>
                <c:pt idx="373">
                  <c:v>0.193592931320755</c:v>
                </c:pt>
                <c:pt idx="374">
                  <c:v>0.196522351304348</c:v>
                </c:pt>
                <c:pt idx="375">
                  <c:v>0.19869551962616799</c:v>
                </c:pt>
                <c:pt idx="376">
                  <c:v>0.19922628571428599</c:v>
                </c:pt>
                <c:pt idx="377">
                  <c:v>0.199442262809917</c:v>
                </c:pt>
                <c:pt idx="378">
                  <c:v>0.19959250000000001</c:v>
                </c:pt>
                <c:pt idx="379">
                  <c:v>0.201451744186046</c:v>
                </c:pt>
                <c:pt idx="380">
                  <c:v>0.20254596945454501</c:v>
                </c:pt>
                <c:pt idx="381">
                  <c:v>0.20682055999999999</c:v>
                </c:pt>
                <c:pt idx="382">
                  <c:v>0.20736321978021999</c:v>
                </c:pt>
                <c:pt idx="383">
                  <c:v>0.20764400666666699</c:v>
                </c:pt>
                <c:pt idx="384">
                  <c:v>0.20868125000000001</c:v>
                </c:pt>
                <c:pt idx="385">
                  <c:v>0.20887165166666699</c:v>
                </c:pt>
                <c:pt idx="386">
                  <c:v>0.21054010000000001</c:v>
                </c:pt>
                <c:pt idx="387">
                  <c:v>0.215072210526316</c:v>
                </c:pt>
                <c:pt idx="388">
                  <c:v>0.215946</c:v>
                </c:pt>
                <c:pt idx="389">
                  <c:v>0.21822408883248701</c:v>
                </c:pt>
                <c:pt idx="390">
                  <c:v>0.222118142056075</c:v>
                </c:pt>
                <c:pt idx="391">
                  <c:v>0.22310767676767701</c:v>
                </c:pt>
                <c:pt idx="392">
                  <c:v>0.2255104</c:v>
                </c:pt>
                <c:pt idx="393">
                  <c:v>0.22798623181818201</c:v>
                </c:pt>
                <c:pt idx="394">
                  <c:v>0.22828557692307699</c:v>
                </c:pt>
                <c:pt idx="395">
                  <c:v>0.231558125</c:v>
                </c:pt>
                <c:pt idx="396">
                  <c:v>0.23220466867469899</c:v>
                </c:pt>
                <c:pt idx="397">
                  <c:v>0.234166589830509</c:v>
                </c:pt>
                <c:pt idx="398">
                  <c:v>0.23982480672268899</c:v>
                </c:pt>
                <c:pt idx="399">
                  <c:v>0.2403776</c:v>
                </c:pt>
                <c:pt idx="400">
                  <c:v>0.24069699999999999</c:v>
                </c:pt>
                <c:pt idx="401">
                  <c:v>0.241100145348837</c:v>
                </c:pt>
                <c:pt idx="402">
                  <c:v>0.241248018292683</c:v>
                </c:pt>
                <c:pt idx="403">
                  <c:v>0.24141927943262401</c:v>
                </c:pt>
                <c:pt idx="404">
                  <c:v>0.24312369186046501</c:v>
                </c:pt>
                <c:pt idx="405">
                  <c:v>0.24376279008264501</c:v>
                </c:pt>
                <c:pt idx="406">
                  <c:v>0.24454334193548399</c:v>
                </c:pt>
                <c:pt idx="407">
                  <c:v>0.24511359999999999</c:v>
                </c:pt>
                <c:pt idx="408">
                  <c:v>0.245357135882353</c:v>
                </c:pt>
                <c:pt idx="409">
                  <c:v>0.246784</c:v>
                </c:pt>
                <c:pt idx="410">
                  <c:v>0.25009664950495097</c:v>
                </c:pt>
                <c:pt idx="411">
                  <c:v>0.250250226600985</c:v>
                </c:pt>
                <c:pt idx="412">
                  <c:v>0.25181859374999999</c:v>
                </c:pt>
                <c:pt idx="413">
                  <c:v>0.25698004047619</c:v>
                </c:pt>
                <c:pt idx="414">
                  <c:v>0.25710658823529398</c:v>
                </c:pt>
                <c:pt idx="415">
                  <c:v>0.25792369722222203</c:v>
                </c:pt>
                <c:pt idx="416">
                  <c:v>0.26127596638655498</c:v>
                </c:pt>
                <c:pt idx="417">
                  <c:v>0.26232299999999997</c:v>
                </c:pt>
                <c:pt idx="418">
                  <c:v>0.26439848260869597</c:v>
                </c:pt>
                <c:pt idx="419">
                  <c:v>0.26930970128205101</c:v>
                </c:pt>
                <c:pt idx="420">
                  <c:v>0.26956439999999998</c:v>
                </c:pt>
                <c:pt idx="421">
                  <c:v>0.271382291666666</c:v>
                </c:pt>
                <c:pt idx="422">
                  <c:v>0.27915209333333302</c:v>
                </c:pt>
                <c:pt idx="423">
                  <c:v>0.28161245056179801</c:v>
                </c:pt>
                <c:pt idx="424">
                  <c:v>0.28206767500000002</c:v>
                </c:pt>
                <c:pt idx="425">
                  <c:v>0.285651724137931</c:v>
                </c:pt>
                <c:pt idx="426">
                  <c:v>0.28761061206896599</c:v>
                </c:pt>
                <c:pt idx="427">
                  <c:v>0.28763032142857098</c:v>
                </c:pt>
                <c:pt idx="428">
                  <c:v>0.288726506024096</c:v>
                </c:pt>
                <c:pt idx="429">
                  <c:v>0.28997016949152499</c:v>
                </c:pt>
                <c:pt idx="430">
                  <c:v>0.29437180210526298</c:v>
                </c:pt>
                <c:pt idx="431">
                  <c:v>0.29612840000000001</c:v>
                </c:pt>
                <c:pt idx="432">
                  <c:v>0.29935082421874998</c:v>
                </c:pt>
                <c:pt idx="433">
                  <c:v>0.31127786511627897</c:v>
                </c:pt>
                <c:pt idx="434">
                  <c:v>0.31459311600000001</c:v>
                </c:pt>
                <c:pt idx="435">
                  <c:v>0.319122941176471</c:v>
                </c:pt>
                <c:pt idx="436">
                  <c:v>0.321844203389831</c:v>
                </c:pt>
                <c:pt idx="437">
                  <c:v>0.33057405042016802</c:v>
                </c:pt>
                <c:pt idx="438">
                  <c:v>0.330787682424242</c:v>
                </c:pt>
                <c:pt idx="439">
                  <c:v>0.33220739436619701</c:v>
                </c:pt>
                <c:pt idx="440">
                  <c:v>0.33340839239130399</c:v>
                </c:pt>
                <c:pt idx="441">
                  <c:v>0.33583948837209299</c:v>
                </c:pt>
                <c:pt idx="442">
                  <c:v>0.33795985499999998</c:v>
                </c:pt>
                <c:pt idx="443">
                  <c:v>0.33851369024390199</c:v>
                </c:pt>
                <c:pt idx="444">
                  <c:v>0.33886830000000001</c:v>
                </c:pt>
                <c:pt idx="445">
                  <c:v>0.34001799999999999</c:v>
                </c:pt>
                <c:pt idx="446">
                  <c:v>0.346731597058823</c:v>
                </c:pt>
                <c:pt idx="447">
                  <c:v>0.34799847285067897</c:v>
                </c:pt>
                <c:pt idx="448">
                  <c:v>0.34811366153846202</c:v>
                </c:pt>
                <c:pt idx="449">
                  <c:v>0.35627801388888902</c:v>
                </c:pt>
                <c:pt idx="450">
                  <c:v>0.37175034719101102</c:v>
                </c:pt>
                <c:pt idx="451">
                  <c:v>0.375283994642857</c:v>
                </c:pt>
                <c:pt idx="452">
                  <c:v>0.37984405905660401</c:v>
                </c:pt>
                <c:pt idx="453">
                  <c:v>0.38030647682119201</c:v>
                </c:pt>
                <c:pt idx="454">
                  <c:v>0.38331707133333298</c:v>
                </c:pt>
                <c:pt idx="455">
                  <c:v>0.384996014492754</c:v>
                </c:pt>
                <c:pt idx="456">
                  <c:v>0.389506825</c:v>
                </c:pt>
                <c:pt idx="457">
                  <c:v>0.40236514847826099</c:v>
                </c:pt>
                <c:pt idx="458">
                  <c:v>0.40914074210526302</c:v>
                </c:pt>
                <c:pt idx="459">
                  <c:v>0.42449766626506003</c:v>
                </c:pt>
                <c:pt idx="460">
                  <c:v>0.42489377777777798</c:v>
                </c:pt>
                <c:pt idx="461">
                  <c:v>0.43163860736842102</c:v>
                </c:pt>
                <c:pt idx="462">
                  <c:v>0.43355016891891901</c:v>
                </c:pt>
                <c:pt idx="463">
                  <c:v>0.449329478260869</c:v>
                </c:pt>
                <c:pt idx="464">
                  <c:v>0.463257105</c:v>
                </c:pt>
                <c:pt idx="465">
                  <c:v>0.463970277777778</c:v>
                </c:pt>
                <c:pt idx="466">
                  <c:v>0.46878830538461502</c:v>
                </c:pt>
                <c:pt idx="467">
                  <c:v>0.47191437423076898</c:v>
                </c:pt>
                <c:pt idx="468">
                  <c:v>0.47325324482758602</c:v>
                </c:pt>
                <c:pt idx="469">
                  <c:v>0.47854567118644098</c:v>
                </c:pt>
                <c:pt idx="470">
                  <c:v>0.48437097902097898</c:v>
                </c:pt>
                <c:pt idx="471">
                  <c:v>0.48461701392405099</c:v>
                </c:pt>
                <c:pt idx="472">
                  <c:v>0.4868885</c:v>
                </c:pt>
                <c:pt idx="473">
                  <c:v>0.49126413333333302</c:v>
                </c:pt>
                <c:pt idx="474">
                  <c:v>0.50080155555555494</c:v>
                </c:pt>
                <c:pt idx="475">
                  <c:v>0.50205409174311899</c:v>
                </c:pt>
                <c:pt idx="476">
                  <c:v>0.50361603103448305</c:v>
                </c:pt>
                <c:pt idx="477">
                  <c:v>0.51670263076923095</c:v>
                </c:pt>
                <c:pt idx="478">
                  <c:v>0.52619645270270299</c:v>
                </c:pt>
                <c:pt idx="479">
                  <c:v>0.53457259999999995</c:v>
                </c:pt>
                <c:pt idx="480">
                  <c:v>0.53509135102040795</c:v>
                </c:pt>
                <c:pt idx="481">
                  <c:v>0.56436434426229498</c:v>
                </c:pt>
                <c:pt idx="482">
                  <c:v>0.59659041666666701</c:v>
                </c:pt>
                <c:pt idx="483">
                  <c:v>0.60427888821292797</c:v>
                </c:pt>
                <c:pt idx="484">
                  <c:v>0.605215041134752</c:v>
                </c:pt>
                <c:pt idx="485">
                  <c:v>0.62841199999999997</c:v>
                </c:pt>
                <c:pt idx="486">
                  <c:v>0.63699407227722704</c:v>
                </c:pt>
                <c:pt idx="487">
                  <c:v>0.63808541262135898</c:v>
                </c:pt>
                <c:pt idx="488">
                  <c:v>0.66396614206896598</c:v>
                </c:pt>
                <c:pt idx="489">
                  <c:v>0.66870035849056597</c:v>
                </c:pt>
                <c:pt idx="490">
                  <c:v>0.67798085109489004</c:v>
                </c:pt>
                <c:pt idx="491">
                  <c:v>0.71313744047619099</c:v>
                </c:pt>
                <c:pt idx="492">
                  <c:v>0.72710363636363595</c:v>
                </c:pt>
                <c:pt idx="493">
                  <c:v>0.75230399707317097</c:v>
                </c:pt>
                <c:pt idx="494">
                  <c:v>0.78630047826087002</c:v>
                </c:pt>
                <c:pt idx="495">
                  <c:v>0.82637852631578901</c:v>
                </c:pt>
                <c:pt idx="496">
                  <c:v>0.83413917968749995</c:v>
                </c:pt>
                <c:pt idx="497">
                  <c:v>0.87196603179487198</c:v>
                </c:pt>
                <c:pt idx="498">
                  <c:v>0.88231119859154905</c:v>
                </c:pt>
                <c:pt idx="499">
                  <c:v>0.8900871171875</c:v>
                </c:pt>
                <c:pt idx="500">
                  <c:v>0.98058184999999998</c:v>
                </c:pt>
                <c:pt idx="501">
                  <c:v>0.99879703333333303</c:v>
                </c:pt>
                <c:pt idx="502">
                  <c:v>1.29959545454545</c:v>
                </c:pt>
                <c:pt idx="503">
                  <c:v>1.3338506097561</c:v>
                </c:pt>
                <c:pt idx="504">
                  <c:v>1.5050361000000001</c:v>
                </c:pt>
                <c:pt idx="505">
                  <c:v>1.59714758333333</c:v>
                </c:pt>
                <c:pt idx="506">
                  <c:v>3.1828053846153801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ADA-4B1C-8A7D-F4153A84F381}"/>
            </c:ext>
          </c:extLst>
        </c:ser>
        <c:ser>
          <c:idx val="2"/>
          <c:order val="2"/>
          <c:tx>
            <c:strRef>
              <c:f>'2,3,4混合CDF'!$F$1</c:f>
              <c:strCache>
                <c:ptCount val="1"/>
                <c:pt idx="0">
                  <c:v>Sigmoid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'2,3,4混合CDF'!$C$2:$C$508</c:f>
              <c:numCache>
                <c:formatCode>General</c:formatCode>
                <c:ptCount val="507"/>
                <c:pt idx="0">
                  <c:v>1.9685039370078701E-3</c:v>
                </c:pt>
                <c:pt idx="1">
                  <c:v>3.9370078740157497E-3</c:v>
                </c:pt>
                <c:pt idx="2">
                  <c:v>5.9055118110236202E-3</c:v>
                </c:pt>
                <c:pt idx="3">
                  <c:v>7.8740157480314994E-3</c:v>
                </c:pt>
                <c:pt idx="4">
                  <c:v>9.8425196850393699E-3</c:v>
                </c:pt>
                <c:pt idx="5">
                  <c:v>1.1811023622047201E-2</c:v>
                </c:pt>
                <c:pt idx="6">
                  <c:v>1.3779527559055101E-2</c:v>
                </c:pt>
                <c:pt idx="7">
                  <c:v>1.5748031496062999E-2</c:v>
                </c:pt>
                <c:pt idx="8">
                  <c:v>1.7716535433070901E-2</c:v>
                </c:pt>
                <c:pt idx="9">
                  <c:v>1.9685039370078702E-2</c:v>
                </c:pt>
                <c:pt idx="10">
                  <c:v>2.16535433070866E-2</c:v>
                </c:pt>
                <c:pt idx="11">
                  <c:v>2.3622047244094498E-2</c:v>
                </c:pt>
                <c:pt idx="12">
                  <c:v>2.55905511811024E-2</c:v>
                </c:pt>
                <c:pt idx="13">
                  <c:v>2.7559055118110201E-2</c:v>
                </c:pt>
                <c:pt idx="14">
                  <c:v>2.9527559055118099E-2</c:v>
                </c:pt>
                <c:pt idx="15">
                  <c:v>3.1496062992125998E-2</c:v>
                </c:pt>
                <c:pt idx="16">
                  <c:v>3.3464566929133903E-2</c:v>
                </c:pt>
                <c:pt idx="17">
                  <c:v>3.5433070866141697E-2</c:v>
                </c:pt>
                <c:pt idx="18">
                  <c:v>3.7401574803149602E-2</c:v>
                </c:pt>
                <c:pt idx="19">
                  <c:v>3.9370078740157501E-2</c:v>
                </c:pt>
                <c:pt idx="20">
                  <c:v>4.1338582677165302E-2</c:v>
                </c:pt>
                <c:pt idx="21">
                  <c:v>4.33070866141732E-2</c:v>
                </c:pt>
                <c:pt idx="22">
                  <c:v>4.5275590551181098E-2</c:v>
                </c:pt>
                <c:pt idx="23">
                  <c:v>4.7244094488188899E-2</c:v>
                </c:pt>
                <c:pt idx="24">
                  <c:v>4.9212598425196798E-2</c:v>
                </c:pt>
                <c:pt idx="25">
                  <c:v>5.1181102362204703E-2</c:v>
                </c:pt>
                <c:pt idx="26">
                  <c:v>5.3149606299212601E-2</c:v>
                </c:pt>
                <c:pt idx="27">
                  <c:v>5.5118110236220402E-2</c:v>
                </c:pt>
                <c:pt idx="28">
                  <c:v>5.7086614173228301E-2</c:v>
                </c:pt>
                <c:pt idx="29">
                  <c:v>5.9055118110236199E-2</c:v>
                </c:pt>
                <c:pt idx="30">
                  <c:v>6.1023622047244E-2</c:v>
                </c:pt>
                <c:pt idx="31">
                  <c:v>6.2992125984251898E-2</c:v>
                </c:pt>
                <c:pt idx="32">
                  <c:v>6.4960629921259797E-2</c:v>
                </c:pt>
                <c:pt idx="33">
                  <c:v>6.6929133858267695E-2</c:v>
                </c:pt>
                <c:pt idx="34">
                  <c:v>6.8897637795275496E-2</c:v>
                </c:pt>
                <c:pt idx="35">
                  <c:v>7.0866141732283394E-2</c:v>
                </c:pt>
                <c:pt idx="36">
                  <c:v>7.2834645669291306E-2</c:v>
                </c:pt>
                <c:pt idx="37">
                  <c:v>7.4803149606299094E-2</c:v>
                </c:pt>
                <c:pt idx="38">
                  <c:v>7.6771653543307006E-2</c:v>
                </c:pt>
                <c:pt idx="39">
                  <c:v>7.8740157480314904E-2</c:v>
                </c:pt>
                <c:pt idx="40">
                  <c:v>8.0708661417322705E-2</c:v>
                </c:pt>
                <c:pt idx="41">
                  <c:v>8.2677165354330603E-2</c:v>
                </c:pt>
                <c:pt idx="42">
                  <c:v>8.4645669291338502E-2</c:v>
                </c:pt>
                <c:pt idx="43">
                  <c:v>8.66141732283464E-2</c:v>
                </c:pt>
                <c:pt idx="44">
                  <c:v>8.8582677165354201E-2</c:v>
                </c:pt>
                <c:pt idx="45">
                  <c:v>9.0551181102362099E-2</c:v>
                </c:pt>
                <c:pt idx="46">
                  <c:v>9.2519685039369998E-2</c:v>
                </c:pt>
                <c:pt idx="47">
                  <c:v>9.4488188976377799E-2</c:v>
                </c:pt>
                <c:pt idx="48">
                  <c:v>9.6456692913385697E-2</c:v>
                </c:pt>
                <c:pt idx="49">
                  <c:v>9.8425196850393595E-2</c:v>
                </c:pt>
                <c:pt idx="50">
                  <c:v>0.10039370078740099</c:v>
                </c:pt>
                <c:pt idx="51">
                  <c:v>0.102362204724409</c:v>
                </c:pt>
                <c:pt idx="52">
                  <c:v>0.104330708661417</c:v>
                </c:pt>
                <c:pt idx="53">
                  <c:v>0.10629921259842499</c:v>
                </c:pt>
                <c:pt idx="54">
                  <c:v>0.108267716535433</c:v>
                </c:pt>
                <c:pt idx="55">
                  <c:v>0.110236220472441</c:v>
                </c:pt>
                <c:pt idx="56">
                  <c:v>0.11220472440944899</c:v>
                </c:pt>
                <c:pt idx="57">
                  <c:v>0.114173228346457</c:v>
                </c:pt>
                <c:pt idx="58">
                  <c:v>0.116141732283464</c:v>
                </c:pt>
                <c:pt idx="59">
                  <c:v>0.118110236220472</c:v>
                </c:pt>
                <c:pt idx="60">
                  <c:v>0.12007874015748</c:v>
                </c:pt>
                <c:pt idx="61">
                  <c:v>0.122047244094488</c:v>
                </c:pt>
                <c:pt idx="62">
                  <c:v>0.124015748031496</c:v>
                </c:pt>
                <c:pt idx="63">
                  <c:v>0.12598425196850399</c:v>
                </c:pt>
                <c:pt idx="64">
                  <c:v>0.127952755905512</c:v>
                </c:pt>
                <c:pt idx="65">
                  <c:v>0.12992125984252001</c:v>
                </c:pt>
                <c:pt idx="66">
                  <c:v>0.13188976377952699</c:v>
                </c:pt>
                <c:pt idx="67">
                  <c:v>0.133858267716535</c:v>
                </c:pt>
                <c:pt idx="68">
                  <c:v>0.13582677165354301</c:v>
                </c:pt>
                <c:pt idx="69">
                  <c:v>0.13779527559055099</c:v>
                </c:pt>
                <c:pt idx="70">
                  <c:v>0.139763779527559</c:v>
                </c:pt>
                <c:pt idx="71">
                  <c:v>0.14173228346456701</c:v>
                </c:pt>
                <c:pt idx="72">
                  <c:v>0.14370078740157499</c:v>
                </c:pt>
                <c:pt idx="73">
                  <c:v>0.145669291338582</c:v>
                </c:pt>
                <c:pt idx="74">
                  <c:v>0.14763779527559001</c:v>
                </c:pt>
                <c:pt idx="75">
                  <c:v>0.14960629921259799</c:v>
                </c:pt>
                <c:pt idx="76">
                  <c:v>0.151574803149606</c:v>
                </c:pt>
                <c:pt idx="77">
                  <c:v>0.15354330708661401</c:v>
                </c:pt>
                <c:pt idx="78">
                  <c:v>0.15551181102362199</c:v>
                </c:pt>
                <c:pt idx="79">
                  <c:v>0.15748031496063</c:v>
                </c:pt>
                <c:pt idx="80">
                  <c:v>0.15944881889763801</c:v>
                </c:pt>
                <c:pt idx="81">
                  <c:v>0.16141732283464499</c:v>
                </c:pt>
                <c:pt idx="82">
                  <c:v>0.163385826771653</c:v>
                </c:pt>
                <c:pt idx="83">
                  <c:v>0.16535433070866101</c:v>
                </c:pt>
                <c:pt idx="84">
                  <c:v>0.16732283464566899</c:v>
                </c:pt>
                <c:pt idx="85">
                  <c:v>0.169291338582677</c:v>
                </c:pt>
                <c:pt idx="86">
                  <c:v>0.17125984251968501</c:v>
                </c:pt>
                <c:pt idx="87">
                  <c:v>0.17322834645669299</c:v>
                </c:pt>
                <c:pt idx="88">
                  <c:v>0.175196850393701</c:v>
                </c:pt>
                <c:pt idx="89">
                  <c:v>0.17716535433070801</c:v>
                </c:pt>
                <c:pt idx="90">
                  <c:v>0.179133858267716</c:v>
                </c:pt>
                <c:pt idx="91">
                  <c:v>0.181102362204724</c:v>
                </c:pt>
                <c:pt idx="92">
                  <c:v>0.18307086614173201</c:v>
                </c:pt>
                <c:pt idx="93">
                  <c:v>0.18503937007874</c:v>
                </c:pt>
                <c:pt idx="94">
                  <c:v>0.187007874015748</c:v>
                </c:pt>
                <c:pt idx="95">
                  <c:v>0.18897637795275599</c:v>
                </c:pt>
                <c:pt idx="96">
                  <c:v>0.190944881889763</c:v>
                </c:pt>
                <c:pt idx="97">
                  <c:v>0.19291338582677101</c:v>
                </c:pt>
                <c:pt idx="98">
                  <c:v>0.19488188976377899</c:v>
                </c:pt>
                <c:pt idx="99">
                  <c:v>0.196850393700787</c:v>
                </c:pt>
                <c:pt idx="100">
                  <c:v>0.19881889763779501</c:v>
                </c:pt>
                <c:pt idx="101">
                  <c:v>0.20078740157480299</c:v>
                </c:pt>
                <c:pt idx="102">
                  <c:v>0.202755905511811</c:v>
                </c:pt>
                <c:pt idx="103">
                  <c:v>0.20472440944881901</c:v>
                </c:pt>
                <c:pt idx="104">
                  <c:v>0.20669291338582599</c:v>
                </c:pt>
                <c:pt idx="105">
                  <c:v>0.208661417322834</c:v>
                </c:pt>
                <c:pt idx="106">
                  <c:v>0.21062992125984201</c:v>
                </c:pt>
                <c:pt idx="107">
                  <c:v>0.21259842519684999</c:v>
                </c:pt>
                <c:pt idx="108">
                  <c:v>0.214566929133858</c:v>
                </c:pt>
                <c:pt idx="109">
                  <c:v>0.21653543307086601</c:v>
                </c:pt>
                <c:pt idx="110">
                  <c:v>0.21850393700787399</c:v>
                </c:pt>
                <c:pt idx="111">
                  <c:v>0.220472440944882</c:v>
                </c:pt>
                <c:pt idx="112">
                  <c:v>0.22244094488188901</c:v>
                </c:pt>
                <c:pt idx="113">
                  <c:v>0.22440944881889699</c:v>
                </c:pt>
                <c:pt idx="114">
                  <c:v>0.226377952755905</c:v>
                </c:pt>
                <c:pt idx="115">
                  <c:v>0.22834645669291301</c:v>
                </c:pt>
                <c:pt idx="116">
                  <c:v>0.23031496062992099</c:v>
                </c:pt>
                <c:pt idx="117">
                  <c:v>0.232283464566929</c:v>
                </c:pt>
                <c:pt idx="118">
                  <c:v>0.23425196850393701</c:v>
                </c:pt>
                <c:pt idx="119">
                  <c:v>0.23622047244094499</c:v>
                </c:pt>
                <c:pt idx="120">
                  <c:v>0.238188976377952</c:v>
                </c:pt>
                <c:pt idx="121">
                  <c:v>0.24015748031496001</c:v>
                </c:pt>
                <c:pt idx="122">
                  <c:v>0.24212598425196799</c:v>
                </c:pt>
                <c:pt idx="123">
                  <c:v>0.244094488188976</c:v>
                </c:pt>
                <c:pt idx="124">
                  <c:v>0.24606299212598401</c:v>
                </c:pt>
                <c:pt idx="125">
                  <c:v>0.24803149606299199</c:v>
                </c:pt>
                <c:pt idx="126">
                  <c:v>0.25</c:v>
                </c:pt>
                <c:pt idx="127">
                  <c:v>0.25196850393700698</c:v>
                </c:pt>
                <c:pt idx="128">
                  <c:v>0.25393700787401502</c:v>
                </c:pt>
                <c:pt idx="129">
                  <c:v>0.255905511811023</c:v>
                </c:pt>
                <c:pt idx="130">
                  <c:v>0.25787401574803098</c:v>
                </c:pt>
                <c:pt idx="131">
                  <c:v>0.25984251968503902</c:v>
                </c:pt>
                <c:pt idx="132">
                  <c:v>0.261811023622047</c:v>
                </c:pt>
                <c:pt idx="133">
                  <c:v>0.26377952755905498</c:v>
                </c:pt>
                <c:pt idx="134">
                  <c:v>0.26574803149606302</c:v>
                </c:pt>
                <c:pt idx="135">
                  <c:v>0.26771653543307</c:v>
                </c:pt>
                <c:pt idx="136">
                  <c:v>0.26968503937007798</c:v>
                </c:pt>
                <c:pt idx="137">
                  <c:v>0.27165354330708602</c:v>
                </c:pt>
                <c:pt idx="138">
                  <c:v>0.273622047244094</c:v>
                </c:pt>
                <c:pt idx="139">
                  <c:v>0.27559055118110198</c:v>
                </c:pt>
                <c:pt idx="140">
                  <c:v>0.27755905511811002</c:v>
                </c:pt>
                <c:pt idx="141">
                  <c:v>0.279527559055118</c:v>
                </c:pt>
                <c:pt idx="142">
                  <c:v>0.28149606299212598</c:v>
                </c:pt>
                <c:pt idx="143">
                  <c:v>0.28346456692913302</c:v>
                </c:pt>
                <c:pt idx="144">
                  <c:v>0.285433070866141</c:v>
                </c:pt>
                <c:pt idx="145">
                  <c:v>0.28740157480314898</c:v>
                </c:pt>
                <c:pt idx="146">
                  <c:v>0.28937007874015702</c:v>
                </c:pt>
                <c:pt idx="147">
                  <c:v>0.291338582677165</c:v>
                </c:pt>
                <c:pt idx="148">
                  <c:v>0.29330708661417298</c:v>
                </c:pt>
                <c:pt idx="149">
                  <c:v>0.29527559055118102</c:v>
                </c:pt>
                <c:pt idx="150">
                  <c:v>0.297244094488189</c:v>
                </c:pt>
                <c:pt idx="151">
                  <c:v>0.29921259842519599</c:v>
                </c:pt>
                <c:pt idx="152">
                  <c:v>0.30118110236220402</c:v>
                </c:pt>
                <c:pt idx="153">
                  <c:v>0.303149606299212</c:v>
                </c:pt>
                <c:pt idx="154">
                  <c:v>0.30511811023621999</c:v>
                </c:pt>
                <c:pt idx="155">
                  <c:v>0.30708661417322802</c:v>
                </c:pt>
                <c:pt idx="156">
                  <c:v>0.309055118110236</c:v>
                </c:pt>
                <c:pt idx="157">
                  <c:v>0.31102362204724399</c:v>
                </c:pt>
                <c:pt idx="158">
                  <c:v>0.31299212598425102</c:v>
                </c:pt>
                <c:pt idx="159">
                  <c:v>0.31496062992125901</c:v>
                </c:pt>
                <c:pt idx="160">
                  <c:v>0.31692913385826699</c:v>
                </c:pt>
                <c:pt idx="161">
                  <c:v>0.31889763779527502</c:v>
                </c:pt>
                <c:pt idx="162">
                  <c:v>0.32086614173228301</c:v>
                </c:pt>
                <c:pt idx="163">
                  <c:v>0.32283464566929099</c:v>
                </c:pt>
                <c:pt idx="164">
                  <c:v>0.32480314960629902</c:v>
                </c:pt>
                <c:pt idx="165">
                  <c:v>0.32677165354330701</c:v>
                </c:pt>
                <c:pt idx="166">
                  <c:v>0.32874015748031399</c:v>
                </c:pt>
                <c:pt idx="167">
                  <c:v>0.33070866141732203</c:v>
                </c:pt>
                <c:pt idx="168">
                  <c:v>0.33267716535433001</c:v>
                </c:pt>
                <c:pt idx="169">
                  <c:v>0.33464566929133799</c:v>
                </c:pt>
                <c:pt idx="170">
                  <c:v>0.33661417322834603</c:v>
                </c:pt>
                <c:pt idx="171">
                  <c:v>0.33858267716535401</c:v>
                </c:pt>
                <c:pt idx="172">
                  <c:v>0.34055118110236199</c:v>
                </c:pt>
                <c:pt idx="173">
                  <c:v>0.34251968503937003</c:v>
                </c:pt>
                <c:pt idx="174">
                  <c:v>0.34448818897637701</c:v>
                </c:pt>
                <c:pt idx="175">
                  <c:v>0.34645669291338499</c:v>
                </c:pt>
                <c:pt idx="176">
                  <c:v>0.34842519685039303</c:v>
                </c:pt>
                <c:pt idx="177">
                  <c:v>0.35039370078740101</c:v>
                </c:pt>
                <c:pt idx="178">
                  <c:v>0.35236220472440899</c:v>
                </c:pt>
                <c:pt idx="179">
                  <c:v>0.35433070866141703</c:v>
                </c:pt>
                <c:pt idx="180">
                  <c:v>0.35629921259842501</c:v>
                </c:pt>
                <c:pt idx="181">
                  <c:v>0.35826771653543199</c:v>
                </c:pt>
                <c:pt idx="182">
                  <c:v>0.36023622047244003</c:v>
                </c:pt>
                <c:pt idx="183">
                  <c:v>0.36220472440944801</c:v>
                </c:pt>
                <c:pt idx="184">
                  <c:v>0.36417322834645599</c:v>
                </c:pt>
                <c:pt idx="185">
                  <c:v>0.36614173228346403</c:v>
                </c:pt>
                <c:pt idx="186">
                  <c:v>0.36811023622047201</c:v>
                </c:pt>
                <c:pt idx="187">
                  <c:v>0.37007874015747999</c:v>
                </c:pt>
                <c:pt idx="188">
                  <c:v>0.37204724409448803</c:v>
                </c:pt>
                <c:pt idx="189">
                  <c:v>0.37401574803149501</c:v>
                </c:pt>
                <c:pt idx="190">
                  <c:v>0.37598425196850299</c:v>
                </c:pt>
                <c:pt idx="191">
                  <c:v>0.37795275590551097</c:v>
                </c:pt>
                <c:pt idx="192">
                  <c:v>0.37992125984251901</c:v>
                </c:pt>
                <c:pt idx="193">
                  <c:v>0.38188976377952699</c:v>
                </c:pt>
                <c:pt idx="194">
                  <c:v>0.38385826771653497</c:v>
                </c:pt>
                <c:pt idx="195">
                  <c:v>0.38582677165354301</c:v>
                </c:pt>
                <c:pt idx="196">
                  <c:v>0.38779527559055099</c:v>
                </c:pt>
                <c:pt idx="197">
                  <c:v>0.38976377952755797</c:v>
                </c:pt>
                <c:pt idx="198">
                  <c:v>0.39173228346456601</c:v>
                </c:pt>
                <c:pt idx="199">
                  <c:v>0.39370078740157399</c:v>
                </c:pt>
                <c:pt idx="200">
                  <c:v>0.39566929133858197</c:v>
                </c:pt>
                <c:pt idx="201">
                  <c:v>0.39763779527559001</c:v>
                </c:pt>
                <c:pt idx="202">
                  <c:v>0.39960629921259799</c:v>
                </c:pt>
                <c:pt idx="203">
                  <c:v>0.40157480314960597</c:v>
                </c:pt>
                <c:pt idx="204">
                  <c:v>0.40354330708661401</c:v>
                </c:pt>
                <c:pt idx="205">
                  <c:v>0.40551181102362099</c:v>
                </c:pt>
                <c:pt idx="206">
                  <c:v>0.40748031496062898</c:v>
                </c:pt>
                <c:pt idx="207">
                  <c:v>0.40944881889763701</c:v>
                </c:pt>
                <c:pt idx="208">
                  <c:v>0.41141732283464499</c:v>
                </c:pt>
                <c:pt idx="209">
                  <c:v>0.41338582677165298</c:v>
                </c:pt>
                <c:pt idx="210">
                  <c:v>0.41535433070866101</c:v>
                </c:pt>
                <c:pt idx="211">
                  <c:v>0.41732283464566899</c:v>
                </c:pt>
                <c:pt idx="212">
                  <c:v>0.41929133858267598</c:v>
                </c:pt>
                <c:pt idx="213">
                  <c:v>0.42125984251968401</c:v>
                </c:pt>
                <c:pt idx="214">
                  <c:v>0.423228346456692</c:v>
                </c:pt>
                <c:pt idx="215">
                  <c:v>0.42519685039369998</c:v>
                </c:pt>
                <c:pt idx="216">
                  <c:v>0.42716535433070801</c:v>
                </c:pt>
                <c:pt idx="217">
                  <c:v>0.429133858267716</c:v>
                </c:pt>
                <c:pt idx="218">
                  <c:v>0.43110236220472398</c:v>
                </c:pt>
                <c:pt idx="219">
                  <c:v>0.43307086614173201</c:v>
                </c:pt>
                <c:pt idx="220">
                  <c:v>0.435039370078739</c:v>
                </c:pt>
                <c:pt idx="221">
                  <c:v>0.43700787401574698</c:v>
                </c:pt>
                <c:pt idx="222">
                  <c:v>0.43897637795275501</c:v>
                </c:pt>
                <c:pt idx="223">
                  <c:v>0.440944881889763</c:v>
                </c:pt>
                <c:pt idx="224">
                  <c:v>0.44291338582677098</c:v>
                </c:pt>
                <c:pt idx="225">
                  <c:v>0.44488188976377901</c:v>
                </c:pt>
                <c:pt idx="226">
                  <c:v>0.446850393700787</c:v>
                </c:pt>
                <c:pt idx="227">
                  <c:v>0.44881889763779498</c:v>
                </c:pt>
                <c:pt idx="228">
                  <c:v>0.45078740157480202</c:v>
                </c:pt>
                <c:pt idx="229">
                  <c:v>0.45275590551181</c:v>
                </c:pt>
                <c:pt idx="230">
                  <c:v>0.45472440944881798</c:v>
                </c:pt>
                <c:pt idx="231">
                  <c:v>0.45669291338582602</c:v>
                </c:pt>
                <c:pt idx="232">
                  <c:v>0.458661417322834</c:v>
                </c:pt>
                <c:pt idx="233">
                  <c:v>0.46062992125984198</c:v>
                </c:pt>
                <c:pt idx="234">
                  <c:v>0.46259842519685002</c:v>
                </c:pt>
                <c:pt idx="235">
                  <c:v>0.464566929133857</c:v>
                </c:pt>
                <c:pt idx="236">
                  <c:v>0.46653543307086498</c:v>
                </c:pt>
                <c:pt idx="237">
                  <c:v>0.46850393700787302</c:v>
                </c:pt>
                <c:pt idx="238">
                  <c:v>0.470472440944881</c:v>
                </c:pt>
                <c:pt idx="239">
                  <c:v>0.47244094488188898</c:v>
                </c:pt>
                <c:pt idx="240">
                  <c:v>0.47440944881889702</c:v>
                </c:pt>
                <c:pt idx="241">
                  <c:v>0.476377952755905</c:v>
                </c:pt>
                <c:pt idx="242">
                  <c:v>0.47834645669291298</c:v>
                </c:pt>
                <c:pt idx="243">
                  <c:v>0.48031496062992002</c:v>
                </c:pt>
                <c:pt idx="244">
                  <c:v>0.482283464566928</c:v>
                </c:pt>
                <c:pt idx="245">
                  <c:v>0.48425196850393598</c:v>
                </c:pt>
                <c:pt idx="246">
                  <c:v>0.48622047244094402</c:v>
                </c:pt>
                <c:pt idx="247">
                  <c:v>0.488188976377952</c:v>
                </c:pt>
                <c:pt idx="248">
                  <c:v>0.49015748031495998</c:v>
                </c:pt>
                <c:pt idx="249">
                  <c:v>0.49212598425196802</c:v>
                </c:pt>
                <c:pt idx="250">
                  <c:v>0.494094488188976</c:v>
                </c:pt>
                <c:pt idx="251">
                  <c:v>0.49606299212598298</c:v>
                </c:pt>
                <c:pt idx="252">
                  <c:v>0.49803149606299102</c:v>
                </c:pt>
                <c:pt idx="253">
                  <c:v>0.499999999999999</c:v>
                </c:pt>
                <c:pt idx="254">
                  <c:v>0.50196850393700698</c:v>
                </c:pt>
                <c:pt idx="255">
                  <c:v>0.50393700787401496</c:v>
                </c:pt>
                <c:pt idx="256">
                  <c:v>0.50590551181102295</c:v>
                </c:pt>
                <c:pt idx="257">
                  <c:v>0.50787401574803104</c:v>
                </c:pt>
                <c:pt idx="258">
                  <c:v>0.50984251968503902</c:v>
                </c:pt>
                <c:pt idx="259">
                  <c:v>0.511811023622046</c:v>
                </c:pt>
                <c:pt idx="260">
                  <c:v>0.51377952755905398</c:v>
                </c:pt>
                <c:pt idx="261">
                  <c:v>0.51574803149606196</c:v>
                </c:pt>
                <c:pt idx="262">
                  <c:v>0.51771653543306995</c:v>
                </c:pt>
                <c:pt idx="263">
                  <c:v>0.51968503937007804</c:v>
                </c:pt>
                <c:pt idx="264">
                  <c:v>0.52165354330708602</c:v>
                </c:pt>
                <c:pt idx="265">
                  <c:v>0.523622047244094</c:v>
                </c:pt>
                <c:pt idx="266">
                  <c:v>0.52559055118110198</c:v>
                </c:pt>
                <c:pt idx="267">
                  <c:v>0.52755905511810897</c:v>
                </c:pt>
                <c:pt idx="268">
                  <c:v>0.52952755905511695</c:v>
                </c:pt>
                <c:pt idx="269">
                  <c:v>0.53149606299212504</c:v>
                </c:pt>
                <c:pt idx="270">
                  <c:v>0.53346456692913302</c:v>
                </c:pt>
                <c:pt idx="271">
                  <c:v>0.535433070866141</c:v>
                </c:pt>
                <c:pt idx="272">
                  <c:v>0.53740157480314898</c:v>
                </c:pt>
                <c:pt idx="273">
                  <c:v>0.53937007874015697</c:v>
                </c:pt>
                <c:pt idx="274">
                  <c:v>0.54133858267716495</c:v>
                </c:pt>
                <c:pt idx="275">
                  <c:v>0.54330708661417204</c:v>
                </c:pt>
                <c:pt idx="276">
                  <c:v>0.54527559055118002</c:v>
                </c:pt>
                <c:pt idx="277">
                  <c:v>0.547244094488188</c:v>
                </c:pt>
                <c:pt idx="278">
                  <c:v>0.54921259842519599</c:v>
                </c:pt>
                <c:pt idx="279">
                  <c:v>0.55118110236220397</c:v>
                </c:pt>
                <c:pt idx="280">
                  <c:v>0.55314960629921195</c:v>
                </c:pt>
                <c:pt idx="281">
                  <c:v>0.55511811023622004</c:v>
                </c:pt>
                <c:pt idx="282">
                  <c:v>0.55708661417322702</c:v>
                </c:pt>
                <c:pt idx="283">
                  <c:v>0.55905511811023501</c:v>
                </c:pt>
                <c:pt idx="284">
                  <c:v>0.56102362204724299</c:v>
                </c:pt>
                <c:pt idx="285">
                  <c:v>0.56299212598425097</c:v>
                </c:pt>
                <c:pt idx="286">
                  <c:v>0.56496062992125895</c:v>
                </c:pt>
                <c:pt idx="287">
                  <c:v>0.56692913385826704</c:v>
                </c:pt>
                <c:pt idx="288">
                  <c:v>0.56889763779527502</c:v>
                </c:pt>
                <c:pt idx="289">
                  <c:v>0.57086614173228301</c:v>
                </c:pt>
                <c:pt idx="290">
                  <c:v>0.57283464566928999</c:v>
                </c:pt>
                <c:pt idx="291">
                  <c:v>0.57480314960629797</c:v>
                </c:pt>
                <c:pt idx="292">
                  <c:v>0.57677165354330595</c:v>
                </c:pt>
                <c:pt idx="293">
                  <c:v>0.57874015748031404</c:v>
                </c:pt>
                <c:pt idx="294">
                  <c:v>0.58070866141732203</c:v>
                </c:pt>
                <c:pt idx="295">
                  <c:v>0.58267716535433001</c:v>
                </c:pt>
                <c:pt idx="296">
                  <c:v>0.58464566929133799</c:v>
                </c:pt>
                <c:pt idx="297">
                  <c:v>0.58661417322834597</c:v>
                </c:pt>
                <c:pt idx="298">
                  <c:v>0.58858267716535295</c:v>
                </c:pt>
                <c:pt idx="299">
                  <c:v>0.59055118110236104</c:v>
                </c:pt>
                <c:pt idx="300">
                  <c:v>0.59251968503936903</c:v>
                </c:pt>
                <c:pt idx="301">
                  <c:v>0.59448818897637701</c:v>
                </c:pt>
                <c:pt idx="302">
                  <c:v>0.59645669291338499</c:v>
                </c:pt>
                <c:pt idx="303">
                  <c:v>0.59842519685039297</c:v>
                </c:pt>
                <c:pt idx="304">
                  <c:v>0.60039370078740095</c:v>
                </c:pt>
                <c:pt idx="305">
                  <c:v>0.60236220472440805</c:v>
                </c:pt>
                <c:pt idx="306">
                  <c:v>0.60433070866141603</c:v>
                </c:pt>
                <c:pt idx="307">
                  <c:v>0.60629921259842401</c:v>
                </c:pt>
                <c:pt idx="308">
                  <c:v>0.60826771653543199</c:v>
                </c:pt>
                <c:pt idx="309">
                  <c:v>0.61023622047243997</c:v>
                </c:pt>
                <c:pt idx="310">
                  <c:v>0.61220472440944795</c:v>
                </c:pt>
                <c:pt idx="311">
                  <c:v>0.61417322834645605</c:v>
                </c:pt>
                <c:pt idx="312">
                  <c:v>0.61614173228346403</c:v>
                </c:pt>
                <c:pt idx="313">
                  <c:v>0.61811023622047101</c:v>
                </c:pt>
                <c:pt idx="314">
                  <c:v>0.62007874015747899</c:v>
                </c:pt>
                <c:pt idx="315">
                  <c:v>0.62204724409448697</c:v>
                </c:pt>
                <c:pt idx="316">
                  <c:v>0.62401574803149495</c:v>
                </c:pt>
                <c:pt idx="317">
                  <c:v>0.62598425196850305</c:v>
                </c:pt>
                <c:pt idx="318">
                  <c:v>0.62795275590551103</c:v>
                </c:pt>
                <c:pt idx="319">
                  <c:v>0.62992125984251901</c:v>
                </c:pt>
                <c:pt idx="320">
                  <c:v>0.63188976377952699</c:v>
                </c:pt>
                <c:pt idx="321">
                  <c:v>0.63385826771653397</c:v>
                </c:pt>
                <c:pt idx="322">
                  <c:v>0.63582677165354196</c:v>
                </c:pt>
                <c:pt idx="323">
                  <c:v>0.63779527559055005</c:v>
                </c:pt>
                <c:pt idx="324">
                  <c:v>0.63976377952755803</c:v>
                </c:pt>
                <c:pt idx="325">
                  <c:v>0.64173228346456601</c:v>
                </c:pt>
                <c:pt idx="326">
                  <c:v>0.64370078740157399</c:v>
                </c:pt>
                <c:pt idx="327">
                  <c:v>0.64566929133858197</c:v>
                </c:pt>
                <c:pt idx="328">
                  <c:v>0.64763779527558996</c:v>
                </c:pt>
                <c:pt idx="329">
                  <c:v>0.64960629921259705</c:v>
                </c:pt>
                <c:pt idx="330">
                  <c:v>0.65157480314960503</c:v>
                </c:pt>
                <c:pt idx="331">
                  <c:v>0.65354330708661301</c:v>
                </c:pt>
                <c:pt idx="332">
                  <c:v>0.65551181102362099</c:v>
                </c:pt>
                <c:pt idx="333">
                  <c:v>0.65748031496062898</c:v>
                </c:pt>
                <c:pt idx="334">
                  <c:v>0.65944881889763696</c:v>
                </c:pt>
                <c:pt idx="335">
                  <c:v>0.66141732283464505</c:v>
                </c:pt>
                <c:pt idx="336">
                  <c:v>0.66338582677165203</c:v>
                </c:pt>
                <c:pt idx="337">
                  <c:v>0.66535433070866001</c:v>
                </c:pt>
                <c:pt idx="338">
                  <c:v>0.66732283464566799</c:v>
                </c:pt>
                <c:pt idx="339">
                  <c:v>0.66929133858267598</c:v>
                </c:pt>
                <c:pt idx="340">
                  <c:v>0.67125984251968396</c:v>
                </c:pt>
                <c:pt idx="341">
                  <c:v>0.67322834645669205</c:v>
                </c:pt>
                <c:pt idx="342">
                  <c:v>0.67519685039370003</c:v>
                </c:pt>
                <c:pt idx="343">
                  <c:v>0.67716535433070801</c:v>
                </c:pt>
                <c:pt idx="344">
                  <c:v>0.679133858267715</c:v>
                </c:pt>
                <c:pt idx="345">
                  <c:v>0.68110236220472298</c:v>
                </c:pt>
                <c:pt idx="346">
                  <c:v>0.68307086614173096</c:v>
                </c:pt>
                <c:pt idx="347">
                  <c:v>0.68503937007873905</c:v>
                </c:pt>
                <c:pt idx="348">
                  <c:v>0.68700787401574703</c:v>
                </c:pt>
                <c:pt idx="349">
                  <c:v>0.68897637795275501</c:v>
                </c:pt>
                <c:pt idx="350">
                  <c:v>0.690944881889763</c:v>
                </c:pt>
                <c:pt idx="351">
                  <c:v>0.69291338582677098</c:v>
                </c:pt>
                <c:pt idx="352">
                  <c:v>0.69488188976377796</c:v>
                </c:pt>
                <c:pt idx="353">
                  <c:v>0.69685039370078605</c:v>
                </c:pt>
                <c:pt idx="354">
                  <c:v>0.69881889763779403</c:v>
                </c:pt>
                <c:pt idx="355">
                  <c:v>0.70078740157480202</c:v>
                </c:pt>
                <c:pt idx="356">
                  <c:v>0.70275590551181</c:v>
                </c:pt>
                <c:pt idx="357">
                  <c:v>0.70472440944881798</c:v>
                </c:pt>
                <c:pt idx="358">
                  <c:v>0.70669291338582596</c:v>
                </c:pt>
                <c:pt idx="359">
                  <c:v>0.70866141732283305</c:v>
                </c:pt>
                <c:pt idx="360">
                  <c:v>0.71062992125984104</c:v>
                </c:pt>
                <c:pt idx="361">
                  <c:v>0.71259842519684902</c:v>
                </c:pt>
                <c:pt idx="362">
                  <c:v>0.714566929133857</c:v>
                </c:pt>
                <c:pt idx="363">
                  <c:v>0.71653543307086498</c:v>
                </c:pt>
                <c:pt idx="364">
                  <c:v>0.71850393700787296</c:v>
                </c:pt>
                <c:pt idx="365">
                  <c:v>0.72047244094488105</c:v>
                </c:pt>
                <c:pt idx="366">
                  <c:v>0.72244094488188904</c:v>
                </c:pt>
                <c:pt idx="367">
                  <c:v>0.72440944881889602</c:v>
                </c:pt>
                <c:pt idx="368">
                  <c:v>0.726377952755904</c:v>
                </c:pt>
                <c:pt idx="369">
                  <c:v>0.72834645669291198</c:v>
                </c:pt>
                <c:pt idx="370">
                  <c:v>0.73031496062991996</c:v>
                </c:pt>
                <c:pt idx="371">
                  <c:v>0.73228346456692806</c:v>
                </c:pt>
                <c:pt idx="372">
                  <c:v>0.73425196850393604</c:v>
                </c:pt>
                <c:pt idx="373">
                  <c:v>0.73622047244094402</c:v>
                </c:pt>
                <c:pt idx="374">
                  <c:v>0.738188976377952</c:v>
                </c:pt>
                <c:pt idx="375">
                  <c:v>0.74015748031495898</c:v>
                </c:pt>
                <c:pt idx="376">
                  <c:v>0.74212598425196696</c:v>
                </c:pt>
                <c:pt idx="377">
                  <c:v>0.74409448818897495</c:v>
                </c:pt>
                <c:pt idx="378">
                  <c:v>0.74606299212598304</c:v>
                </c:pt>
                <c:pt idx="379">
                  <c:v>0.74803149606299102</c:v>
                </c:pt>
                <c:pt idx="380">
                  <c:v>0.749999999999999</c:v>
                </c:pt>
                <c:pt idx="381">
                  <c:v>0.75196850393700698</c:v>
                </c:pt>
                <c:pt idx="382">
                  <c:v>0.75393700787401496</c:v>
                </c:pt>
                <c:pt idx="383">
                  <c:v>0.75590551181102195</c:v>
                </c:pt>
                <c:pt idx="384">
                  <c:v>0.75787401574803004</c:v>
                </c:pt>
                <c:pt idx="385">
                  <c:v>0.75984251968503802</c:v>
                </c:pt>
                <c:pt idx="386">
                  <c:v>0.761811023622046</c:v>
                </c:pt>
                <c:pt idx="387">
                  <c:v>0.76377952755905398</c:v>
                </c:pt>
                <c:pt idx="388">
                  <c:v>0.76574803149606196</c:v>
                </c:pt>
                <c:pt idx="389">
                  <c:v>0.76771653543306995</c:v>
                </c:pt>
                <c:pt idx="390">
                  <c:v>0.76968503937007704</c:v>
                </c:pt>
                <c:pt idx="391">
                  <c:v>0.77165354330708502</c:v>
                </c:pt>
                <c:pt idx="392">
                  <c:v>0.773622047244093</c:v>
                </c:pt>
                <c:pt idx="393">
                  <c:v>0.77559055118110098</c:v>
                </c:pt>
                <c:pt idx="394">
                  <c:v>0.77755905511810897</c:v>
                </c:pt>
                <c:pt idx="395">
                  <c:v>0.77952755905511695</c:v>
                </c:pt>
                <c:pt idx="396">
                  <c:v>0.78149606299212504</c:v>
                </c:pt>
                <c:pt idx="397">
                  <c:v>0.78346456692913302</c:v>
                </c:pt>
                <c:pt idx="398">
                  <c:v>0.78543307086614</c:v>
                </c:pt>
                <c:pt idx="399">
                  <c:v>0.78740157480314799</c:v>
                </c:pt>
                <c:pt idx="400">
                  <c:v>0.78937007874015597</c:v>
                </c:pt>
                <c:pt idx="401">
                  <c:v>0.79133858267716395</c:v>
                </c:pt>
                <c:pt idx="402">
                  <c:v>0.79330708661417204</c:v>
                </c:pt>
                <c:pt idx="403">
                  <c:v>0.79527559055118002</c:v>
                </c:pt>
                <c:pt idx="404">
                  <c:v>0.797244094488188</c:v>
                </c:pt>
                <c:pt idx="405">
                  <c:v>0.79921259842519599</c:v>
                </c:pt>
                <c:pt idx="406">
                  <c:v>0.80118110236220297</c:v>
                </c:pt>
                <c:pt idx="407">
                  <c:v>0.80314960629921095</c:v>
                </c:pt>
                <c:pt idx="408">
                  <c:v>0.80511811023621904</c:v>
                </c:pt>
                <c:pt idx="409">
                  <c:v>0.80708661417322702</c:v>
                </c:pt>
                <c:pt idx="410">
                  <c:v>0.80905511811023501</c:v>
                </c:pt>
                <c:pt idx="411">
                  <c:v>0.81102362204724299</c:v>
                </c:pt>
                <c:pt idx="412">
                  <c:v>0.81299212598425097</c:v>
                </c:pt>
                <c:pt idx="413">
                  <c:v>0.81496062992125895</c:v>
                </c:pt>
                <c:pt idx="414">
                  <c:v>0.81692913385826604</c:v>
                </c:pt>
                <c:pt idx="415">
                  <c:v>0.81889763779527402</c:v>
                </c:pt>
                <c:pt idx="416">
                  <c:v>0.82086614173228201</c:v>
                </c:pt>
                <c:pt idx="417">
                  <c:v>0.82283464566928999</c:v>
                </c:pt>
                <c:pt idx="418">
                  <c:v>0.82480314960629797</c:v>
                </c:pt>
                <c:pt idx="419">
                  <c:v>0.82677165354330595</c:v>
                </c:pt>
                <c:pt idx="420">
                  <c:v>0.82874015748031404</c:v>
                </c:pt>
                <c:pt idx="421">
                  <c:v>0.83070866141732103</c:v>
                </c:pt>
                <c:pt idx="422">
                  <c:v>0.83267716535432901</c:v>
                </c:pt>
                <c:pt idx="423">
                  <c:v>0.83464566929133699</c:v>
                </c:pt>
                <c:pt idx="424">
                  <c:v>0.83661417322834497</c:v>
                </c:pt>
                <c:pt idx="425">
                  <c:v>0.83858267716535295</c:v>
                </c:pt>
                <c:pt idx="426">
                  <c:v>0.84055118110236104</c:v>
                </c:pt>
                <c:pt idx="427">
                  <c:v>0.84251968503936903</c:v>
                </c:pt>
                <c:pt idx="428">
                  <c:v>0.84448818897637701</c:v>
                </c:pt>
                <c:pt idx="429">
                  <c:v>0.84645669291338399</c:v>
                </c:pt>
                <c:pt idx="430">
                  <c:v>0.84842519685039197</c:v>
                </c:pt>
                <c:pt idx="431">
                  <c:v>0.85039370078739995</c:v>
                </c:pt>
                <c:pt idx="432">
                  <c:v>0.85236220472440805</c:v>
                </c:pt>
                <c:pt idx="433">
                  <c:v>0.85433070866141603</c:v>
                </c:pt>
                <c:pt idx="434">
                  <c:v>0.85629921259842401</c:v>
                </c:pt>
                <c:pt idx="435">
                  <c:v>0.85826771653543199</c:v>
                </c:pt>
                <c:pt idx="436">
                  <c:v>0.86023622047243997</c:v>
                </c:pt>
                <c:pt idx="437">
                  <c:v>0.86220472440944695</c:v>
                </c:pt>
                <c:pt idx="438">
                  <c:v>0.86417322834645505</c:v>
                </c:pt>
                <c:pt idx="439">
                  <c:v>0.86614173228346303</c:v>
                </c:pt>
                <c:pt idx="440">
                  <c:v>0.86811023622047101</c:v>
                </c:pt>
                <c:pt idx="441">
                  <c:v>0.87007874015747899</c:v>
                </c:pt>
                <c:pt idx="442">
                  <c:v>0.87204724409448697</c:v>
                </c:pt>
                <c:pt idx="443">
                  <c:v>0.87401574803149495</c:v>
                </c:pt>
                <c:pt idx="444">
                  <c:v>0.87598425196850205</c:v>
                </c:pt>
                <c:pt idx="445">
                  <c:v>0.87795275590551003</c:v>
                </c:pt>
                <c:pt idx="446">
                  <c:v>0.87992125984251801</c:v>
                </c:pt>
                <c:pt idx="447">
                  <c:v>0.88188976377952599</c:v>
                </c:pt>
                <c:pt idx="448">
                  <c:v>0.88385826771653397</c:v>
                </c:pt>
                <c:pt idx="449">
                  <c:v>0.88582677165354196</c:v>
                </c:pt>
                <c:pt idx="450">
                  <c:v>0.88779527559055005</c:v>
                </c:pt>
                <c:pt idx="451">
                  <c:v>0.88976377952755803</c:v>
                </c:pt>
                <c:pt idx="452">
                  <c:v>0.89173228346456501</c:v>
                </c:pt>
                <c:pt idx="453">
                  <c:v>0.89370078740157299</c:v>
                </c:pt>
                <c:pt idx="454">
                  <c:v>0.89566929133858098</c:v>
                </c:pt>
                <c:pt idx="455">
                  <c:v>0.89763779527558896</c:v>
                </c:pt>
                <c:pt idx="456">
                  <c:v>0.89960629921259705</c:v>
                </c:pt>
                <c:pt idx="457">
                  <c:v>0.90157480314960503</c:v>
                </c:pt>
                <c:pt idx="458">
                  <c:v>0.90354330708661301</c:v>
                </c:pt>
                <c:pt idx="459">
                  <c:v>0.90551181102362099</c:v>
                </c:pt>
                <c:pt idx="460">
                  <c:v>0.90748031496062798</c:v>
                </c:pt>
                <c:pt idx="461">
                  <c:v>0.90944881889763596</c:v>
                </c:pt>
                <c:pt idx="462">
                  <c:v>0.91141732283464405</c:v>
                </c:pt>
                <c:pt idx="463">
                  <c:v>0.91338582677165203</c:v>
                </c:pt>
                <c:pt idx="464">
                  <c:v>0.91535433070866001</c:v>
                </c:pt>
                <c:pt idx="465">
                  <c:v>0.91732283464566799</c:v>
                </c:pt>
                <c:pt idx="466">
                  <c:v>0.91929133858267598</c:v>
                </c:pt>
                <c:pt idx="467">
                  <c:v>0.92125984251968396</c:v>
                </c:pt>
                <c:pt idx="468">
                  <c:v>0.92322834645669105</c:v>
                </c:pt>
                <c:pt idx="469">
                  <c:v>0.92519685039369903</c:v>
                </c:pt>
                <c:pt idx="470">
                  <c:v>0.92716535433070701</c:v>
                </c:pt>
                <c:pt idx="471">
                  <c:v>0.929133858267715</c:v>
                </c:pt>
                <c:pt idx="472">
                  <c:v>0.93110236220472298</c:v>
                </c:pt>
                <c:pt idx="473">
                  <c:v>0.93307086614173096</c:v>
                </c:pt>
                <c:pt idx="474">
                  <c:v>0.93503937007873905</c:v>
                </c:pt>
                <c:pt idx="475">
                  <c:v>0.93700787401574603</c:v>
                </c:pt>
                <c:pt idx="476">
                  <c:v>0.93897637795275402</c:v>
                </c:pt>
                <c:pt idx="477">
                  <c:v>0.940944881889762</c:v>
                </c:pt>
                <c:pt idx="478">
                  <c:v>0.94291338582676998</c:v>
                </c:pt>
                <c:pt idx="479">
                  <c:v>0.94488188976377796</c:v>
                </c:pt>
                <c:pt idx="480">
                  <c:v>0.94685039370078605</c:v>
                </c:pt>
                <c:pt idx="481">
                  <c:v>0.94881889763779403</c:v>
                </c:pt>
                <c:pt idx="482">
                  <c:v>0.95078740157480202</c:v>
                </c:pt>
                <c:pt idx="483">
                  <c:v>0.952755905511809</c:v>
                </c:pt>
                <c:pt idx="484">
                  <c:v>0.95472440944881698</c:v>
                </c:pt>
                <c:pt idx="485">
                  <c:v>0.95669291338582496</c:v>
                </c:pt>
                <c:pt idx="486">
                  <c:v>0.95866141732283305</c:v>
                </c:pt>
                <c:pt idx="487">
                  <c:v>0.96062992125984104</c:v>
                </c:pt>
                <c:pt idx="488">
                  <c:v>0.96259842519684902</c:v>
                </c:pt>
                <c:pt idx="489">
                  <c:v>0.964566929133857</c:v>
                </c:pt>
                <c:pt idx="490">
                  <c:v>0.96653543307086498</c:v>
                </c:pt>
                <c:pt idx="491">
                  <c:v>0.96850393700787196</c:v>
                </c:pt>
                <c:pt idx="492">
                  <c:v>0.97047244094488005</c:v>
                </c:pt>
                <c:pt idx="493">
                  <c:v>0.97244094488188804</c:v>
                </c:pt>
                <c:pt idx="494">
                  <c:v>0.97440944881889602</c:v>
                </c:pt>
                <c:pt idx="495">
                  <c:v>0.976377952755904</c:v>
                </c:pt>
                <c:pt idx="496">
                  <c:v>0.97834645669291198</c:v>
                </c:pt>
                <c:pt idx="497">
                  <c:v>0.98031496062991996</c:v>
                </c:pt>
                <c:pt idx="498">
                  <c:v>0.98228346456692694</c:v>
                </c:pt>
                <c:pt idx="499">
                  <c:v>0.98425196850393504</c:v>
                </c:pt>
                <c:pt idx="500">
                  <c:v>0.98622047244094302</c:v>
                </c:pt>
                <c:pt idx="501">
                  <c:v>0.988188976377951</c:v>
                </c:pt>
                <c:pt idx="502">
                  <c:v>0.99015748031495898</c:v>
                </c:pt>
                <c:pt idx="503">
                  <c:v>0.99212598425196696</c:v>
                </c:pt>
                <c:pt idx="504">
                  <c:v>0.99409448818897495</c:v>
                </c:pt>
                <c:pt idx="505">
                  <c:v>0.99606299212598304</c:v>
                </c:pt>
                <c:pt idx="506">
                  <c:v>0.99803149606299002</c:v>
                </c:pt>
              </c:numCache>
            </c:numRef>
          </c:xVal>
          <c:yVal>
            <c:numRef>
              <c:f>'2,3,4混合CDF'!$F$2:$F$508</c:f>
              <c:numCache>
                <c:formatCode>General</c:formatCode>
                <c:ptCount val="507"/>
                <c:pt idx="0">
                  <c:v>2.93255131964807E-3</c:v>
                </c:pt>
                <c:pt idx="1">
                  <c:v>2.93255131964807E-3</c:v>
                </c:pt>
                <c:pt idx="2">
                  <c:v>2.93255131964807E-3</c:v>
                </c:pt>
                <c:pt idx="3">
                  <c:v>2.93255131964807E-3</c:v>
                </c:pt>
                <c:pt idx="4">
                  <c:v>6.84261974584558E-3</c:v>
                </c:pt>
                <c:pt idx="5">
                  <c:v>1.2707722385141699E-2</c:v>
                </c:pt>
                <c:pt idx="6">
                  <c:v>1.2707722385141699E-2</c:v>
                </c:pt>
                <c:pt idx="7">
                  <c:v>1.6617790811339201E-2</c:v>
                </c:pt>
                <c:pt idx="8">
                  <c:v>2.2482893450635401E-2</c:v>
                </c:pt>
                <c:pt idx="9">
                  <c:v>2.2482893450635401E-2</c:v>
                </c:pt>
                <c:pt idx="10">
                  <c:v>2.2482893450635401E-2</c:v>
                </c:pt>
                <c:pt idx="11">
                  <c:v>2.2482893450635401E-2</c:v>
                </c:pt>
                <c:pt idx="12">
                  <c:v>2.6392961876832901E-2</c:v>
                </c:pt>
                <c:pt idx="13">
                  <c:v>2.6392961876832901E-2</c:v>
                </c:pt>
                <c:pt idx="14">
                  <c:v>2.6392961876832901E-2</c:v>
                </c:pt>
                <c:pt idx="15">
                  <c:v>2.6392961876832901E-2</c:v>
                </c:pt>
                <c:pt idx="16">
                  <c:v>2.6392961876832901E-2</c:v>
                </c:pt>
                <c:pt idx="17">
                  <c:v>2.6392961876832901E-2</c:v>
                </c:pt>
                <c:pt idx="18">
                  <c:v>2.6392961876832901E-2</c:v>
                </c:pt>
                <c:pt idx="19">
                  <c:v>3.2258064516128997E-2</c:v>
                </c:pt>
                <c:pt idx="20">
                  <c:v>3.2258064516128997E-2</c:v>
                </c:pt>
                <c:pt idx="21">
                  <c:v>3.2258064516128997E-2</c:v>
                </c:pt>
                <c:pt idx="22">
                  <c:v>3.2258064516128997E-2</c:v>
                </c:pt>
                <c:pt idx="23">
                  <c:v>3.2258064516128997E-2</c:v>
                </c:pt>
                <c:pt idx="24">
                  <c:v>3.2258064516128997E-2</c:v>
                </c:pt>
                <c:pt idx="25">
                  <c:v>4.2033235581622697E-2</c:v>
                </c:pt>
                <c:pt idx="26">
                  <c:v>4.59433040078202E-2</c:v>
                </c:pt>
                <c:pt idx="27">
                  <c:v>4.59433040078202E-2</c:v>
                </c:pt>
                <c:pt idx="28">
                  <c:v>5.1808406647116299E-2</c:v>
                </c:pt>
                <c:pt idx="29">
                  <c:v>5.5718475073313803E-2</c:v>
                </c:pt>
                <c:pt idx="30">
                  <c:v>6.1583577712609902E-2</c:v>
                </c:pt>
                <c:pt idx="31">
                  <c:v>6.5493646138807496E-2</c:v>
                </c:pt>
                <c:pt idx="32">
                  <c:v>6.5493646138807496E-2</c:v>
                </c:pt>
                <c:pt idx="33">
                  <c:v>6.5493646138807496E-2</c:v>
                </c:pt>
                <c:pt idx="34">
                  <c:v>7.1358748778103595E-2</c:v>
                </c:pt>
                <c:pt idx="35">
                  <c:v>7.1358748778103595E-2</c:v>
                </c:pt>
                <c:pt idx="36">
                  <c:v>7.1358748778103595E-2</c:v>
                </c:pt>
                <c:pt idx="37">
                  <c:v>7.5268817204301106E-2</c:v>
                </c:pt>
                <c:pt idx="38">
                  <c:v>8.1133919843597205E-2</c:v>
                </c:pt>
                <c:pt idx="39">
                  <c:v>8.5043988269794799E-2</c:v>
                </c:pt>
                <c:pt idx="40">
                  <c:v>9.0909090909090898E-2</c:v>
                </c:pt>
                <c:pt idx="41">
                  <c:v>9.0909090909090898E-2</c:v>
                </c:pt>
                <c:pt idx="42">
                  <c:v>9.0909090909090898E-2</c:v>
                </c:pt>
                <c:pt idx="43">
                  <c:v>9.4819159335288394E-2</c:v>
                </c:pt>
                <c:pt idx="44">
                  <c:v>9.4819159335288394E-2</c:v>
                </c:pt>
                <c:pt idx="45">
                  <c:v>9.4819159335288394E-2</c:v>
                </c:pt>
                <c:pt idx="46">
                  <c:v>9.4819159335288394E-2</c:v>
                </c:pt>
                <c:pt idx="47">
                  <c:v>9.4819159335288394E-2</c:v>
                </c:pt>
                <c:pt idx="48">
                  <c:v>0.10068426197458499</c:v>
                </c:pt>
                <c:pt idx="49">
                  <c:v>0.10068426197458499</c:v>
                </c:pt>
                <c:pt idx="50">
                  <c:v>0.10068426197458499</c:v>
                </c:pt>
                <c:pt idx="51">
                  <c:v>0.104594330400782</c:v>
                </c:pt>
                <c:pt idx="52">
                  <c:v>0.114369501466276</c:v>
                </c:pt>
                <c:pt idx="53">
                  <c:v>0.114369501466276</c:v>
                </c:pt>
                <c:pt idx="54">
                  <c:v>0.114369501466276</c:v>
                </c:pt>
                <c:pt idx="55">
                  <c:v>0.120234604105572</c:v>
                </c:pt>
                <c:pt idx="56">
                  <c:v>0.120234604105572</c:v>
                </c:pt>
                <c:pt idx="57">
                  <c:v>0.120234604105572</c:v>
                </c:pt>
                <c:pt idx="58">
                  <c:v>0.124144672531769</c:v>
                </c:pt>
                <c:pt idx="59">
                  <c:v>0.124144672531769</c:v>
                </c:pt>
                <c:pt idx="60">
                  <c:v>0.13000977517106499</c:v>
                </c:pt>
                <c:pt idx="61">
                  <c:v>0.13000977517106499</c:v>
                </c:pt>
                <c:pt idx="62">
                  <c:v>0.133919843597263</c:v>
                </c:pt>
                <c:pt idx="63">
                  <c:v>0.133919843597263</c:v>
                </c:pt>
                <c:pt idx="64">
                  <c:v>0.13978494623655899</c:v>
                </c:pt>
                <c:pt idx="65">
                  <c:v>0.14956011730205299</c:v>
                </c:pt>
                <c:pt idx="66">
                  <c:v>0.14956011730205299</c:v>
                </c:pt>
                <c:pt idx="67">
                  <c:v>0.15347018572825</c:v>
                </c:pt>
                <c:pt idx="68">
                  <c:v>0.15347018572825</c:v>
                </c:pt>
                <c:pt idx="69">
                  <c:v>0.15347018572825</c:v>
                </c:pt>
                <c:pt idx="70">
                  <c:v>0.15347018572825</c:v>
                </c:pt>
                <c:pt idx="71">
                  <c:v>0.15933528836754601</c:v>
                </c:pt>
                <c:pt idx="72">
                  <c:v>0.15933528836754601</c:v>
                </c:pt>
                <c:pt idx="73">
                  <c:v>0.15933528836754601</c:v>
                </c:pt>
                <c:pt idx="74">
                  <c:v>0.15933528836754601</c:v>
                </c:pt>
                <c:pt idx="75">
                  <c:v>0.15933528836754601</c:v>
                </c:pt>
                <c:pt idx="76">
                  <c:v>0.15933528836754601</c:v>
                </c:pt>
                <c:pt idx="77">
                  <c:v>0.163245356793744</c:v>
                </c:pt>
                <c:pt idx="78">
                  <c:v>0.163245356793744</c:v>
                </c:pt>
                <c:pt idx="79">
                  <c:v>0.163245356793744</c:v>
                </c:pt>
                <c:pt idx="80">
                  <c:v>0.163245356793744</c:v>
                </c:pt>
                <c:pt idx="81">
                  <c:v>0.163245356793744</c:v>
                </c:pt>
                <c:pt idx="82">
                  <c:v>0.163245356793744</c:v>
                </c:pt>
                <c:pt idx="83">
                  <c:v>0.163245356793744</c:v>
                </c:pt>
                <c:pt idx="84">
                  <c:v>0.163245356793744</c:v>
                </c:pt>
                <c:pt idx="85">
                  <c:v>0.16911045943304001</c:v>
                </c:pt>
                <c:pt idx="86">
                  <c:v>0.16911045943304001</c:v>
                </c:pt>
                <c:pt idx="87">
                  <c:v>0.17302052785923799</c:v>
                </c:pt>
                <c:pt idx="88">
                  <c:v>0.17302052785923799</c:v>
                </c:pt>
                <c:pt idx="89">
                  <c:v>0.17302052785923799</c:v>
                </c:pt>
                <c:pt idx="90">
                  <c:v>0.17302052785923799</c:v>
                </c:pt>
                <c:pt idx="91">
                  <c:v>0.17302052785923799</c:v>
                </c:pt>
                <c:pt idx="92">
                  <c:v>0.17302052785923799</c:v>
                </c:pt>
                <c:pt idx="93">
                  <c:v>0.17302052785923799</c:v>
                </c:pt>
                <c:pt idx="94">
                  <c:v>0.17302052785923799</c:v>
                </c:pt>
                <c:pt idx="95">
                  <c:v>0.17302052785923799</c:v>
                </c:pt>
                <c:pt idx="96">
                  <c:v>0.17888563049853401</c:v>
                </c:pt>
                <c:pt idx="97">
                  <c:v>0.18279569892473099</c:v>
                </c:pt>
                <c:pt idx="98">
                  <c:v>0.18279569892473099</c:v>
                </c:pt>
                <c:pt idx="99">
                  <c:v>0.18279569892473099</c:v>
                </c:pt>
                <c:pt idx="100">
                  <c:v>0.18279569892473099</c:v>
                </c:pt>
                <c:pt idx="101">
                  <c:v>0.18279569892473099</c:v>
                </c:pt>
                <c:pt idx="102">
                  <c:v>0.18279569892473099</c:v>
                </c:pt>
                <c:pt idx="103">
                  <c:v>0.18279569892473099</c:v>
                </c:pt>
                <c:pt idx="104">
                  <c:v>0.18866080156402701</c:v>
                </c:pt>
                <c:pt idx="105">
                  <c:v>0.18866080156402701</c:v>
                </c:pt>
                <c:pt idx="106">
                  <c:v>0.18866080156402701</c:v>
                </c:pt>
                <c:pt idx="107">
                  <c:v>0.19257086999022499</c:v>
                </c:pt>
                <c:pt idx="108">
                  <c:v>0.19257086999022499</c:v>
                </c:pt>
                <c:pt idx="109">
                  <c:v>0.19843597262952101</c:v>
                </c:pt>
                <c:pt idx="110">
                  <c:v>0.20234604105571899</c:v>
                </c:pt>
                <c:pt idx="111">
                  <c:v>0.20234604105571899</c:v>
                </c:pt>
                <c:pt idx="112">
                  <c:v>0.20234604105571899</c:v>
                </c:pt>
                <c:pt idx="113">
                  <c:v>0.20821114369501501</c:v>
                </c:pt>
                <c:pt idx="114">
                  <c:v>0.21212121212121199</c:v>
                </c:pt>
                <c:pt idx="115">
                  <c:v>0.21212121212121199</c:v>
                </c:pt>
                <c:pt idx="116">
                  <c:v>0.217986314760508</c:v>
                </c:pt>
                <c:pt idx="117">
                  <c:v>0.217986314760508</c:v>
                </c:pt>
                <c:pt idx="118">
                  <c:v>0.227761485826002</c:v>
                </c:pt>
                <c:pt idx="119">
                  <c:v>0.23167155425219901</c:v>
                </c:pt>
                <c:pt idx="120">
                  <c:v>0.237536656891496</c:v>
                </c:pt>
                <c:pt idx="121">
                  <c:v>0.237536656891496</c:v>
                </c:pt>
                <c:pt idx="122">
                  <c:v>0.237536656891496</c:v>
                </c:pt>
                <c:pt idx="123">
                  <c:v>0.24144672531769301</c:v>
                </c:pt>
                <c:pt idx="124">
                  <c:v>0.247311827956989</c:v>
                </c:pt>
                <c:pt idx="125">
                  <c:v>0.25122189638318698</c:v>
                </c:pt>
                <c:pt idx="126">
                  <c:v>0.25122189638318698</c:v>
                </c:pt>
                <c:pt idx="127">
                  <c:v>0.25122189638318698</c:v>
                </c:pt>
                <c:pt idx="128">
                  <c:v>0.25122189638318698</c:v>
                </c:pt>
                <c:pt idx="129">
                  <c:v>0.257086999022483</c:v>
                </c:pt>
                <c:pt idx="130">
                  <c:v>0.26686217008797702</c:v>
                </c:pt>
                <c:pt idx="131">
                  <c:v>0.26686217008797702</c:v>
                </c:pt>
                <c:pt idx="132">
                  <c:v>0.26686217008797702</c:v>
                </c:pt>
                <c:pt idx="133">
                  <c:v>0.26686217008797702</c:v>
                </c:pt>
                <c:pt idx="134">
                  <c:v>0.26686217008797702</c:v>
                </c:pt>
                <c:pt idx="135">
                  <c:v>0.27077223851417398</c:v>
                </c:pt>
                <c:pt idx="136">
                  <c:v>0.27077223851417398</c:v>
                </c:pt>
                <c:pt idx="137">
                  <c:v>0.27663734115347</c:v>
                </c:pt>
                <c:pt idx="138">
                  <c:v>0.27663734115347</c:v>
                </c:pt>
                <c:pt idx="139">
                  <c:v>0.27663734115347</c:v>
                </c:pt>
                <c:pt idx="140">
                  <c:v>0.29618768328445699</c:v>
                </c:pt>
                <c:pt idx="141">
                  <c:v>0.300097751710655</c:v>
                </c:pt>
                <c:pt idx="142">
                  <c:v>0.30596285434995102</c:v>
                </c:pt>
                <c:pt idx="143">
                  <c:v>0.30596285434995102</c:v>
                </c:pt>
                <c:pt idx="144">
                  <c:v>0.30596285434995102</c:v>
                </c:pt>
                <c:pt idx="145">
                  <c:v>0.319648093841642</c:v>
                </c:pt>
                <c:pt idx="146">
                  <c:v>0.319648093841642</c:v>
                </c:pt>
                <c:pt idx="147">
                  <c:v>0.32551319648093802</c:v>
                </c:pt>
                <c:pt idx="148">
                  <c:v>0.32551319648093802</c:v>
                </c:pt>
                <c:pt idx="149">
                  <c:v>0.32551319648093802</c:v>
                </c:pt>
                <c:pt idx="150">
                  <c:v>0.33528836754643199</c:v>
                </c:pt>
                <c:pt idx="151">
                  <c:v>0.33919843597263</c:v>
                </c:pt>
                <c:pt idx="152">
                  <c:v>0.35874877810361699</c:v>
                </c:pt>
                <c:pt idx="153">
                  <c:v>0.35874877810361699</c:v>
                </c:pt>
                <c:pt idx="154">
                  <c:v>0.36461388074291301</c:v>
                </c:pt>
                <c:pt idx="155">
                  <c:v>0.36852394916911102</c:v>
                </c:pt>
                <c:pt idx="156">
                  <c:v>0.36852394916911102</c:v>
                </c:pt>
                <c:pt idx="157">
                  <c:v>0.37829912023460399</c:v>
                </c:pt>
                <c:pt idx="158">
                  <c:v>0.37829912023460399</c:v>
                </c:pt>
                <c:pt idx="159">
                  <c:v>0.38416422287390001</c:v>
                </c:pt>
                <c:pt idx="160">
                  <c:v>0.38416422287390001</c:v>
                </c:pt>
                <c:pt idx="161">
                  <c:v>0.38807429130009802</c:v>
                </c:pt>
                <c:pt idx="162">
                  <c:v>0.38807429130009802</c:v>
                </c:pt>
                <c:pt idx="163">
                  <c:v>0.38807429130009802</c:v>
                </c:pt>
                <c:pt idx="164">
                  <c:v>0.39393939393939398</c:v>
                </c:pt>
                <c:pt idx="165">
                  <c:v>0.39393939393939398</c:v>
                </c:pt>
                <c:pt idx="166">
                  <c:v>0.39393939393939398</c:v>
                </c:pt>
                <c:pt idx="167">
                  <c:v>0.39393939393939398</c:v>
                </c:pt>
                <c:pt idx="168">
                  <c:v>0.39393939393939398</c:v>
                </c:pt>
                <c:pt idx="169">
                  <c:v>0.39393939393939398</c:v>
                </c:pt>
                <c:pt idx="170">
                  <c:v>0.39393939393939398</c:v>
                </c:pt>
                <c:pt idx="171">
                  <c:v>0.39393939393939398</c:v>
                </c:pt>
                <c:pt idx="172">
                  <c:v>0.39784946236559099</c:v>
                </c:pt>
                <c:pt idx="173">
                  <c:v>0.39784946236559099</c:v>
                </c:pt>
                <c:pt idx="174">
                  <c:v>0.403714565004888</c:v>
                </c:pt>
                <c:pt idx="175">
                  <c:v>0.403714565004888</c:v>
                </c:pt>
                <c:pt idx="176">
                  <c:v>0.40762463343108502</c:v>
                </c:pt>
                <c:pt idx="177">
                  <c:v>0.40762463343108502</c:v>
                </c:pt>
                <c:pt idx="178">
                  <c:v>0.40762463343108502</c:v>
                </c:pt>
                <c:pt idx="179">
                  <c:v>0.40762463343108502</c:v>
                </c:pt>
                <c:pt idx="180">
                  <c:v>0.40762463343108502</c:v>
                </c:pt>
                <c:pt idx="181">
                  <c:v>0.41348973607038098</c:v>
                </c:pt>
                <c:pt idx="182">
                  <c:v>0.41348973607038098</c:v>
                </c:pt>
                <c:pt idx="183">
                  <c:v>0.41348973607038098</c:v>
                </c:pt>
                <c:pt idx="184">
                  <c:v>0.41348973607038098</c:v>
                </c:pt>
                <c:pt idx="185">
                  <c:v>0.41348973607038098</c:v>
                </c:pt>
                <c:pt idx="186">
                  <c:v>0.41348973607038098</c:v>
                </c:pt>
                <c:pt idx="187">
                  <c:v>0.41348973607038098</c:v>
                </c:pt>
                <c:pt idx="188">
                  <c:v>0.41348973607038098</c:v>
                </c:pt>
                <c:pt idx="189">
                  <c:v>0.41348973607038098</c:v>
                </c:pt>
                <c:pt idx="190">
                  <c:v>0.41348973607038098</c:v>
                </c:pt>
                <c:pt idx="191">
                  <c:v>0.41348973607038098</c:v>
                </c:pt>
                <c:pt idx="192">
                  <c:v>0.41348973607038098</c:v>
                </c:pt>
                <c:pt idx="193">
                  <c:v>0.41348973607038098</c:v>
                </c:pt>
                <c:pt idx="194">
                  <c:v>0.41348973607038098</c:v>
                </c:pt>
                <c:pt idx="195">
                  <c:v>0.41348973607038098</c:v>
                </c:pt>
                <c:pt idx="196">
                  <c:v>0.41348973607038098</c:v>
                </c:pt>
                <c:pt idx="197">
                  <c:v>0.41348973607038098</c:v>
                </c:pt>
                <c:pt idx="198">
                  <c:v>0.41348973607038098</c:v>
                </c:pt>
                <c:pt idx="199">
                  <c:v>0.41348973607038098</c:v>
                </c:pt>
                <c:pt idx="200">
                  <c:v>0.41348973607038098</c:v>
                </c:pt>
                <c:pt idx="201">
                  <c:v>0.41348973607038098</c:v>
                </c:pt>
                <c:pt idx="202">
                  <c:v>0.41348973607038098</c:v>
                </c:pt>
                <c:pt idx="203">
                  <c:v>0.41348973607038098</c:v>
                </c:pt>
                <c:pt idx="204">
                  <c:v>0.41348973607038098</c:v>
                </c:pt>
                <c:pt idx="205">
                  <c:v>0.41348973607038098</c:v>
                </c:pt>
                <c:pt idx="206">
                  <c:v>0.41348973607038098</c:v>
                </c:pt>
                <c:pt idx="207">
                  <c:v>0.41348973607038098</c:v>
                </c:pt>
                <c:pt idx="208">
                  <c:v>0.41348973607038098</c:v>
                </c:pt>
                <c:pt idx="209">
                  <c:v>0.41348973607038098</c:v>
                </c:pt>
                <c:pt idx="210">
                  <c:v>0.41348973607038098</c:v>
                </c:pt>
                <c:pt idx="211">
                  <c:v>0.41348973607038098</c:v>
                </c:pt>
                <c:pt idx="212">
                  <c:v>0.41348973607038098</c:v>
                </c:pt>
                <c:pt idx="213">
                  <c:v>0.41348973607038098</c:v>
                </c:pt>
                <c:pt idx="214">
                  <c:v>0.41348973607038098</c:v>
                </c:pt>
                <c:pt idx="215">
                  <c:v>0.41348973607038098</c:v>
                </c:pt>
                <c:pt idx="216">
                  <c:v>0.41348973607038098</c:v>
                </c:pt>
                <c:pt idx="217">
                  <c:v>0.41348973607038098</c:v>
                </c:pt>
                <c:pt idx="218">
                  <c:v>0.41348973607038098</c:v>
                </c:pt>
                <c:pt idx="219">
                  <c:v>0.41348973607038098</c:v>
                </c:pt>
                <c:pt idx="220">
                  <c:v>0.41348973607038098</c:v>
                </c:pt>
                <c:pt idx="221">
                  <c:v>0.41348973607038098</c:v>
                </c:pt>
                <c:pt idx="222">
                  <c:v>0.41348973607038098</c:v>
                </c:pt>
                <c:pt idx="223">
                  <c:v>0.41348973607038098</c:v>
                </c:pt>
                <c:pt idx="224">
                  <c:v>0.41348973607038098</c:v>
                </c:pt>
                <c:pt idx="225">
                  <c:v>0.41348973607038098</c:v>
                </c:pt>
                <c:pt idx="226">
                  <c:v>0.41348973607038098</c:v>
                </c:pt>
                <c:pt idx="227">
                  <c:v>0.41348973607038098</c:v>
                </c:pt>
                <c:pt idx="228">
                  <c:v>0.41348973607038098</c:v>
                </c:pt>
                <c:pt idx="229">
                  <c:v>0.41348973607038098</c:v>
                </c:pt>
                <c:pt idx="230">
                  <c:v>0.41348973607038098</c:v>
                </c:pt>
                <c:pt idx="231">
                  <c:v>0.41348973607038098</c:v>
                </c:pt>
                <c:pt idx="232">
                  <c:v>0.41348973607038098</c:v>
                </c:pt>
                <c:pt idx="233">
                  <c:v>0.41348973607038098</c:v>
                </c:pt>
                <c:pt idx="234">
                  <c:v>0.41348973607038098</c:v>
                </c:pt>
                <c:pt idx="235">
                  <c:v>0.41348973607038098</c:v>
                </c:pt>
                <c:pt idx="236">
                  <c:v>0.41348973607038098</c:v>
                </c:pt>
                <c:pt idx="237">
                  <c:v>0.41348973607038098</c:v>
                </c:pt>
                <c:pt idx="238">
                  <c:v>0.41348973607038098</c:v>
                </c:pt>
                <c:pt idx="239">
                  <c:v>0.41348973607038098</c:v>
                </c:pt>
                <c:pt idx="240">
                  <c:v>0.41348973607038098</c:v>
                </c:pt>
                <c:pt idx="241">
                  <c:v>0.41348973607038098</c:v>
                </c:pt>
                <c:pt idx="242">
                  <c:v>0.41348973607038098</c:v>
                </c:pt>
                <c:pt idx="243">
                  <c:v>0.41348973607038098</c:v>
                </c:pt>
                <c:pt idx="244">
                  <c:v>0.41348973607038098</c:v>
                </c:pt>
                <c:pt idx="245">
                  <c:v>0.41348973607038098</c:v>
                </c:pt>
                <c:pt idx="246">
                  <c:v>0.41348973607038098</c:v>
                </c:pt>
                <c:pt idx="247">
                  <c:v>0.41348973607038098</c:v>
                </c:pt>
                <c:pt idx="248">
                  <c:v>0.41348973607038098</c:v>
                </c:pt>
                <c:pt idx="249">
                  <c:v>0.41348973607038098</c:v>
                </c:pt>
                <c:pt idx="250">
                  <c:v>0.41348973607038098</c:v>
                </c:pt>
                <c:pt idx="251">
                  <c:v>0.41348973607038098</c:v>
                </c:pt>
                <c:pt idx="252">
                  <c:v>0.41348973607038098</c:v>
                </c:pt>
                <c:pt idx="253">
                  <c:v>0.41348973607038098</c:v>
                </c:pt>
                <c:pt idx="254">
                  <c:v>0.41348973607038098</c:v>
                </c:pt>
                <c:pt idx="255">
                  <c:v>0.41348973607038098</c:v>
                </c:pt>
                <c:pt idx="256">
                  <c:v>0.41348973607038098</c:v>
                </c:pt>
                <c:pt idx="257">
                  <c:v>0.41348973607038098</c:v>
                </c:pt>
                <c:pt idx="258">
                  <c:v>0.41348973607038098</c:v>
                </c:pt>
                <c:pt idx="259">
                  <c:v>0.41348973607038098</c:v>
                </c:pt>
                <c:pt idx="260">
                  <c:v>0.41348973607038098</c:v>
                </c:pt>
                <c:pt idx="261">
                  <c:v>0.41348973607038098</c:v>
                </c:pt>
                <c:pt idx="262">
                  <c:v>0.41348973607038098</c:v>
                </c:pt>
                <c:pt idx="263">
                  <c:v>0.41348973607038098</c:v>
                </c:pt>
                <c:pt idx="264">
                  <c:v>0.41348973607038098</c:v>
                </c:pt>
                <c:pt idx="265">
                  <c:v>0.41348973607038098</c:v>
                </c:pt>
                <c:pt idx="266">
                  <c:v>0.41348973607038098</c:v>
                </c:pt>
                <c:pt idx="267">
                  <c:v>0.41348973607038098</c:v>
                </c:pt>
                <c:pt idx="268">
                  <c:v>0.41348973607038098</c:v>
                </c:pt>
                <c:pt idx="269">
                  <c:v>0.41348973607038098</c:v>
                </c:pt>
                <c:pt idx="270">
                  <c:v>0.41348973607038098</c:v>
                </c:pt>
                <c:pt idx="271">
                  <c:v>0.41348973607038098</c:v>
                </c:pt>
                <c:pt idx="272">
                  <c:v>0.41348973607038098</c:v>
                </c:pt>
                <c:pt idx="273">
                  <c:v>0.41348973607038098</c:v>
                </c:pt>
                <c:pt idx="274">
                  <c:v>0.41348973607038098</c:v>
                </c:pt>
                <c:pt idx="275">
                  <c:v>0.41348973607038098</c:v>
                </c:pt>
                <c:pt idx="276">
                  <c:v>0.41348973607038098</c:v>
                </c:pt>
                <c:pt idx="277">
                  <c:v>0.41348973607038098</c:v>
                </c:pt>
                <c:pt idx="278">
                  <c:v>0.41348973607038098</c:v>
                </c:pt>
                <c:pt idx="279">
                  <c:v>0.41348973607038098</c:v>
                </c:pt>
                <c:pt idx="280">
                  <c:v>0.41348973607038098</c:v>
                </c:pt>
                <c:pt idx="281">
                  <c:v>0.41348973607038098</c:v>
                </c:pt>
                <c:pt idx="282">
                  <c:v>0.41348973607038098</c:v>
                </c:pt>
                <c:pt idx="283">
                  <c:v>0.41348973607038098</c:v>
                </c:pt>
                <c:pt idx="284">
                  <c:v>0.41348973607038098</c:v>
                </c:pt>
                <c:pt idx="285">
                  <c:v>0.41348973607038098</c:v>
                </c:pt>
                <c:pt idx="286">
                  <c:v>0.41348973607038098</c:v>
                </c:pt>
                <c:pt idx="287">
                  <c:v>0.41348973607038098</c:v>
                </c:pt>
                <c:pt idx="288">
                  <c:v>0.41348973607038098</c:v>
                </c:pt>
                <c:pt idx="289">
                  <c:v>0.41348973607038098</c:v>
                </c:pt>
                <c:pt idx="290">
                  <c:v>0.41348973607038098</c:v>
                </c:pt>
                <c:pt idx="291">
                  <c:v>0.41348973607038098</c:v>
                </c:pt>
                <c:pt idx="292">
                  <c:v>0.41348973607038098</c:v>
                </c:pt>
                <c:pt idx="293">
                  <c:v>0.41348973607038098</c:v>
                </c:pt>
                <c:pt idx="294">
                  <c:v>0.41348973607038098</c:v>
                </c:pt>
                <c:pt idx="295">
                  <c:v>0.41348973607038098</c:v>
                </c:pt>
                <c:pt idx="296">
                  <c:v>0.41348973607038098</c:v>
                </c:pt>
                <c:pt idx="297">
                  <c:v>0.41348973607038098</c:v>
                </c:pt>
                <c:pt idx="298">
                  <c:v>0.41348973607038098</c:v>
                </c:pt>
                <c:pt idx="299">
                  <c:v>0.41348973607038098</c:v>
                </c:pt>
                <c:pt idx="300">
                  <c:v>0.41348973607038098</c:v>
                </c:pt>
                <c:pt idx="301">
                  <c:v>0.41348973607038098</c:v>
                </c:pt>
                <c:pt idx="302">
                  <c:v>0.41348973607038098</c:v>
                </c:pt>
                <c:pt idx="303">
                  <c:v>0.41348973607038098</c:v>
                </c:pt>
                <c:pt idx="304">
                  <c:v>0.41348973607038098</c:v>
                </c:pt>
                <c:pt idx="305">
                  <c:v>0.41348973607038098</c:v>
                </c:pt>
                <c:pt idx="306">
                  <c:v>0.41348973607038098</c:v>
                </c:pt>
                <c:pt idx="307">
                  <c:v>0.41348973607038098</c:v>
                </c:pt>
                <c:pt idx="308">
                  <c:v>0.41348973607038098</c:v>
                </c:pt>
                <c:pt idx="309">
                  <c:v>0.41348973607038098</c:v>
                </c:pt>
                <c:pt idx="310">
                  <c:v>0.41348973607038098</c:v>
                </c:pt>
                <c:pt idx="311">
                  <c:v>0.41348973607038098</c:v>
                </c:pt>
                <c:pt idx="312">
                  <c:v>0.41348973607038098</c:v>
                </c:pt>
                <c:pt idx="313">
                  <c:v>0.41348973607038098</c:v>
                </c:pt>
                <c:pt idx="314">
                  <c:v>0.41348973607038098</c:v>
                </c:pt>
                <c:pt idx="315">
                  <c:v>0.41348973607038098</c:v>
                </c:pt>
                <c:pt idx="316">
                  <c:v>0.41348973607038098</c:v>
                </c:pt>
                <c:pt idx="317">
                  <c:v>0.41348973607038098</c:v>
                </c:pt>
                <c:pt idx="318">
                  <c:v>0.41348973607038098</c:v>
                </c:pt>
                <c:pt idx="319">
                  <c:v>0.41348973607038098</c:v>
                </c:pt>
                <c:pt idx="320">
                  <c:v>0.41348973607038098</c:v>
                </c:pt>
                <c:pt idx="321">
                  <c:v>0.41348973607038098</c:v>
                </c:pt>
                <c:pt idx="322">
                  <c:v>0.41348973607038098</c:v>
                </c:pt>
                <c:pt idx="323">
                  <c:v>0.41348973607038098</c:v>
                </c:pt>
                <c:pt idx="324">
                  <c:v>0.41348973607038098</c:v>
                </c:pt>
                <c:pt idx="325">
                  <c:v>0.41348973607038098</c:v>
                </c:pt>
                <c:pt idx="326">
                  <c:v>0.41739980449657899</c:v>
                </c:pt>
                <c:pt idx="327">
                  <c:v>0.41739980449657899</c:v>
                </c:pt>
                <c:pt idx="328">
                  <c:v>0.41739980449657899</c:v>
                </c:pt>
                <c:pt idx="329">
                  <c:v>0.41739980449657899</c:v>
                </c:pt>
                <c:pt idx="330">
                  <c:v>0.41739980449657899</c:v>
                </c:pt>
                <c:pt idx="331">
                  <c:v>0.423264907135875</c:v>
                </c:pt>
                <c:pt idx="332">
                  <c:v>0.423264907135875</c:v>
                </c:pt>
                <c:pt idx="333">
                  <c:v>0.423264907135875</c:v>
                </c:pt>
                <c:pt idx="334">
                  <c:v>0.423264907135875</c:v>
                </c:pt>
                <c:pt idx="335">
                  <c:v>0.423264907135875</c:v>
                </c:pt>
                <c:pt idx="336">
                  <c:v>0.423264907135875</c:v>
                </c:pt>
                <c:pt idx="337">
                  <c:v>0.423264907135875</c:v>
                </c:pt>
                <c:pt idx="338">
                  <c:v>0.423264907135875</c:v>
                </c:pt>
                <c:pt idx="339">
                  <c:v>0.423264907135875</c:v>
                </c:pt>
                <c:pt idx="340">
                  <c:v>0.423264907135875</c:v>
                </c:pt>
                <c:pt idx="341">
                  <c:v>0.43304007820136903</c:v>
                </c:pt>
                <c:pt idx="342">
                  <c:v>0.43304007820136903</c:v>
                </c:pt>
                <c:pt idx="343">
                  <c:v>0.43304007820136903</c:v>
                </c:pt>
                <c:pt idx="344">
                  <c:v>0.43304007820136903</c:v>
                </c:pt>
                <c:pt idx="345">
                  <c:v>0.43695014662756598</c:v>
                </c:pt>
                <c:pt idx="346">
                  <c:v>0.43695014662756598</c:v>
                </c:pt>
                <c:pt idx="347">
                  <c:v>0.43695014662756598</c:v>
                </c:pt>
                <c:pt idx="348">
                  <c:v>0.442815249266862</c:v>
                </c:pt>
                <c:pt idx="349">
                  <c:v>0.44672531769306001</c:v>
                </c:pt>
                <c:pt idx="350">
                  <c:v>0.44672531769306001</c:v>
                </c:pt>
                <c:pt idx="351">
                  <c:v>0.44672531769306001</c:v>
                </c:pt>
                <c:pt idx="352">
                  <c:v>0.44672531769306001</c:v>
                </c:pt>
                <c:pt idx="353">
                  <c:v>0.44672531769306001</c:v>
                </c:pt>
                <c:pt idx="354">
                  <c:v>0.45259042033235602</c:v>
                </c:pt>
                <c:pt idx="355">
                  <c:v>0.45259042033235602</c:v>
                </c:pt>
                <c:pt idx="356">
                  <c:v>0.45650048875855298</c:v>
                </c:pt>
                <c:pt idx="357">
                  <c:v>0.462365591397849</c:v>
                </c:pt>
                <c:pt idx="358">
                  <c:v>0.462365591397849</c:v>
                </c:pt>
                <c:pt idx="359">
                  <c:v>0.46627565982404701</c:v>
                </c:pt>
                <c:pt idx="360">
                  <c:v>0.46627565982404701</c:v>
                </c:pt>
                <c:pt idx="361">
                  <c:v>0.46627565982404701</c:v>
                </c:pt>
                <c:pt idx="362">
                  <c:v>0.46627565982404701</c:v>
                </c:pt>
                <c:pt idx="363">
                  <c:v>0.46627565982404701</c:v>
                </c:pt>
                <c:pt idx="364">
                  <c:v>0.46627565982404701</c:v>
                </c:pt>
                <c:pt idx="365">
                  <c:v>0.46627565982404701</c:v>
                </c:pt>
                <c:pt idx="366">
                  <c:v>0.47214076246334302</c:v>
                </c:pt>
                <c:pt idx="367">
                  <c:v>0.47214076246334302</c:v>
                </c:pt>
                <c:pt idx="368">
                  <c:v>0.47214076246334302</c:v>
                </c:pt>
                <c:pt idx="369">
                  <c:v>0.47214076246334302</c:v>
                </c:pt>
                <c:pt idx="370">
                  <c:v>0.47605083088954098</c:v>
                </c:pt>
                <c:pt idx="371">
                  <c:v>0.47605083088954098</c:v>
                </c:pt>
                <c:pt idx="372">
                  <c:v>0.48191593352883699</c:v>
                </c:pt>
                <c:pt idx="373">
                  <c:v>0.48191593352883699</c:v>
                </c:pt>
                <c:pt idx="374">
                  <c:v>0.48191593352883699</c:v>
                </c:pt>
                <c:pt idx="375">
                  <c:v>0.48191593352883699</c:v>
                </c:pt>
                <c:pt idx="376">
                  <c:v>0.485826001955034</c:v>
                </c:pt>
                <c:pt idx="377">
                  <c:v>0.49169110459433002</c:v>
                </c:pt>
                <c:pt idx="378">
                  <c:v>0.49169110459433002</c:v>
                </c:pt>
                <c:pt idx="379">
                  <c:v>0.49169110459433002</c:v>
                </c:pt>
                <c:pt idx="380">
                  <c:v>0.49560117302052797</c:v>
                </c:pt>
                <c:pt idx="381">
                  <c:v>0.50146627565982405</c:v>
                </c:pt>
                <c:pt idx="382">
                  <c:v>0.50537634408602194</c:v>
                </c:pt>
                <c:pt idx="383">
                  <c:v>0.50537634408602194</c:v>
                </c:pt>
                <c:pt idx="384">
                  <c:v>0.51124144672531802</c:v>
                </c:pt>
                <c:pt idx="385">
                  <c:v>0.51124144672531802</c:v>
                </c:pt>
                <c:pt idx="386">
                  <c:v>0.51124144672531802</c:v>
                </c:pt>
                <c:pt idx="387">
                  <c:v>0.51124144672531802</c:v>
                </c:pt>
                <c:pt idx="388">
                  <c:v>0.52101661779081099</c:v>
                </c:pt>
                <c:pt idx="389">
                  <c:v>0.524926686217009</c:v>
                </c:pt>
                <c:pt idx="390">
                  <c:v>0.53079178885630496</c:v>
                </c:pt>
                <c:pt idx="391">
                  <c:v>0.53079178885630496</c:v>
                </c:pt>
                <c:pt idx="392">
                  <c:v>0.53079178885630496</c:v>
                </c:pt>
                <c:pt idx="393">
                  <c:v>0.53079178885630496</c:v>
                </c:pt>
                <c:pt idx="394">
                  <c:v>0.54056695992179904</c:v>
                </c:pt>
                <c:pt idx="395">
                  <c:v>0.54447702834799605</c:v>
                </c:pt>
                <c:pt idx="396">
                  <c:v>0.54447702834799605</c:v>
                </c:pt>
                <c:pt idx="397">
                  <c:v>0.55034213098729201</c:v>
                </c:pt>
                <c:pt idx="398">
                  <c:v>0.55034213098729201</c:v>
                </c:pt>
                <c:pt idx="399">
                  <c:v>0.56011730205278598</c:v>
                </c:pt>
                <c:pt idx="400">
                  <c:v>0.56989247311827995</c:v>
                </c:pt>
                <c:pt idx="401">
                  <c:v>0.57966764418377303</c:v>
                </c:pt>
                <c:pt idx="402">
                  <c:v>0.57966764418377303</c:v>
                </c:pt>
                <c:pt idx="403">
                  <c:v>0.58357771260997104</c:v>
                </c:pt>
                <c:pt idx="404">
                  <c:v>0.589442815249267</c:v>
                </c:pt>
                <c:pt idx="405">
                  <c:v>0.59335288367546402</c:v>
                </c:pt>
                <c:pt idx="406">
                  <c:v>0.59335288367546402</c:v>
                </c:pt>
                <c:pt idx="407">
                  <c:v>0.59921798631476098</c:v>
                </c:pt>
                <c:pt idx="408">
                  <c:v>0.59921798631476098</c:v>
                </c:pt>
                <c:pt idx="409">
                  <c:v>0.60312805474095799</c:v>
                </c:pt>
                <c:pt idx="410">
                  <c:v>0.60312805474095799</c:v>
                </c:pt>
                <c:pt idx="411">
                  <c:v>0.60899315738025395</c:v>
                </c:pt>
                <c:pt idx="412">
                  <c:v>0.61290322580645196</c:v>
                </c:pt>
                <c:pt idx="413">
                  <c:v>0.61290322580645196</c:v>
                </c:pt>
                <c:pt idx="414">
                  <c:v>0.61876832844574803</c:v>
                </c:pt>
                <c:pt idx="415">
                  <c:v>0.61876832844574803</c:v>
                </c:pt>
                <c:pt idx="416">
                  <c:v>0.62267839687194504</c:v>
                </c:pt>
                <c:pt idx="417">
                  <c:v>0.64222873900293298</c:v>
                </c:pt>
                <c:pt idx="418">
                  <c:v>0.65200391006842595</c:v>
                </c:pt>
                <c:pt idx="419">
                  <c:v>0.65786901270772202</c:v>
                </c:pt>
                <c:pt idx="420">
                  <c:v>0.65786901270772202</c:v>
                </c:pt>
                <c:pt idx="421">
                  <c:v>0.65786901270772202</c:v>
                </c:pt>
                <c:pt idx="422">
                  <c:v>0.66177908113392003</c:v>
                </c:pt>
                <c:pt idx="423">
                  <c:v>0.66764418377321599</c:v>
                </c:pt>
                <c:pt idx="424">
                  <c:v>0.67741935483870996</c:v>
                </c:pt>
                <c:pt idx="425">
                  <c:v>0.67741935483870996</c:v>
                </c:pt>
                <c:pt idx="426">
                  <c:v>0.67741935483870996</c:v>
                </c:pt>
                <c:pt idx="427">
                  <c:v>0.68132942326490697</c:v>
                </c:pt>
                <c:pt idx="428">
                  <c:v>0.68132942326490697</c:v>
                </c:pt>
                <c:pt idx="429">
                  <c:v>0.68719452590420305</c:v>
                </c:pt>
                <c:pt idx="430">
                  <c:v>0.69110459433040095</c:v>
                </c:pt>
                <c:pt idx="431">
                  <c:v>0.70087976539589403</c:v>
                </c:pt>
                <c:pt idx="432">
                  <c:v>0.70674486803519099</c:v>
                </c:pt>
                <c:pt idx="433">
                  <c:v>0.70674486803519099</c:v>
                </c:pt>
                <c:pt idx="434">
                  <c:v>0.70674486803519099</c:v>
                </c:pt>
                <c:pt idx="435">
                  <c:v>0.70674486803519099</c:v>
                </c:pt>
                <c:pt idx="436">
                  <c:v>0.70674486803519099</c:v>
                </c:pt>
                <c:pt idx="437">
                  <c:v>0.70674486803519099</c:v>
                </c:pt>
                <c:pt idx="438">
                  <c:v>0.70674486803519099</c:v>
                </c:pt>
                <c:pt idx="439">
                  <c:v>0.70674486803519099</c:v>
                </c:pt>
                <c:pt idx="440">
                  <c:v>0.70674486803519099</c:v>
                </c:pt>
                <c:pt idx="441">
                  <c:v>0.70674486803519099</c:v>
                </c:pt>
                <c:pt idx="442">
                  <c:v>0.70674486803519099</c:v>
                </c:pt>
                <c:pt idx="443">
                  <c:v>0.710654936461388</c:v>
                </c:pt>
                <c:pt idx="444">
                  <c:v>0.710654936461388</c:v>
                </c:pt>
                <c:pt idx="445">
                  <c:v>0.72629521016617804</c:v>
                </c:pt>
                <c:pt idx="446">
                  <c:v>0.72629521016617804</c:v>
                </c:pt>
                <c:pt idx="447">
                  <c:v>0.73020527859237505</c:v>
                </c:pt>
                <c:pt idx="448">
                  <c:v>0.73020527859237505</c:v>
                </c:pt>
                <c:pt idx="449">
                  <c:v>0.73607038123167201</c:v>
                </c:pt>
                <c:pt idx="450">
                  <c:v>0.73998044965786902</c:v>
                </c:pt>
                <c:pt idx="451">
                  <c:v>0.73998044965786902</c:v>
                </c:pt>
                <c:pt idx="452">
                  <c:v>0.73998044965786902</c:v>
                </c:pt>
                <c:pt idx="453">
                  <c:v>0.74584555229716498</c:v>
                </c:pt>
                <c:pt idx="454">
                  <c:v>0.74975562072336299</c:v>
                </c:pt>
                <c:pt idx="455">
                  <c:v>0.74975562072336299</c:v>
                </c:pt>
                <c:pt idx="456">
                  <c:v>0.74975562072336299</c:v>
                </c:pt>
                <c:pt idx="457">
                  <c:v>0.77908113391984402</c:v>
                </c:pt>
                <c:pt idx="458">
                  <c:v>0.78885630498533699</c:v>
                </c:pt>
                <c:pt idx="459">
                  <c:v>0.81818181818181801</c:v>
                </c:pt>
                <c:pt idx="460">
                  <c:v>0.82795698924731198</c:v>
                </c:pt>
                <c:pt idx="461">
                  <c:v>0.84750733137829903</c:v>
                </c:pt>
                <c:pt idx="462">
                  <c:v>0.84750733137829903</c:v>
                </c:pt>
                <c:pt idx="463">
                  <c:v>0.857282502443793</c:v>
                </c:pt>
                <c:pt idx="464">
                  <c:v>0.86705767350928598</c:v>
                </c:pt>
                <c:pt idx="465">
                  <c:v>0.87292277614858305</c:v>
                </c:pt>
                <c:pt idx="466">
                  <c:v>0.91593352883675505</c:v>
                </c:pt>
                <c:pt idx="467">
                  <c:v>0.92570869990224802</c:v>
                </c:pt>
                <c:pt idx="468">
                  <c:v>0.96089931573802501</c:v>
                </c:pt>
                <c:pt idx="469">
                  <c:v>0.96089931573802501</c:v>
                </c:pt>
                <c:pt idx="470">
                  <c:v>0.97458455522971699</c:v>
                </c:pt>
                <c:pt idx="471">
                  <c:v>0.98435972629520996</c:v>
                </c:pt>
                <c:pt idx="472">
                  <c:v>0.99413489736070404</c:v>
                </c:pt>
                <c:pt idx="473">
                  <c:v>0.99413489736070404</c:v>
                </c:pt>
                <c:pt idx="474">
                  <c:v>0.99413489736070404</c:v>
                </c:pt>
                <c:pt idx="475">
                  <c:v>1.0332355816226799</c:v>
                </c:pt>
                <c:pt idx="476">
                  <c:v>1.1603128054741001</c:v>
                </c:pt>
                <c:pt idx="477">
                  <c:v>1.2385141739980401</c:v>
                </c:pt>
                <c:pt idx="478">
                  <c:v>1.25806451612903</c:v>
                </c:pt>
                <c:pt idx="479">
                  <c:v>1.27761485826002</c:v>
                </c:pt>
                <c:pt idx="480">
                  <c:v>1.3264907135874899</c:v>
                </c:pt>
                <c:pt idx="481">
                  <c:v>1.3460410557184701</c:v>
                </c:pt>
                <c:pt idx="482">
                  <c:v>1.3460410557184701</c:v>
                </c:pt>
                <c:pt idx="483">
                  <c:v>1.3460410557184701</c:v>
                </c:pt>
                <c:pt idx="484">
                  <c:v>1.3460410557184701</c:v>
                </c:pt>
                <c:pt idx="485">
                  <c:v>1.3460410557184701</c:v>
                </c:pt>
                <c:pt idx="486">
                  <c:v>1.3460410557184701</c:v>
                </c:pt>
                <c:pt idx="487">
                  <c:v>1.3460410557184701</c:v>
                </c:pt>
                <c:pt idx="488">
                  <c:v>1.3460410557184701</c:v>
                </c:pt>
                <c:pt idx="489">
                  <c:v>1.3460410557184701</c:v>
                </c:pt>
                <c:pt idx="490">
                  <c:v>1.3460410557184701</c:v>
                </c:pt>
                <c:pt idx="491">
                  <c:v>1.3460410557184701</c:v>
                </c:pt>
                <c:pt idx="492">
                  <c:v>1.3460410557184701</c:v>
                </c:pt>
                <c:pt idx="493">
                  <c:v>1.3460410557184701</c:v>
                </c:pt>
                <c:pt idx="494">
                  <c:v>1.3460410557184701</c:v>
                </c:pt>
                <c:pt idx="495">
                  <c:v>1.5610948191593399</c:v>
                </c:pt>
                <c:pt idx="496">
                  <c:v>1.57086999022483</c:v>
                </c:pt>
                <c:pt idx="497">
                  <c:v>1.6979472140762499</c:v>
                </c:pt>
                <c:pt idx="498">
                  <c:v>1.72727272727273</c:v>
                </c:pt>
                <c:pt idx="499">
                  <c:v>1.75659824046921</c:v>
                </c:pt>
                <c:pt idx="500">
                  <c:v>1.7663734115347001</c:v>
                </c:pt>
                <c:pt idx="501">
                  <c:v>1.78592375366569</c:v>
                </c:pt>
                <c:pt idx="502">
                  <c:v>1.8739002932551301</c:v>
                </c:pt>
                <c:pt idx="503">
                  <c:v>2.2746823069403699</c:v>
                </c:pt>
                <c:pt idx="504">
                  <c:v>2.54838709677419</c:v>
                </c:pt>
                <c:pt idx="505">
                  <c:v>4.0146627565982396</c:v>
                </c:pt>
                <c:pt idx="506">
                  <c:v>4.7184750733137797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ADA-4B1C-8A7D-F4153A84F3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1508832"/>
        <c:axId val="1051514240"/>
      </c:scatterChart>
      <c:valAx>
        <c:axId val="10515088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Pressure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1514240"/>
        <c:crosses val="autoZero"/>
        <c:crossBetween val="midCat"/>
      </c:valAx>
      <c:valAx>
        <c:axId val="105151424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Error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515088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1 games</c:f>
              <c:strCache>
                <c:ptCount val="1"/>
                <c:pt idx="0">
                  <c:v>1 games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problem1!$J$2:$J$5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D-4718-891E-9A08B2CE5637}"/>
            </c:ext>
          </c:extLst>
        </c:ser>
        <c:ser>
          <c:idx val="1"/>
          <c:order val="1"/>
          <c:tx>
            <c:strRef>
              <c:f>2 games</c:f>
              <c:strCache>
                <c:ptCount val="1"/>
                <c:pt idx="0">
                  <c:v>2 games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problem1!$K$2:$K$5</c:f>
              <c:numCache>
                <c:formatCode>General</c:formatCode>
                <c:ptCount val="4"/>
                <c:pt idx="0">
                  <c:v>38</c:v>
                </c:pt>
                <c:pt idx="1">
                  <c:v>33</c:v>
                </c:pt>
                <c:pt idx="2">
                  <c:v>45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2D-4718-891E-9A08B2CE5637}"/>
            </c:ext>
          </c:extLst>
        </c:ser>
        <c:ser>
          <c:idx val="2"/>
          <c:order val="2"/>
          <c:tx>
            <c:strRef>
              <c:f>3 games</c:f>
              <c:strCache>
                <c:ptCount val="1"/>
                <c:pt idx="0">
                  <c:v>3 games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problem1!$L$2:$L$5</c:f>
              <c:numCache>
                <c:formatCode>General</c:formatCode>
                <c:ptCount val="4"/>
                <c:pt idx="0">
                  <c:v>40</c:v>
                </c:pt>
                <c:pt idx="1">
                  <c:v>38</c:v>
                </c:pt>
                <c:pt idx="2">
                  <c:v>89</c:v>
                </c:pt>
                <c:pt idx="3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2D-4718-891E-9A08B2CE5637}"/>
            </c:ext>
          </c:extLst>
        </c:ser>
        <c:ser>
          <c:idx val="3"/>
          <c:order val="3"/>
          <c:tx>
            <c:strRef>
              <c:f>4 games</c:f>
              <c:strCache>
                <c:ptCount val="1"/>
                <c:pt idx="0">
                  <c:v>4 games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problem1!$M$2:$M$5</c:f>
              <c:numCache>
                <c:formatCode>General</c:formatCode>
                <c:ptCount val="4"/>
                <c:pt idx="0">
                  <c:v>2</c:v>
                </c:pt>
                <c:pt idx="1">
                  <c:v>16</c:v>
                </c:pt>
                <c:pt idx="2">
                  <c:v>48</c:v>
                </c:pt>
                <c:pt idx="3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2D-4718-891E-9A08B2CE5637}"/>
            </c:ext>
          </c:extLst>
        </c:ser>
        <c:ser>
          <c:idx val="4"/>
          <c:order val="4"/>
          <c:tx>
            <c:strRef>
              <c:f>5 games</c:f>
              <c:strCache>
                <c:ptCount val="1"/>
                <c:pt idx="0">
                  <c:v>5 games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problem1!$N$2:$N$5</c:f>
              <c:numCache>
                <c:formatCode>General</c:formatCode>
                <c:ptCount val="4"/>
                <c:pt idx="1">
                  <c:v>6</c:v>
                </c:pt>
                <c:pt idx="2">
                  <c:v>6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2D-4718-891E-9A08B2CE5637}"/>
            </c:ext>
          </c:extLst>
        </c:ser>
        <c:ser>
          <c:idx val="5"/>
          <c:order val="5"/>
          <c:tx>
            <c:strRef>
              <c:f>6 games</c:f>
              <c:strCache>
                <c:ptCount val="1"/>
                <c:pt idx="0">
                  <c:v>6 games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problem1!$I$2:$I$5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problem1!$O$2:$O$5</c:f>
              <c:numCache>
                <c:formatCode>General</c:formatCode>
                <c:ptCount val="4"/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22D-4718-891E-9A08B2CE5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4273135"/>
        <c:axId val="614275631"/>
      </c:barChart>
      <c:catAx>
        <c:axId val="6142731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275631"/>
        <c:crosses val="autoZero"/>
        <c:auto val="1"/>
        <c:lblAlgn val="ctr"/>
        <c:lblOffset val="100"/>
        <c:noMultiLvlLbl val="0"/>
      </c:catAx>
      <c:valAx>
        <c:axId val="614275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number of feasible co-locations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273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problem1!$I$27:$I$30</c:f>
              <c:strCache>
                <c:ptCount val="4"/>
                <c:pt idx="0">
                  <c:v>vector bin packing</c:v>
                </c:pt>
                <c:pt idx="1">
                  <c:v>prediction (60fps)</c:v>
                </c:pt>
                <c:pt idx="2">
                  <c:v>prediction (55fps)</c:v>
                </c:pt>
                <c:pt idx="3">
                  <c:v>prediction (50fps)</c:v>
                </c:pt>
              </c:strCache>
            </c:strRef>
          </c:cat>
          <c:val>
            <c:numRef>
              <c:f>problem1!$J$27:$J$30</c:f>
              <c:numCache>
                <c:formatCode>General</c:formatCode>
                <c:ptCount val="4"/>
                <c:pt idx="0">
                  <c:v>2465</c:v>
                </c:pt>
                <c:pt idx="1">
                  <c:v>1968</c:v>
                </c:pt>
                <c:pt idx="2">
                  <c:v>1491</c:v>
                </c:pt>
                <c:pt idx="3">
                  <c:v>1435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6-4005-A2B2-2E24C3A5A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4278543"/>
        <c:axId val="614273967"/>
      </c:barChart>
      <c:catAx>
        <c:axId val="614278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273967"/>
        <c:crosses val="autoZero"/>
        <c:auto val="1"/>
        <c:lblAlgn val="ctr"/>
        <c:lblOffset val="100"/>
        <c:noMultiLvlLbl val="0"/>
      </c:catAx>
      <c:valAx>
        <c:axId val="614273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chemeClr val="tx1"/>
                    </a:solidFill>
                  </a:rPr>
                  <a:t>number of servers used</a:t>
                </a:r>
                <a:endParaRPr lang="zh-CN" altLang="en-US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1427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problem2!$B$10</c:f>
              <c:strCache>
                <c:ptCount val="1"/>
                <c:pt idx="0">
                  <c:v>vector packing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problem2!$C$9:$F$9</c:f>
              <c:numCache>
                <c:formatCode>General</c:formatCode>
                <c:ptCount val="4"/>
                <c:pt idx="0">
                  <c:v>1500</c:v>
                </c:pt>
                <c:pt idx="1">
                  <c:v>2000</c:v>
                </c:pt>
                <c:pt idx="2">
                  <c:v>2500</c:v>
                </c:pt>
                <c:pt idx="3">
                  <c:v>3000</c:v>
                </c:pt>
              </c:numCache>
            </c:numRef>
          </c:cat>
          <c:val>
            <c:numRef>
              <c:f>problem2!$C$10:$F$10</c:f>
              <c:numCache>
                <c:formatCode>General</c:formatCode>
                <c:ptCount val="4"/>
                <c:pt idx="0">
                  <c:v>71</c:v>
                </c:pt>
                <c:pt idx="1">
                  <c:v>83.4</c:v>
                </c:pt>
                <c:pt idx="2">
                  <c:v>84.2</c:v>
                </c:pt>
                <c:pt idx="3">
                  <c:v>84.7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1C-4A36-8716-F26C950DF3C7}"/>
            </c:ext>
          </c:extLst>
        </c:ser>
        <c:ser>
          <c:idx val="1"/>
          <c:order val="1"/>
          <c:tx>
            <c:strRef>
              <c:f>problem2!$B$11</c:f>
              <c:strCache>
                <c:ptCount val="1"/>
                <c:pt idx="0">
                  <c:v>our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problem2!$C$9:$F$9</c:f>
              <c:numCache>
                <c:formatCode>General</c:formatCode>
                <c:ptCount val="4"/>
                <c:pt idx="0">
                  <c:v>1500</c:v>
                </c:pt>
                <c:pt idx="1">
                  <c:v>2000</c:v>
                </c:pt>
                <c:pt idx="2">
                  <c:v>2500</c:v>
                </c:pt>
                <c:pt idx="3">
                  <c:v>3000</c:v>
                </c:pt>
              </c:numCache>
            </c:numRef>
          </c:cat>
          <c:val>
            <c:numRef>
              <c:f>problem2!$C$11:$F$11</c:f>
              <c:numCache>
                <c:formatCode>General</c:formatCode>
                <c:ptCount val="4"/>
                <c:pt idx="0">
                  <c:v>78</c:v>
                </c:pt>
                <c:pt idx="1">
                  <c:v>94.6</c:v>
                </c:pt>
                <c:pt idx="2">
                  <c:v>97.3</c:v>
                </c:pt>
                <c:pt idx="3">
                  <c:v>98.5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1C-4A36-8716-F26C950DF3C7}"/>
            </c:ext>
          </c:extLst>
        </c:ser>
        <c:ser>
          <c:idx val="2"/>
          <c:order val="2"/>
          <c:tx>
            <c:strRef>
              <c:f>problem2!$B$12</c:f>
              <c:strCache>
                <c:ptCount val="1"/>
                <c:pt idx="0">
                  <c:v>Sigmoid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problem2!$C$9:$F$9</c:f>
              <c:numCache>
                <c:formatCode>General</c:formatCode>
                <c:ptCount val="4"/>
                <c:pt idx="0">
                  <c:v>1500</c:v>
                </c:pt>
                <c:pt idx="1">
                  <c:v>2000</c:v>
                </c:pt>
                <c:pt idx="2">
                  <c:v>2500</c:v>
                </c:pt>
                <c:pt idx="3">
                  <c:v>3000</c:v>
                </c:pt>
              </c:numCache>
            </c:numRef>
          </c:cat>
          <c:val>
            <c:numRef>
              <c:f>problem2!$C$12:$F$12</c:f>
              <c:numCache>
                <c:formatCode>General</c:formatCode>
                <c:ptCount val="4"/>
                <c:pt idx="0">
                  <c:v>69</c:v>
                </c:pt>
                <c:pt idx="1">
                  <c:v>83.1</c:v>
                </c:pt>
                <c:pt idx="2">
                  <c:v>84.4</c:v>
                </c:pt>
                <c:pt idx="3">
                  <c:v>84.8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1C-4A36-8716-F26C950DF3C7}"/>
            </c:ext>
          </c:extLst>
        </c:ser>
        <c:ser>
          <c:idx val="3"/>
          <c:order val="3"/>
          <c:tx>
            <c:strRef>
              <c:f>problem2!$B$13</c:f>
              <c:strCache>
                <c:ptCount val="1"/>
                <c:pt idx="0">
                  <c:v>SMiTe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problem2!$C$9:$F$9</c:f>
              <c:numCache>
                <c:formatCode>General</c:formatCode>
                <c:ptCount val="4"/>
                <c:pt idx="0">
                  <c:v>1500</c:v>
                </c:pt>
                <c:pt idx="1">
                  <c:v>2000</c:v>
                </c:pt>
                <c:pt idx="2">
                  <c:v>2500</c:v>
                </c:pt>
                <c:pt idx="3">
                  <c:v>3000</c:v>
                </c:pt>
              </c:numCache>
            </c:numRef>
          </c:cat>
          <c:val>
            <c:numRef>
              <c:f>problem2!$C$13:$F$13</c:f>
              <c:numCache>
                <c:formatCode>General</c:formatCode>
                <c:ptCount val="4"/>
                <c:pt idx="0">
                  <c:v>72</c:v>
                </c:pt>
                <c:pt idx="1">
                  <c:v>89.1</c:v>
                </c:pt>
                <c:pt idx="2">
                  <c:v>90.1</c:v>
                </c:pt>
                <c:pt idx="3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21C-4A36-8716-F26C950DF3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0"/>
        <c:axId val="376511856"/>
        <c:axId val="376513936"/>
      </c:barChart>
      <c:catAx>
        <c:axId val="3765118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ysClr val="windowText" lastClr="000000"/>
                    </a:solidFill>
                  </a:rPr>
                  <a:t>Number of Servers</a:t>
                </a:r>
                <a:endParaRPr lang="zh-CN" alt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6513936"/>
        <c:crosses val="autoZero"/>
        <c:auto val="1"/>
        <c:lblAlgn val="ctr"/>
        <c:lblOffset val="100"/>
        <c:noMultiLvlLbl val="0"/>
      </c:catAx>
      <c:valAx>
        <c:axId val="376513936"/>
        <c:scaling>
          <c:orientation val="minMax"/>
          <c:min val="6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ysClr val="windowText" lastClr="000000"/>
                    </a:solidFill>
                  </a:rPr>
                  <a:t>average fps</a:t>
                </a:r>
                <a:endParaRPr lang="zh-CN" alt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6511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problem2!$H$1</c:f>
              <c:strCache>
                <c:ptCount val="1"/>
                <c:pt idx="0">
                  <c:v>vector packing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problem2!$G$2:$G$5001</c:f>
              <c:numCache>
                <c:formatCode>General</c:formatCode>
                <c:ptCount val="5000"/>
                <c:pt idx="0">
                  <c:v>2.0000000000000001E-4</c:v>
                </c:pt>
                <c:pt idx="1">
                  <c:v>4.0000000000000002E-4</c:v>
                </c:pt>
                <c:pt idx="2">
                  <c:v>5.9999999999999995E-4</c:v>
                </c:pt>
                <c:pt idx="3">
                  <c:v>8.0000000000000004E-4</c:v>
                </c:pt>
                <c:pt idx="4">
                  <c:v>1E-3</c:v>
                </c:pt>
                <c:pt idx="5">
                  <c:v>1.1999999999999999E-3</c:v>
                </c:pt>
                <c:pt idx="6">
                  <c:v>1.4E-3</c:v>
                </c:pt>
                <c:pt idx="7">
                  <c:v>1.6000000000000001E-3</c:v>
                </c:pt>
                <c:pt idx="8">
                  <c:v>1.8E-3</c:v>
                </c:pt>
                <c:pt idx="9">
                  <c:v>2E-3</c:v>
                </c:pt>
                <c:pt idx="10">
                  <c:v>2.2000000000000001E-3</c:v>
                </c:pt>
                <c:pt idx="11">
                  <c:v>2.3999999999999998E-3</c:v>
                </c:pt>
                <c:pt idx="12">
                  <c:v>2.5999999999999999E-3</c:v>
                </c:pt>
                <c:pt idx="13">
                  <c:v>2.8E-3</c:v>
                </c:pt>
                <c:pt idx="14">
                  <c:v>3.0000000000000001E-3</c:v>
                </c:pt>
                <c:pt idx="15">
                  <c:v>3.2000000000000002E-3</c:v>
                </c:pt>
                <c:pt idx="16">
                  <c:v>3.3999999999999998E-3</c:v>
                </c:pt>
                <c:pt idx="17">
                  <c:v>3.5999999999999999E-3</c:v>
                </c:pt>
                <c:pt idx="18">
                  <c:v>3.8E-3</c:v>
                </c:pt>
                <c:pt idx="19">
                  <c:v>4.0000000000000001E-3</c:v>
                </c:pt>
                <c:pt idx="20">
                  <c:v>4.1999999999999997E-3</c:v>
                </c:pt>
                <c:pt idx="21">
                  <c:v>4.4000000000000003E-3</c:v>
                </c:pt>
                <c:pt idx="22">
                  <c:v>4.5999999999999999E-3</c:v>
                </c:pt>
                <c:pt idx="23">
                  <c:v>4.7999999999999996E-3</c:v>
                </c:pt>
                <c:pt idx="24">
                  <c:v>5.0000000000000001E-3</c:v>
                </c:pt>
                <c:pt idx="25">
                  <c:v>5.1999999999999998E-3</c:v>
                </c:pt>
                <c:pt idx="26">
                  <c:v>5.4000000000000003E-3</c:v>
                </c:pt>
                <c:pt idx="27">
                  <c:v>5.5999999999999999E-3</c:v>
                </c:pt>
                <c:pt idx="28">
                  <c:v>5.7999999999999996E-3</c:v>
                </c:pt>
                <c:pt idx="29">
                  <c:v>6.0000000000000001E-3</c:v>
                </c:pt>
                <c:pt idx="30">
                  <c:v>6.1999999999999998E-3</c:v>
                </c:pt>
                <c:pt idx="31">
                  <c:v>6.4000000000000003E-3</c:v>
                </c:pt>
                <c:pt idx="32">
                  <c:v>6.6E-3</c:v>
                </c:pt>
                <c:pt idx="33">
                  <c:v>6.7999999999999996E-3</c:v>
                </c:pt>
                <c:pt idx="34">
                  <c:v>7.0000000000000001E-3</c:v>
                </c:pt>
                <c:pt idx="35">
                  <c:v>7.1999999999999998E-3</c:v>
                </c:pt>
                <c:pt idx="36">
                  <c:v>7.4000000000000003E-3</c:v>
                </c:pt>
                <c:pt idx="37">
                  <c:v>7.5999999999999896E-3</c:v>
                </c:pt>
                <c:pt idx="38">
                  <c:v>7.7999999999999901E-3</c:v>
                </c:pt>
                <c:pt idx="39">
                  <c:v>7.9999999999999898E-3</c:v>
                </c:pt>
                <c:pt idx="40">
                  <c:v>8.2000000000000007E-3</c:v>
                </c:pt>
                <c:pt idx="41">
                  <c:v>8.3999999999999995E-3</c:v>
                </c:pt>
                <c:pt idx="42">
                  <c:v>8.6E-3</c:v>
                </c:pt>
                <c:pt idx="43">
                  <c:v>8.8000000000000005E-3</c:v>
                </c:pt>
                <c:pt idx="44">
                  <c:v>8.9999999999999993E-3</c:v>
                </c:pt>
                <c:pt idx="45">
                  <c:v>9.1999999999999998E-3</c:v>
                </c:pt>
                <c:pt idx="46">
                  <c:v>9.4000000000000004E-3</c:v>
                </c:pt>
                <c:pt idx="47">
                  <c:v>9.5999999999999992E-3</c:v>
                </c:pt>
                <c:pt idx="48">
                  <c:v>9.7999999999999997E-3</c:v>
                </c:pt>
                <c:pt idx="49">
                  <c:v>0.01</c:v>
                </c:pt>
                <c:pt idx="50">
                  <c:v>1.0200000000000001E-2</c:v>
                </c:pt>
                <c:pt idx="51">
                  <c:v>1.04E-2</c:v>
                </c:pt>
                <c:pt idx="52">
                  <c:v>1.06E-2</c:v>
                </c:pt>
                <c:pt idx="53">
                  <c:v>1.0800000000000001E-2</c:v>
                </c:pt>
                <c:pt idx="54">
                  <c:v>1.0999999999999999E-2</c:v>
                </c:pt>
                <c:pt idx="55">
                  <c:v>1.12E-2</c:v>
                </c:pt>
                <c:pt idx="56">
                  <c:v>1.14E-2</c:v>
                </c:pt>
                <c:pt idx="57">
                  <c:v>1.1599999999999999E-2</c:v>
                </c:pt>
                <c:pt idx="58">
                  <c:v>1.18E-2</c:v>
                </c:pt>
                <c:pt idx="59">
                  <c:v>1.2E-2</c:v>
                </c:pt>
                <c:pt idx="60">
                  <c:v>1.2200000000000001E-2</c:v>
                </c:pt>
                <c:pt idx="61">
                  <c:v>1.24E-2</c:v>
                </c:pt>
                <c:pt idx="62">
                  <c:v>1.26E-2</c:v>
                </c:pt>
                <c:pt idx="63">
                  <c:v>1.2800000000000001E-2</c:v>
                </c:pt>
                <c:pt idx="64">
                  <c:v>1.2999999999999999E-2</c:v>
                </c:pt>
                <c:pt idx="65">
                  <c:v>1.32E-2</c:v>
                </c:pt>
                <c:pt idx="66">
                  <c:v>1.34E-2</c:v>
                </c:pt>
                <c:pt idx="67">
                  <c:v>1.3599999999999999E-2</c:v>
                </c:pt>
                <c:pt idx="68">
                  <c:v>1.38E-2</c:v>
                </c:pt>
                <c:pt idx="69">
                  <c:v>1.4E-2</c:v>
                </c:pt>
                <c:pt idx="70">
                  <c:v>1.4200000000000001E-2</c:v>
                </c:pt>
                <c:pt idx="71">
                  <c:v>1.44E-2</c:v>
                </c:pt>
                <c:pt idx="72">
                  <c:v>1.46E-2</c:v>
                </c:pt>
                <c:pt idx="73">
                  <c:v>1.4800000000000001E-2</c:v>
                </c:pt>
                <c:pt idx="74">
                  <c:v>1.4999999999999999E-2</c:v>
                </c:pt>
                <c:pt idx="75">
                  <c:v>1.52E-2</c:v>
                </c:pt>
                <c:pt idx="76">
                  <c:v>1.54E-2</c:v>
                </c:pt>
                <c:pt idx="77">
                  <c:v>1.5599999999999999E-2</c:v>
                </c:pt>
                <c:pt idx="78">
                  <c:v>1.5800000000000002E-2</c:v>
                </c:pt>
                <c:pt idx="79">
                  <c:v>1.6E-2</c:v>
                </c:pt>
                <c:pt idx="80">
                  <c:v>1.6199999999999999E-2</c:v>
                </c:pt>
                <c:pt idx="81">
                  <c:v>1.6400000000000001E-2</c:v>
                </c:pt>
                <c:pt idx="82">
                  <c:v>1.66E-2</c:v>
                </c:pt>
                <c:pt idx="83">
                  <c:v>1.6799999999999999E-2</c:v>
                </c:pt>
                <c:pt idx="84">
                  <c:v>1.7000000000000001E-2</c:v>
                </c:pt>
                <c:pt idx="85">
                  <c:v>1.72E-2</c:v>
                </c:pt>
                <c:pt idx="86">
                  <c:v>1.7399999999999999E-2</c:v>
                </c:pt>
                <c:pt idx="87">
                  <c:v>1.7600000000000001E-2</c:v>
                </c:pt>
                <c:pt idx="88">
                  <c:v>1.78E-2</c:v>
                </c:pt>
                <c:pt idx="89">
                  <c:v>1.7999999999999999E-2</c:v>
                </c:pt>
                <c:pt idx="90">
                  <c:v>1.8200000000000001E-2</c:v>
                </c:pt>
                <c:pt idx="91">
                  <c:v>1.84E-2</c:v>
                </c:pt>
                <c:pt idx="92">
                  <c:v>1.8599999999999998E-2</c:v>
                </c:pt>
                <c:pt idx="93">
                  <c:v>1.8800000000000001E-2</c:v>
                </c:pt>
                <c:pt idx="94">
                  <c:v>1.9E-2</c:v>
                </c:pt>
                <c:pt idx="95">
                  <c:v>1.9199999999999998E-2</c:v>
                </c:pt>
                <c:pt idx="96">
                  <c:v>1.9400000000000001E-2</c:v>
                </c:pt>
                <c:pt idx="97">
                  <c:v>1.9599999999999999E-2</c:v>
                </c:pt>
                <c:pt idx="98">
                  <c:v>1.9800000000000002E-2</c:v>
                </c:pt>
                <c:pt idx="99">
                  <c:v>0.02</c:v>
                </c:pt>
                <c:pt idx="100">
                  <c:v>2.0199999999999999E-2</c:v>
                </c:pt>
                <c:pt idx="101">
                  <c:v>2.0400000000000001E-2</c:v>
                </c:pt>
                <c:pt idx="102">
                  <c:v>2.06E-2</c:v>
                </c:pt>
                <c:pt idx="103">
                  <c:v>2.0799999999999999E-2</c:v>
                </c:pt>
                <c:pt idx="104">
                  <c:v>2.1000000000000001E-2</c:v>
                </c:pt>
                <c:pt idx="105">
                  <c:v>2.12E-2</c:v>
                </c:pt>
                <c:pt idx="106">
                  <c:v>2.1399999999999999E-2</c:v>
                </c:pt>
                <c:pt idx="107">
                  <c:v>2.1600000000000001E-2</c:v>
                </c:pt>
                <c:pt idx="108">
                  <c:v>2.18E-2</c:v>
                </c:pt>
                <c:pt idx="109">
                  <c:v>2.1999999999999999E-2</c:v>
                </c:pt>
                <c:pt idx="110">
                  <c:v>2.2200000000000001E-2</c:v>
                </c:pt>
                <c:pt idx="111">
                  <c:v>2.24E-2</c:v>
                </c:pt>
                <c:pt idx="112">
                  <c:v>2.2599999999999999E-2</c:v>
                </c:pt>
                <c:pt idx="113">
                  <c:v>2.2800000000000001E-2</c:v>
                </c:pt>
                <c:pt idx="114">
                  <c:v>2.3E-2</c:v>
                </c:pt>
                <c:pt idx="115">
                  <c:v>2.3199999999999998E-2</c:v>
                </c:pt>
                <c:pt idx="116">
                  <c:v>2.3400000000000001E-2</c:v>
                </c:pt>
                <c:pt idx="117">
                  <c:v>2.3599999999999999E-2</c:v>
                </c:pt>
                <c:pt idx="118">
                  <c:v>2.3800000000000002E-2</c:v>
                </c:pt>
                <c:pt idx="119">
                  <c:v>2.4E-2</c:v>
                </c:pt>
                <c:pt idx="120">
                  <c:v>2.4199999999999999E-2</c:v>
                </c:pt>
                <c:pt idx="121">
                  <c:v>2.4400000000000002E-2</c:v>
                </c:pt>
                <c:pt idx="122">
                  <c:v>2.46E-2</c:v>
                </c:pt>
                <c:pt idx="123">
                  <c:v>2.4799999999999999E-2</c:v>
                </c:pt>
                <c:pt idx="124">
                  <c:v>2.5000000000000001E-2</c:v>
                </c:pt>
                <c:pt idx="125">
                  <c:v>2.52E-2</c:v>
                </c:pt>
                <c:pt idx="126">
                  <c:v>2.5399999999999999E-2</c:v>
                </c:pt>
                <c:pt idx="127">
                  <c:v>2.5600000000000001E-2</c:v>
                </c:pt>
                <c:pt idx="128">
                  <c:v>2.58E-2</c:v>
                </c:pt>
                <c:pt idx="129">
                  <c:v>2.5999999999999999E-2</c:v>
                </c:pt>
                <c:pt idx="130">
                  <c:v>2.6200000000000001E-2</c:v>
                </c:pt>
                <c:pt idx="131">
                  <c:v>2.64E-2</c:v>
                </c:pt>
                <c:pt idx="132">
                  <c:v>2.6599999999999999E-2</c:v>
                </c:pt>
                <c:pt idx="133">
                  <c:v>2.67999999999999E-2</c:v>
                </c:pt>
                <c:pt idx="134">
                  <c:v>2.6999999999999899E-2</c:v>
                </c:pt>
                <c:pt idx="135">
                  <c:v>2.7199999999999901E-2</c:v>
                </c:pt>
                <c:pt idx="136">
                  <c:v>2.73999999999999E-2</c:v>
                </c:pt>
                <c:pt idx="137">
                  <c:v>2.7599999999999899E-2</c:v>
                </c:pt>
                <c:pt idx="138">
                  <c:v>2.7799999999999901E-2</c:v>
                </c:pt>
                <c:pt idx="139">
                  <c:v>2.79999999999999E-2</c:v>
                </c:pt>
                <c:pt idx="140">
                  <c:v>2.8199999999999899E-2</c:v>
                </c:pt>
                <c:pt idx="141">
                  <c:v>2.8399999999999901E-2</c:v>
                </c:pt>
                <c:pt idx="142">
                  <c:v>2.85999999999999E-2</c:v>
                </c:pt>
                <c:pt idx="143">
                  <c:v>2.8799999999999899E-2</c:v>
                </c:pt>
                <c:pt idx="144">
                  <c:v>2.8999999999999901E-2</c:v>
                </c:pt>
                <c:pt idx="145">
                  <c:v>2.91999999999999E-2</c:v>
                </c:pt>
                <c:pt idx="146">
                  <c:v>2.9399999999999898E-2</c:v>
                </c:pt>
                <c:pt idx="147">
                  <c:v>2.9599999999999901E-2</c:v>
                </c:pt>
                <c:pt idx="148">
                  <c:v>2.9799999999999899E-2</c:v>
                </c:pt>
                <c:pt idx="149">
                  <c:v>2.9999999999999898E-2</c:v>
                </c:pt>
                <c:pt idx="150">
                  <c:v>3.0199999999999901E-2</c:v>
                </c:pt>
                <c:pt idx="151">
                  <c:v>3.0399999999999899E-2</c:v>
                </c:pt>
                <c:pt idx="152">
                  <c:v>3.0599999999999902E-2</c:v>
                </c:pt>
                <c:pt idx="153">
                  <c:v>3.07999999999999E-2</c:v>
                </c:pt>
                <c:pt idx="154">
                  <c:v>3.0999999999999899E-2</c:v>
                </c:pt>
                <c:pt idx="155">
                  <c:v>3.1199999999999901E-2</c:v>
                </c:pt>
                <c:pt idx="156">
                  <c:v>3.13999999999999E-2</c:v>
                </c:pt>
                <c:pt idx="157">
                  <c:v>3.1599999999999899E-2</c:v>
                </c:pt>
                <c:pt idx="158">
                  <c:v>3.1799999999999898E-2</c:v>
                </c:pt>
                <c:pt idx="159">
                  <c:v>3.1999999999999897E-2</c:v>
                </c:pt>
                <c:pt idx="160">
                  <c:v>3.2199999999999902E-2</c:v>
                </c:pt>
                <c:pt idx="161">
                  <c:v>3.2399999999999901E-2</c:v>
                </c:pt>
                <c:pt idx="162">
                  <c:v>3.25999999999999E-2</c:v>
                </c:pt>
                <c:pt idx="163">
                  <c:v>3.2799999999999899E-2</c:v>
                </c:pt>
                <c:pt idx="164">
                  <c:v>3.2999999999999897E-2</c:v>
                </c:pt>
                <c:pt idx="165">
                  <c:v>3.3199999999999903E-2</c:v>
                </c:pt>
                <c:pt idx="166">
                  <c:v>3.3399999999999902E-2</c:v>
                </c:pt>
                <c:pt idx="167">
                  <c:v>3.3599999999999901E-2</c:v>
                </c:pt>
                <c:pt idx="168">
                  <c:v>3.37999999999999E-2</c:v>
                </c:pt>
                <c:pt idx="169">
                  <c:v>3.3999999999999898E-2</c:v>
                </c:pt>
                <c:pt idx="170">
                  <c:v>3.4199999999999897E-2</c:v>
                </c:pt>
                <c:pt idx="171">
                  <c:v>3.4399999999999903E-2</c:v>
                </c:pt>
                <c:pt idx="172">
                  <c:v>3.4599999999999902E-2</c:v>
                </c:pt>
                <c:pt idx="173">
                  <c:v>3.47999999999999E-2</c:v>
                </c:pt>
                <c:pt idx="174">
                  <c:v>3.4999999999999899E-2</c:v>
                </c:pt>
                <c:pt idx="175">
                  <c:v>3.5199999999999898E-2</c:v>
                </c:pt>
                <c:pt idx="176">
                  <c:v>3.5399999999999897E-2</c:v>
                </c:pt>
                <c:pt idx="177">
                  <c:v>3.5599999999999903E-2</c:v>
                </c:pt>
                <c:pt idx="178">
                  <c:v>3.5799999999999901E-2</c:v>
                </c:pt>
                <c:pt idx="179">
                  <c:v>3.59999999999999E-2</c:v>
                </c:pt>
                <c:pt idx="180">
                  <c:v>3.6199999999999899E-2</c:v>
                </c:pt>
                <c:pt idx="181">
                  <c:v>3.6399999999999898E-2</c:v>
                </c:pt>
                <c:pt idx="182">
                  <c:v>3.6599999999999903E-2</c:v>
                </c:pt>
                <c:pt idx="183">
                  <c:v>3.6799999999999902E-2</c:v>
                </c:pt>
                <c:pt idx="184">
                  <c:v>3.6999999999999901E-2</c:v>
                </c:pt>
                <c:pt idx="185">
                  <c:v>3.71999999999999E-2</c:v>
                </c:pt>
                <c:pt idx="186">
                  <c:v>3.7399999999999899E-2</c:v>
                </c:pt>
                <c:pt idx="187">
                  <c:v>3.7599999999999897E-2</c:v>
                </c:pt>
                <c:pt idx="188">
                  <c:v>3.7799999999999903E-2</c:v>
                </c:pt>
                <c:pt idx="189">
                  <c:v>3.7999999999999902E-2</c:v>
                </c:pt>
                <c:pt idx="190">
                  <c:v>3.8199999999999901E-2</c:v>
                </c:pt>
                <c:pt idx="191">
                  <c:v>3.8399999999999899E-2</c:v>
                </c:pt>
                <c:pt idx="192">
                  <c:v>3.8599999999999898E-2</c:v>
                </c:pt>
                <c:pt idx="193">
                  <c:v>3.8799999999999897E-2</c:v>
                </c:pt>
                <c:pt idx="194">
                  <c:v>3.8999999999999903E-2</c:v>
                </c:pt>
                <c:pt idx="195">
                  <c:v>3.9199999999999902E-2</c:v>
                </c:pt>
                <c:pt idx="196">
                  <c:v>3.93999999999999E-2</c:v>
                </c:pt>
                <c:pt idx="197">
                  <c:v>3.9599999999999899E-2</c:v>
                </c:pt>
                <c:pt idx="198">
                  <c:v>3.9799999999999898E-2</c:v>
                </c:pt>
                <c:pt idx="199">
                  <c:v>3.9999999999999897E-2</c:v>
                </c:pt>
                <c:pt idx="200">
                  <c:v>4.0199999999999902E-2</c:v>
                </c:pt>
                <c:pt idx="201">
                  <c:v>4.0399999999999901E-2</c:v>
                </c:pt>
                <c:pt idx="202">
                  <c:v>4.05999999999999E-2</c:v>
                </c:pt>
                <c:pt idx="203">
                  <c:v>4.0799999999999899E-2</c:v>
                </c:pt>
                <c:pt idx="204">
                  <c:v>4.0999999999999898E-2</c:v>
                </c:pt>
                <c:pt idx="205">
                  <c:v>4.1199999999999903E-2</c:v>
                </c:pt>
                <c:pt idx="206">
                  <c:v>4.1399999999999902E-2</c:v>
                </c:pt>
                <c:pt idx="207">
                  <c:v>4.1599999999999901E-2</c:v>
                </c:pt>
                <c:pt idx="208">
                  <c:v>4.17999999999999E-2</c:v>
                </c:pt>
                <c:pt idx="209">
                  <c:v>4.1999999999999899E-2</c:v>
                </c:pt>
                <c:pt idx="210">
                  <c:v>4.2199999999999897E-2</c:v>
                </c:pt>
                <c:pt idx="211">
                  <c:v>4.2399999999999903E-2</c:v>
                </c:pt>
                <c:pt idx="212">
                  <c:v>4.2599999999999902E-2</c:v>
                </c:pt>
                <c:pt idx="213">
                  <c:v>4.2799999999999901E-2</c:v>
                </c:pt>
                <c:pt idx="214">
                  <c:v>4.2999999999999899E-2</c:v>
                </c:pt>
                <c:pt idx="215">
                  <c:v>4.3199999999999801E-2</c:v>
                </c:pt>
                <c:pt idx="216">
                  <c:v>4.33999999999998E-2</c:v>
                </c:pt>
                <c:pt idx="217">
                  <c:v>4.3599999999999799E-2</c:v>
                </c:pt>
                <c:pt idx="218">
                  <c:v>4.3799999999999797E-2</c:v>
                </c:pt>
                <c:pt idx="219">
                  <c:v>4.3999999999999803E-2</c:v>
                </c:pt>
                <c:pt idx="220">
                  <c:v>4.4199999999999802E-2</c:v>
                </c:pt>
                <c:pt idx="221">
                  <c:v>4.4399999999999801E-2</c:v>
                </c:pt>
                <c:pt idx="222">
                  <c:v>4.45999999999998E-2</c:v>
                </c:pt>
                <c:pt idx="223">
                  <c:v>4.4799999999999798E-2</c:v>
                </c:pt>
                <c:pt idx="224">
                  <c:v>4.4999999999999797E-2</c:v>
                </c:pt>
                <c:pt idx="225">
                  <c:v>4.5199999999999803E-2</c:v>
                </c:pt>
                <c:pt idx="226">
                  <c:v>4.5399999999999802E-2</c:v>
                </c:pt>
                <c:pt idx="227">
                  <c:v>4.55999999999998E-2</c:v>
                </c:pt>
                <c:pt idx="228">
                  <c:v>4.5799999999999799E-2</c:v>
                </c:pt>
                <c:pt idx="229">
                  <c:v>4.5999999999999798E-2</c:v>
                </c:pt>
                <c:pt idx="230">
                  <c:v>4.6199999999999797E-2</c:v>
                </c:pt>
                <c:pt idx="231">
                  <c:v>4.6399999999999803E-2</c:v>
                </c:pt>
                <c:pt idx="232">
                  <c:v>4.6599999999999801E-2</c:v>
                </c:pt>
                <c:pt idx="233">
                  <c:v>4.67999999999998E-2</c:v>
                </c:pt>
                <c:pt idx="234">
                  <c:v>4.6999999999999799E-2</c:v>
                </c:pt>
                <c:pt idx="235">
                  <c:v>4.7199999999999798E-2</c:v>
                </c:pt>
                <c:pt idx="236">
                  <c:v>4.7399999999999803E-2</c:v>
                </c:pt>
                <c:pt idx="237">
                  <c:v>4.7599999999999802E-2</c:v>
                </c:pt>
                <c:pt idx="238">
                  <c:v>4.7799999999999801E-2</c:v>
                </c:pt>
                <c:pt idx="239">
                  <c:v>4.79999999999998E-2</c:v>
                </c:pt>
                <c:pt idx="240">
                  <c:v>4.8199999999999799E-2</c:v>
                </c:pt>
                <c:pt idx="241">
                  <c:v>4.8399999999999797E-2</c:v>
                </c:pt>
                <c:pt idx="242">
                  <c:v>4.8599999999999803E-2</c:v>
                </c:pt>
                <c:pt idx="243">
                  <c:v>4.8799999999999802E-2</c:v>
                </c:pt>
                <c:pt idx="244">
                  <c:v>4.8999999999999801E-2</c:v>
                </c:pt>
                <c:pt idx="245">
                  <c:v>4.9199999999999799E-2</c:v>
                </c:pt>
                <c:pt idx="246">
                  <c:v>4.9399999999999798E-2</c:v>
                </c:pt>
                <c:pt idx="247">
                  <c:v>4.9599999999999797E-2</c:v>
                </c:pt>
                <c:pt idx="248">
                  <c:v>4.9799999999999803E-2</c:v>
                </c:pt>
                <c:pt idx="249">
                  <c:v>4.9999999999999802E-2</c:v>
                </c:pt>
                <c:pt idx="250">
                  <c:v>5.01999999999998E-2</c:v>
                </c:pt>
                <c:pt idx="251">
                  <c:v>5.0399999999999799E-2</c:v>
                </c:pt>
                <c:pt idx="252">
                  <c:v>5.0599999999999798E-2</c:v>
                </c:pt>
                <c:pt idx="253">
                  <c:v>5.0799999999999797E-2</c:v>
                </c:pt>
                <c:pt idx="254">
                  <c:v>5.0999999999999802E-2</c:v>
                </c:pt>
                <c:pt idx="255">
                  <c:v>5.1199999999999801E-2</c:v>
                </c:pt>
                <c:pt idx="256">
                  <c:v>5.13999999999998E-2</c:v>
                </c:pt>
                <c:pt idx="257">
                  <c:v>5.1599999999999799E-2</c:v>
                </c:pt>
                <c:pt idx="258">
                  <c:v>5.1799999999999798E-2</c:v>
                </c:pt>
                <c:pt idx="259">
                  <c:v>5.1999999999999803E-2</c:v>
                </c:pt>
                <c:pt idx="260">
                  <c:v>5.2199999999999802E-2</c:v>
                </c:pt>
                <c:pt idx="261">
                  <c:v>5.2399999999999801E-2</c:v>
                </c:pt>
                <c:pt idx="262">
                  <c:v>5.25999999999998E-2</c:v>
                </c:pt>
                <c:pt idx="263">
                  <c:v>5.2799999999999798E-2</c:v>
                </c:pt>
                <c:pt idx="264">
                  <c:v>5.2999999999999797E-2</c:v>
                </c:pt>
                <c:pt idx="265">
                  <c:v>5.3199999999999803E-2</c:v>
                </c:pt>
                <c:pt idx="266">
                  <c:v>5.3399999999999802E-2</c:v>
                </c:pt>
                <c:pt idx="267">
                  <c:v>5.3599999999999801E-2</c:v>
                </c:pt>
                <c:pt idx="268">
                  <c:v>5.3799999999999799E-2</c:v>
                </c:pt>
                <c:pt idx="269">
                  <c:v>5.3999999999999798E-2</c:v>
                </c:pt>
                <c:pt idx="270">
                  <c:v>5.4199999999999797E-2</c:v>
                </c:pt>
                <c:pt idx="271">
                  <c:v>5.4399999999999803E-2</c:v>
                </c:pt>
                <c:pt idx="272">
                  <c:v>5.4599999999999801E-2</c:v>
                </c:pt>
                <c:pt idx="273">
                  <c:v>5.47999999999998E-2</c:v>
                </c:pt>
                <c:pt idx="274">
                  <c:v>5.4999999999999799E-2</c:v>
                </c:pt>
                <c:pt idx="275">
                  <c:v>5.5199999999999798E-2</c:v>
                </c:pt>
                <c:pt idx="276">
                  <c:v>5.5399999999999797E-2</c:v>
                </c:pt>
                <c:pt idx="277">
                  <c:v>5.5599999999999802E-2</c:v>
                </c:pt>
                <c:pt idx="278">
                  <c:v>5.5799999999999801E-2</c:v>
                </c:pt>
                <c:pt idx="279">
                  <c:v>5.59999999999998E-2</c:v>
                </c:pt>
                <c:pt idx="280">
                  <c:v>5.6199999999999799E-2</c:v>
                </c:pt>
                <c:pt idx="281">
                  <c:v>5.6399999999999798E-2</c:v>
                </c:pt>
                <c:pt idx="282">
                  <c:v>5.6599999999999803E-2</c:v>
                </c:pt>
                <c:pt idx="283">
                  <c:v>5.6799999999999802E-2</c:v>
                </c:pt>
                <c:pt idx="284">
                  <c:v>5.6999999999999801E-2</c:v>
                </c:pt>
                <c:pt idx="285">
                  <c:v>5.71999999999998E-2</c:v>
                </c:pt>
                <c:pt idx="286">
                  <c:v>5.7399999999999798E-2</c:v>
                </c:pt>
                <c:pt idx="287">
                  <c:v>5.7599999999999797E-2</c:v>
                </c:pt>
                <c:pt idx="288">
                  <c:v>5.7799999999999803E-2</c:v>
                </c:pt>
                <c:pt idx="289">
                  <c:v>5.7999999999999802E-2</c:v>
                </c:pt>
                <c:pt idx="290">
                  <c:v>5.8199999999999801E-2</c:v>
                </c:pt>
                <c:pt idx="291">
                  <c:v>5.8399999999999799E-2</c:v>
                </c:pt>
                <c:pt idx="292">
                  <c:v>5.8599999999999798E-2</c:v>
                </c:pt>
                <c:pt idx="293">
                  <c:v>5.8799999999999797E-2</c:v>
                </c:pt>
                <c:pt idx="294">
                  <c:v>5.8999999999999803E-2</c:v>
                </c:pt>
                <c:pt idx="295">
                  <c:v>5.9199999999999801E-2</c:v>
                </c:pt>
                <c:pt idx="296">
                  <c:v>5.93999999999998E-2</c:v>
                </c:pt>
                <c:pt idx="297">
                  <c:v>5.9599999999999799E-2</c:v>
                </c:pt>
                <c:pt idx="298">
                  <c:v>5.9799999999999701E-2</c:v>
                </c:pt>
                <c:pt idx="299">
                  <c:v>5.9999999999999699E-2</c:v>
                </c:pt>
                <c:pt idx="300">
                  <c:v>6.0199999999999698E-2</c:v>
                </c:pt>
                <c:pt idx="301">
                  <c:v>6.0399999999999697E-2</c:v>
                </c:pt>
                <c:pt idx="302">
                  <c:v>6.0599999999999703E-2</c:v>
                </c:pt>
                <c:pt idx="303">
                  <c:v>6.0799999999999702E-2</c:v>
                </c:pt>
                <c:pt idx="304">
                  <c:v>6.09999999999997E-2</c:v>
                </c:pt>
                <c:pt idx="305">
                  <c:v>6.1199999999999699E-2</c:v>
                </c:pt>
                <c:pt idx="306">
                  <c:v>6.1399999999999698E-2</c:v>
                </c:pt>
                <c:pt idx="307">
                  <c:v>6.1599999999999697E-2</c:v>
                </c:pt>
                <c:pt idx="308">
                  <c:v>6.1799999999999702E-2</c:v>
                </c:pt>
                <c:pt idx="309">
                  <c:v>6.1999999999999701E-2</c:v>
                </c:pt>
                <c:pt idx="310">
                  <c:v>6.21999999999997E-2</c:v>
                </c:pt>
                <c:pt idx="311">
                  <c:v>6.2399999999999699E-2</c:v>
                </c:pt>
                <c:pt idx="312">
                  <c:v>6.2599999999999698E-2</c:v>
                </c:pt>
                <c:pt idx="313">
                  <c:v>6.2799999999999703E-2</c:v>
                </c:pt>
                <c:pt idx="314">
                  <c:v>6.2999999999999806E-2</c:v>
                </c:pt>
                <c:pt idx="315">
                  <c:v>6.3199999999999798E-2</c:v>
                </c:pt>
                <c:pt idx="316">
                  <c:v>6.3399999999999804E-2</c:v>
                </c:pt>
                <c:pt idx="317">
                  <c:v>6.3599999999999796E-2</c:v>
                </c:pt>
                <c:pt idx="318">
                  <c:v>6.3799999999999801E-2</c:v>
                </c:pt>
                <c:pt idx="319">
                  <c:v>6.3999999999999793E-2</c:v>
                </c:pt>
                <c:pt idx="320">
                  <c:v>6.4199999999999799E-2</c:v>
                </c:pt>
                <c:pt idx="321">
                  <c:v>6.4399999999999805E-2</c:v>
                </c:pt>
                <c:pt idx="322">
                  <c:v>6.4599999999999796E-2</c:v>
                </c:pt>
                <c:pt idx="323">
                  <c:v>6.4799999999999802E-2</c:v>
                </c:pt>
                <c:pt idx="324">
                  <c:v>6.4999999999999794E-2</c:v>
                </c:pt>
                <c:pt idx="325">
                  <c:v>6.51999999999998E-2</c:v>
                </c:pt>
                <c:pt idx="326">
                  <c:v>6.5399999999999806E-2</c:v>
                </c:pt>
                <c:pt idx="327">
                  <c:v>6.5599999999999797E-2</c:v>
                </c:pt>
                <c:pt idx="328">
                  <c:v>6.5799999999999803E-2</c:v>
                </c:pt>
                <c:pt idx="329">
                  <c:v>6.5999999999999795E-2</c:v>
                </c:pt>
                <c:pt idx="330">
                  <c:v>6.6199999999999801E-2</c:v>
                </c:pt>
                <c:pt idx="331">
                  <c:v>6.6399999999999806E-2</c:v>
                </c:pt>
                <c:pt idx="332">
                  <c:v>6.6599999999999895E-2</c:v>
                </c:pt>
                <c:pt idx="333">
                  <c:v>6.6799999999999901E-2</c:v>
                </c:pt>
                <c:pt idx="334">
                  <c:v>6.6999999999999907E-2</c:v>
                </c:pt>
                <c:pt idx="335">
                  <c:v>6.7199999999999899E-2</c:v>
                </c:pt>
                <c:pt idx="336">
                  <c:v>6.7399999999999904E-2</c:v>
                </c:pt>
                <c:pt idx="337">
                  <c:v>6.7599999999999896E-2</c:v>
                </c:pt>
                <c:pt idx="338">
                  <c:v>6.7799999999999902E-2</c:v>
                </c:pt>
                <c:pt idx="339">
                  <c:v>6.7999999999999894E-2</c:v>
                </c:pt>
                <c:pt idx="340">
                  <c:v>6.81999999999999E-2</c:v>
                </c:pt>
                <c:pt idx="341">
                  <c:v>6.8399999999999905E-2</c:v>
                </c:pt>
                <c:pt idx="342">
                  <c:v>6.8599999999999897E-2</c:v>
                </c:pt>
                <c:pt idx="343">
                  <c:v>6.8799999999999903E-2</c:v>
                </c:pt>
                <c:pt idx="344">
                  <c:v>6.8999999999999895E-2</c:v>
                </c:pt>
                <c:pt idx="345">
                  <c:v>6.91999999999999E-2</c:v>
                </c:pt>
                <c:pt idx="346">
                  <c:v>6.9399999999999906E-2</c:v>
                </c:pt>
                <c:pt idx="347">
                  <c:v>6.9599999999999898E-2</c:v>
                </c:pt>
                <c:pt idx="348">
                  <c:v>6.9799999999999904E-2</c:v>
                </c:pt>
                <c:pt idx="349">
                  <c:v>7.0000000000000007E-2</c:v>
                </c:pt>
                <c:pt idx="350">
                  <c:v>7.0199999999999999E-2</c:v>
                </c:pt>
                <c:pt idx="351">
                  <c:v>7.0400000000000004E-2</c:v>
                </c:pt>
                <c:pt idx="352">
                  <c:v>7.0599999999999996E-2</c:v>
                </c:pt>
                <c:pt idx="353">
                  <c:v>7.0800000000000002E-2</c:v>
                </c:pt>
                <c:pt idx="354">
                  <c:v>7.0999999999999994E-2</c:v>
                </c:pt>
                <c:pt idx="355">
                  <c:v>7.1199999999999999E-2</c:v>
                </c:pt>
                <c:pt idx="356">
                  <c:v>7.1400000000000005E-2</c:v>
                </c:pt>
                <c:pt idx="357">
                  <c:v>7.1599999999999997E-2</c:v>
                </c:pt>
                <c:pt idx="358">
                  <c:v>7.1800000000000003E-2</c:v>
                </c:pt>
                <c:pt idx="359">
                  <c:v>7.1999999999999995E-2</c:v>
                </c:pt>
                <c:pt idx="360">
                  <c:v>7.22E-2</c:v>
                </c:pt>
                <c:pt idx="361">
                  <c:v>7.2400000000000006E-2</c:v>
                </c:pt>
                <c:pt idx="362">
                  <c:v>7.2599999999999998E-2</c:v>
                </c:pt>
                <c:pt idx="363">
                  <c:v>7.2800000000000004E-2</c:v>
                </c:pt>
                <c:pt idx="364">
                  <c:v>7.2999999999999995E-2</c:v>
                </c:pt>
                <c:pt idx="365">
                  <c:v>7.3200000000000001E-2</c:v>
                </c:pt>
                <c:pt idx="366">
                  <c:v>7.3400000000000007E-2</c:v>
                </c:pt>
                <c:pt idx="367">
                  <c:v>7.3600000000000096E-2</c:v>
                </c:pt>
                <c:pt idx="368">
                  <c:v>7.3800000000000102E-2</c:v>
                </c:pt>
                <c:pt idx="369">
                  <c:v>7.4000000000000093E-2</c:v>
                </c:pt>
                <c:pt idx="370">
                  <c:v>7.4200000000000099E-2</c:v>
                </c:pt>
                <c:pt idx="371">
                  <c:v>7.4400000000000105E-2</c:v>
                </c:pt>
                <c:pt idx="372">
                  <c:v>7.4600000000000097E-2</c:v>
                </c:pt>
                <c:pt idx="373">
                  <c:v>7.4800000000000103E-2</c:v>
                </c:pt>
                <c:pt idx="374">
                  <c:v>7.5000000000000094E-2</c:v>
                </c:pt>
                <c:pt idx="375">
                  <c:v>7.52000000000001E-2</c:v>
                </c:pt>
                <c:pt idx="376">
                  <c:v>7.5400000000000106E-2</c:v>
                </c:pt>
                <c:pt idx="377">
                  <c:v>7.5600000000000098E-2</c:v>
                </c:pt>
                <c:pt idx="378">
                  <c:v>7.5800000000000103E-2</c:v>
                </c:pt>
                <c:pt idx="379">
                  <c:v>7.6000000000000095E-2</c:v>
                </c:pt>
                <c:pt idx="380">
                  <c:v>7.6200000000000101E-2</c:v>
                </c:pt>
                <c:pt idx="381">
                  <c:v>7.6400000000000107E-2</c:v>
                </c:pt>
                <c:pt idx="382">
                  <c:v>7.6600000000000099E-2</c:v>
                </c:pt>
                <c:pt idx="383">
                  <c:v>7.6800000000000104E-2</c:v>
                </c:pt>
                <c:pt idx="384">
                  <c:v>7.7000000000000193E-2</c:v>
                </c:pt>
                <c:pt idx="385">
                  <c:v>7.7200000000000199E-2</c:v>
                </c:pt>
                <c:pt idx="386">
                  <c:v>7.7400000000000205E-2</c:v>
                </c:pt>
                <c:pt idx="387">
                  <c:v>7.7600000000000197E-2</c:v>
                </c:pt>
                <c:pt idx="388">
                  <c:v>7.7800000000000202E-2</c:v>
                </c:pt>
                <c:pt idx="389">
                  <c:v>7.8000000000000194E-2</c:v>
                </c:pt>
                <c:pt idx="390">
                  <c:v>7.82000000000002E-2</c:v>
                </c:pt>
                <c:pt idx="391">
                  <c:v>7.8400000000000206E-2</c:v>
                </c:pt>
                <c:pt idx="392">
                  <c:v>7.8600000000000197E-2</c:v>
                </c:pt>
                <c:pt idx="393">
                  <c:v>7.8800000000000203E-2</c:v>
                </c:pt>
                <c:pt idx="394">
                  <c:v>7.9000000000000195E-2</c:v>
                </c:pt>
                <c:pt idx="395">
                  <c:v>7.9200000000000201E-2</c:v>
                </c:pt>
                <c:pt idx="396">
                  <c:v>7.9400000000000207E-2</c:v>
                </c:pt>
                <c:pt idx="397">
                  <c:v>7.9600000000000198E-2</c:v>
                </c:pt>
                <c:pt idx="398">
                  <c:v>7.9800000000000204E-2</c:v>
                </c:pt>
                <c:pt idx="399">
                  <c:v>8.0000000000000196E-2</c:v>
                </c:pt>
                <c:pt idx="400">
                  <c:v>8.0200000000000202E-2</c:v>
                </c:pt>
                <c:pt idx="401">
                  <c:v>8.0400000000000194E-2</c:v>
                </c:pt>
                <c:pt idx="402">
                  <c:v>8.0600000000000296E-2</c:v>
                </c:pt>
                <c:pt idx="403">
                  <c:v>8.0800000000000302E-2</c:v>
                </c:pt>
                <c:pt idx="404">
                  <c:v>8.1000000000000294E-2</c:v>
                </c:pt>
                <c:pt idx="405">
                  <c:v>8.12000000000003E-2</c:v>
                </c:pt>
                <c:pt idx="406">
                  <c:v>8.1400000000000305E-2</c:v>
                </c:pt>
                <c:pt idx="407">
                  <c:v>8.1600000000000297E-2</c:v>
                </c:pt>
                <c:pt idx="408">
                  <c:v>8.1800000000000303E-2</c:v>
                </c:pt>
                <c:pt idx="409">
                  <c:v>8.2000000000000295E-2</c:v>
                </c:pt>
                <c:pt idx="410">
                  <c:v>8.2200000000000301E-2</c:v>
                </c:pt>
                <c:pt idx="411">
                  <c:v>8.2400000000000306E-2</c:v>
                </c:pt>
                <c:pt idx="412">
                  <c:v>8.2600000000000298E-2</c:v>
                </c:pt>
                <c:pt idx="413">
                  <c:v>8.2800000000000304E-2</c:v>
                </c:pt>
                <c:pt idx="414">
                  <c:v>8.3000000000000296E-2</c:v>
                </c:pt>
                <c:pt idx="415">
                  <c:v>8.3200000000000301E-2</c:v>
                </c:pt>
                <c:pt idx="416">
                  <c:v>8.3400000000000293E-2</c:v>
                </c:pt>
                <c:pt idx="417">
                  <c:v>8.3600000000000299E-2</c:v>
                </c:pt>
                <c:pt idx="418">
                  <c:v>8.3800000000000305E-2</c:v>
                </c:pt>
                <c:pt idx="419">
                  <c:v>8.4000000000000394E-2</c:v>
                </c:pt>
                <c:pt idx="420">
                  <c:v>8.42000000000004E-2</c:v>
                </c:pt>
                <c:pt idx="421">
                  <c:v>8.4400000000000405E-2</c:v>
                </c:pt>
                <c:pt idx="422">
                  <c:v>8.4600000000000397E-2</c:v>
                </c:pt>
                <c:pt idx="423">
                  <c:v>8.4800000000000403E-2</c:v>
                </c:pt>
                <c:pt idx="424">
                  <c:v>8.5000000000000395E-2</c:v>
                </c:pt>
                <c:pt idx="425">
                  <c:v>8.52000000000004E-2</c:v>
                </c:pt>
                <c:pt idx="426">
                  <c:v>8.5400000000000406E-2</c:v>
                </c:pt>
                <c:pt idx="427">
                  <c:v>8.5600000000000398E-2</c:v>
                </c:pt>
                <c:pt idx="428">
                  <c:v>8.5800000000000404E-2</c:v>
                </c:pt>
                <c:pt idx="429">
                  <c:v>8.6000000000000396E-2</c:v>
                </c:pt>
                <c:pt idx="430">
                  <c:v>8.6200000000000401E-2</c:v>
                </c:pt>
                <c:pt idx="431">
                  <c:v>8.6400000000000393E-2</c:v>
                </c:pt>
                <c:pt idx="432">
                  <c:v>8.6600000000000399E-2</c:v>
                </c:pt>
                <c:pt idx="433">
                  <c:v>8.6800000000000405E-2</c:v>
                </c:pt>
                <c:pt idx="434">
                  <c:v>8.7000000000000396E-2</c:v>
                </c:pt>
                <c:pt idx="435">
                  <c:v>8.7200000000000402E-2</c:v>
                </c:pt>
                <c:pt idx="436">
                  <c:v>8.7400000000000394E-2</c:v>
                </c:pt>
                <c:pt idx="437">
                  <c:v>8.7600000000000497E-2</c:v>
                </c:pt>
                <c:pt idx="438">
                  <c:v>8.7800000000000503E-2</c:v>
                </c:pt>
                <c:pt idx="439">
                  <c:v>8.8000000000000494E-2</c:v>
                </c:pt>
                <c:pt idx="440">
                  <c:v>8.82000000000005E-2</c:v>
                </c:pt>
                <c:pt idx="441">
                  <c:v>8.8400000000000506E-2</c:v>
                </c:pt>
                <c:pt idx="442">
                  <c:v>8.8600000000000498E-2</c:v>
                </c:pt>
                <c:pt idx="443">
                  <c:v>8.8800000000000504E-2</c:v>
                </c:pt>
                <c:pt idx="444">
                  <c:v>8.9000000000000495E-2</c:v>
                </c:pt>
                <c:pt idx="445">
                  <c:v>8.9200000000000501E-2</c:v>
                </c:pt>
                <c:pt idx="446">
                  <c:v>8.9400000000000507E-2</c:v>
                </c:pt>
                <c:pt idx="447">
                  <c:v>8.9600000000000499E-2</c:v>
                </c:pt>
                <c:pt idx="448">
                  <c:v>8.9800000000000504E-2</c:v>
                </c:pt>
                <c:pt idx="449">
                  <c:v>9.0000000000000496E-2</c:v>
                </c:pt>
                <c:pt idx="450">
                  <c:v>9.0200000000000502E-2</c:v>
                </c:pt>
                <c:pt idx="451">
                  <c:v>9.0400000000000494E-2</c:v>
                </c:pt>
                <c:pt idx="452">
                  <c:v>9.06000000000005E-2</c:v>
                </c:pt>
                <c:pt idx="453">
                  <c:v>9.0800000000000505E-2</c:v>
                </c:pt>
                <c:pt idx="454">
                  <c:v>9.1000000000000594E-2</c:v>
                </c:pt>
                <c:pt idx="455">
                  <c:v>9.12000000000006E-2</c:v>
                </c:pt>
                <c:pt idx="456">
                  <c:v>9.1400000000000606E-2</c:v>
                </c:pt>
                <c:pt idx="457">
                  <c:v>9.1600000000000598E-2</c:v>
                </c:pt>
                <c:pt idx="458">
                  <c:v>9.1800000000000603E-2</c:v>
                </c:pt>
                <c:pt idx="459">
                  <c:v>9.2000000000000595E-2</c:v>
                </c:pt>
                <c:pt idx="460">
                  <c:v>9.2200000000000601E-2</c:v>
                </c:pt>
                <c:pt idx="461">
                  <c:v>9.2400000000000607E-2</c:v>
                </c:pt>
                <c:pt idx="462">
                  <c:v>9.2600000000000598E-2</c:v>
                </c:pt>
                <c:pt idx="463">
                  <c:v>9.2800000000000604E-2</c:v>
                </c:pt>
                <c:pt idx="464">
                  <c:v>9.3000000000000596E-2</c:v>
                </c:pt>
                <c:pt idx="465">
                  <c:v>9.3200000000000602E-2</c:v>
                </c:pt>
                <c:pt idx="466">
                  <c:v>9.3400000000000594E-2</c:v>
                </c:pt>
                <c:pt idx="467">
                  <c:v>9.3600000000000599E-2</c:v>
                </c:pt>
                <c:pt idx="468">
                  <c:v>9.3800000000000605E-2</c:v>
                </c:pt>
                <c:pt idx="469">
                  <c:v>9.4000000000000597E-2</c:v>
                </c:pt>
                <c:pt idx="470">
                  <c:v>9.4200000000000603E-2</c:v>
                </c:pt>
                <c:pt idx="471">
                  <c:v>9.4400000000000595E-2</c:v>
                </c:pt>
                <c:pt idx="472">
                  <c:v>9.4600000000000697E-2</c:v>
                </c:pt>
                <c:pt idx="473">
                  <c:v>9.4800000000000703E-2</c:v>
                </c:pt>
                <c:pt idx="474">
                  <c:v>9.5000000000000695E-2</c:v>
                </c:pt>
                <c:pt idx="475">
                  <c:v>9.5200000000000701E-2</c:v>
                </c:pt>
                <c:pt idx="476">
                  <c:v>9.5400000000000706E-2</c:v>
                </c:pt>
                <c:pt idx="477">
                  <c:v>9.5600000000000698E-2</c:v>
                </c:pt>
                <c:pt idx="478">
                  <c:v>9.5800000000000704E-2</c:v>
                </c:pt>
                <c:pt idx="479">
                  <c:v>9.6000000000000696E-2</c:v>
                </c:pt>
                <c:pt idx="480">
                  <c:v>9.6200000000000702E-2</c:v>
                </c:pt>
                <c:pt idx="481">
                  <c:v>9.6400000000000693E-2</c:v>
                </c:pt>
                <c:pt idx="482">
                  <c:v>9.6600000000000699E-2</c:v>
                </c:pt>
                <c:pt idx="483">
                  <c:v>9.6800000000000705E-2</c:v>
                </c:pt>
                <c:pt idx="484">
                  <c:v>9.7000000000000697E-2</c:v>
                </c:pt>
                <c:pt idx="485">
                  <c:v>9.7200000000000703E-2</c:v>
                </c:pt>
                <c:pt idx="486">
                  <c:v>9.7400000000000694E-2</c:v>
                </c:pt>
                <c:pt idx="487">
                  <c:v>9.76000000000007E-2</c:v>
                </c:pt>
                <c:pt idx="488">
                  <c:v>9.7800000000000706E-2</c:v>
                </c:pt>
                <c:pt idx="489">
                  <c:v>9.8000000000000795E-2</c:v>
                </c:pt>
                <c:pt idx="490">
                  <c:v>9.8200000000000801E-2</c:v>
                </c:pt>
                <c:pt idx="491">
                  <c:v>9.8400000000000806E-2</c:v>
                </c:pt>
                <c:pt idx="492">
                  <c:v>9.8600000000000798E-2</c:v>
                </c:pt>
                <c:pt idx="493">
                  <c:v>9.8800000000000804E-2</c:v>
                </c:pt>
                <c:pt idx="494">
                  <c:v>9.9000000000000796E-2</c:v>
                </c:pt>
                <c:pt idx="495">
                  <c:v>9.9200000000000801E-2</c:v>
                </c:pt>
                <c:pt idx="496">
                  <c:v>9.9400000000000793E-2</c:v>
                </c:pt>
                <c:pt idx="497">
                  <c:v>9.9600000000000799E-2</c:v>
                </c:pt>
                <c:pt idx="498">
                  <c:v>9.9800000000000805E-2</c:v>
                </c:pt>
                <c:pt idx="499">
                  <c:v>0.100000000000001</c:v>
                </c:pt>
                <c:pt idx="500">
                  <c:v>0.100200000000001</c:v>
                </c:pt>
                <c:pt idx="501">
                  <c:v>0.100400000000001</c:v>
                </c:pt>
                <c:pt idx="502">
                  <c:v>0.10060000000000099</c:v>
                </c:pt>
                <c:pt idx="503">
                  <c:v>0.100800000000001</c:v>
                </c:pt>
                <c:pt idx="504">
                  <c:v>0.10100000000000101</c:v>
                </c:pt>
                <c:pt idx="505">
                  <c:v>0.101200000000001</c:v>
                </c:pt>
                <c:pt idx="506">
                  <c:v>0.101400000000001</c:v>
                </c:pt>
                <c:pt idx="507">
                  <c:v>0.101600000000001</c:v>
                </c:pt>
                <c:pt idx="508">
                  <c:v>0.101800000000001</c:v>
                </c:pt>
                <c:pt idx="509">
                  <c:v>0.10200000000000101</c:v>
                </c:pt>
                <c:pt idx="510">
                  <c:v>0.102200000000001</c:v>
                </c:pt>
                <c:pt idx="511">
                  <c:v>0.102400000000001</c:v>
                </c:pt>
                <c:pt idx="512">
                  <c:v>0.102600000000001</c:v>
                </c:pt>
                <c:pt idx="513">
                  <c:v>0.102800000000001</c:v>
                </c:pt>
                <c:pt idx="514">
                  <c:v>0.10300000000000099</c:v>
                </c:pt>
                <c:pt idx="515">
                  <c:v>0.103200000000001</c:v>
                </c:pt>
                <c:pt idx="516">
                  <c:v>0.103400000000001</c:v>
                </c:pt>
                <c:pt idx="517">
                  <c:v>0.103600000000001</c:v>
                </c:pt>
                <c:pt idx="518">
                  <c:v>0.103800000000001</c:v>
                </c:pt>
                <c:pt idx="519">
                  <c:v>0.10400000000000099</c:v>
                </c:pt>
                <c:pt idx="520">
                  <c:v>0.104200000000001</c:v>
                </c:pt>
                <c:pt idx="521">
                  <c:v>0.10440000000000101</c:v>
                </c:pt>
                <c:pt idx="522">
                  <c:v>0.104600000000001</c:v>
                </c:pt>
                <c:pt idx="523">
                  <c:v>0.104800000000001</c:v>
                </c:pt>
                <c:pt idx="524">
                  <c:v>0.105000000000001</c:v>
                </c:pt>
                <c:pt idx="525">
                  <c:v>0.105200000000001</c:v>
                </c:pt>
                <c:pt idx="526">
                  <c:v>0.10540000000000101</c:v>
                </c:pt>
                <c:pt idx="527">
                  <c:v>0.105600000000001</c:v>
                </c:pt>
                <c:pt idx="528">
                  <c:v>0.105800000000001</c:v>
                </c:pt>
                <c:pt idx="529">
                  <c:v>0.106000000000001</c:v>
                </c:pt>
                <c:pt idx="530">
                  <c:v>0.106200000000001</c:v>
                </c:pt>
                <c:pt idx="531">
                  <c:v>0.10640000000000099</c:v>
                </c:pt>
                <c:pt idx="532">
                  <c:v>0.106600000000001</c:v>
                </c:pt>
                <c:pt idx="533">
                  <c:v>0.10680000000000101</c:v>
                </c:pt>
                <c:pt idx="534">
                  <c:v>0.107000000000001</c:v>
                </c:pt>
                <c:pt idx="535">
                  <c:v>0.107200000000001</c:v>
                </c:pt>
                <c:pt idx="536">
                  <c:v>0.10740000000000099</c:v>
                </c:pt>
                <c:pt idx="537">
                  <c:v>0.107600000000001</c:v>
                </c:pt>
                <c:pt idx="538">
                  <c:v>0.10780000000000101</c:v>
                </c:pt>
                <c:pt idx="539">
                  <c:v>0.108000000000001</c:v>
                </c:pt>
                <c:pt idx="540">
                  <c:v>0.108200000000001</c:v>
                </c:pt>
                <c:pt idx="541">
                  <c:v>0.108400000000001</c:v>
                </c:pt>
                <c:pt idx="542">
                  <c:v>0.108600000000001</c:v>
                </c:pt>
                <c:pt idx="543">
                  <c:v>0.10880000000000099</c:v>
                </c:pt>
                <c:pt idx="544">
                  <c:v>0.109000000000001</c:v>
                </c:pt>
                <c:pt idx="545">
                  <c:v>0.109200000000001</c:v>
                </c:pt>
                <c:pt idx="546">
                  <c:v>0.109400000000001</c:v>
                </c:pt>
                <c:pt idx="547">
                  <c:v>0.109600000000001</c:v>
                </c:pt>
                <c:pt idx="548">
                  <c:v>0.10980000000000099</c:v>
                </c:pt>
                <c:pt idx="549">
                  <c:v>0.110000000000001</c:v>
                </c:pt>
                <c:pt idx="550">
                  <c:v>0.11020000000000101</c:v>
                </c:pt>
                <c:pt idx="551">
                  <c:v>0.110400000000001</c:v>
                </c:pt>
                <c:pt idx="552">
                  <c:v>0.110600000000001</c:v>
                </c:pt>
                <c:pt idx="553">
                  <c:v>0.11080000000000099</c:v>
                </c:pt>
                <c:pt idx="554">
                  <c:v>0.111000000000001</c:v>
                </c:pt>
                <c:pt idx="555">
                  <c:v>0.11120000000000101</c:v>
                </c:pt>
                <c:pt idx="556">
                  <c:v>0.111400000000001</c:v>
                </c:pt>
                <c:pt idx="557">
                  <c:v>0.111600000000001</c:v>
                </c:pt>
                <c:pt idx="558">
                  <c:v>0.111800000000001</c:v>
                </c:pt>
                <c:pt idx="559">
                  <c:v>0.112000000000001</c:v>
                </c:pt>
                <c:pt idx="560">
                  <c:v>0.11220000000000099</c:v>
                </c:pt>
                <c:pt idx="561">
                  <c:v>0.112400000000001</c:v>
                </c:pt>
                <c:pt idx="562">
                  <c:v>0.112600000000001</c:v>
                </c:pt>
                <c:pt idx="563">
                  <c:v>0.112800000000001</c:v>
                </c:pt>
                <c:pt idx="564">
                  <c:v>0.113000000000001</c:v>
                </c:pt>
                <c:pt idx="565">
                  <c:v>0.11320000000000099</c:v>
                </c:pt>
                <c:pt idx="566">
                  <c:v>0.113400000000001</c:v>
                </c:pt>
                <c:pt idx="567">
                  <c:v>0.11360000000000101</c:v>
                </c:pt>
                <c:pt idx="568">
                  <c:v>0.113800000000001</c:v>
                </c:pt>
                <c:pt idx="569">
                  <c:v>0.114000000000001</c:v>
                </c:pt>
                <c:pt idx="570">
                  <c:v>0.114200000000001</c:v>
                </c:pt>
                <c:pt idx="571">
                  <c:v>0.114400000000001</c:v>
                </c:pt>
                <c:pt idx="572">
                  <c:v>0.11460000000000101</c:v>
                </c:pt>
                <c:pt idx="573">
                  <c:v>0.114800000000001</c:v>
                </c:pt>
                <c:pt idx="574">
                  <c:v>0.115000000000001</c:v>
                </c:pt>
                <c:pt idx="575">
                  <c:v>0.115200000000001</c:v>
                </c:pt>
                <c:pt idx="576">
                  <c:v>0.115400000000001</c:v>
                </c:pt>
                <c:pt idx="577">
                  <c:v>0.11560000000000099</c:v>
                </c:pt>
                <c:pt idx="578">
                  <c:v>0.115800000000001</c:v>
                </c:pt>
                <c:pt idx="579">
                  <c:v>0.11600000000000101</c:v>
                </c:pt>
                <c:pt idx="580">
                  <c:v>0.116200000000001</c:v>
                </c:pt>
                <c:pt idx="581">
                  <c:v>0.116400000000001</c:v>
                </c:pt>
                <c:pt idx="582">
                  <c:v>0.11660000000000099</c:v>
                </c:pt>
                <c:pt idx="583">
                  <c:v>0.116800000000001</c:v>
                </c:pt>
                <c:pt idx="584">
                  <c:v>0.11700000000000101</c:v>
                </c:pt>
                <c:pt idx="585">
                  <c:v>0.117200000000001</c:v>
                </c:pt>
                <c:pt idx="586">
                  <c:v>0.117400000000001</c:v>
                </c:pt>
                <c:pt idx="587">
                  <c:v>0.117600000000001</c:v>
                </c:pt>
                <c:pt idx="588">
                  <c:v>0.117800000000001</c:v>
                </c:pt>
                <c:pt idx="589">
                  <c:v>0.11800000000000101</c:v>
                </c:pt>
                <c:pt idx="590">
                  <c:v>0.118200000000001</c:v>
                </c:pt>
                <c:pt idx="591">
                  <c:v>0.118400000000001</c:v>
                </c:pt>
                <c:pt idx="592">
                  <c:v>0.118600000000001</c:v>
                </c:pt>
                <c:pt idx="593">
                  <c:v>0.118800000000001</c:v>
                </c:pt>
                <c:pt idx="594">
                  <c:v>0.11900000000000099</c:v>
                </c:pt>
                <c:pt idx="595">
                  <c:v>0.119200000000001</c:v>
                </c:pt>
                <c:pt idx="596">
                  <c:v>0.11940000000000101</c:v>
                </c:pt>
                <c:pt idx="597">
                  <c:v>0.119600000000001</c:v>
                </c:pt>
                <c:pt idx="598">
                  <c:v>0.119800000000001</c:v>
                </c:pt>
                <c:pt idx="599">
                  <c:v>0.12000000000000099</c:v>
                </c:pt>
                <c:pt idx="600">
                  <c:v>0.120200000000001</c:v>
                </c:pt>
                <c:pt idx="601">
                  <c:v>0.12040000000000101</c:v>
                </c:pt>
                <c:pt idx="602">
                  <c:v>0.120600000000001</c:v>
                </c:pt>
                <c:pt idx="603">
                  <c:v>0.120800000000001</c:v>
                </c:pt>
                <c:pt idx="604">
                  <c:v>0.121000000000001</c:v>
                </c:pt>
                <c:pt idx="605">
                  <c:v>0.121200000000001</c:v>
                </c:pt>
                <c:pt idx="606">
                  <c:v>0.12140000000000099</c:v>
                </c:pt>
                <c:pt idx="607">
                  <c:v>0.121600000000001</c:v>
                </c:pt>
                <c:pt idx="608">
                  <c:v>0.121800000000001</c:v>
                </c:pt>
                <c:pt idx="609">
                  <c:v>0.122000000000001</c:v>
                </c:pt>
                <c:pt idx="610">
                  <c:v>0.122200000000001</c:v>
                </c:pt>
                <c:pt idx="611">
                  <c:v>0.12240000000000099</c:v>
                </c:pt>
                <c:pt idx="612">
                  <c:v>0.122600000000001</c:v>
                </c:pt>
                <c:pt idx="613">
                  <c:v>0.12280000000000101</c:v>
                </c:pt>
                <c:pt idx="614">
                  <c:v>0.123000000000001</c:v>
                </c:pt>
                <c:pt idx="615">
                  <c:v>0.123200000000001</c:v>
                </c:pt>
                <c:pt idx="616">
                  <c:v>0.123400000000001</c:v>
                </c:pt>
                <c:pt idx="617">
                  <c:v>0.123600000000001</c:v>
                </c:pt>
                <c:pt idx="618">
                  <c:v>0.12380000000000101</c:v>
                </c:pt>
                <c:pt idx="619">
                  <c:v>0.124000000000001</c:v>
                </c:pt>
                <c:pt idx="620">
                  <c:v>0.124200000000002</c:v>
                </c:pt>
                <c:pt idx="621">
                  <c:v>0.124400000000002</c:v>
                </c:pt>
                <c:pt idx="622">
                  <c:v>0.124600000000002</c:v>
                </c:pt>
                <c:pt idx="623">
                  <c:v>0.12480000000000201</c:v>
                </c:pt>
                <c:pt idx="624">
                  <c:v>0.125000000000002</c:v>
                </c:pt>
                <c:pt idx="625">
                  <c:v>0.125200000000002</c:v>
                </c:pt>
                <c:pt idx="626">
                  <c:v>0.12540000000000201</c:v>
                </c:pt>
                <c:pt idx="627">
                  <c:v>0.12560000000000199</c:v>
                </c:pt>
                <c:pt idx="628">
                  <c:v>0.12580000000000199</c:v>
                </c:pt>
                <c:pt idx="629">
                  <c:v>0.126000000000002</c:v>
                </c:pt>
                <c:pt idx="630">
                  <c:v>0.12620000000000201</c:v>
                </c:pt>
                <c:pt idx="631">
                  <c:v>0.12640000000000201</c:v>
                </c:pt>
                <c:pt idx="632">
                  <c:v>0.12660000000000199</c:v>
                </c:pt>
                <c:pt idx="633">
                  <c:v>0.12680000000000199</c:v>
                </c:pt>
                <c:pt idx="634">
                  <c:v>0.127000000000002</c:v>
                </c:pt>
                <c:pt idx="635">
                  <c:v>0.12720000000000201</c:v>
                </c:pt>
                <c:pt idx="636">
                  <c:v>0.12740000000000201</c:v>
                </c:pt>
                <c:pt idx="637">
                  <c:v>0.12760000000000199</c:v>
                </c:pt>
                <c:pt idx="638">
                  <c:v>0.127800000000002</c:v>
                </c:pt>
                <c:pt idx="639">
                  <c:v>0.128000000000002</c:v>
                </c:pt>
                <c:pt idx="640">
                  <c:v>0.12820000000000201</c:v>
                </c:pt>
                <c:pt idx="641">
                  <c:v>0.12840000000000201</c:v>
                </c:pt>
                <c:pt idx="642">
                  <c:v>0.12860000000000199</c:v>
                </c:pt>
                <c:pt idx="643">
                  <c:v>0.128800000000002</c:v>
                </c:pt>
                <c:pt idx="644">
                  <c:v>0.129000000000002</c:v>
                </c:pt>
                <c:pt idx="645">
                  <c:v>0.12920000000000201</c:v>
                </c:pt>
                <c:pt idx="646">
                  <c:v>0.12940000000000201</c:v>
                </c:pt>
                <c:pt idx="647">
                  <c:v>0.12960000000000199</c:v>
                </c:pt>
                <c:pt idx="648">
                  <c:v>0.129800000000002</c:v>
                </c:pt>
                <c:pt idx="649">
                  <c:v>0.130000000000002</c:v>
                </c:pt>
                <c:pt idx="650">
                  <c:v>0.13020000000000201</c:v>
                </c:pt>
                <c:pt idx="651">
                  <c:v>0.13040000000000199</c:v>
                </c:pt>
                <c:pt idx="652">
                  <c:v>0.13060000000000199</c:v>
                </c:pt>
                <c:pt idx="653">
                  <c:v>0.130800000000002</c:v>
                </c:pt>
                <c:pt idx="654">
                  <c:v>0.131000000000002</c:v>
                </c:pt>
                <c:pt idx="655">
                  <c:v>0.13120000000000201</c:v>
                </c:pt>
                <c:pt idx="656">
                  <c:v>0.13140000000000199</c:v>
                </c:pt>
                <c:pt idx="657">
                  <c:v>0.13160000000000199</c:v>
                </c:pt>
                <c:pt idx="658">
                  <c:v>0.131800000000002</c:v>
                </c:pt>
                <c:pt idx="659">
                  <c:v>0.132000000000002</c:v>
                </c:pt>
                <c:pt idx="660">
                  <c:v>0.13220000000000201</c:v>
                </c:pt>
                <c:pt idx="661">
                  <c:v>0.13240000000000199</c:v>
                </c:pt>
                <c:pt idx="662">
                  <c:v>0.13260000000000199</c:v>
                </c:pt>
                <c:pt idx="663">
                  <c:v>0.132800000000002</c:v>
                </c:pt>
                <c:pt idx="664">
                  <c:v>0.13300000000000201</c:v>
                </c:pt>
                <c:pt idx="665">
                  <c:v>0.13320000000000201</c:v>
                </c:pt>
                <c:pt idx="666">
                  <c:v>0.13340000000000199</c:v>
                </c:pt>
                <c:pt idx="667">
                  <c:v>0.13360000000000199</c:v>
                </c:pt>
                <c:pt idx="668">
                  <c:v>0.133800000000002</c:v>
                </c:pt>
                <c:pt idx="669">
                  <c:v>0.13400000000000201</c:v>
                </c:pt>
                <c:pt idx="670">
                  <c:v>0.13420000000000201</c:v>
                </c:pt>
                <c:pt idx="671">
                  <c:v>0.13440000000000199</c:v>
                </c:pt>
                <c:pt idx="672">
                  <c:v>0.134600000000002</c:v>
                </c:pt>
                <c:pt idx="673">
                  <c:v>0.134800000000002</c:v>
                </c:pt>
                <c:pt idx="674">
                  <c:v>0.13500000000000201</c:v>
                </c:pt>
                <c:pt idx="675">
                  <c:v>0.13520000000000201</c:v>
                </c:pt>
                <c:pt idx="676">
                  <c:v>0.13540000000000199</c:v>
                </c:pt>
                <c:pt idx="677">
                  <c:v>0.135600000000002</c:v>
                </c:pt>
                <c:pt idx="678">
                  <c:v>0.135800000000002</c:v>
                </c:pt>
                <c:pt idx="679">
                  <c:v>0.13600000000000201</c:v>
                </c:pt>
                <c:pt idx="680">
                  <c:v>0.13620000000000199</c:v>
                </c:pt>
                <c:pt idx="681">
                  <c:v>0.13640000000000199</c:v>
                </c:pt>
                <c:pt idx="682">
                  <c:v>0.136600000000002</c:v>
                </c:pt>
                <c:pt idx="683">
                  <c:v>0.136800000000002</c:v>
                </c:pt>
                <c:pt idx="684">
                  <c:v>0.13700000000000201</c:v>
                </c:pt>
                <c:pt idx="685">
                  <c:v>0.13720000000000199</c:v>
                </c:pt>
                <c:pt idx="686">
                  <c:v>0.13740000000000199</c:v>
                </c:pt>
                <c:pt idx="687">
                  <c:v>0.137600000000002</c:v>
                </c:pt>
                <c:pt idx="688">
                  <c:v>0.137800000000002</c:v>
                </c:pt>
                <c:pt idx="689">
                  <c:v>0.13800000000000201</c:v>
                </c:pt>
                <c:pt idx="690">
                  <c:v>0.13820000000000199</c:v>
                </c:pt>
                <c:pt idx="691">
                  <c:v>0.13840000000000199</c:v>
                </c:pt>
                <c:pt idx="692">
                  <c:v>0.138600000000002</c:v>
                </c:pt>
                <c:pt idx="693">
                  <c:v>0.13880000000000201</c:v>
                </c:pt>
                <c:pt idx="694">
                  <c:v>0.13900000000000201</c:v>
                </c:pt>
                <c:pt idx="695">
                  <c:v>0.13920000000000199</c:v>
                </c:pt>
                <c:pt idx="696">
                  <c:v>0.13940000000000199</c:v>
                </c:pt>
                <c:pt idx="697">
                  <c:v>0.139600000000002</c:v>
                </c:pt>
                <c:pt idx="698">
                  <c:v>0.13980000000000201</c:v>
                </c:pt>
                <c:pt idx="699">
                  <c:v>0.14000000000000201</c:v>
                </c:pt>
                <c:pt idx="700">
                  <c:v>0.14020000000000199</c:v>
                </c:pt>
                <c:pt idx="701">
                  <c:v>0.140400000000002</c:v>
                </c:pt>
                <c:pt idx="702">
                  <c:v>0.140600000000002</c:v>
                </c:pt>
                <c:pt idx="703">
                  <c:v>0.14080000000000201</c:v>
                </c:pt>
                <c:pt idx="704">
                  <c:v>0.14100000000000201</c:v>
                </c:pt>
                <c:pt idx="705">
                  <c:v>0.14120000000000199</c:v>
                </c:pt>
                <c:pt idx="706">
                  <c:v>0.141400000000002</c:v>
                </c:pt>
                <c:pt idx="707">
                  <c:v>0.141600000000002</c:v>
                </c:pt>
                <c:pt idx="708">
                  <c:v>0.14180000000000201</c:v>
                </c:pt>
                <c:pt idx="709">
                  <c:v>0.14200000000000201</c:v>
                </c:pt>
                <c:pt idx="710">
                  <c:v>0.14220000000000199</c:v>
                </c:pt>
                <c:pt idx="711">
                  <c:v>0.142400000000002</c:v>
                </c:pt>
                <c:pt idx="712">
                  <c:v>0.142600000000002</c:v>
                </c:pt>
                <c:pt idx="713">
                  <c:v>0.14280000000000201</c:v>
                </c:pt>
                <c:pt idx="714">
                  <c:v>0.14300000000000199</c:v>
                </c:pt>
                <c:pt idx="715">
                  <c:v>0.14320000000000199</c:v>
                </c:pt>
                <c:pt idx="716">
                  <c:v>0.143400000000002</c:v>
                </c:pt>
                <c:pt idx="717">
                  <c:v>0.143600000000002</c:v>
                </c:pt>
                <c:pt idx="718">
                  <c:v>0.14380000000000201</c:v>
                </c:pt>
                <c:pt idx="719">
                  <c:v>0.14400000000000199</c:v>
                </c:pt>
                <c:pt idx="720">
                  <c:v>0.14420000000000199</c:v>
                </c:pt>
                <c:pt idx="721">
                  <c:v>0.144400000000002</c:v>
                </c:pt>
                <c:pt idx="722">
                  <c:v>0.144600000000002</c:v>
                </c:pt>
                <c:pt idx="723">
                  <c:v>0.14480000000000201</c:v>
                </c:pt>
                <c:pt idx="724">
                  <c:v>0.14500000000000199</c:v>
                </c:pt>
                <c:pt idx="725">
                  <c:v>0.14520000000000199</c:v>
                </c:pt>
                <c:pt idx="726">
                  <c:v>0.145400000000002</c:v>
                </c:pt>
                <c:pt idx="727">
                  <c:v>0.14560000000000201</c:v>
                </c:pt>
                <c:pt idx="728">
                  <c:v>0.14580000000000201</c:v>
                </c:pt>
                <c:pt idx="729">
                  <c:v>0.14600000000000199</c:v>
                </c:pt>
                <c:pt idx="730">
                  <c:v>0.146200000000002</c:v>
                </c:pt>
                <c:pt idx="731">
                  <c:v>0.146400000000002</c:v>
                </c:pt>
                <c:pt idx="732">
                  <c:v>0.14660000000000201</c:v>
                </c:pt>
                <c:pt idx="733">
                  <c:v>0.14680000000000201</c:v>
                </c:pt>
                <c:pt idx="734">
                  <c:v>0.14700000000000199</c:v>
                </c:pt>
                <c:pt idx="735">
                  <c:v>0.147200000000002</c:v>
                </c:pt>
                <c:pt idx="736">
                  <c:v>0.147400000000002</c:v>
                </c:pt>
                <c:pt idx="737">
                  <c:v>0.14760000000000201</c:v>
                </c:pt>
                <c:pt idx="738">
                  <c:v>0.14780000000000201</c:v>
                </c:pt>
                <c:pt idx="739">
                  <c:v>0.14800000000000199</c:v>
                </c:pt>
                <c:pt idx="740">
                  <c:v>0.148200000000002</c:v>
                </c:pt>
                <c:pt idx="741">
                  <c:v>0.148400000000002</c:v>
                </c:pt>
                <c:pt idx="742">
                  <c:v>0.14860000000000201</c:v>
                </c:pt>
                <c:pt idx="743">
                  <c:v>0.14880000000000199</c:v>
                </c:pt>
                <c:pt idx="744">
                  <c:v>0.14900000000000199</c:v>
                </c:pt>
                <c:pt idx="745">
                  <c:v>0.149200000000002</c:v>
                </c:pt>
                <c:pt idx="746">
                  <c:v>0.149400000000002</c:v>
                </c:pt>
                <c:pt idx="747">
                  <c:v>0.14960000000000201</c:v>
                </c:pt>
                <c:pt idx="748">
                  <c:v>0.14980000000000199</c:v>
                </c:pt>
                <c:pt idx="749">
                  <c:v>0.15000000000000199</c:v>
                </c:pt>
                <c:pt idx="750">
                  <c:v>0.150200000000002</c:v>
                </c:pt>
                <c:pt idx="751">
                  <c:v>0.150400000000002</c:v>
                </c:pt>
                <c:pt idx="752">
                  <c:v>0.15060000000000201</c:v>
                </c:pt>
                <c:pt idx="753">
                  <c:v>0.15080000000000199</c:v>
                </c:pt>
                <c:pt idx="754">
                  <c:v>0.15100000000000199</c:v>
                </c:pt>
                <c:pt idx="755">
                  <c:v>0.151200000000002</c:v>
                </c:pt>
                <c:pt idx="756">
                  <c:v>0.15140000000000201</c:v>
                </c:pt>
                <c:pt idx="757">
                  <c:v>0.15160000000000201</c:v>
                </c:pt>
                <c:pt idx="758">
                  <c:v>0.15180000000000199</c:v>
                </c:pt>
                <c:pt idx="759">
                  <c:v>0.15200000000000199</c:v>
                </c:pt>
                <c:pt idx="760">
                  <c:v>0.152200000000002</c:v>
                </c:pt>
                <c:pt idx="761">
                  <c:v>0.15240000000000201</c:v>
                </c:pt>
                <c:pt idx="762">
                  <c:v>0.15260000000000201</c:v>
                </c:pt>
                <c:pt idx="763">
                  <c:v>0.15280000000000199</c:v>
                </c:pt>
                <c:pt idx="764">
                  <c:v>0.153000000000002</c:v>
                </c:pt>
                <c:pt idx="765">
                  <c:v>0.153200000000002</c:v>
                </c:pt>
                <c:pt idx="766">
                  <c:v>0.15340000000000201</c:v>
                </c:pt>
                <c:pt idx="767">
                  <c:v>0.15360000000000201</c:v>
                </c:pt>
                <c:pt idx="768">
                  <c:v>0.15380000000000199</c:v>
                </c:pt>
                <c:pt idx="769">
                  <c:v>0.154000000000002</c:v>
                </c:pt>
                <c:pt idx="770">
                  <c:v>0.154200000000002</c:v>
                </c:pt>
                <c:pt idx="771">
                  <c:v>0.15440000000000201</c:v>
                </c:pt>
                <c:pt idx="772">
                  <c:v>0.15460000000000201</c:v>
                </c:pt>
                <c:pt idx="773">
                  <c:v>0.15480000000000199</c:v>
                </c:pt>
                <c:pt idx="774">
                  <c:v>0.155000000000002</c:v>
                </c:pt>
                <c:pt idx="775">
                  <c:v>0.155200000000002</c:v>
                </c:pt>
                <c:pt idx="776">
                  <c:v>0.15540000000000201</c:v>
                </c:pt>
                <c:pt idx="777">
                  <c:v>0.15560000000000199</c:v>
                </c:pt>
                <c:pt idx="778">
                  <c:v>0.15580000000000199</c:v>
                </c:pt>
                <c:pt idx="779">
                  <c:v>0.156000000000002</c:v>
                </c:pt>
                <c:pt idx="780">
                  <c:v>0.156200000000002</c:v>
                </c:pt>
                <c:pt idx="781">
                  <c:v>0.15640000000000201</c:v>
                </c:pt>
                <c:pt idx="782">
                  <c:v>0.15660000000000199</c:v>
                </c:pt>
                <c:pt idx="783">
                  <c:v>0.15680000000000199</c:v>
                </c:pt>
                <c:pt idx="784">
                  <c:v>0.157000000000002</c:v>
                </c:pt>
                <c:pt idx="785">
                  <c:v>0.157200000000002</c:v>
                </c:pt>
                <c:pt idx="786">
                  <c:v>0.15740000000000201</c:v>
                </c:pt>
                <c:pt idx="787">
                  <c:v>0.15760000000000199</c:v>
                </c:pt>
                <c:pt idx="788">
                  <c:v>0.15780000000000199</c:v>
                </c:pt>
                <c:pt idx="789">
                  <c:v>0.158000000000002</c:v>
                </c:pt>
                <c:pt idx="790">
                  <c:v>0.15820000000000201</c:v>
                </c:pt>
                <c:pt idx="791">
                  <c:v>0.15840000000000201</c:v>
                </c:pt>
                <c:pt idx="792">
                  <c:v>0.15860000000000199</c:v>
                </c:pt>
                <c:pt idx="793">
                  <c:v>0.158800000000002</c:v>
                </c:pt>
                <c:pt idx="794">
                  <c:v>0.159000000000003</c:v>
                </c:pt>
                <c:pt idx="795">
                  <c:v>0.15920000000000301</c:v>
                </c:pt>
                <c:pt idx="796">
                  <c:v>0.15940000000000301</c:v>
                </c:pt>
                <c:pt idx="797">
                  <c:v>0.15960000000000299</c:v>
                </c:pt>
                <c:pt idx="798">
                  <c:v>0.159800000000003</c:v>
                </c:pt>
                <c:pt idx="799">
                  <c:v>0.160000000000003</c:v>
                </c:pt>
                <c:pt idx="800">
                  <c:v>0.16020000000000301</c:v>
                </c:pt>
                <c:pt idx="801">
                  <c:v>0.16040000000000301</c:v>
                </c:pt>
                <c:pt idx="802">
                  <c:v>0.16060000000000299</c:v>
                </c:pt>
                <c:pt idx="803">
                  <c:v>0.160800000000003</c:v>
                </c:pt>
                <c:pt idx="804">
                  <c:v>0.161000000000003</c:v>
                </c:pt>
                <c:pt idx="805">
                  <c:v>0.16120000000000301</c:v>
                </c:pt>
                <c:pt idx="806">
                  <c:v>0.16140000000000301</c:v>
                </c:pt>
                <c:pt idx="807">
                  <c:v>0.16160000000000299</c:v>
                </c:pt>
                <c:pt idx="808">
                  <c:v>0.161800000000003</c:v>
                </c:pt>
                <c:pt idx="809">
                  <c:v>0.162000000000003</c:v>
                </c:pt>
                <c:pt idx="810">
                  <c:v>0.16220000000000301</c:v>
                </c:pt>
                <c:pt idx="811">
                  <c:v>0.16240000000000299</c:v>
                </c:pt>
                <c:pt idx="812">
                  <c:v>0.16260000000000299</c:v>
                </c:pt>
                <c:pt idx="813">
                  <c:v>0.162800000000003</c:v>
                </c:pt>
                <c:pt idx="814">
                  <c:v>0.163000000000003</c:v>
                </c:pt>
                <c:pt idx="815">
                  <c:v>0.16320000000000301</c:v>
                </c:pt>
                <c:pt idx="816">
                  <c:v>0.16340000000000299</c:v>
                </c:pt>
                <c:pt idx="817">
                  <c:v>0.16360000000000299</c:v>
                </c:pt>
                <c:pt idx="818">
                  <c:v>0.163800000000003</c:v>
                </c:pt>
                <c:pt idx="819">
                  <c:v>0.164000000000003</c:v>
                </c:pt>
                <c:pt idx="820">
                  <c:v>0.16420000000000301</c:v>
                </c:pt>
                <c:pt idx="821">
                  <c:v>0.16440000000000299</c:v>
                </c:pt>
                <c:pt idx="822">
                  <c:v>0.16460000000000299</c:v>
                </c:pt>
                <c:pt idx="823">
                  <c:v>0.164800000000003</c:v>
                </c:pt>
                <c:pt idx="824">
                  <c:v>0.16500000000000301</c:v>
                </c:pt>
                <c:pt idx="825">
                  <c:v>0.16520000000000301</c:v>
                </c:pt>
                <c:pt idx="826">
                  <c:v>0.16540000000000299</c:v>
                </c:pt>
                <c:pt idx="827">
                  <c:v>0.16560000000000299</c:v>
                </c:pt>
                <c:pt idx="828">
                  <c:v>0.165800000000003</c:v>
                </c:pt>
                <c:pt idx="829">
                  <c:v>0.16600000000000301</c:v>
                </c:pt>
                <c:pt idx="830">
                  <c:v>0.16620000000000301</c:v>
                </c:pt>
                <c:pt idx="831">
                  <c:v>0.16640000000000299</c:v>
                </c:pt>
                <c:pt idx="832">
                  <c:v>0.166600000000003</c:v>
                </c:pt>
                <c:pt idx="833">
                  <c:v>0.166800000000003</c:v>
                </c:pt>
                <c:pt idx="834">
                  <c:v>0.16700000000000301</c:v>
                </c:pt>
                <c:pt idx="835">
                  <c:v>0.16720000000000301</c:v>
                </c:pt>
                <c:pt idx="836">
                  <c:v>0.16740000000000299</c:v>
                </c:pt>
                <c:pt idx="837">
                  <c:v>0.167600000000003</c:v>
                </c:pt>
                <c:pt idx="838">
                  <c:v>0.167800000000003</c:v>
                </c:pt>
                <c:pt idx="839">
                  <c:v>0.16800000000000301</c:v>
                </c:pt>
                <c:pt idx="840">
                  <c:v>0.16820000000000301</c:v>
                </c:pt>
                <c:pt idx="841">
                  <c:v>0.16840000000000299</c:v>
                </c:pt>
                <c:pt idx="842">
                  <c:v>0.168600000000003</c:v>
                </c:pt>
                <c:pt idx="843">
                  <c:v>0.168800000000003</c:v>
                </c:pt>
                <c:pt idx="844">
                  <c:v>0.16900000000000301</c:v>
                </c:pt>
                <c:pt idx="845">
                  <c:v>0.16920000000000299</c:v>
                </c:pt>
                <c:pt idx="846">
                  <c:v>0.16940000000000299</c:v>
                </c:pt>
                <c:pt idx="847">
                  <c:v>0.169600000000003</c:v>
                </c:pt>
                <c:pt idx="848">
                  <c:v>0.169800000000003</c:v>
                </c:pt>
                <c:pt idx="849">
                  <c:v>0.17000000000000301</c:v>
                </c:pt>
                <c:pt idx="850">
                  <c:v>0.17020000000000299</c:v>
                </c:pt>
                <c:pt idx="851">
                  <c:v>0.17040000000000299</c:v>
                </c:pt>
                <c:pt idx="852">
                  <c:v>0.170600000000003</c:v>
                </c:pt>
                <c:pt idx="853">
                  <c:v>0.170800000000003</c:v>
                </c:pt>
                <c:pt idx="854">
                  <c:v>0.17100000000000301</c:v>
                </c:pt>
                <c:pt idx="855">
                  <c:v>0.17120000000000299</c:v>
                </c:pt>
                <c:pt idx="856">
                  <c:v>0.17140000000000299</c:v>
                </c:pt>
                <c:pt idx="857">
                  <c:v>0.171600000000003</c:v>
                </c:pt>
                <c:pt idx="858">
                  <c:v>0.17180000000000301</c:v>
                </c:pt>
                <c:pt idx="859">
                  <c:v>0.17200000000000301</c:v>
                </c:pt>
                <c:pt idx="860">
                  <c:v>0.17220000000000299</c:v>
                </c:pt>
                <c:pt idx="861">
                  <c:v>0.172400000000003</c:v>
                </c:pt>
                <c:pt idx="862">
                  <c:v>0.172600000000003</c:v>
                </c:pt>
                <c:pt idx="863">
                  <c:v>0.17280000000000301</c:v>
                </c:pt>
                <c:pt idx="864">
                  <c:v>0.17300000000000301</c:v>
                </c:pt>
                <c:pt idx="865">
                  <c:v>0.17320000000000299</c:v>
                </c:pt>
                <c:pt idx="866">
                  <c:v>0.173400000000003</c:v>
                </c:pt>
                <c:pt idx="867">
                  <c:v>0.173600000000003</c:v>
                </c:pt>
                <c:pt idx="868">
                  <c:v>0.17380000000000301</c:v>
                </c:pt>
                <c:pt idx="869">
                  <c:v>0.17400000000000301</c:v>
                </c:pt>
                <c:pt idx="870">
                  <c:v>0.17420000000000299</c:v>
                </c:pt>
                <c:pt idx="871">
                  <c:v>0.174400000000003</c:v>
                </c:pt>
                <c:pt idx="872">
                  <c:v>0.174600000000003</c:v>
                </c:pt>
                <c:pt idx="873">
                  <c:v>0.17480000000000301</c:v>
                </c:pt>
                <c:pt idx="874">
                  <c:v>0.17500000000000299</c:v>
                </c:pt>
                <c:pt idx="875">
                  <c:v>0.17520000000000299</c:v>
                </c:pt>
                <c:pt idx="876">
                  <c:v>0.175400000000003</c:v>
                </c:pt>
                <c:pt idx="877">
                  <c:v>0.175600000000003</c:v>
                </c:pt>
                <c:pt idx="878">
                  <c:v>0.17580000000000301</c:v>
                </c:pt>
                <c:pt idx="879">
                  <c:v>0.17600000000000299</c:v>
                </c:pt>
                <c:pt idx="880">
                  <c:v>0.17620000000000299</c:v>
                </c:pt>
                <c:pt idx="881">
                  <c:v>0.176400000000003</c:v>
                </c:pt>
                <c:pt idx="882">
                  <c:v>0.176600000000003</c:v>
                </c:pt>
                <c:pt idx="883">
                  <c:v>0.17680000000000301</c:v>
                </c:pt>
                <c:pt idx="884">
                  <c:v>0.17700000000000299</c:v>
                </c:pt>
                <c:pt idx="885">
                  <c:v>0.17720000000000299</c:v>
                </c:pt>
                <c:pt idx="886">
                  <c:v>0.177400000000003</c:v>
                </c:pt>
                <c:pt idx="887">
                  <c:v>0.17760000000000301</c:v>
                </c:pt>
                <c:pt idx="888">
                  <c:v>0.17780000000000301</c:v>
                </c:pt>
                <c:pt idx="889">
                  <c:v>0.17800000000000299</c:v>
                </c:pt>
                <c:pt idx="890">
                  <c:v>0.17820000000000299</c:v>
                </c:pt>
                <c:pt idx="891">
                  <c:v>0.178400000000003</c:v>
                </c:pt>
                <c:pt idx="892">
                  <c:v>0.17860000000000301</c:v>
                </c:pt>
                <c:pt idx="893">
                  <c:v>0.17880000000000301</c:v>
                </c:pt>
                <c:pt idx="894">
                  <c:v>0.17900000000000299</c:v>
                </c:pt>
                <c:pt idx="895">
                  <c:v>0.179200000000003</c:v>
                </c:pt>
                <c:pt idx="896">
                  <c:v>0.179400000000003</c:v>
                </c:pt>
                <c:pt idx="897">
                  <c:v>0.17960000000000301</c:v>
                </c:pt>
                <c:pt idx="898">
                  <c:v>0.17980000000000301</c:v>
                </c:pt>
                <c:pt idx="899">
                  <c:v>0.18000000000000299</c:v>
                </c:pt>
                <c:pt idx="900">
                  <c:v>0.180200000000003</c:v>
                </c:pt>
                <c:pt idx="901">
                  <c:v>0.180400000000003</c:v>
                </c:pt>
                <c:pt idx="902">
                  <c:v>0.18060000000000301</c:v>
                </c:pt>
                <c:pt idx="903">
                  <c:v>0.18080000000000301</c:v>
                </c:pt>
                <c:pt idx="904">
                  <c:v>0.18100000000000299</c:v>
                </c:pt>
                <c:pt idx="905">
                  <c:v>0.181200000000003</c:v>
                </c:pt>
                <c:pt idx="906">
                  <c:v>0.181400000000003</c:v>
                </c:pt>
                <c:pt idx="907">
                  <c:v>0.18160000000000301</c:v>
                </c:pt>
                <c:pt idx="908">
                  <c:v>0.18180000000000299</c:v>
                </c:pt>
                <c:pt idx="909">
                  <c:v>0.18200000000000299</c:v>
                </c:pt>
                <c:pt idx="910">
                  <c:v>0.182200000000003</c:v>
                </c:pt>
                <c:pt idx="911">
                  <c:v>0.182400000000003</c:v>
                </c:pt>
                <c:pt idx="912">
                  <c:v>0.18260000000000301</c:v>
                </c:pt>
                <c:pt idx="913">
                  <c:v>0.18280000000000299</c:v>
                </c:pt>
                <c:pt idx="914">
                  <c:v>0.18300000000000299</c:v>
                </c:pt>
                <c:pt idx="915">
                  <c:v>0.183200000000003</c:v>
                </c:pt>
                <c:pt idx="916">
                  <c:v>0.18340000000000301</c:v>
                </c:pt>
                <c:pt idx="917">
                  <c:v>0.18360000000000301</c:v>
                </c:pt>
                <c:pt idx="918">
                  <c:v>0.18380000000000299</c:v>
                </c:pt>
                <c:pt idx="919">
                  <c:v>0.18400000000000299</c:v>
                </c:pt>
                <c:pt idx="920">
                  <c:v>0.184200000000003</c:v>
                </c:pt>
                <c:pt idx="921">
                  <c:v>0.18440000000000301</c:v>
                </c:pt>
                <c:pt idx="922">
                  <c:v>0.18460000000000301</c:v>
                </c:pt>
                <c:pt idx="923">
                  <c:v>0.18480000000000299</c:v>
                </c:pt>
                <c:pt idx="924">
                  <c:v>0.185000000000003</c:v>
                </c:pt>
                <c:pt idx="925">
                  <c:v>0.185200000000003</c:v>
                </c:pt>
                <c:pt idx="926">
                  <c:v>0.18540000000000301</c:v>
                </c:pt>
                <c:pt idx="927">
                  <c:v>0.18560000000000301</c:v>
                </c:pt>
                <c:pt idx="928">
                  <c:v>0.18580000000000299</c:v>
                </c:pt>
                <c:pt idx="929">
                  <c:v>0.186000000000003</c:v>
                </c:pt>
                <c:pt idx="930">
                  <c:v>0.186200000000003</c:v>
                </c:pt>
                <c:pt idx="931">
                  <c:v>0.18640000000000301</c:v>
                </c:pt>
                <c:pt idx="932">
                  <c:v>0.18660000000000301</c:v>
                </c:pt>
                <c:pt idx="933">
                  <c:v>0.18680000000000299</c:v>
                </c:pt>
                <c:pt idx="934">
                  <c:v>0.187000000000003</c:v>
                </c:pt>
                <c:pt idx="935">
                  <c:v>0.187200000000003</c:v>
                </c:pt>
                <c:pt idx="936">
                  <c:v>0.18740000000000301</c:v>
                </c:pt>
                <c:pt idx="937">
                  <c:v>0.18760000000000299</c:v>
                </c:pt>
                <c:pt idx="938">
                  <c:v>0.18780000000000299</c:v>
                </c:pt>
                <c:pt idx="939">
                  <c:v>0.188000000000003</c:v>
                </c:pt>
                <c:pt idx="940">
                  <c:v>0.188200000000003</c:v>
                </c:pt>
                <c:pt idx="941">
                  <c:v>0.18840000000000301</c:v>
                </c:pt>
                <c:pt idx="942">
                  <c:v>0.18860000000000299</c:v>
                </c:pt>
                <c:pt idx="943">
                  <c:v>0.18880000000000299</c:v>
                </c:pt>
                <c:pt idx="944">
                  <c:v>0.189000000000003</c:v>
                </c:pt>
                <c:pt idx="945">
                  <c:v>0.189200000000003</c:v>
                </c:pt>
                <c:pt idx="946">
                  <c:v>0.18940000000000301</c:v>
                </c:pt>
                <c:pt idx="947">
                  <c:v>0.18960000000000299</c:v>
                </c:pt>
                <c:pt idx="948">
                  <c:v>0.18980000000000299</c:v>
                </c:pt>
                <c:pt idx="949">
                  <c:v>0.190000000000003</c:v>
                </c:pt>
                <c:pt idx="950">
                  <c:v>0.19020000000000301</c:v>
                </c:pt>
                <c:pt idx="951">
                  <c:v>0.19040000000000301</c:v>
                </c:pt>
                <c:pt idx="952">
                  <c:v>0.19060000000000299</c:v>
                </c:pt>
                <c:pt idx="953">
                  <c:v>0.19080000000000299</c:v>
                </c:pt>
                <c:pt idx="954">
                  <c:v>0.191000000000003</c:v>
                </c:pt>
                <c:pt idx="955">
                  <c:v>0.19120000000000301</c:v>
                </c:pt>
                <c:pt idx="956">
                  <c:v>0.19140000000000301</c:v>
                </c:pt>
                <c:pt idx="957">
                  <c:v>0.19160000000000299</c:v>
                </c:pt>
                <c:pt idx="958">
                  <c:v>0.191800000000003</c:v>
                </c:pt>
                <c:pt idx="959">
                  <c:v>0.192000000000003</c:v>
                </c:pt>
                <c:pt idx="960">
                  <c:v>0.19220000000000301</c:v>
                </c:pt>
                <c:pt idx="961">
                  <c:v>0.19240000000000301</c:v>
                </c:pt>
                <c:pt idx="962">
                  <c:v>0.19260000000000299</c:v>
                </c:pt>
                <c:pt idx="963">
                  <c:v>0.192800000000003</c:v>
                </c:pt>
                <c:pt idx="964">
                  <c:v>0.193000000000003</c:v>
                </c:pt>
                <c:pt idx="965">
                  <c:v>0.19320000000000301</c:v>
                </c:pt>
                <c:pt idx="966">
                  <c:v>0.19340000000000299</c:v>
                </c:pt>
                <c:pt idx="967">
                  <c:v>0.19360000000000299</c:v>
                </c:pt>
                <c:pt idx="968">
                  <c:v>0.193800000000003</c:v>
                </c:pt>
                <c:pt idx="969">
                  <c:v>0.194000000000004</c:v>
                </c:pt>
                <c:pt idx="970">
                  <c:v>0.19420000000000401</c:v>
                </c:pt>
                <c:pt idx="971">
                  <c:v>0.19440000000000399</c:v>
                </c:pt>
                <c:pt idx="972">
                  <c:v>0.19460000000000399</c:v>
                </c:pt>
                <c:pt idx="973">
                  <c:v>0.194800000000004</c:v>
                </c:pt>
                <c:pt idx="974">
                  <c:v>0.195000000000004</c:v>
                </c:pt>
                <c:pt idx="975">
                  <c:v>0.19520000000000401</c:v>
                </c:pt>
                <c:pt idx="976">
                  <c:v>0.19540000000000399</c:v>
                </c:pt>
                <c:pt idx="977">
                  <c:v>0.19560000000000399</c:v>
                </c:pt>
                <c:pt idx="978">
                  <c:v>0.195800000000004</c:v>
                </c:pt>
                <c:pt idx="979">
                  <c:v>0.196000000000004</c:v>
                </c:pt>
                <c:pt idx="980">
                  <c:v>0.19620000000000401</c:v>
                </c:pt>
                <c:pt idx="981">
                  <c:v>0.19640000000000399</c:v>
                </c:pt>
                <c:pt idx="982">
                  <c:v>0.19660000000000399</c:v>
                </c:pt>
                <c:pt idx="983">
                  <c:v>0.196800000000004</c:v>
                </c:pt>
                <c:pt idx="984">
                  <c:v>0.19700000000000401</c:v>
                </c:pt>
                <c:pt idx="985">
                  <c:v>0.19720000000000401</c:v>
                </c:pt>
                <c:pt idx="986">
                  <c:v>0.19740000000000399</c:v>
                </c:pt>
                <c:pt idx="987">
                  <c:v>0.19760000000000399</c:v>
                </c:pt>
                <c:pt idx="988">
                  <c:v>0.197800000000004</c:v>
                </c:pt>
                <c:pt idx="989">
                  <c:v>0.19800000000000401</c:v>
                </c:pt>
                <c:pt idx="990">
                  <c:v>0.19820000000000401</c:v>
                </c:pt>
                <c:pt idx="991">
                  <c:v>0.19840000000000399</c:v>
                </c:pt>
                <c:pt idx="992">
                  <c:v>0.198600000000004</c:v>
                </c:pt>
                <c:pt idx="993">
                  <c:v>0.198800000000004</c:v>
                </c:pt>
                <c:pt idx="994">
                  <c:v>0.19900000000000401</c:v>
                </c:pt>
                <c:pt idx="995">
                  <c:v>0.19920000000000401</c:v>
                </c:pt>
                <c:pt idx="996">
                  <c:v>0.19940000000000399</c:v>
                </c:pt>
                <c:pt idx="997">
                  <c:v>0.199600000000004</c:v>
                </c:pt>
                <c:pt idx="998">
                  <c:v>0.199800000000004</c:v>
                </c:pt>
                <c:pt idx="999">
                  <c:v>0.20000000000000401</c:v>
                </c:pt>
                <c:pt idx="1000">
                  <c:v>0.20020000000000401</c:v>
                </c:pt>
                <c:pt idx="1001">
                  <c:v>0.20040000000000399</c:v>
                </c:pt>
                <c:pt idx="1002">
                  <c:v>0.200600000000004</c:v>
                </c:pt>
                <c:pt idx="1003">
                  <c:v>0.200800000000004</c:v>
                </c:pt>
                <c:pt idx="1004">
                  <c:v>0.20100000000000401</c:v>
                </c:pt>
                <c:pt idx="1005">
                  <c:v>0.20120000000000399</c:v>
                </c:pt>
                <c:pt idx="1006">
                  <c:v>0.20140000000000399</c:v>
                </c:pt>
                <c:pt idx="1007">
                  <c:v>0.201600000000004</c:v>
                </c:pt>
                <c:pt idx="1008">
                  <c:v>0.201800000000004</c:v>
                </c:pt>
                <c:pt idx="1009">
                  <c:v>0.20200000000000401</c:v>
                </c:pt>
                <c:pt idx="1010">
                  <c:v>0.20220000000000399</c:v>
                </c:pt>
                <c:pt idx="1011">
                  <c:v>0.20240000000000399</c:v>
                </c:pt>
                <c:pt idx="1012">
                  <c:v>0.202600000000004</c:v>
                </c:pt>
                <c:pt idx="1013">
                  <c:v>0.202800000000004</c:v>
                </c:pt>
                <c:pt idx="1014">
                  <c:v>0.20300000000000401</c:v>
                </c:pt>
                <c:pt idx="1015">
                  <c:v>0.20320000000000399</c:v>
                </c:pt>
                <c:pt idx="1016">
                  <c:v>0.20340000000000399</c:v>
                </c:pt>
                <c:pt idx="1017">
                  <c:v>0.203600000000004</c:v>
                </c:pt>
                <c:pt idx="1018">
                  <c:v>0.20380000000000401</c:v>
                </c:pt>
                <c:pt idx="1019">
                  <c:v>0.20400000000000401</c:v>
                </c:pt>
                <c:pt idx="1020">
                  <c:v>0.20420000000000399</c:v>
                </c:pt>
                <c:pt idx="1021">
                  <c:v>0.204400000000004</c:v>
                </c:pt>
                <c:pt idx="1022">
                  <c:v>0.204600000000004</c:v>
                </c:pt>
                <c:pt idx="1023">
                  <c:v>0.20480000000000401</c:v>
                </c:pt>
                <c:pt idx="1024">
                  <c:v>0.20500000000000401</c:v>
                </c:pt>
                <c:pt idx="1025">
                  <c:v>0.20520000000000399</c:v>
                </c:pt>
                <c:pt idx="1026">
                  <c:v>0.205400000000004</c:v>
                </c:pt>
                <c:pt idx="1027">
                  <c:v>0.205600000000004</c:v>
                </c:pt>
                <c:pt idx="1028">
                  <c:v>0.20580000000000401</c:v>
                </c:pt>
                <c:pt idx="1029">
                  <c:v>0.20600000000000401</c:v>
                </c:pt>
                <c:pt idx="1030">
                  <c:v>0.20620000000000399</c:v>
                </c:pt>
                <c:pt idx="1031">
                  <c:v>0.206400000000004</c:v>
                </c:pt>
                <c:pt idx="1032">
                  <c:v>0.206600000000004</c:v>
                </c:pt>
                <c:pt idx="1033">
                  <c:v>0.20680000000000401</c:v>
                </c:pt>
                <c:pt idx="1034">
                  <c:v>0.20700000000000399</c:v>
                </c:pt>
                <c:pt idx="1035">
                  <c:v>0.20720000000000399</c:v>
                </c:pt>
                <c:pt idx="1036">
                  <c:v>0.207400000000004</c:v>
                </c:pt>
                <c:pt idx="1037">
                  <c:v>0.207600000000004</c:v>
                </c:pt>
                <c:pt idx="1038">
                  <c:v>0.20780000000000401</c:v>
                </c:pt>
                <c:pt idx="1039">
                  <c:v>0.20800000000000399</c:v>
                </c:pt>
                <c:pt idx="1040">
                  <c:v>0.20820000000000399</c:v>
                </c:pt>
                <c:pt idx="1041">
                  <c:v>0.208400000000004</c:v>
                </c:pt>
                <c:pt idx="1042">
                  <c:v>0.208600000000004</c:v>
                </c:pt>
                <c:pt idx="1043">
                  <c:v>0.20880000000000401</c:v>
                </c:pt>
                <c:pt idx="1044">
                  <c:v>0.20900000000000399</c:v>
                </c:pt>
                <c:pt idx="1045">
                  <c:v>0.20920000000000399</c:v>
                </c:pt>
                <c:pt idx="1046">
                  <c:v>0.209400000000004</c:v>
                </c:pt>
                <c:pt idx="1047">
                  <c:v>0.20960000000000401</c:v>
                </c:pt>
                <c:pt idx="1048">
                  <c:v>0.20980000000000401</c:v>
                </c:pt>
                <c:pt idx="1049">
                  <c:v>0.21000000000000399</c:v>
                </c:pt>
                <c:pt idx="1050">
                  <c:v>0.21020000000000399</c:v>
                </c:pt>
                <c:pt idx="1051">
                  <c:v>0.210400000000004</c:v>
                </c:pt>
                <c:pt idx="1052">
                  <c:v>0.21060000000000401</c:v>
                </c:pt>
                <c:pt idx="1053">
                  <c:v>0.21080000000000401</c:v>
                </c:pt>
                <c:pt idx="1054">
                  <c:v>0.21100000000000399</c:v>
                </c:pt>
                <c:pt idx="1055">
                  <c:v>0.211200000000004</c:v>
                </c:pt>
                <c:pt idx="1056">
                  <c:v>0.211400000000004</c:v>
                </c:pt>
                <c:pt idx="1057">
                  <c:v>0.21160000000000401</c:v>
                </c:pt>
                <c:pt idx="1058">
                  <c:v>0.21180000000000401</c:v>
                </c:pt>
                <c:pt idx="1059">
                  <c:v>0.21200000000000399</c:v>
                </c:pt>
                <c:pt idx="1060">
                  <c:v>0.212200000000004</c:v>
                </c:pt>
                <c:pt idx="1061">
                  <c:v>0.212400000000004</c:v>
                </c:pt>
                <c:pt idx="1062">
                  <c:v>0.21260000000000401</c:v>
                </c:pt>
                <c:pt idx="1063">
                  <c:v>0.21280000000000401</c:v>
                </c:pt>
                <c:pt idx="1064">
                  <c:v>0.21300000000000399</c:v>
                </c:pt>
                <c:pt idx="1065">
                  <c:v>0.213200000000004</c:v>
                </c:pt>
                <c:pt idx="1066">
                  <c:v>0.213400000000004</c:v>
                </c:pt>
                <c:pt idx="1067">
                  <c:v>0.21360000000000401</c:v>
                </c:pt>
                <c:pt idx="1068">
                  <c:v>0.21380000000000399</c:v>
                </c:pt>
                <c:pt idx="1069">
                  <c:v>0.21400000000000399</c:v>
                </c:pt>
                <c:pt idx="1070">
                  <c:v>0.214200000000004</c:v>
                </c:pt>
                <c:pt idx="1071">
                  <c:v>0.214400000000004</c:v>
                </c:pt>
                <c:pt idx="1072">
                  <c:v>0.21460000000000401</c:v>
                </c:pt>
                <c:pt idx="1073">
                  <c:v>0.21480000000000399</c:v>
                </c:pt>
                <c:pt idx="1074">
                  <c:v>0.21500000000000399</c:v>
                </c:pt>
                <c:pt idx="1075">
                  <c:v>0.215200000000004</c:v>
                </c:pt>
                <c:pt idx="1076">
                  <c:v>0.215400000000004</c:v>
                </c:pt>
                <c:pt idx="1077">
                  <c:v>0.21560000000000401</c:v>
                </c:pt>
                <c:pt idx="1078">
                  <c:v>0.21580000000000399</c:v>
                </c:pt>
                <c:pt idx="1079">
                  <c:v>0.21600000000000399</c:v>
                </c:pt>
                <c:pt idx="1080">
                  <c:v>0.216200000000004</c:v>
                </c:pt>
                <c:pt idx="1081">
                  <c:v>0.21640000000000401</c:v>
                </c:pt>
                <c:pt idx="1082">
                  <c:v>0.21660000000000401</c:v>
                </c:pt>
                <c:pt idx="1083">
                  <c:v>0.21680000000000399</c:v>
                </c:pt>
                <c:pt idx="1084">
                  <c:v>0.217000000000004</c:v>
                </c:pt>
                <c:pt idx="1085">
                  <c:v>0.217200000000004</c:v>
                </c:pt>
                <c:pt idx="1086">
                  <c:v>0.21740000000000401</c:v>
                </c:pt>
                <c:pt idx="1087">
                  <c:v>0.21760000000000401</c:v>
                </c:pt>
                <c:pt idx="1088">
                  <c:v>0.21780000000000399</c:v>
                </c:pt>
                <c:pt idx="1089">
                  <c:v>0.218000000000004</c:v>
                </c:pt>
                <c:pt idx="1090">
                  <c:v>0.218200000000004</c:v>
                </c:pt>
                <c:pt idx="1091">
                  <c:v>0.21840000000000401</c:v>
                </c:pt>
                <c:pt idx="1092">
                  <c:v>0.21860000000000401</c:v>
                </c:pt>
                <c:pt idx="1093">
                  <c:v>0.21880000000000399</c:v>
                </c:pt>
                <c:pt idx="1094">
                  <c:v>0.219000000000004</c:v>
                </c:pt>
                <c:pt idx="1095">
                  <c:v>0.219200000000004</c:v>
                </c:pt>
                <c:pt idx="1096">
                  <c:v>0.21940000000000401</c:v>
                </c:pt>
                <c:pt idx="1097">
                  <c:v>0.21960000000000399</c:v>
                </c:pt>
                <c:pt idx="1098">
                  <c:v>0.21980000000000399</c:v>
                </c:pt>
                <c:pt idx="1099">
                  <c:v>0.220000000000004</c:v>
                </c:pt>
                <c:pt idx="1100">
                  <c:v>0.220200000000004</c:v>
                </c:pt>
                <c:pt idx="1101">
                  <c:v>0.22040000000000401</c:v>
                </c:pt>
                <c:pt idx="1102">
                  <c:v>0.22060000000000399</c:v>
                </c:pt>
                <c:pt idx="1103">
                  <c:v>0.22080000000000399</c:v>
                </c:pt>
                <c:pt idx="1104">
                  <c:v>0.221000000000004</c:v>
                </c:pt>
                <c:pt idx="1105">
                  <c:v>0.221200000000004</c:v>
                </c:pt>
                <c:pt idx="1106">
                  <c:v>0.22140000000000401</c:v>
                </c:pt>
                <c:pt idx="1107">
                  <c:v>0.22160000000000399</c:v>
                </c:pt>
                <c:pt idx="1108">
                  <c:v>0.22180000000000399</c:v>
                </c:pt>
                <c:pt idx="1109">
                  <c:v>0.222000000000004</c:v>
                </c:pt>
                <c:pt idx="1110">
                  <c:v>0.22220000000000401</c:v>
                </c:pt>
                <c:pt idx="1111">
                  <c:v>0.22240000000000401</c:v>
                </c:pt>
                <c:pt idx="1112">
                  <c:v>0.22260000000000399</c:v>
                </c:pt>
                <c:pt idx="1113">
                  <c:v>0.22280000000000399</c:v>
                </c:pt>
                <c:pt idx="1114">
                  <c:v>0.223000000000004</c:v>
                </c:pt>
                <c:pt idx="1115">
                  <c:v>0.22320000000000401</c:v>
                </c:pt>
                <c:pt idx="1116">
                  <c:v>0.22340000000000401</c:v>
                </c:pt>
                <c:pt idx="1117">
                  <c:v>0.22360000000000399</c:v>
                </c:pt>
                <c:pt idx="1118">
                  <c:v>0.223800000000004</c:v>
                </c:pt>
                <c:pt idx="1119">
                  <c:v>0.224000000000004</c:v>
                </c:pt>
                <c:pt idx="1120">
                  <c:v>0.22420000000000401</c:v>
                </c:pt>
                <c:pt idx="1121">
                  <c:v>0.22440000000000401</c:v>
                </c:pt>
                <c:pt idx="1122">
                  <c:v>0.22460000000000399</c:v>
                </c:pt>
                <c:pt idx="1123">
                  <c:v>0.224800000000004</c:v>
                </c:pt>
                <c:pt idx="1124">
                  <c:v>0.225000000000004</c:v>
                </c:pt>
                <c:pt idx="1125">
                  <c:v>0.22520000000000401</c:v>
                </c:pt>
                <c:pt idx="1126">
                  <c:v>0.22540000000000401</c:v>
                </c:pt>
                <c:pt idx="1127">
                  <c:v>0.22560000000000399</c:v>
                </c:pt>
                <c:pt idx="1128">
                  <c:v>0.225800000000004</c:v>
                </c:pt>
                <c:pt idx="1129">
                  <c:v>0.226000000000004</c:v>
                </c:pt>
                <c:pt idx="1130">
                  <c:v>0.22620000000000401</c:v>
                </c:pt>
                <c:pt idx="1131">
                  <c:v>0.22640000000000399</c:v>
                </c:pt>
                <c:pt idx="1132">
                  <c:v>0.22660000000000399</c:v>
                </c:pt>
                <c:pt idx="1133">
                  <c:v>0.226800000000004</c:v>
                </c:pt>
                <c:pt idx="1134">
                  <c:v>0.227000000000004</c:v>
                </c:pt>
                <c:pt idx="1135">
                  <c:v>0.22720000000000401</c:v>
                </c:pt>
                <c:pt idx="1136">
                  <c:v>0.22740000000000399</c:v>
                </c:pt>
                <c:pt idx="1137">
                  <c:v>0.22760000000000399</c:v>
                </c:pt>
                <c:pt idx="1138">
                  <c:v>0.227800000000004</c:v>
                </c:pt>
                <c:pt idx="1139">
                  <c:v>0.22800000000000401</c:v>
                </c:pt>
                <c:pt idx="1140">
                  <c:v>0.22820000000000401</c:v>
                </c:pt>
                <c:pt idx="1141">
                  <c:v>0.22840000000000399</c:v>
                </c:pt>
                <c:pt idx="1142">
                  <c:v>0.22860000000000399</c:v>
                </c:pt>
                <c:pt idx="1143">
                  <c:v>0.228800000000004</c:v>
                </c:pt>
                <c:pt idx="1144">
                  <c:v>0.22900000000000501</c:v>
                </c:pt>
                <c:pt idx="1145">
                  <c:v>0.22920000000000501</c:v>
                </c:pt>
                <c:pt idx="1146">
                  <c:v>0.22940000000000499</c:v>
                </c:pt>
                <c:pt idx="1147">
                  <c:v>0.22960000000000499</c:v>
                </c:pt>
                <c:pt idx="1148">
                  <c:v>0.229800000000005</c:v>
                </c:pt>
                <c:pt idx="1149">
                  <c:v>0.23000000000000501</c:v>
                </c:pt>
                <c:pt idx="1150">
                  <c:v>0.23020000000000501</c:v>
                </c:pt>
                <c:pt idx="1151">
                  <c:v>0.23040000000000499</c:v>
                </c:pt>
                <c:pt idx="1152">
                  <c:v>0.230600000000005</c:v>
                </c:pt>
                <c:pt idx="1153">
                  <c:v>0.230800000000005</c:v>
                </c:pt>
                <c:pt idx="1154">
                  <c:v>0.23100000000000501</c:v>
                </c:pt>
                <c:pt idx="1155">
                  <c:v>0.23120000000000501</c:v>
                </c:pt>
                <c:pt idx="1156">
                  <c:v>0.23140000000000499</c:v>
                </c:pt>
                <c:pt idx="1157">
                  <c:v>0.231600000000005</c:v>
                </c:pt>
                <c:pt idx="1158">
                  <c:v>0.231800000000005</c:v>
                </c:pt>
                <c:pt idx="1159">
                  <c:v>0.23200000000000501</c:v>
                </c:pt>
                <c:pt idx="1160">
                  <c:v>0.23220000000000501</c:v>
                </c:pt>
                <c:pt idx="1161">
                  <c:v>0.23240000000000499</c:v>
                </c:pt>
                <c:pt idx="1162">
                  <c:v>0.232600000000005</c:v>
                </c:pt>
                <c:pt idx="1163">
                  <c:v>0.232800000000005</c:v>
                </c:pt>
                <c:pt idx="1164">
                  <c:v>0.23300000000000501</c:v>
                </c:pt>
                <c:pt idx="1165">
                  <c:v>0.23320000000000499</c:v>
                </c:pt>
                <c:pt idx="1166">
                  <c:v>0.23340000000000499</c:v>
                </c:pt>
                <c:pt idx="1167">
                  <c:v>0.233600000000005</c:v>
                </c:pt>
                <c:pt idx="1168">
                  <c:v>0.233800000000005</c:v>
                </c:pt>
                <c:pt idx="1169">
                  <c:v>0.23400000000000501</c:v>
                </c:pt>
                <c:pt idx="1170">
                  <c:v>0.23420000000000499</c:v>
                </c:pt>
                <c:pt idx="1171">
                  <c:v>0.23440000000000499</c:v>
                </c:pt>
                <c:pt idx="1172">
                  <c:v>0.234600000000005</c:v>
                </c:pt>
                <c:pt idx="1173">
                  <c:v>0.234800000000005</c:v>
                </c:pt>
                <c:pt idx="1174">
                  <c:v>0.23500000000000501</c:v>
                </c:pt>
                <c:pt idx="1175">
                  <c:v>0.23520000000000499</c:v>
                </c:pt>
                <c:pt idx="1176">
                  <c:v>0.23540000000000499</c:v>
                </c:pt>
                <c:pt idx="1177">
                  <c:v>0.235600000000005</c:v>
                </c:pt>
                <c:pt idx="1178">
                  <c:v>0.23580000000000501</c:v>
                </c:pt>
                <c:pt idx="1179">
                  <c:v>0.23600000000000501</c:v>
                </c:pt>
                <c:pt idx="1180">
                  <c:v>0.23620000000000499</c:v>
                </c:pt>
                <c:pt idx="1181">
                  <c:v>0.236400000000005</c:v>
                </c:pt>
                <c:pt idx="1182">
                  <c:v>0.236600000000005</c:v>
                </c:pt>
                <c:pt idx="1183">
                  <c:v>0.23680000000000501</c:v>
                </c:pt>
                <c:pt idx="1184">
                  <c:v>0.23700000000000501</c:v>
                </c:pt>
                <c:pt idx="1185">
                  <c:v>0.23720000000000499</c:v>
                </c:pt>
                <c:pt idx="1186">
                  <c:v>0.237400000000005</c:v>
                </c:pt>
                <c:pt idx="1187">
                  <c:v>0.237600000000005</c:v>
                </c:pt>
                <c:pt idx="1188">
                  <c:v>0.23780000000000501</c:v>
                </c:pt>
                <c:pt idx="1189">
                  <c:v>0.23800000000000501</c:v>
                </c:pt>
                <c:pt idx="1190">
                  <c:v>0.23820000000000499</c:v>
                </c:pt>
                <c:pt idx="1191">
                  <c:v>0.238400000000005</c:v>
                </c:pt>
                <c:pt idx="1192">
                  <c:v>0.238600000000005</c:v>
                </c:pt>
                <c:pt idx="1193">
                  <c:v>0.23880000000000501</c:v>
                </c:pt>
                <c:pt idx="1194">
                  <c:v>0.23900000000000499</c:v>
                </c:pt>
                <c:pt idx="1195">
                  <c:v>0.23920000000000499</c:v>
                </c:pt>
                <c:pt idx="1196">
                  <c:v>0.239400000000005</c:v>
                </c:pt>
                <c:pt idx="1197">
                  <c:v>0.239600000000005</c:v>
                </c:pt>
                <c:pt idx="1198">
                  <c:v>0.23980000000000501</c:v>
                </c:pt>
                <c:pt idx="1199">
                  <c:v>0.24000000000000499</c:v>
                </c:pt>
                <c:pt idx="1200">
                  <c:v>0.24020000000000499</c:v>
                </c:pt>
                <c:pt idx="1201">
                  <c:v>0.240400000000005</c:v>
                </c:pt>
                <c:pt idx="1202">
                  <c:v>0.240600000000005</c:v>
                </c:pt>
                <c:pt idx="1203">
                  <c:v>0.24080000000000501</c:v>
                </c:pt>
                <c:pt idx="1204">
                  <c:v>0.24100000000000499</c:v>
                </c:pt>
                <c:pt idx="1205">
                  <c:v>0.24120000000000499</c:v>
                </c:pt>
                <c:pt idx="1206">
                  <c:v>0.241400000000005</c:v>
                </c:pt>
                <c:pt idx="1207">
                  <c:v>0.24160000000000501</c:v>
                </c:pt>
                <c:pt idx="1208">
                  <c:v>0.24180000000000501</c:v>
                </c:pt>
                <c:pt idx="1209">
                  <c:v>0.24200000000000499</c:v>
                </c:pt>
                <c:pt idx="1210">
                  <c:v>0.24220000000000499</c:v>
                </c:pt>
                <c:pt idx="1211">
                  <c:v>0.242400000000005</c:v>
                </c:pt>
                <c:pt idx="1212">
                  <c:v>0.24260000000000501</c:v>
                </c:pt>
                <c:pt idx="1213">
                  <c:v>0.24280000000000501</c:v>
                </c:pt>
                <c:pt idx="1214">
                  <c:v>0.24300000000000499</c:v>
                </c:pt>
                <c:pt idx="1215">
                  <c:v>0.243200000000005</c:v>
                </c:pt>
                <c:pt idx="1216">
                  <c:v>0.243400000000005</c:v>
                </c:pt>
                <c:pt idx="1217">
                  <c:v>0.24360000000000501</c:v>
                </c:pt>
                <c:pt idx="1218">
                  <c:v>0.24380000000000501</c:v>
                </c:pt>
                <c:pt idx="1219">
                  <c:v>0.24400000000000499</c:v>
                </c:pt>
                <c:pt idx="1220">
                  <c:v>0.244200000000005</c:v>
                </c:pt>
                <c:pt idx="1221">
                  <c:v>0.244400000000005</c:v>
                </c:pt>
                <c:pt idx="1222">
                  <c:v>0.24460000000000501</c:v>
                </c:pt>
                <c:pt idx="1223">
                  <c:v>0.24480000000000501</c:v>
                </c:pt>
                <c:pt idx="1224">
                  <c:v>0.24500000000000499</c:v>
                </c:pt>
                <c:pt idx="1225">
                  <c:v>0.245200000000005</c:v>
                </c:pt>
                <c:pt idx="1226">
                  <c:v>0.245400000000005</c:v>
                </c:pt>
                <c:pt idx="1227">
                  <c:v>0.24560000000000501</c:v>
                </c:pt>
                <c:pt idx="1228">
                  <c:v>0.24580000000000499</c:v>
                </c:pt>
                <c:pt idx="1229">
                  <c:v>0.24600000000000499</c:v>
                </c:pt>
                <c:pt idx="1230">
                  <c:v>0.246200000000005</c:v>
                </c:pt>
                <c:pt idx="1231">
                  <c:v>0.246400000000005</c:v>
                </c:pt>
                <c:pt idx="1232">
                  <c:v>0.24660000000000501</c:v>
                </c:pt>
                <c:pt idx="1233">
                  <c:v>0.24680000000000499</c:v>
                </c:pt>
                <c:pt idx="1234">
                  <c:v>0.24700000000000499</c:v>
                </c:pt>
                <c:pt idx="1235">
                  <c:v>0.247200000000005</c:v>
                </c:pt>
                <c:pt idx="1236">
                  <c:v>0.247400000000005</c:v>
                </c:pt>
                <c:pt idx="1237">
                  <c:v>0.24760000000000501</c:v>
                </c:pt>
                <c:pt idx="1238">
                  <c:v>0.24780000000000499</c:v>
                </c:pt>
                <c:pt idx="1239">
                  <c:v>0.24800000000000499</c:v>
                </c:pt>
                <c:pt idx="1240">
                  <c:v>0.248200000000005</c:v>
                </c:pt>
                <c:pt idx="1241">
                  <c:v>0.24840000000000501</c:v>
                </c:pt>
                <c:pt idx="1242">
                  <c:v>0.24860000000000501</c:v>
                </c:pt>
                <c:pt idx="1243">
                  <c:v>0.24880000000000499</c:v>
                </c:pt>
                <c:pt idx="1244">
                  <c:v>0.249000000000005</c:v>
                </c:pt>
                <c:pt idx="1245">
                  <c:v>0.249200000000005</c:v>
                </c:pt>
                <c:pt idx="1246">
                  <c:v>0.24940000000000501</c:v>
                </c:pt>
                <c:pt idx="1247">
                  <c:v>0.24960000000000501</c:v>
                </c:pt>
                <c:pt idx="1248">
                  <c:v>0.24980000000000499</c:v>
                </c:pt>
                <c:pt idx="1249">
                  <c:v>0.250000000000005</c:v>
                </c:pt>
                <c:pt idx="1250">
                  <c:v>0.25020000000000497</c:v>
                </c:pt>
                <c:pt idx="1251">
                  <c:v>0.25040000000000501</c:v>
                </c:pt>
                <c:pt idx="1252">
                  <c:v>0.25060000000000499</c:v>
                </c:pt>
                <c:pt idx="1253">
                  <c:v>0.25080000000000502</c:v>
                </c:pt>
                <c:pt idx="1254">
                  <c:v>0.251000000000005</c:v>
                </c:pt>
                <c:pt idx="1255">
                  <c:v>0.25120000000000497</c:v>
                </c:pt>
                <c:pt idx="1256">
                  <c:v>0.25140000000000501</c:v>
                </c:pt>
                <c:pt idx="1257">
                  <c:v>0.25160000000000499</c:v>
                </c:pt>
                <c:pt idx="1258">
                  <c:v>0.25180000000000502</c:v>
                </c:pt>
                <c:pt idx="1259">
                  <c:v>0.252000000000005</c:v>
                </c:pt>
                <c:pt idx="1260">
                  <c:v>0.25220000000000498</c:v>
                </c:pt>
                <c:pt idx="1261">
                  <c:v>0.25240000000000501</c:v>
                </c:pt>
                <c:pt idx="1262">
                  <c:v>0.25260000000000499</c:v>
                </c:pt>
                <c:pt idx="1263">
                  <c:v>0.25280000000000502</c:v>
                </c:pt>
                <c:pt idx="1264">
                  <c:v>0.253000000000005</c:v>
                </c:pt>
                <c:pt idx="1265">
                  <c:v>0.25320000000000498</c:v>
                </c:pt>
                <c:pt idx="1266">
                  <c:v>0.25340000000000501</c:v>
                </c:pt>
                <c:pt idx="1267">
                  <c:v>0.25360000000000499</c:v>
                </c:pt>
                <c:pt idx="1268">
                  <c:v>0.25380000000000502</c:v>
                </c:pt>
                <c:pt idx="1269">
                  <c:v>0.254000000000005</c:v>
                </c:pt>
                <c:pt idx="1270">
                  <c:v>0.25420000000000498</c:v>
                </c:pt>
                <c:pt idx="1271">
                  <c:v>0.25440000000000501</c:v>
                </c:pt>
                <c:pt idx="1272">
                  <c:v>0.25460000000000499</c:v>
                </c:pt>
                <c:pt idx="1273">
                  <c:v>0.25480000000000502</c:v>
                </c:pt>
                <c:pt idx="1274">
                  <c:v>0.255000000000005</c:v>
                </c:pt>
                <c:pt idx="1275">
                  <c:v>0.25520000000000498</c:v>
                </c:pt>
                <c:pt idx="1276">
                  <c:v>0.25540000000000501</c:v>
                </c:pt>
                <c:pt idx="1277">
                  <c:v>0.25560000000000399</c:v>
                </c:pt>
                <c:pt idx="1278">
                  <c:v>0.25580000000000402</c:v>
                </c:pt>
                <c:pt idx="1279">
                  <c:v>0.256000000000004</c:v>
                </c:pt>
                <c:pt idx="1280">
                  <c:v>0.25620000000000398</c:v>
                </c:pt>
                <c:pt idx="1281">
                  <c:v>0.25640000000000401</c:v>
                </c:pt>
                <c:pt idx="1282">
                  <c:v>0.25660000000000399</c:v>
                </c:pt>
                <c:pt idx="1283">
                  <c:v>0.25680000000000403</c:v>
                </c:pt>
                <c:pt idx="1284">
                  <c:v>0.257000000000004</c:v>
                </c:pt>
                <c:pt idx="1285">
                  <c:v>0.25720000000000398</c:v>
                </c:pt>
                <c:pt idx="1286">
                  <c:v>0.25740000000000401</c:v>
                </c:pt>
                <c:pt idx="1287">
                  <c:v>0.25760000000000399</c:v>
                </c:pt>
                <c:pt idx="1288">
                  <c:v>0.25780000000000403</c:v>
                </c:pt>
                <c:pt idx="1289">
                  <c:v>0.258000000000004</c:v>
                </c:pt>
                <c:pt idx="1290">
                  <c:v>0.25820000000000398</c:v>
                </c:pt>
                <c:pt idx="1291">
                  <c:v>0.25840000000000402</c:v>
                </c:pt>
                <c:pt idx="1292">
                  <c:v>0.25860000000000399</c:v>
                </c:pt>
                <c:pt idx="1293">
                  <c:v>0.25880000000000403</c:v>
                </c:pt>
                <c:pt idx="1294">
                  <c:v>0.259000000000004</c:v>
                </c:pt>
                <c:pt idx="1295">
                  <c:v>0.25920000000000398</c:v>
                </c:pt>
                <c:pt idx="1296">
                  <c:v>0.25940000000000402</c:v>
                </c:pt>
                <c:pt idx="1297">
                  <c:v>0.25960000000000399</c:v>
                </c:pt>
                <c:pt idx="1298">
                  <c:v>0.25980000000000403</c:v>
                </c:pt>
                <c:pt idx="1299">
                  <c:v>0.26000000000000401</c:v>
                </c:pt>
                <c:pt idx="1300">
                  <c:v>0.26020000000000398</c:v>
                </c:pt>
                <c:pt idx="1301">
                  <c:v>0.26040000000000402</c:v>
                </c:pt>
                <c:pt idx="1302">
                  <c:v>0.260600000000004</c:v>
                </c:pt>
                <c:pt idx="1303">
                  <c:v>0.26080000000000397</c:v>
                </c:pt>
                <c:pt idx="1304">
                  <c:v>0.26100000000000401</c:v>
                </c:pt>
                <c:pt idx="1305">
                  <c:v>0.26120000000000398</c:v>
                </c:pt>
                <c:pt idx="1306">
                  <c:v>0.26140000000000402</c:v>
                </c:pt>
                <c:pt idx="1307">
                  <c:v>0.261600000000004</c:v>
                </c:pt>
                <c:pt idx="1308">
                  <c:v>0.26180000000000397</c:v>
                </c:pt>
                <c:pt idx="1309">
                  <c:v>0.26200000000000401</c:v>
                </c:pt>
                <c:pt idx="1310">
                  <c:v>0.26220000000000399</c:v>
                </c:pt>
                <c:pt idx="1311">
                  <c:v>0.26240000000000402</c:v>
                </c:pt>
                <c:pt idx="1312">
                  <c:v>0.262600000000004</c:v>
                </c:pt>
                <c:pt idx="1313">
                  <c:v>0.26280000000000397</c:v>
                </c:pt>
                <c:pt idx="1314">
                  <c:v>0.26300000000000401</c:v>
                </c:pt>
                <c:pt idx="1315">
                  <c:v>0.26320000000000399</c:v>
                </c:pt>
                <c:pt idx="1316">
                  <c:v>0.26340000000000402</c:v>
                </c:pt>
                <c:pt idx="1317">
                  <c:v>0.263600000000004</c:v>
                </c:pt>
                <c:pt idx="1318">
                  <c:v>0.26380000000000398</c:v>
                </c:pt>
                <c:pt idx="1319">
                  <c:v>0.26400000000000401</c:v>
                </c:pt>
                <c:pt idx="1320">
                  <c:v>0.26420000000000399</c:v>
                </c:pt>
                <c:pt idx="1321">
                  <c:v>0.26440000000000402</c:v>
                </c:pt>
                <c:pt idx="1322">
                  <c:v>0.264600000000003</c:v>
                </c:pt>
                <c:pt idx="1323">
                  <c:v>0.26480000000000298</c:v>
                </c:pt>
                <c:pt idx="1324">
                  <c:v>0.26500000000000301</c:v>
                </c:pt>
                <c:pt idx="1325">
                  <c:v>0.26520000000000299</c:v>
                </c:pt>
                <c:pt idx="1326">
                  <c:v>0.26540000000000302</c:v>
                </c:pt>
                <c:pt idx="1327">
                  <c:v>0.265600000000003</c:v>
                </c:pt>
                <c:pt idx="1328">
                  <c:v>0.26580000000000298</c:v>
                </c:pt>
                <c:pt idx="1329">
                  <c:v>0.26600000000000301</c:v>
                </c:pt>
                <c:pt idx="1330">
                  <c:v>0.26620000000000299</c:v>
                </c:pt>
                <c:pt idx="1331">
                  <c:v>0.26640000000000302</c:v>
                </c:pt>
                <c:pt idx="1332">
                  <c:v>0.266600000000003</c:v>
                </c:pt>
                <c:pt idx="1333">
                  <c:v>0.26680000000000298</c:v>
                </c:pt>
                <c:pt idx="1334">
                  <c:v>0.26700000000000301</c:v>
                </c:pt>
                <c:pt idx="1335">
                  <c:v>0.26720000000000299</c:v>
                </c:pt>
                <c:pt idx="1336">
                  <c:v>0.26740000000000302</c:v>
                </c:pt>
                <c:pt idx="1337">
                  <c:v>0.267600000000003</c:v>
                </c:pt>
                <c:pt idx="1338">
                  <c:v>0.26780000000000298</c:v>
                </c:pt>
                <c:pt idx="1339">
                  <c:v>0.26800000000000301</c:v>
                </c:pt>
                <c:pt idx="1340">
                  <c:v>0.26820000000000299</c:v>
                </c:pt>
                <c:pt idx="1341">
                  <c:v>0.26840000000000303</c:v>
                </c:pt>
                <c:pt idx="1342">
                  <c:v>0.268600000000003</c:v>
                </c:pt>
                <c:pt idx="1343">
                  <c:v>0.26880000000000298</c:v>
                </c:pt>
                <c:pt idx="1344">
                  <c:v>0.26900000000000301</c:v>
                </c:pt>
                <c:pt idx="1345">
                  <c:v>0.26920000000000299</c:v>
                </c:pt>
                <c:pt idx="1346">
                  <c:v>0.26940000000000303</c:v>
                </c:pt>
                <c:pt idx="1347">
                  <c:v>0.269600000000003</c:v>
                </c:pt>
                <c:pt idx="1348">
                  <c:v>0.26980000000000298</c:v>
                </c:pt>
                <c:pt idx="1349">
                  <c:v>0.27000000000000302</c:v>
                </c:pt>
                <c:pt idx="1350">
                  <c:v>0.27020000000000299</c:v>
                </c:pt>
                <c:pt idx="1351">
                  <c:v>0.27040000000000303</c:v>
                </c:pt>
                <c:pt idx="1352">
                  <c:v>0.270600000000003</c:v>
                </c:pt>
                <c:pt idx="1353">
                  <c:v>0.27080000000000298</c:v>
                </c:pt>
                <c:pt idx="1354">
                  <c:v>0.27100000000000302</c:v>
                </c:pt>
                <c:pt idx="1355">
                  <c:v>0.27120000000000299</c:v>
                </c:pt>
                <c:pt idx="1356">
                  <c:v>0.27140000000000303</c:v>
                </c:pt>
                <c:pt idx="1357">
                  <c:v>0.27160000000000301</c:v>
                </c:pt>
                <c:pt idx="1358">
                  <c:v>0.27180000000000298</c:v>
                </c:pt>
                <c:pt idx="1359">
                  <c:v>0.27200000000000302</c:v>
                </c:pt>
                <c:pt idx="1360">
                  <c:v>0.272200000000003</c:v>
                </c:pt>
                <c:pt idx="1361">
                  <c:v>0.27240000000000297</c:v>
                </c:pt>
                <c:pt idx="1362">
                  <c:v>0.27260000000000301</c:v>
                </c:pt>
                <c:pt idx="1363">
                  <c:v>0.27280000000000298</c:v>
                </c:pt>
                <c:pt idx="1364">
                  <c:v>0.27300000000000302</c:v>
                </c:pt>
                <c:pt idx="1365">
                  <c:v>0.273200000000003</c:v>
                </c:pt>
                <c:pt idx="1366">
                  <c:v>0.27340000000000297</c:v>
                </c:pt>
                <c:pt idx="1367">
                  <c:v>0.27360000000000301</c:v>
                </c:pt>
                <c:pt idx="1368">
                  <c:v>0.27380000000000199</c:v>
                </c:pt>
                <c:pt idx="1369">
                  <c:v>0.27400000000000202</c:v>
                </c:pt>
                <c:pt idx="1370">
                  <c:v>0.274200000000002</c:v>
                </c:pt>
                <c:pt idx="1371">
                  <c:v>0.27440000000000198</c:v>
                </c:pt>
                <c:pt idx="1372">
                  <c:v>0.27460000000000201</c:v>
                </c:pt>
                <c:pt idx="1373">
                  <c:v>0.27480000000000199</c:v>
                </c:pt>
                <c:pt idx="1374">
                  <c:v>0.27500000000000202</c:v>
                </c:pt>
                <c:pt idx="1375">
                  <c:v>0.275200000000002</c:v>
                </c:pt>
                <c:pt idx="1376">
                  <c:v>0.27540000000000198</c:v>
                </c:pt>
                <c:pt idx="1377">
                  <c:v>0.27560000000000201</c:v>
                </c:pt>
                <c:pt idx="1378">
                  <c:v>0.27580000000000199</c:v>
                </c:pt>
                <c:pt idx="1379">
                  <c:v>0.27600000000000202</c:v>
                </c:pt>
                <c:pt idx="1380">
                  <c:v>0.276200000000002</c:v>
                </c:pt>
                <c:pt idx="1381">
                  <c:v>0.27640000000000198</c:v>
                </c:pt>
                <c:pt idx="1382">
                  <c:v>0.27660000000000201</c:v>
                </c:pt>
                <c:pt idx="1383">
                  <c:v>0.27680000000000199</c:v>
                </c:pt>
                <c:pt idx="1384">
                  <c:v>0.27700000000000202</c:v>
                </c:pt>
                <c:pt idx="1385">
                  <c:v>0.277200000000002</c:v>
                </c:pt>
                <c:pt idx="1386">
                  <c:v>0.27740000000000198</c:v>
                </c:pt>
                <c:pt idx="1387">
                  <c:v>0.27760000000000201</c:v>
                </c:pt>
                <c:pt idx="1388">
                  <c:v>0.27780000000000199</c:v>
                </c:pt>
                <c:pt idx="1389">
                  <c:v>0.27800000000000202</c:v>
                </c:pt>
                <c:pt idx="1390">
                  <c:v>0.278200000000002</c:v>
                </c:pt>
                <c:pt idx="1391">
                  <c:v>0.27840000000000198</c:v>
                </c:pt>
                <c:pt idx="1392">
                  <c:v>0.27860000000000201</c:v>
                </c:pt>
                <c:pt idx="1393">
                  <c:v>0.27880000000000199</c:v>
                </c:pt>
                <c:pt idx="1394">
                  <c:v>0.27900000000000202</c:v>
                </c:pt>
                <c:pt idx="1395">
                  <c:v>0.279200000000002</c:v>
                </c:pt>
                <c:pt idx="1396">
                  <c:v>0.27940000000000198</c:v>
                </c:pt>
                <c:pt idx="1397">
                  <c:v>0.27960000000000201</c:v>
                </c:pt>
                <c:pt idx="1398">
                  <c:v>0.27980000000000199</c:v>
                </c:pt>
                <c:pt idx="1399">
                  <c:v>0.28000000000000203</c:v>
                </c:pt>
                <c:pt idx="1400">
                  <c:v>0.280200000000002</c:v>
                </c:pt>
                <c:pt idx="1401">
                  <c:v>0.28040000000000198</c:v>
                </c:pt>
                <c:pt idx="1402">
                  <c:v>0.28060000000000201</c:v>
                </c:pt>
                <c:pt idx="1403">
                  <c:v>0.28080000000000199</c:v>
                </c:pt>
                <c:pt idx="1404">
                  <c:v>0.28100000000000203</c:v>
                </c:pt>
                <c:pt idx="1405">
                  <c:v>0.281200000000002</c:v>
                </c:pt>
                <c:pt idx="1406">
                  <c:v>0.28140000000000198</c:v>
                </c:pt>
                <c:pt idx="1407">
                  <c:v>0.28160000000000202</c:v>
                </c:pt>
                <c:pt idx="1408">
                  <c:v>0.28180000000000199</c:v>
                </c:pt>
                <c:pt idx="1409">
                  <c:v>0.28200000000000203</c:v>
                </c:pt>
                <c:pt idx="1410">
                  <c:v>0.282200000000002</c:v>
                </c:pt>
                <c:pt idx="1411">
                  <c:v>0.28240000000000198</c:v>
                </c:pt>
                <c:pt idx="1412">
                  <c:v>0.28260000000000202</c:v>
                </c:pt>
                <c:pt idx="1413">
                  <c:v>0.282800000000001</c:v>
                </c:pt>
                <c:pt idx="1414">
                  <c:v>0.28300000000000097</c:v>
                </c:pt>
                <c:pt idx="1415">
                  <c:v>0.28320000000000101</c:v>
                </c:pt>
                <c:pt idx="1416">
                  <c:v>0.28340000000000098</c:v>
                </c:pt>
                <c:pt idx="1417">
                  <c:v>0.28360000000000102</c:v>
                </c:pt>
                <c:pt idx="1418">
                  <c:v>0.283800000000001</c:v>
                </c:pt>
                <c:pt idx="1419">
                  <c:v>0.28400000000000097</c:v>
                </c:pt>
                <c:pt idx="1420">
                  <c:v>0.28420000000000101</c:v>
                </c:pt>
                <c:pt idx="1421">
                  <c:v>0.28440000000000099</c:v>
                </c:pt>
                <c:pt idx="1422">
                  <c:v>0.28460000000000102</c:v>
                </c:pt>
                <c:pt idx="1423">
                  <c:v>0.284800000000001</c:v>
                </c:pt>
                <c:pt idx="1424">
                  <c:v>0.28500000000000097</c:v>
                </c:pt>
                <c:pt idx="1425">
                  <c:v>0.28520000000000101</c:v>
                </c:pt>
                <c:pt idx="1426">
                  <c:v>0.28540000000000099</c:v>
                </c:pt>
                <c:pt idx="1427">
                  <c:v>0.28560000000000102</c:v>
                </c:pt>
                <c:pt idx="1428">
                  <c:v>0.285800000000001</c:v>
                </c:pt>
                <c:pt idx="1429">
                  <c:v>0.28600000000000098</c:v>
                </c:pt>
                <c:pt idx="1430">
                  <c:v>0.28620000000000101</c:v>
                </c:pt>
                <c:pt idx="1431">
                  <c:v>0.28640000000000099</c:v>
                </c:pt>
                <c:pt idx="1432">
                  <c:v>0.28660000000000102</c:v>
                </c:pt>
                <c:pt idx="1433">
                  <c:v>0.286800000000001</c:v>
                </c:pt>
                <c:pt idx="1434">
                  <c:v>0.28700000000000098</c:v>
                </c:pt>
                <c:pt idx="1435">
                  <c:v>0.28720000000000101</c:v>
                </c:pt>
                <c:pt idx="1436">
                  <c:v>0.28740000000000099</c:v>
                </c:pt>
                <c:pt idx="1437">
                  <c:v>0.28760000000000102</c:v>
                </c:pt>
                <c:pt idx="1438">
                  <c:v>0.287800000000001</c:v>
                </c:pt>
                <c:pt idx="1439">
                  <c:v>0.28800000000000098</c:v>
                </c:pt>
                <c:pt idx="1440">
                  <c:v>0.28820000000000101</c:v>
                </c:pt>
                <c:pt idx="1441">
                  <c:v>0.28840000000000099</c:v>
                </c:pt>
                <c:pt idx="1442">
                  <c:v>0.28860000000000102</c:v>
                </c:pt>
                <c:pt idx="1443">
                  <c:v>0.288800000000001</c:v>
                </c:pt>
                <c:pt idx="1444">
                  <c:v>0.28900000000000098</c:v>
                </c:pt>
                <c:pt idx="1445">
                  <c:v>0.28920000000000101</c:v>
                </c:pt>
                <c:pt idx="1446">
                  <c:v>0.28940000000000099</c:v>
                </c:pt>
                <c:pt idx="1447">
                  <c:v>0.28960000000000102</c:v>
                </c:pt>
                <c:pt idx="1448">
                  <c:v>0.289800000000001</c:v>
                </c:pt>
                <c:pt idx="1449">
                  <c:v>0.29000000000000098</c:v>
                </c:pt>
                <c:pt idx="1450">
                  <c:v>0.29020000000000101</c:v>
                </c:pt>
                <c:pt idx="1451">
                  <c:v>0.29040000000000099</c:v>
                </c:pt>
                <c:pt idx="1452">
                  <c:v>0.29060000000000102</c:v>
                </c:pt>
                <c:pt idx="1453">
                  <c:v>0.290800000000001</c:v>
                </c:pt>
                <c:pt idx="1454">
                  <c:v>0.29100000000000098</c:v>
                </c:pt>
                <c:pt idx="1455">
                  <c:v>0.29120000000000101</c:v>
                </c:pt>
                <c:pt idx="1456">
                  <c:v>0.29140000000000099</c:v>
                </c:pt>
                <c:pt idx="1457">
                  <c:v>0.29160000000000103</c:v>
                </c:pt>
                <c:pt idx="1458">
                  <c:v>0.291800000000001</c:v>
                </c:pt>
                <c:pt idx="1459">
                  <c:v>0.29199999999999998</c:v>
                </c:pt>
                <c:pt idx="1460">
                  <c:v>0.29220000000000002</c:v>
                </c:pt>
                <c:pt idx="1461">
                  <c:v>0.29239999999999999</c:v>
                </c:pt>
                <c:pt idx="1462">
                  <c:v>0.29260000000000003</c:v>
                </c:pt>
                <c:pt idx="1463">
                  <c:v>0.2928</c:v>
                </c:pt>
                <c:pt idx="1464">
                  <c:v>0.29299999999999998</c:v>
                </c:pt>
                <c:pt idx="1465">
                  <c:v>0.29320000000000002</c:v>
                </c:pt>
                <c:pt idx="1466">
                  <c:v>0.29339999999999999</c:v>
                </c:pt>
                <c:pt idx="1467">
                  <c:v>0.29360000000000003</c:v>
                </c:pt>
                <c:pt idx="1468">
                  <c:v>0.29380000000000001</c:v>
                </c:pt>
                <c:pt idx="1469">
                  <c:v>0.29399999999999998</c:v>
                </c:pt>
                <c:pt idx="1470">
                  <c:v>0.29420000000000002</c:v>
                </c:pt>
                <c:pt idx="1471">
                  <c:v>0.2944</c:v>
                </c:pt>
                <c:pt idx="1472">
                  <c:v>0.29459999999999997</c:v>
                </c:pt>
                <c:pt idx="1473">
                  <c:v>0.29480000000000001</c:v>
                </c:pt>
                <c:pt idx="1474">
                  <c:v>0.29499999999999998</c:v>
                </c:pt>
                <c:pt idx="1475">
                  <c:v>0.29520000000000002</c:v>
                </c:pt>
                <c:pt idx="1476">
                  <c:v>0.2954</c:v>
                </c:pt>
                <c:pt idx="1477">
                  <c:v>0.29559999999999997</c:v>
                </c:pt>
                <c:pt idx="1478">
                  <c:v>0.29580000000000001</c:v>
                </c:pt>
                <c:pt idx="1479">
                  <c:v>0.29599999999999999</c:v>
                </c:pt>
                <c:pt idx="1480">
                  <c:v>0.29620000000000002</c:v>
                </c:pt>
                <c:pt idx="1481">
                  <c:v>0.2964</c:v>
                </c:pt>
                <c:pt idx="1482">
                  <c:v>0.29659999999999997</c:v>
                </c:pt>
                <c:pt idx="1483">
                  <c:v>0.29680000000000001</c:v>
                </c:pt>
                <c:pt idx="1484">
                  <c:v>0.29699999999999999</c:v>
                </c:pt>
                <c:pt idx="1485">
                  <c:v>0.29720000000000002</c:v>
                </c:pt>
                <c:pt idx="1486">
                  <c:v>0.2974</c:v>
                </c:pt>
                <c:pt idx="1487">
                  <c:v>0.29759999999999998</c:v>
                </c:pt>
                <c:pt idx="1488">
                  <c:v>0.29780000000000001</c:v>
                </c:pt>
                <c:pt idx="1489">
                  <c:v>0.29799999999999999</c:v>
                </c:pt>
                <c:pt idx="1490">
                  <c:v>0.29820000000000002</c:v>
                </c:pt>
                <c:pt idx="1491">
                  <c:v>0.2984</c:v>
                </c:pt>
                <c:pt idx="1492">
                  <c:v>0.29859999999999998</c:v>
                </c:pt>
                <c:pt idx="1493">
                  <c:v>0.29880000000000001</c:v>
                </c:pt>
                <c:pt idx="1494">
                  <c:v>0.29899999999999999</c:v>
                </c:pt>
                <c:pt idx="1495">
                  <c:v>0.29920000000000002</c:v>
                </c:pt>
                <c:pt idx="1496">
                  <c:v>0.2994</c:v>
                </c:pt>
                <c:pt idx="1497">
                  <c:v>0.29959999999999998</c:v>
                </c:pt>
                <c:pt idx="1498">
                  <c:v>0.29980000000000001</c:v>
                </c:pt>
                <c:pt idx="1499">
                  <c:v>0.3</c:v>
                </c:pt>
                <c:pt idx="1500">
                  <c:v>0.30020000000000002</c:v>
                </c:pt>
                <c:pt idx="1501">
                  <c:v>0.3004</c:v>
                </c:pt>
                <c:pt idx="1502">
                  <c:v>0.30059999999999998</c:v>
                </c:pt>
                <c:pt idx="1503">
                  <c:v>0.30080000000000001</c:v>
                </c:pt>
                <c:pt idx="1504">
                  <c:v>0.30099999999999899</c:v>
                </c:pt>
                <c:pt idx="1505">
                  <c:v>0.30119999999999902</c:v>
                </c:pt>
                <c:pt idx="1506">
                  <c:v>0.301399999999999</c:v>
                </c:pt>
                <c:pt idx="1507">
                  <c:v>0.30159999999999898</c:v>
                </c:pt>
                <c:pt idx="1508">
                  <c:v>0.30179999999999901</c:v>
                </c:pt>
                <c:pt idx="1509">
                  <c:v>0.30199999999999899</c:v>
                </c:pt>
                <c:pt idx="1510">
                  <c:v>0.30219999999999902</c:v>
                </c:pt>
                <c:pt idx="1511">
                  <c:v>0.302399999999999</c:v>
                </c:pt>
                <c:pt idx="1512">
                  <c:v>0.30259999999999898</c:v>
                </c:pt>
                <c:pt idx="1513">
                  <c:v>0.30279999999999901</c:v>
                </c:pt>
                <c:pt idx="1514">
                  <c:v>0.30299999999999899</c:v>
                </c:pt>
                <c:pt idx="1515">
                  <c:v>0.30319999999999903</c:v>
                </c:pt>
                <c:pt idx="1516">
                  <c:v>0.303399999999999</c:v>
                </c:pt>
                <c:pt idx="1517">
                  <c:v>0.30359999999999898</c:v>
                </c:pt>
                <c:pt idx="1518">
                  <c:v>0.30379999999999902</c:v>
                </c:pt>
                <c:pt idx="1519">
                  <c:v>0.30399999999999899</c:v>
                </c:pt>
                <c:pt idx="1520">
                  <c:v>0.30419999999999903</c:v>
                </c:pt>
                <c:pt idx="1521">
                  <c:v>0.304399999999999</c:v>
                </c:pt>
                <c:pt idx="1522">
                  <c:v>0.30459999999999898</c:v>
                </c:pt>
                <c:pt idx="1523">
                  <c:v>0.30479999999999902</c:v>
                </c:pt>
                <c:pt idx="1524">
                  <c:v>0.30499999999999899</c:v>
                </c:pt>
                <c:pt idx="1525">
                  <c:v>0.30519999999999903</c:v>
                </c:pt>
                <c:pt idx="1526">
                  <c:v>0.30539999999999901</c:v>
                </c:pt>
                <c:pt idx="1527">
                  <c:v>0.30559999999999898</c:v>
                </c:pt>
                <c:pt idx="1528">
                  <c:v>0.30579999999999902</c:v>
                </c:pt>
                <c:pt idx="1529">
                  <c:v>0.305999999999999</c:v>
                </c:pt>
                <c:pt idx="1530">
                  <c:v>0.30619999999999897</c:v>
                </c:pt>
                <c:pt idx="1531">
                  <c:v>0.30639999999999901</c:v>
                </c:pt>
                <c:pt idx="1532">
                  <c:v>0.30659999999999898</c:v>
                </c:pt>
                <c:pt idx="1533">
                  <c:v>0.30679999999999902</c:v>
                </c:pt>
                <c:pt idx="1534">
                  <c:v>0.306999999999999</c:v>
                </c:pt>
                <c:pt idx="1535">
                  <c:v>0.30719999999999897</c:v>
                </c:pt>
                <c:pt idx="1536">
                  <c:v>0.30739999999999901</c:v>
                </c:pt>
                <c:pt idx="1537">
                  <c:v>0.30759999999999899</c:v>
                </c:pt>
                <c:pt idx="1538">
                  <c:v>0.30779999999999902</c:v>
                </c:pt>
                <c:pt idx="1539">
                  <c:v>0.307999999999999</c:v>
                </c:pt>
                <c:pt idx="1540">
                  <c:v>0.30819999999999897</c:v>
                </c:pt>
                <c:pt idx="1541">
                  <c:v>0.30839999999999901</c:v>
                </c:pt>
                <c:pt idx="1542">
                  <c:v>0.30859999999999899</c:v>
                </c:pt>
                <c:pt idx="1543">
                  <c:v>0.30879999999999902</c:v>
                </c:pt>
                <c:pt idx="1544">
                  <c:v>0.308999999999999</c:v>
                </c:pt>
                <c:pt idx="1545">
                  <c:v>0.30919999999999898</c:v>
                </c:pt>
                <c:pt idx="1546">
                  <c:v>0.30939999999999901</c:v>
                </c:pt>
                <c:pt idx="1547">
                  <c:v>0.30959999999999899</c:v>
                </c:pt>
                <c:pt idx="1548">
                  <c:v>0.30979999999999902</c:v>
                </c:pt>
                <c:pt idx="1549">
                  <c:v>0.309999999999998</c:v>
                </c:pt>
                <c:pt idx="1550">
                  <c:v>0.31019999999999798</c:v>
                </c:pt>
                <c:pt idx="1551">
                  <c:v>0.31039999999999801</c:v>
                </c:pt>
                <c:pt idx="1552">
                  <c:v>0.31059999999999799</c:v>
                </c:pt>
                <c:pt idx="1553">
                  <c:v>0.31079999999999802</c:v>
                </c:pt>
                <c:pt idx="1554">
                  <c:v>0.310999999999998</c:v>
                </c:pt>
                <c:pt idx="1555">
                  <c:v>0.31119999999999798</c:v>
                </c:pt>
                <c:pt idx="1556">
                  <c:v>0.31139999999999801</c:v>
                </c:pt>
                <c:pt idx="1557">
                  <c:v>0.31159999999999799</c:v>
                </c:pt>
                <c:pt idx="1558">
                  <c:v>0.31179999999999802</c:v>
                </c:pt>
                <c:pt idx="1559">
                  <c:v>0.311999999999998</c:v>
                </c:pt>
                <c:pt idx="1560">
                  <c:v>0.31219999999999798</c:v>
                </c:pt>
                <c:pt idx="1561">
                  <c:v>0.31239999999999801</c:v>
                </c:pt>
                <c:pt idx="1562">
                  <c:v>0.31259999999999799</c:v>
                </c:pt>
                <c:pt idx="1563">
                  <c:v>0.31279999999999802</c:v>
                </c:pt>
                <c:pt idx="1564">
                  <c:v>0.312999999999998</c:v>
                </c:pt>
                <c:pt idx="1565">
                  <c:v>0.31319999999999798</c:v>
                </c:pt>
                <c:pt idx="1566">
                  <c:v>0.31339999999999801</c:v>
                </c:pt>
                <c:pt idx="1567">
                  <c:v>0.31359999999999799</c:v>
                </c:pt>
                <c:pt idx="1568">
                  <c:v>0.31379999999999802</c:v>
                </c:pt>
                <c:pt idx="1569">
                  <c:v>0.313999999999998</c:v>
                </c:pt>
                <c:pt idx="1570">
                  <c:v>0.31419999999999798</c:v>
                </c:pt>
                <c:pt idx="1571">
                  <c:v>0.31439999999999801</c:v>
                </c:pt>
                <c:pt idx="1572">
                  <c:v>0.31459999999999799</c:v>
                </c:pt>
                <c:pt idx="1573">
                  <c:v>0.31479999999999803</c:v>
                </c:pt>
                <c:pt idx="1574">
                  <c:v>0.314999999999998</c:v>
                </c:pt>
                <c:pt idx="1575">
                  <c:v>0.31519999999999798</c:v>
                </c:pt>
                <c:pt idx="1576">
                  <c:v>0.31539999999999802</c:v>
                </c:pt>
                <c:pt idx="1577">
                  <c:v>0.31559999999999799</c:v>
                </c:pt>
                <c:pt idx="1578">
                  <c:v>0.31579999999999803</c:v>
                </c:pt>
                <c:pt idx="1579">
                  <c:v>0.315999999999998</c:v>
                </c:pt>
                <c:pt idx="1580">
                  <c:v>0.31619999999999798</c:v>
                </c:pt>
                <c:pt idx="1581">
                  <c:v>0.31639999999999802</c:v>
                </c:pt>
                <c:pt idx="1582">
                  <c:v>0.31659999999999799</c:v>
                </c:pt>
                <c:pt idx="1583">
                  <c:v>0.31679999999999803</c:v>
                </c:pt>
                <c:pt idx="1584">
                  <c:v>0.31699999999999801</c:v>
                </c:pt>
                <c:pt idx="1585">
                  <c:v>0.31719999999999798</c:v>
                </c:pt>
                <c:pt idx="1586">
                  <c:v>0.31739999999999802</c:v>
                </c:pt>
                <c:pt idx="1587">
                  <c:v>0.317599999999998</c:v>
                </c:pt>
                <c:pt idx="1588">
                  <c:v>0.31779999999999797</c:v>
                </c:pt>
                <c:pt idx="1589">
                  <c:v>0.31799999999999801</c:v>
                </c:pt>
                <c:pt idx="1590">
                  <c:v>0.31819999999999798</c:v>
                </c:pt>
                <c:pt idx="1591">
                  <c:v>0.31839999999999802</c:v>
                </c:pt>
                <c:pt idx="1592">
                  <c:v>0.318599999999998</c:v>
                </c:pt>
                <c:pt idx="1593">
                  <c:v>0.31879999999999797</c:v>
                </c:pt>
                <c:pt idx="1594">
                  <c:v>0.31899999999999801</c:v>
                </c:pt>
                <c:pt idx="1595">
                  <c:v>0.31919999999999699</c:v>
                </c:pt>
                <c:pt idx="1596">
                  <c:v>0.31939999999999702</c:v>
                </c:pt>
                <c:pt idx="1597">
                  <c:v>0.319599999999997</c:v>
                </c:pt>
                <c:pt idx="1598">
                  <c:v>0.31979999999999698</c:v>
                </c:pt>
                <c:pt idx="1599">
                  <c:v>0.31999999999999701</c:v>
                </c:pt>
                <c:pt idx="1600">
                  <c:v>0.32019999999999699</c:v>
                </c:pt>
                <c:pt idx="1601">
                  <c:v>0.32039999999999702</c:v>
                </c:pt>
                <c:pt idx="1602">
                  <c:v>0.320599999999997</c:v>
                </c:pt>
                <c:pt idx="1603">
                  <c:v>0.32079999999999698</c:v>
                </c:pt>
                <c:pt idx="1604">
                  <c:v>0.32099999999999701</c:v>
                </c:pt>
                <c:pt idx="1605">
                  <c:v>0.32119999999999699</c:v>
                </c:pt>
                <c:pt idx="1606">
                  <c:v>0.32139999999999702</c:v>
                </c:pt>
                <c:pt idx="1607">
                  <c:v>0.321599999999997</c:v>
                </c:pt>
                <c:pt idx="1608">
                  <c:v>0.32179999999999698</c:v>
                </c:pt>
                <c:pt idx="1609">
                  <c:v>0.32199999999999701</c:v>
                </c:pt>
                <c:pt idx="1610">
                  <c:v>0.32219999999999699</c:v>
                </c:pt>
                <c:pt idx="1611">
                  <c:v>0.32239999999999702</c:v>
                </c:pt>
                <c:pt idx="1612">
                  <c:v>0.322599999999997</c:v>
                </c:pt>
                <c:pt idx="1613">
                  <c:v>0.32279999999999698</c:v>
                </c:pt>
                <c:pt idx="1614">
                  <c:v>0.32299999999999701</c:v>
                </c:pt>
                <c:pt idx="1615">
                  <c:v>0.32319999999999699</c:v>
                </c:pt>
                <c:pt idx="1616">
                  <c:v>0.32339999999999702</c:v>
                </c:pt>
                <c:pt idx="1617">
                  <c:v>0.323599999999997</c:v>
                </c:pt>
                <c:pt idx="1618">
                  <c:v>0.32379999999999698</c:v>
                </c:pt>
                <c:pt idx="1619">
                  <c:v>0.32399999999999701</c:v>
                </c:pt>
                <c:pt idx="1620">
                  <c:v>0.32419999999999699</c:v>
                </c:pt>
                <c:pt idx="1621">
                  <c:v>0.32439999999999702</c:v>
                </c:pt>
                <c:pt idx="1622">
                  <c:v>0.324599999999997</c:v>
                </c:pt>
                <c:pt idx="1623">
                  <c:v>0.32479999999999698</c:v>
                </c:pt>
                <c:pt idx="1624">
                  <c:v>0.32499999999999701</c:v>
                </c:pt>
                <c:pt idx="1625">
                  <c:v>0.32519999999999699</c:v>
                </c:pt>
                <c:pt idx="1626">
                  <c:v>0.32539999999999702</c:v>
                </c:pt>
                <c:pt idx="1627">
                  <c:v>0.325599999999997</c:v>
                </c:pt>
                <c:pt idx="1628">
                  <c:v>0.32579999999999698</c:v>
                </c:pt>
                <c:pt idx="1629">
                  <c:v>0.32599999999999701</c:v>
                </c:pt>
                <c:pt idx="1630">
                  <c:v>0.32619999999999699</c:v>
                </c:pt>
                <c:pt idx="1631">
                  <c:v>0.32639999999999703</c:v>
                </c:pt>
                <c:pt idx="1632">
                  <c:v>0.326599999999997</c:v>
                </c:pt>
                <c:pt idx="1633">
                  <c:v>0.32679999999999698</c:v>
                </c:pt>
                <c:pt idx="1634">
                  <c:v>0.32699999999999702</c:v>
                </c:pt>
                <c:pt idx="1635">
                  <c:v>0.32719999999999699</c:v>
                </c:pt>
                <c:pt idx="1636">
                  <c:v>0.32739999999999703</c:v>
                </c:pt>
                <c:pt idx="1637">
                  <c:v>0.327599999999997</c:v>
                </c:pt>
                <c:pt idx="1638">
                  <c:v>0.32779999999999698</c:v>
                </c:pt>
                <c:pt idx="1639">
                  <c:v>0.32799999999999702</c:v>
                </c:pt>
                <c:pt idx="1640">
                  <c:v>0.32819999999999599</c:v>
                </c:pt>
                <c:pt idx="1641">
                  <c:v>0.32839999999999597</c:v>
                </c:pt>
                <c:pt idx="1642">
                  <c:v>0.32859999999999601</c:v>
                </c:pt>
                <c:pt idx="1643">
                  <c:v>0.32879999999999598</c:v>
                </c:pt>
                <c:pt idx="1644">
                  <c:v>0.32899999999999602</c:v>
                </c:pt>
                <c:pt idx="1645">
                  <c:v>0.329199999999996</c:v>
                </c:pt>
                <c:pt idx="1646">
                  <c:v>0.32939999999999597</c:v>
                </c:pt>
                <c:pt idx="1647">
                  <c:v>0.32959999999999601</c:v>
                </c:pt>
                <c:pt idx="1648">
                  <c:v>0.32979999999999599</c:v>
                </c:pt>
                <c:pt idx="1649">
                  <c:v>0.32999999999999602</c:v>
                </c:pt>
                <c:pt idx="1650">
                  <c:v>0.330199999999996</c:v>
                </c:pt>
                <c:pt idx="1651">
                  <c:v>0.33039999999999597</c:v>
                </c:pt>
                <c:pt idx="1652">
                  <c:v>0.33059999999999601</c:v>
                </c:pt>
                <c:pt idx="1653">
                  <c:v>0.33079999999999599</c:v>
                </c:pt>
                <c:pt idx="1654">
                  <c:v>0.33099999999999602</c:v>
                </c:pt>
                <c:pt idx="1655">
                  <c:v>0.331199999999996</c:v>
                </c:pt>
                <c:pt idx="1656">
                  <c:v>0.33139999999999598</c:v>
                </c:pt>
                <c:pt idx="1657">
                  <c:v>0.33159999999999601</c:v>
                </c:pt>
                <c:pt idx="1658">
                  <c:v>0.33179999999999599</c:v>
                </c:pt>
                <c:pt idx="1659">
                  <c:v>0.33199999999999602</c:v>
                </c:pt>
                <c:pt idx="1660">
                  <c:v>0.332199999999996</c:v>
                </c:pt>
                <c:pt idx="1661">
                  <c:v>0.33239999999999598</c:v>
                </c:pt>
                <c:pt idx="1662">
                  <c:v>0.33259999999999601</c:v>
                </c:pt>
                <c:pt idx="1663">
                  <c:v>0.33279999999999599</c:v>
                </c:pt>
                <c:pt idx="1664">
                  <c:v>0.33299999999999602</c:v>
                </c:pt>
                <c:pt idx="1665">
                  <c:v>0.333199999999996</c:v>
                </c:pt>
                <c:pt idx="1666">
                  <c:v>0.33339999999999598</c:v>
                </c:pt>
                <c:pt idx="1667">
                  <c:v>0.33359999999999601</c:v>
                </c:pt>
                <c:pt idx="1668">
                  <c:v>0.33379999999999599</c:v>
                </c:pt>
                <c:pt idx="1669">
                  <c:v>0.33399999999999602</c:v>
                </c:pt>
                <c:pt idx="1670">
                  <c:v>0.334199999999996</c:v>
                </c:pt>
                <c:pt idx="1671">
                  <c:v>0.33439999999999598</c:v>
                </c:pt>
                <c:pt idx="1672">
                  <c:v>0.33459999999999601</c:v>
                </c:pt>
                <c:pt idx="1673">
                  <c:v>0.33479999999999599</c:v>
                </c:pt>
                <c:pt idx="1674">
                  <c:v>0.33499999999999602</c:v>
                </c:pt>
                <c:pt idx="1675">
                  <c:v>0.335199999999996</c:v>
                </c:pt>
                <c:pt idx="1676">
                  <c:v>0.33539999999999598</c:v>
                </c:pt>
                <c:pt idx="1677">
                  <c:v>0.33559999999999601</c:v>
                </c:pt>
                <c:pt idx="1678">
                  <c:v>0.33579999999999599</c:v>
                </c:pt>
                <c:pt idx="1679">
                  <c:v>0.33599999999999602</c:v>
                </c:pt>
                <c:pt idx="1680">
                  <c:v>0.336199999999996</c:v>
                </c:pt>
                <c:pt idx="1681">
                  <c:v>0.33639999999999598</c:v>
                </c:pt>
                <c:pt idx="1682">
                  <c:v>0.33659999999999601</c:v>
                </c:pt>
                <c:pt idx="1683">
                  <c:v>0.33679999999999599</c:v>
                </c:pt>
                <c:pt idx="1684">
                  <c:v>0.33699999999999602</c:v>
                </c:pt>
                <c:pt idx="1685">
                  <c:v>0.337199999999996</c:v>
                </c:pt>
                <c:pt idx="1686">
                  <c:v>0.33739999999999498</c:v>
                </c:pt>
                <c:pt idx="1687">
                  <c:v>0.33759999999999502</c:v>
                </c:pt>
                <c:pt idx="1688">
                  <c:v>0.33779999999999499</c:v>
                </c:pt>
                <c:pt idx="1689">
                  <c:v>0.33799999999999503</c:v>
                </c:pt>
                <c:pt idx="1690">
                  <c:v>0.338199999999995</c:v>
                </c:pt>
                <c:pt idx="1691">
                  <c:v>0.33839999999999498</c:v>
                </c:pt>
                <c:pt idx="1692">
                  <c:v>0.33859999999999502</c:v>
                </c:pt>
                <c:pt idx="1693">
                  <c:v>0.33879999999999499</c:v>
                </c:pt>
                <c:pt idx="1694">
                  <c:v>0.33899999999999503</c:v>
                </c:pt>
                <c:pt idx="1695">
                  <c:v>0.33919999999999501</c:v>
                </c:pt>
                <c:pt idx="1696">
                  <c:v>0.33939999999999498</c:v>
                </c:pt>
                <c:pt idx="1697">
                  <c:v>0.33959999999999502</c:v>
                </c:pt>
                <c:pt idx="1698">
                  <c:v>0.33979999999999499</c:v>
                </c:pt>
                <c:pt idx="1699">
                  <c:v>0.33999999999999497</c:v>
                </c:pt>
                <c:pt idx="1700">
                  <c:v>0.34019999999999501</c:v>
                </c:pt>
                <c:pt idx="1701">
                  <c:v>0.34039999999999498</c:v>
                </c:pt>
                <c:pt idx="1702">
                  <c:v>0.34059999999999502</c:v>
                </c:pt>
                <c:pt idx="1703">
                  <c:v>0.340799999999995</c:v>
                </c:pt>
                <c:pt idx="1704">
                  <c:v>0.34099999999999497</c:v>
                </c:pt>
                <c:pt idx="1705">
                  <c:v>0.34119999999999501</c:v>
                </c:pt>
                <c:pt idx="1706">
                  <c:v>0.34139999999999499</c:v>
                </c:pt>
                <c:pt idx="1707">
                  <c:v>0.34159999999999502</c:v>
                </c:pt>
                <c:pt idx="1708">
                  <c:v>0.341799999999995</c:v>
                </c:pt>
                <c:pt idx="1709">
                  <c:v>0.34199999999999497</c:v>
                </c:pt>
                <c:pt idx="1710">
                  <c:v>0.34219999999999501</c:v>
                </c:pt>
                <c:pt idx="1711">
                  <c:v>0.34239999999999499</c:v>
                </c:pt>
                <c:pt idx="1712">
                  <c:v>0.34259999999999502</c:v>
                </c:pt>
                <c:pt idx="1713">
                  <c:v>0.342799999999995</c:v>
                </c:pt>
                <c:pt idx="1714">
                  <c:v>0.34299999999999498</c:v>
                </c:pt>
                <c:pt idx="1715">
                  <c:v>0.34319999999999501</c:v>
                </c:pt>
                <c:pt idx="1716">
                  <c:v>0.34339999999999499</c:v>
                </c:pt>
                <c:pt idx="1717">
                  <c:v>0.34359999999999502</c:v>
                </c:pt>
                <c:pt idx="1718">
                  <c:v>0.343799999999995</c:v>
                </c:pt>
                <c:pt idx="1719">
                  <c:v>0.34399999999999498</c:v>
                </c:pt>
                <c:pt idx="1720">
                  <c:v>0.34419999999999501</c:v>
                </c:pt>
                <c:pt idx="1721">
                  <c:v>0.34439999999999499</c:v>
                </c:pt>
                <c:pt idx="1722">
                  <c:v>0.34459999999999502</c:v>
                </c:pt>
                <c:pt idx="1723">
                  <c:v>0.344799999999995</c:v>
                </c:pt>
                <c:pt idx="1724">
                  <c:v>0.34499999999999498</c:v>
                </c:pt>
                <c:pt idx="1725">
                  <c:v>0.34519999999999501</c:v>
                </c:pt>
                <c:pt idx="1726">
                  <c:v>0.34539999999999499</c:v>
                </c:pt>
                <c:pt idx="1727">
                  <c:v>0.34559999999999502</c:v>
                </c:pt>
                <c:pt idx="1728">
                  <c:v>0.345799999999995</c:v>
                </c:pt>
                <c:pt idx="1729">
                  <c:v>0.34599999999999498</c:v>
                </c:pt>
                <c:pt idx="1730">
                  <c:v>0.34619999999999501</c:v>
                </c:pt>
                <c:pt idx="1731">
                  <c:v>0.34639999999999399</c:v>
                </c:pt>
                <c:pt idx="1732">
                  <c:v>0.34659999999999402</c:v>
                </c:pt>
                <c:pt idx="1733">
                  <c:v>0.346799999999994</c:v>
                </c:pt>
                <c:pt idx="1734">
                  <c:v>0.34699999999999398</c:v>
                </c:pt>
                <c:pt idx="1735">
                  <c:v>0.34719999999999401</c:v>
                </c:pt>
                <c:pt idx="1736">
                  <c:v>0.34739999999999399</c:v>
                </c:pt>
                <c:pt idx="1737">
                  <c:v>0.34759999999999402</c:v>
                </c:pt>
                <c:pt idx="1738">
                  <c:v>0.347799999999994</c:v>
                </c:pt>
                <c:pt idx="1739">
                  <c:v>0.34799999999999398</c:v>
                </c:pt>
                <c:pt idx="1740">
                  <c:v>0.34819999999999401</c:v>
                </c:pt>
                <c:pt idx="1741">
                  <c:v>0.34839999999999399</c:v>
                </c:pt>
                <c:pt idx="1742">
                  <c:v>0.34859999999999403</c:v>
                </c:pt>
                <c:pt idx="1743">
                  <c:v>0.348799999999994</c:v>
                </c:pt>
                <c:pt idx="1744">
                  <c:v>0.34899999999999398</c:v>
                </c:pt>
                <c:pt idx="1745">
                  <c:v>0.34919999999999402</c:v>
                </c:pt>
                <c:pt idx="1746">
                  <c:v>0.34939999999999399</c:v>
                </c:pt>
                <c:pt idx="1747">
                  <c:v>0.34959999999999403</c:v>
                </c:pt>
                <c:pt idx="1748">
                  <c:v>0.349799999999994</c:v>
                </c:pt>
                <c:pt idx="1749">
                  <c:v>0.34999999999999398</c:v>
                </c:pt>
                <c:pt idx="1750">
                  <c:v>0.35019999999999402</c:v>
                </c:pt>
                <c:pt idx="1751">
                  <c:v>0.35039999999999399</c:v>
                </c:pt>
                <c:pt idx="1752">
                  <c:v>0.35059999999999403</c:v>
                </c:pt>
                <c:pt idx="1753">
                  <c:v>0.35079999999999401</c:v>
                </c:pt>
                <c:pt idx="1754">
                  <c:v>0.35099999999999398</c:v>
                </c:pt>
                <c:pt idx="1755">
                  <c:v>0.35119999999999402</c:v>
                </c:pt>
                <c:pt idx="1756">
                  <c:v>0.35139999999999399</c:v>
                </c:pt>
                <c:pt idx="1757">
                  <c:v>0.35159999999999397</c:v>
                </c:pt>
                <c:pt idx="1758">
                  <c:v>0.35179999999999401</c:v>
                </c:pt>
                <c:pt idx="1759">
                  <c:v>0.35199999999999398</c:v>
                </c:pt>
                <c:pt idx="1760">
                  <c:v>0.35219999999999402</c:v>
                </c:pt>
                <c:pt idx="1761">
                  <c:v>0.352399999999994</c:v>
                </c:pt>
                <c:pt idx="1762">
                  <c:v>0.35259999999999397</c:v>
                </c:pt>
                <c:pt idx="1763">
                  <c:v>0.35279999999999401</c:v>
                </c:pt>
                <c:pt idx="1764">
                  <c:v>0.35299999999999399</c:v>
                </c:pt>
                <c:pt idx="1765">
                  <c:v>0.35319999999999402</c:v>
                </c:pt>
                <c:pt idx="1766">
                  <c:v>0.353399999999994</c:v>
                </c:pt>
                <c:pt idx="1767">
                  <c:v>0.35359999999999397</c:v>
                </c:pt>
                <c:pt idx="1768">
                  <c:v>0.35379999999999401</c:v>
                </c:pt>
                <c:pt idx="1769">
                  <c:v>0.35399999999999399</c:v>
                </c:pt>
                <c:pt idx="1770">
                  <c:v>0.35419999999999402</c:v>
                </c:pt>
                <c:pt idx="1771">
                  <c:v>0.354399999999994</c:v>
                </c:pt>
                <c:pt idx="1772">
                  <c:v>0.35459999999999398</c:v>
                </c:pt>
                <c:pt idx="1773">
                  <c:v>0.35479999999999401</c:v>
                </c:pt>
                <c:pt idx="1774">
                  <c:v>0.35499999999999399</c:v>
                </c:pt>
                <c:pt idx="1775">
                  <c:v>0.35519999999999402</c:v>
                </c:pt>
                <c:pt idx="1776">
                  <c:v>0.355399999999993</c:v>
                </c:pt>
                <c:pt idx="1777">
                  <c:v>0.35559999999999298</c:v>
                </c:pt>
                <c:pt idx="1778">
                  <c:v>0.35579999999999301</c:v>
                </c:pt>
                <c:pt idx="1779">
                  <c:v>0.35599999999999299</c:v>
                </c:pt>
                <c:pt idx="1780">
                  <c:v>0.35619999999999302</c:v>
                </c:pt>
                <c:pt idx="1781">
                  <c:v>0.356399999999993</c:v>
                </c:pt>
                <c:pt idx="1782">
                  <c:v>0.35659999999999298</c:v>
                </c:pt>
                <c:pt idx="1783">
                  <c:v>0.35679999999999301</c:v>
                </c:pt>
                <c:pt idx="1784">
                  <c:v>0.35699999999999299</c:v>
                </c:pt>
                <c:pt idx="1785">
                  <c:v>0.35719999999999302</c:v>
                </c:pt>
                <c:pt idx="1786">
                  <c:v>0.357399999999993</c:v>
                </c:pt>
                <c:pt idx="1787">
                  <c:v>0.35759999999999298</c:v>
                </c:pt>
                <c:pt idx="1788">
                  <c:v>0.35779999999999301</c:v>
                </c:pt>
                <c:pt idx="1789">
                  <c:v>0.35799999999999299</c:v>
                </c:pt>
                <c:pt idx="1790">
                  <c:v>0.35819999999999302</c:v>
                </c:pt>
                <c:pt idx="1791">
                  <c:v>0.358399999999993</c:v>
                </c:pt>
                <c:pt idx="1792">
                  <c:v>0.35859999999999298</c:v>
                </c:pt>
                <c:pt idx="1793">
                  <c:v>0.35879999999999301</c:v>
                </c:pt>
                <c:pt idx="1794">
                  <c:v>0.35899999999999299</c:v>
                </c:pt>
                <c:pt idx="1795">
                  <c:v>0.35919999999999302</c:v>
                </c:pt>
                <c:pt idx="1796">
                  <c:v>0.359399999999993</c:v>
                </c:pt>
                <c:pt idx="1797">
                  <c:v>0.35959999999999298</c:v>
                </c:pt>
                <c:pt idx="1798">
                  <c:v>0.35979999999999301</c:v>
                </c:pt>
                <c:pt idx="1799">
                  <c:v>0.35999999999999299</c:v>
                </c:pt>
                <c:pt idx="1800">
                  <c:v>0.36019999999999303</c:v>
                </c:pt>
                <c:pt idx="1801">
                  <c:v>0.360399999999993</c:v>
                </c:pt>
                <c:pt idx="1802">
                  <c:v>0.36059999999999298</c:v>
                </c:pt>
                <c:pt idx="1803">
                  <c:v>0.36079999999999302</c:v>
                </c:pt>
                <c:pt idx="1804">
                  <c:v>0.36099999999999299</c:v>
                </c:pt>
                <c:pt idx="1805">
                  <c:v>0.36119999999999303</c:v>
                </c:pt>
                <c:pt idx="1806">
                  <c:v>0.361399999999993</c:v>
                </c:pt>
                <c:pt idx="1807">
                  <c:v>0.36159999999999298</c:v>
                </c:pt>
                <c:pt idx="1808">
                  <c:v>0.36179999999999302</c:v>
                </c:pt>
                <c:pt idx="1809">
                  <c:v>0.36199999999999299</c:v>
                </c:pt>
                <c:pt idx="1810">
                  <c:v>0.36219999999999303</c:v>
                </c:pt>
                <c:pt idx="1811">
                  <c:v>0.36239999999999301</c:v>
                </c:pt>
                <c:pt idx="1812">
                  <c:v>0.36259999999999298</c:v>
                </c:pt>
                <c:pt idx="1813">
                  <c:v>0.36279999999999302</c:v>
                </c:pt>
                <c:pt idx="1814">
                  <c:v>0.36299999999999299</c:v>
                </c:pt>
                <c:pt idx="1815">
                  <c:v>0.36319999999999297</c:v>
                </c:pt>
                <c:pt idx="1816">
                  <c:v>0.36339999999999301</c:v>
                </c:pt>
                <c:pt idx="1817">
                  <c:v>0.36359999999999298</c:v>
                </c:pt>
                <c:pt idx="1818">
                  <c:v>0.36379999999999302</c:v>
                </c:pt>
                <c:pt idx="1819">
                  <c:v>0.363999999999993</c:v>
                </c:pt>
                <c:pt idx="1820">
                  <c:v>0.36419999999999297</c:v>
                </c:pt>
                <c:pt idx="1821">
                  <c:v>0.36439999999999301</c:v>
                </c:pt>
                <c:pt idx="1822">
                  <c:v>0.36459999999999199</c:v>
                </c:pt>
                <c:pt idx="1823">
                  <c:v>0.36479999999999202</c:v>
                </c:pt>
                <c:pt idx="1824">
                  <c:v>0.364999999999992</c:v>
                </c:pt>
                <c:pt idx="1825">
                  <c:v>0.36519999999999198</c:v>
                </c:pt>
                <c:pt idx="1826">
                  <c:v>0.36539999999999201</c:v>
                </c:pt>
                <c:pt idx="1827">
                  <c:v>0.36559999999999199</c:v>
                </c:pt>
                <c:pt idx="1828">
                  <c:v>0.36579999999999202</c:v>
                </c:pt>
                <c:pt idx="1829">
                  <c:v>0.365999999999992</c:v>
                </c:pt>
                <c:pt idx="1830">
                  <c:v>0.36619999999999198</c:v>
                </c:pt>
                <c:pt idx="1831">
                  <c:v>0.36639999999999201</c:v>
                </c:pt>
                <c:pt idx="1832">
                  <c:v>0.36659999999999199</c:v>
                </c:pt>
                <c:pt idx="1833">
                  <c:v>0.36679999999999202</c:v>
                </c:pt>
                <c:pt idx="1834">
                  <c:v>0.366999999999992</c:v>
                </c:pt>
                <c:pt idx="1835">
                  <c:v>0.36719999999999198</c:v>
                </c:pt>
                <c:pt idx="1836">
                  <c:v>0.36739999999999201</c:v>
                </c:pt>
                <c:pt idx="1837">
                  <c:v>0.36759999999999199</c:v>
                </c:pt>
                <c:pt idx="1838">
                  <c:v>0.36779999999999202</c:v>
                </c:pt>
                <c:pt idx="1839">
                  <c:v>0.367999999999992</c:v>
                </c:pt>
                <c:pt idx="1840">
                  <c:v>0.36819999999999198</c:v>
                </c:pt>
                <c:pt idx="1841">
                  <c:v>0.36839999999999201</c:v>
                </c:pt>
                <c:pt idx="1842">
                  <c:v>0.36859999999999199</c:v>
                </c:pt>
                <c:pt idx="1843">
                  <c:v>0.36879999999999202</c:v>
                </c:pt>
                <c:pt idx="1844">
                  <c:v>0.368999999999992</c:v>
                </c:pt>
                <c:pt idx="1845">
                  <c:v>0.36919999999999198</c:v>
                </c:pt>
                <c:pt idx="1846">
                  <c:v>0.36939999999999201</c:v>
                </c:pt>
                <c:pt idx="1847">
                  <c:v>0.36959999999999199</c:v>
                </c:pt>
                <c:pt idx="1848">
                  <c:v>0.36979999999999202</c:v>
                </c:pt>
                <c:pt idx="1849">
                  <c:v>0.369999999999992</c:v>
                </c:pt>
                <c:pt idx="1850">
                  <c:v>0.37019999999999198</c:v>
                </c:pt>
                <c:pt idx="1851">
                  <c:v>0.37039999999999201</c:v>
                </c:pt>
                <c:pt idx="1852">
                  <c:v>0.37059999999999199</c:v>
                </c:pt>
                <c:pt idx="1853">
                  <c:v>0.37079999999999202</c:v>
                </c:pt>
                <c:pt idx="1854">
                  <c:v>0.370999999999992</c:v>
                </c:pt>
                <c:pt idx="1855">
                  <c:v>0.37119999999999198</c:v>
                </c:pt>
                <c:pt idx="1856">
                  <c:v>0.37139999999999201</c:v>
                </c:pt>
                <c:pt idx="1857">
                  <c:v>0.37159999999999199</c:v>
                </c:pt>
                <c:pt idx="1858">
                  <c:v>0.37179999999999203</c:v>
                </c:pt>
                <c:pt idx="1859">
                  <c:v>0.371999999999992</c:v>
                </c:pt>
                <c:pt idx="1860">
                  <c:v>0.37219999999999198</c:v>
                </c:pt>
                <c:pt idx="1861">
                  <c:v>0.37239999999999202</c:v>
                </c:pt>
                <c:pt idx="1862">
                  <c:v>0.37259999999999199</c:v>
                </c:pt>
                <c:pt idx="1863">
                  <c:v>0.37279999999999203</c:v>
                </c:pt>
                <c:pt idx="1864">
                  <c:v>0.372999999999992</c:v>
                </c:pt>
                <c:pt idx="1865">
                  <c:v>0.37319999999999198</c:v>
                </c:pt>
                <c:pt idx="1866">
                  <c:v>0.37339999999999202</c:v>
                </c:pt>
                <c:pt idx="1867">
                  <c:v>0.37359999999999099</c:v>
                </c:pt>
                <c:pt idx="1868">
                  <c:v>0.37379999999999097</c:v>
                </c:pt>
                <c:pt idx="1869">
                  <c:v>0.37399999999999101</c:v>
                </c:pt>
                <c:pt idx="1870">
                  <c:v>0.37419999999999098</c:v>
                </c:pt>
                <c:pt idx="1871">
                  <c:v>0.37439999999999102</c:v>
                </c:pt>
                <c:pt idx="1872">
                  <c:v>0.374599999999991</c:v>
                </c:pt>
                <c:pt idx="1873">
                  <c:v>0.37479999999999097</c:v>
                </c:pt>
                <c:pt idx="1874">
                  <c:v>0.37499999999999101</c:v>
                </c:pt>
                <c:pt idx="1875">
                  <c:v>0.37519999999999099</c:v>
                </c:pt>
                <c:pt idx="1876">
                  <c:v>0.37539999999999102</c:v>
                </c:pt>
                <c:pt idx="1877">
                  <c:v>0.375599999999991</c:v>
                </c:pt>
                <c:pt idx="1878">
                  <c:v>0.37579999999999097</c:v>
                </c:pt>
                <c:pt idx="1879">
                  <c:v>0.37599999999999101</c:v>
                </c:pt>
                <c:pt idx="1880">
                  <c:v>0.37619999999999099</c:v>
                </c:pt>
                <c:pt idx="1881">
                  <c:v>0.37639999999999102</c:v>
                </c:pt>
                <c:pt idx="1882">
                  <c:v>0.376599999999991</c:v>
                </c:pt>
                <c:pt idx="1883">
                  <c:v>0.37679999999999098</c:v>
                </c:pt>
                <c:pt idx="1884">
                  <c:v>0.37699999999999101</c:v>
                </c:pt>
                <c:pt idx="1885">
                  <c:v>0.37719999999999099</c:v>
                </c:pt>
                <c:pt idx="1886">
                  <c:v>0.37739999999999102</c:v>
                </c:pt>
                <c:pt idx="1887">
                  <c:v>0.377599999999991</c:v>
                </c:pt>
                <c:pt idx="1888">
                  <c:v>0.37779999999999098</c:v>
                </c:pt>
                <c:pt idx="1889">
                  <c:v>0.37799999999999101</c:v>
                </c:pt>
                <c:pt idx="1890">
                  <c:v>0.37819999999999099</c:v>
                </c:pt>
                <c:pt idx="1891">
                  <c:v>0.37839999999999102</c:v>
                </c:pt>
                <c:pt idx="1892">
                  <c:v>0.378599999999991</c:v>
                </c:pt>
                <c:pt idx="1893">
                  <c:v>0.37879999999999098</c:v>
                </c:pt>
                <c:pt idx="1894">
                  <c:v>0.37899999999999101</c:v>
                </c:pt>
                <c:pt idx="1895">
                  <c:v>0.37919999999999099</c:v>
                </c:pt>
                <c:pt idx="1896">
                  <c:v>0.37939999999999102</c:v>
                </c:pt>
                <c:pt idx="1897">
                  <c:v>0.379599999999991</c:v>
                </c:pt>
                <c:pt idx="1898">
                  <c:v>0.37979999999999098</c:v>
                </c:pt>
                <c:pt idx="1899">
                  <c:v>0.37999999999999101</c:v>
                </c:pt>
                <c:pt idx="1900">
                  <c:v>0.38019999999999099</c:v>
                </c:pt>
                <c:pt idx="1901">
                  <c:v>0.38039999999999102</c:v>
                </c:pt>
                <c:pt idx="1902">
                  <c:v>0.380599999999991</c:v>
                </c:pt>
                <c:pt idx="1903">
                  <c:v>0.38079999999999098</c:v>
                </c:pt>
                <c:pt idx="1904">
                  <c:v>0.38099999999999101</c:v>
                </c:pt>
                <c:pt idx="1905">
                  <c:v>0.38119999999999099</c:v>
                </c:pt>
                <c:pt idx="1906">
                  <c:v>0.38139999999999102</c:v>
                </c:pt>
                <c:pt idx="1907">
                  <c:v>0.381599999999991</c:v>
                </c:pt>
                <c:pt idx="1908">
                  <c:v>0.38179999999999098</c:v>
                </c:pt>
                <c:pt idx="1909">
                  <c:v>0.38199999999999101</c:v>
                </c:pt>
                <c:pt idx="1910">
                  <c:v>0.38219999999999099</c:v>
                </c:pt>
                <c:pt idx="1911">
                  <c:v>0.38239999999999102</c:v>
                </c:pt>
                <c:pt idx="1912">
                  <c:v>0.382599999999991</c:v>
                </c:pt>
                <c:pt idx="1913">
                  <c:v>0.38279999999998998</c:v>
                </c:pt>
                <c:pt idx="1914">
                  <c:v>0.38299999999999002</c:v>
                </c:pt>
                <c:pt idx="1915">
                  <c:v>0.38319999999998999</c:v>
                </c:pt>
                <c:pt idx="1916">
                  <c:v>0.38339999999999003</c:v>
                </c:pt>
                <c:pt idx="1917">
                  <c:v>0.38359999999999</c:v>
                </c:pt>
                <c:pt idx="1918">
                  <c:v>0.38379999999998998</c:v>
                </c:pt>
                <c:pt idx="1919">
                  <c:v>0.38399999999999002</c:v>
                </c:pt>
                <c:pt idx="1920">
                  <c:v>0.38419999999998999</c:v>
                </c:pt>
                <c:pt idx="1921">
                  <c:v>0.38439999999999003</c:v>
                </c:pt>
                <c:pt idx="1922">
                  <c:v>0.38459999999999001</c:v>
                </c:pt>
                <c:pt idx="1923">
                  <c:v>0.38479999999998998</c:v>
                </c:pt>
                <c:pt idx="1924">
                  <c:v>0.38499999999999002</c:v>
                </c:pt>
                <c:pt idx="1925">
                  <c:v>0.38519999999998999</c:v>
                </c:pt>
                <c:pt idx="1926">
                  <c:v>0.38539999999998997</c:v>
                </c:pt>
                <c:pt idx="1927">
                  <c:v>0.38559999999999001</c:v>
                </c:pt>
                <c:pt idx="1928">
                  <c:v>0.38579999999998998</c:v>
                </c:pt>
                <c:pt idx="1929">
                  <c:v>0.38599999999999002</c:v>
                </c:pt>
                <c:pt idx="1930">
                  <c:v>0.38619999999999</c:v>
                </c:pt>
                <c:pt idx="1931">
                  <c:v>0.38639999999998997</c:v>
                </c:pt>
                <c:pt idx="1932">
                  <c:v>0.38659999999999001</c:v>
                </c:pt>
                <c:pt idx="1933">
                  <c:v>0.38679999999998999</c:v>
                </c:pt>
                <c:pt idx="1934">
                  <c:v>0.38699999999999002</c:v>
                </c:pt>
                <c:pt idx="1935">
                  <c:v>0.38719999999999</c:v>
                </c:pt>
                <c:pt idx="1936">
                  <c:v>0.38739999999998997</c:v>
                </c:pt>
                <c:pt idx="1937">
                  <c:v>0.38759999999999001</c:v>
                </c:pt>
                <c:pt idx="1938">
                  <c:v>0.38779999999998999</c:v>
                </c:pt>
                <c:pt idx="1939">
                  <c:v>0.38799999999999002</c:v>
                </c:pt>
                <c:pt idx="1940">
                  <c:v>0.38819999999999</c:v>
                </c:pt>
                <c:pt idx="1941">
                  <c:v>0.38839999999998998</c:v>
                </c:pt>
                <c:pt idx="1942">
                  <c:v>0.38859999999999001</c:v>
                </c:pt>
                <c:pt idx="1943">
                  <c:v>0.38879999999998999</c:v>
                </c:pt>
                <c:pt idx="1944">
                  <c:v>0.38899999999999002</c:v>
                </c:pt>
                <c:pt idx="1945">
                  <c:v>0.38919999999999</c:v>
                </c:pt>
                <c:pt idx="1946">
                  <c:v>0.38939999999998998</c:v>
                </c:pt>
                <c:pt idx="1947">
                  <c:v>0.38959999999999001</c:v>
                </c:pt>
                <c:pt idx="1948">
                  <c:v>0.38979999999998999</c:v>
                </c:pt>
                <c:pt idx="1949">
                  <c:v>0.38999999999999002</c:v>
                </c:pt>
                <c:pt idx="1950">
                  <c:v>0.39019999999999</c:v>
                </c:pt>
                <c:pt idx="1951">
                  <c:v>0.39039999999998998</c:v>
                </c:pt>
                <c:pt idx="1952">
                  <c:v>0.39059999999999001</c:v>
                </c:pt>
                <c:pt idx="1953">
                  <c:v>0.39079999999998999</c:v>
                </c:pt>
                <c:pt idx="1954">
                  <c:v>0.39099999999999002</c:v>
                </c:pt>
                <c:pt idx="1955">
                  <c:v>0.39119999999999</c:v>
                </c:pt>
                <c:pt idx="1956">
                  <c:v>0.39139999999998998</c:v>
                </c:pt>
                <c:pt idx="1957">
                  <c:v>0.39159999999999001</c:v>
                </c:pt>
                <c:pt idx="1958">
                  <c:v>0.39179999999998899</c:v>
                </c:pt>
                <c:pt idx="1959">
                  <c:v>0.39199999999998902</c:v>
                </c:pt>
                <c:pt idx="1960">
                  <c:v>0.392199999999989</c:v>
                </c:pt>
                <c:pt idx="1961">
                  <c:v>0.39239999999998898</c:v>
                </c:pt>
                <c:pt idx="1962">
                  <c:v>0.39259999999998901</c:v>
                </c:pt>
                <c:pt idx="1963">
                  <c:v>0.39279999999998899</c:v>
                </c:pt>
                <c:pt idx="1964">
                  <c:v>0.39299999999998902</c:v>
                </c:pt>
                <c:pt idx="1965">
                  <c:v>0.393199999999989</c:v>
                </c:pt>
                <c:pt idx="1966">
                  <c:v>0.39339999999998898</c:v>
                </c:pt>
                <c:pt idx="1967">
                  <c:v>0.39359999999998901</c:v>
                </c:pt>
                <c:pt idx="1968">
                  <c:v>0.39379999999998899</c:v>
                </c:pt>
                <c:pt idx="1969">
                  <c:v>0.39399999999998903</c:v>
                </c:pt>
                <c:pt idx="1970">
                  <c:v>0.394199999999989</c:v>
                </c:pt>
                <c:pt idx="1971">
                  <c:v>0.39439999999998898</c:v>
                </c:pt>
                <c:pt idx="1972">
                  <c:v>0.39459999999998902</c:v>
                </c:pt>
                <c:pt idx="1973">
                  <c:v>0.39479999999998899</c:v>
                </c:pt>
                <c:pt idx="1974">
                  <c:v>0.39499999999998903</c:v>
                </c:pt>
                <c:pt idx="1975">
                  <c:v>0.395199999999989</c:v>
                </c:pt>
                <c:pt idx="1976">
                  <c:v>0.39539999999998898</c:v>
                </c:pt>
                <c:pt idx="1977">
                  <c:v>0.39559999999998902</c:v>
                </c:pt>
                <c:pt idx="1978">
                  <c:v>0.39579999999998899</c:v>
                </c:pt>
                <c:pt idx="1979">
                  <c:v>0.39599999999998903</c:v>
                </c:pt>
                <c:pt idx="1980">
                  <c:v>0.39619999999998901</c:v>
                </c:pt>
                <c:pt idx="1981">
                  <c:v>0.39639999999998898</c:v>
                </c:pt>
                <c:pt idx="1982">
                  <c:v>0.39659999999998902</c:v>
                </c:pt>
                <c:pt idx="1983">
                  <c:v>0.39679999999998899</c:v>
                </c:pt>
                <c:pt idx="1984">
                  <c:v>0.39699999999998897</c:v>
                </c:pt>
                <c:pt idx="1985">
                  <c:v>0.39719999999998901</c:v>
                </c:pt>
                <c:pt idx="1986">
                  <c:v>0.39739999999998898</c:v>
                </c:pt>
                <c:pt idx="1987">
                  <c:v>0.39759999999998902</c:v>
                </c:pt>
                <c:pt idx="1988">
                  <c:v>0.397799999999989</c:v>
                </c:pt>
                <c:pt idx="1989">
                  <c:v>0.39799999999998897</c:v>
                </c:pt>
                <c:pt idx="1990">
                  <c:v>0.39819999999998901</c:v>
                </c:pt>
                <c:pt idx="1991">
                  <c:v>0.39839999999998899</c:v>
                </c:pt>
                <c:pt idx="1992">
                  <c:v>0.39859999999998902</c:v>
                </c:pt>
                <c:pt idx="1993">
                  <c:v>0.398799999999989</c:v>
                </c:pt>
                <c:pt idx="1994">
                  <c:v>0.39899999999998897</c:v>
                </c:pt>
                <c:pt idx="1995">
                  <c:v>0.39919999999998901</c:v>
                </c:pt>
                <c:pt idx="1996">
                  <c:v>0.39939999999998899</c:v>
                </c:pt>
                <c:pt idx="1997">
                  <c:v>0.39959999999998902</c:v>
                </c:pt>
                <c:pt idx="1998">
                  <c:v>0.399799999999989</c:v>
                </c:pt>
                <c:pt idx="1999">
                  <c:v>0.39999999999998898</c:v>
                </c:pt>
                <c:pt idx="2000">
                  <c:v>0.40019999999998901</c:v>
                </c:pt>
                <c:pt idx="2001">
                  <c:v>0.40039999999998899</c:v>
                </c:pt>
                <c:pt idx="2002">
                  <c:v>0.40059999999998902</c:v>
                </c:pt>
                <c:pt idx="2003">
                  <c:v>0.400799999999988</c:v>
                </c:pt>
                <c:pt idx="2004">
                  <c:v>0.40099999999998798</c:v>
                </c:pt>
                <c:pt idx="2005">
                  <c:v>0.40119999999998801</c:v>
                </c:pt>
                <c:pt idx="2006">
                  <c:v>0.40139999999998799</c:v>
                </c:pt>
                <c:pt idx="2007">
                  <c:v>0.40159999999998802</c:v>
                </c:pt>
                <c:pt idx="2008">
                  <c:v>0.401799999999988</c:v>
                </c:pt>
                <c:pt idx="2009">
                  <c:v>0.40199999999998798</c:v>
                </c:pt>
                <c:pt idx="2010">
                  <c:v>0.40219999999998801</c:v>
                </c:pt>
                <c:pt idx="2011">
                  <c:v>0.40239999999998799</c:v>
                </c:pt>
                <c:pt idx="2012">
                  <c:v>0.40259999999998802</c:v>
                </c:pt>
                <c:pt idx="2013">
                  <c:v>0.402799999999988</c:v>
                </c:pt>
                <c:pt idx="2014">
                  <c:v>0.40299999999998798</c:v>
                </c:pt>
                <c:pt idx="2015">
                  <c:v>0.40319999999998801</c:v>
                </c:pt>
                <c:pt idx="2016">
                  <c:v>0.40339999999998799</c:v>
                </c:pt>
                <c:pt idx="2017">
                  <c:v>0.40359999999998802</c:v>
                </c:pt>
                <c:pt idx="2018">
                  <c:v>0.403799999999988</c:v>
                </c:pt>
                <c:pt idx="2019">
                  <c:v>0.40399999999998798</c:v>
                </c:pt>
                <c:pt idx="2020">
                  <c:v>0.40419999999998801</c:v>
                </c:pt>
                <c:pt idx="2021">
                  <c:v>0.40439999999998799</c:v>
                </c:pt>
                <c:pt idx="2022">
                  <c:v>0.40459999999998802</c:v>
                </c:pt>
                <c:pt idx="2023">
                  <c:v>0.404799999999988</c:v>
                </c:pt>
                <c:pt idx="2024">
                  <c:v>0.40499999999998798</c:v>
                </c:pt>
                <c:pt idx="2025">
                  <c:v>0.40519999999998801</c:v>
                </c:pt>
                <c:pt idx="2026">
                  <c:v>0.40539999999998799</c:v>
                </c:pt>
                <c:pt idx="2027">
                  <c:v>0.40559999999998803</c:v>
                </c:pt>
                <c:pt idx="2028">
                  <c:v>0.405799999999988</c:v>
                </c:pt>
                <c:pt idx="2029">
                  <c:v>0.40599999999998798</c:v>
                </c:pt>
                <c:pt idx="2030">
                  <c:v>0.40619999999998802</c:v>
                </c:pt>
                <c:pt idx="2031">
                  <c:v>0.40639999999998799</c:v>
                </c:pt>
                <c:pt idx="2032">
                  <c:v>0.40659999999998803</c:v>
                </c:pt>
                <c:pt idx="2033">
                  <c:v>0.406799999999988</c:v>
                </c:pt>
                <c:pt idx="2034">
                  <c:v>0.40699999999998798</c:v>
                </c:pt>
                <c:pt idx="2035">
                  <c:v>0.40719999999998802</c:v>
                </c:pt>
                <c:pt idx="2036">
                  <c:v>0.40739999999998799</c:v>
                </c:pt>
                <c:pt idx="2037">
                  <c:v>0.40759999999998803</c:v>
                </c:pt>
                <c:pt idx="2038">
                  <c:v>0.40779999999998801</c:v>
                </c:pt>
                <c:pt idx="2039">
                  <c:v>0.40799999999998798</c:v>
                </c:pt>
                <c:pt idx="2040">
                  <c:v>0.40819999999998802</c:v>
                </c:pt>
                <c:pt idx="2041">
                  <c:v>0.40839999999998799</c:v>
                </c:pt>
                <c:pt idx="2042">
                  <c:v>0.40859999999998797</c:v>
                </c:pt>
                <c:pt idx="2043">
                  <c:v>0.40879999999998801</c:v>
                </c:pt>
                <c:pt idx="2044">
                  <c:v>0.40899999999998798</c:v>
                </c:pt>
                <c:pt idx="2045">
                  <c:v>0.40919999999998802</c:v>
                </c:pt>
                <c:pt idx="2046">
                  <c:v>0.409399999999988</c:v>
                </c:pt>
                <c:pt idx="2047">
                  <c:v>0.40959999999998797</c:v>
                </c:pt>
                <c:pt idx="2048">
                  <c:v>0.40979999999998801</c:v>
                </c:pt>
                <c:pt idx="2049">
                  <c:v>0.40999999999998699</c:v>
                </c:pt>
                <c:pt idx="2050">
                  <c:v>0.41019999999998702</c:v>
                </c:pt>
                <c:pt idx="2051">
                  <c:v>0.410399999999987</c:v>
                </c:pt>
                <c:pt idx="2052">
                  <c:v>0.41059999999998698</c:v>
                </c:pt>
                <c:pt idx="2053">
                  <c:v>0.41079999999998701</c:v>
                </c:pt>
                <c:pt idx="2054">
                  <c:v>0.41099999999998699</c:v>
                </c:pt>
                <c:pt idx="2055">
                  <c:v>0.41119999999998702</c:v>
                </c:pt>
                <c:pt idx="2056">
                  <c:v>0.411399999999987</c:v>
                </c:pt>
                <c:pt idx="2057">
                  <c:v>0.41159999999998698</c:v>
                </c:pt>
                <c:pt idx="2058">
                  <c:v>0.41179999999998701</c:v>
                </c:pt>
                <c:pt idx="2059">
                  <c:v>0.41199999999998699</c:v>
                </c:pt>
                <c:pt idx="2060">
                  <c:v>0.41219999999998702</c:v>
                </c:pt>
                <c:pt idx="2061">
                  <c:v>0.412399999999987</c:v>
                </c:pt>
                <c:pt idx="2062">
                  <c:v>0.41259999999998698</c:v>
                </c:pt>
                <c:pt idx="2063">
                  <c:v>0.41279999999998701</c:v>
                </c:pt>
                <c:pt idx="2064">
                  <c:v>0.41299999999998699</c:v>
                </c:pt>
                <c:pt idx="2065">
                  <c:v>0.41319999999998702</c:v>
                </c:pt>
                <c:pt idx="2066">
                  <c:v>0.413399999999987</c:v>
                </c:pt>
                <c:pt idx="2067">
                  <c:v>0.41359999999998698</c:v>
                </c:pt>
                <c:pt idx="2068">
                  <c:v>0.41379999999998701</c:v>
                </c:pt>
                <c:pt idx="2069">
                  <c:v>0.41399999999998699</c:v>
                </c:pt>
                <c:pt idx="2070">
                  <c:v>0.41419999999998702</c:v>
                </c:pt>
                <c:pt idx="2071">
                  <c:v>0.414399999999987</c:v>
                </c:pt>
                <c:pt idx="2072">
                  <c:v>0.41459999999998698</c:v>
                </c:pt>
                <c:pt idx="2073">
                  <c:v>0.41479999999998701</c:v>
                </c:pt>
                <c:pt idx="2074">
                  <c:v>0.41499999999998699</c:v>
                </c:pt>
                <c:pt idx="2075">
                  <c:v>0.41519999999998702</c:v>
                </c:pt>
                <c:pt idx="2076">
                  <c:v>0.415399999999987</c:v>
                </c:pt>
                <c:pt idx="2077">
                  <c:v>0.41559999999998698</c:v>
                </c:pt>
                <c:pt idx="2078">
                  <c:v>0.41579999999998701</c:v>
                </c:pt>
                <c:pt idx="2079">
                  <c:v>0.41599999999998699</c:v>
                </c:pt>
                <c:pt idx="2080">
                  <c:v>0.41619999999998702</c:v>
                </c:pt>
                <c:pt idx="2081">
                  <c:v>0.416399999999987</c:v>
                </c:pt>
                <c:pt idx="2082">
                  <c:v>0.41659999999998698</c:v>
                </c:pt>
                <c:pt idx="2083">
                  <c:v>0.41679999999998701</c:v>
                </c:pt>
                <c:pt idx="2084">
                  <c:v>0.41699999999998699</c:v>
                </c:pt>
                <c:pt idx="2085">
                  <c:v>0.41719999999998703</c:v>
                </c:pt>
                <c:pt idx="2086">
                  <c:v>0.417399999999987</c:v>
                </c:pt>
                <c:pt idx="2087">
                  <c:v>0.41759999999998698</c:v>
                </c:pt>
                <c:pt idx="2088">
                  <c:v>0.41779999999998702</c:v>
                </c:pt>
                <c:pt idx="2089">
                  <c:v>0.41799999999998699</c:v>
                </c:pt>
                <c:pt idx="2090">
                  <c:v>0.41819999999998703</c:v>
                </c:pt>
                <c:pt idx="2091">
                  <c:v>0.418399999999987</c:v>
                </c:pt>
                <c:pt idx="2092">
                  <c:v>0.41859999999998698</c:v>
                </c:pt>
                <c:pt idx="2093">
                  <c:v>0.41879999999998702</c:v>
                </c:pt>
                <c:pt idx="2094">
                  <c:v>0.41899999999998599</c:v>
                </c:pt>
                <c:pt idx="2095">
                  <c:v>0.41919999999998597</c:v>
                </c:pt>
                <c:pt idx="2096">
                  <c:v>0.41939999999998601</c:v>
                </c:pt>
                <c:pt idx="2097">
                  <c:v>0.41959999999998598</c:v>
                </c:pt>
                <c:pt idx="2098">
                  <c:v>0.41979999999998602</c:v>
                </c:pt>
                <c:pt idx="2099">
                  <c:v>0.419999999999986</c:v>
                </c:pt>
                <c:pt idx="2100">
                  <c:v>0.42019999999998597</c:v>
                </c:pt>
                <c:pt idx="2101">
                  <c:v>0.42039999999998601</c:v>
                </c:pt>
                <c:pt idx="2102">
                  <c:v>0.42059999999998599</c:v>
                </c:pt>
                <c:pt idx="2103">
                  <c:v>0.42079999999998602</c:v>
                </c:pt>
                <c:pt idx="2104">
                  <c:v>0.420999999999986</c:v>
                </c:pt>
                <c:pt idx="2105">
                  <c:v>0.42119999999998597</c:v>
                </c:pt>
                <c:pt idx="2106">
                  <c:v>0.42139999999998601</c:v>
                </c:pt>
                <c:pt idx="2107">
                  <c:v>0.42159999999998599</c:v>
                </c:pt>
                <c:pt idx="2108">
                  <c:v>0.42179999999998602</c:v>
                </c:pt>
                <c:pt idx="2109">
                  <c:v>0.421999999999986</c:v>
                </c:pt>
                <c:pt idx="2110">
                  <c:v>0.42219999999998598</c:v>
                </c:pt>
                <c:pt idx="2111">
                  <c:v>0.42239999999998601</c:v>
                </c:pt>
                <c:pt idx="2112">
                  <c:v>0.42259999999998599</c:v>
                </c:pt>
                <c:pt idx="2113">
                  <c:v>0.42279999999998602</c:v>
                </c:pt>
                <c:pt idx="2114">
                  <c:v>0.422999999999986</c:v>
                </c:pt>
                <c:pt idx="2115">
                  <c:v>0.42319999999998598</c:v>
                </c:pt>
                <c:pt idx="2116">
                  <c:v>0.42339999999998601</c:v>
                </c:pt>
                <c:pt idx="2117">
                  <c:v>0.42359999999998599</c:v>
                </c:pt>
                <c:pt idx="2118">
                  <c:v>0.42379999999998602</c:v>
                </c:pt>
                <c:pt idx="2119">
                  <c:v>0.423999999999986</c:v>
                </c:pt>
                <c:pt idx="2120">
                  <c:v>0.42419999999998598</c:v>
                </c:pt>
                <c:pt idx="2121">
                  <c:v>0.42439999999998601</c:v>
                </c:pt>
                <c:pt idx="2122">
                  <c:v>0.42459999999998599</c:v>
                </c:pt>
                <c:pt idx="2123">
                  <c:v>0.42479999999998602</c:v>
                </c:pt>
                <c:pt idx="2124">
                  <c:v>0.424999999999986</c:v>
                </c:pt>
                <c:pt idx="2125">
                  <c:v>0.42519999999998598</c:v>
                </c:pt>
                <c:pt idx="2126">
                  <c:v>0.42539999999998601</c:v>
                </c:pt>
                <c:pt idx="2127">
                  <c:v>0.42559999999998599</c:v>
                </c:pt>
                <c:pt idx="2128">
                  <c:v>0.42579999999998602</c:v>
                </c:pt>
                <c:pt idx="2129">
                  <c:v>0.425999999999986</c:v>
                </c:pt>
                <c:pt idx="2130">
                  <c:v>0.42619999999998598</c:v>
                </c:pt>
                <c:pt idx="2131">
                  <c:v>0.42639999999998601</c:v>
                </c:pt>
                <c:pt idx="2132">
                  <c:v>0.42659999999998599</c:v>
                </c:pt>
                <c:pt idx="2133">
                  <c:v>0.42679999999998602</c:v>
                </c:pt>
                <c:pt idx="2134">
                  <c:v>0.426999999999986</c:v>
                </c:pt>
                <c:pt idx="2135">
                  <c:v>0.42719999999998598</c:v>
                </c:pt>
                <c:pt idx="2136">
                  <c:v>0.42739999999998601</c:v>
                </c:pt>
                <c:pt idx="2137">
                  <c:v>0.42759999999998599</c:v>
                </c:pt>
                <c:pt idx="2138">
                  <c:v>0.42779999999998602</c:v>
                </c:pt>
                <c:pt idx="2139">
                  <c:v>0.427999999999986</c:v>
                </c:pt>
                <c:pt idx="2140">
                  <c:v>0.42819999999998498</c:v>
                </c:pt>
                <c:pt idx="2141">
                  <c:v>0.42839999999998502</c:v>
                </c:pt>
                <c:pt idx="2142">
                  <c:v>0.42859999999998499</c:v>
                </c:pt>
                <c:pt idx="2143">
                  <c:v>0.42879999999998503</c:v>
                </c:pt>
                <c:pt idx="2144">
                  <c:v>0.428999999999985</c:v>
                </c:pt>
                <c:pt idx="2145">
                  <c:v>0.42919999999998498</c:v>
                </c:pt>
                <c:pt idx="2146">
                  <c:v>0.42939999999998502</c:v>
                </c:pt>
                <c:pt idx="2147">
                  <c:v>0.42959999999998499</c:v>
                </c:pt>
                <c:pt idx="2148">
                  <c:v>0.42979999999998503</c:v>
                </c:pt>
                <c:pt idx="2149">
                  <c:v>0.42999999999998501</c:v>
                </c:pt>
                <c:pt idx="2150">
                  <c:v>0.43019999999998498</c:v>
                </c:pt>
                <c:pt idx="2151">
                  <c:v>0.43039999999998502</c:v>
                </c:pt>
                <c:pt idx="2152">
                  <c:v>0.43059999999998499</c:v>
                </c:pt>
                <c:pt idx="2153">
                  <c:v>0.43079999999998497</c:v>
                </c:pt>
                <c:pt idx="2154">
                  <c:v>0.43099999999998501</c:v>
                </c:pt>
                <c:pt idx="2155">
                  <c:v>0.43119999999998498</c:v>
                </c:pt>
                <c:pt idx="2156">
                  <c:v>0.43139999999998502</c:v>
                </c:pt>
                <c:pt idx="2157">
                  <c:v>0.431599999999985</c:v>
                </c:pt>
                <c:pt idx="2158">
                  <c:v>0.43179999999998497</c:v>
                </c:pt>
                <c:pt idx="2159">
                  <c:v>0.43199999999998501</c:v>
                </c:pt>
                <c:pt idx="2160">
                  <c:v>0.43219999999998499</c:v>
                </c:pt>
                <c:pt idx="2161">
                  <c:v>0.43239999999998502</c:v>
                </c:pt>
                <c:pt idx="2162">
                  <c:v>0.432599999999985</c:v>
                </c:pt>
                <c:pt idx="2163">
                  <c:v>0.43279999999998497</c:v>
                </c:pt>
                <c:pt idx="2164">
                  <c:v>0.43299999999998501</c:v>
                </c:pt>
                <c:pt idx="2165">
                  <c:v>0.43319999999998499</c:v>
                </c:pt>
                <c:pt idx="2166">
                  <c:v>0.43339999999998502</c:v>
                </c:pt>
                <c:pt idx="2167">
                  <c:v>0.433599999999985</c:v>
                </c:pt>
                <c:pt idx="2168">
                  <c:v>0.43379999999998498</c:v>
                </c:pt>
                <c:pt idx="2169">
                  <c:v>0.43399999999998501</c:v>
                </c:pt>
                <c:pt idx="2170">
                  <c:v>0.43419999999998499</c:v>
                </c:pt>
                <c:pt idx="2171">
                  <c:v>0.43439999999998502</c:v>
                </c:pt>
                <c:pt idx="2172">
                  <c:v>0.434599999999985</c:v>
                </c:pt>
                <c:pt idx="2173">
                  <c:v>0.43479999999998498</c:v>
                </c:pt>
                <c:pt idx="2174">
                  <c:v>0.43499999999998501</c:v>
                </c:pt>
                <c:pt idx="2175">
                  <c:v>0.43519999999998499</c:v>
                </c:pt>
                <c:pt idx="2176">
                  <c:v>0.43539999999998502</c:v>
                </c:pt>
                <c:pt idx="2177">
                  <c:v>0.435599999999985</c:v>
                </c:pt>
                <c:pt idx="2178">
                  <c:v>0.43579999999998498</c:v>
                </c:pt>
                <c:pt idx="2179">
                  <c:v>0.43599999999998501</c:v>
                </c:pt>
                <c:pt idx="2180">
                  <c:v>0.43619999999998499</c:v>
                </c:pt>
                <c:pt idx="2181">
                  <c:v>0.43639999999998502</c:v>
                </c:pt>
                <c:pt idx="2182">
                  <c:v>0.436599999999985</c:v>
                </c:pt>
                <c:pt idx="2183">
                  <c:v>0.43679999999998498</c:v>
                </c:pt>
                <c:pt idx="2184">
                  <c:v>0.43699999999998501</c:v>
                </c:pt>
                <c:pt idx="2185">
                  <c:v>0.43719999999998399</c:v>
                </c:pt>
                <c:pt idx="2186">
                  <c:v>0.43739999999998402</c:v>
                </c:pt>
                <c:pt idx="2187">
                  <c:v>0.437599999999984</c:v>
                </c:pt>
                <c:pt idx="2188">
                  <c:v>0.43779999999998398</c:v>
                </c:pt>
                <c:pt idx="2189">
                  <c:v>0.43799999999998401</c:v>
                </c:pt>
                <c:pt idx="2190">
                  <c:v>0.43819999999998399</c:v>
                </c:pt>
                <c:pt idx="2191">
                  <c:v>0.43839999999998402</c:v>
                </c:pt>
                <c:pt idx="2192">
                  <c:v>0.438599999999984</c:v>
                </c:pt>
                <c:pt idx="2193">
                  <c:v>0.43879999999998398</c:v>
                </c:pt>
                <c:pt idx="2194">
                  <c:v>0.43899999999998401</c:v>
                </c:pt>
                <c:pt idx="2195">
                  <c:v>0.43919999999998399</c:v>
                </c:pt>
                <c:pt idx="2196">
                  <c:v>0.43939999999998403</c:v>
                </c:pt>
                <c:pt idx="2197">
                  <c:v>0.439599999999984</c:v>
                </c:pt>
                <c:pt idx="2198">
                  <c:v>0.43979999999998398</c:v>
                </c:pt>
                <c:pt idx="2199">
                  <c:v>0.43999999999998402</c:v>
                </c:pt>
                <c:pt idx="2200">
                  <c:v>0.44019999999998399</c:v>
                </c:pt>
                <c:pt idx="2201">
                  <c:v>0.44039999999998403</c:v>
                </c:pt>
                <c:pt idx="2202">
                  <c:v>0.440599999999984</c:v>
                </c:pt>
                <c:pt idx="2203">
                  <c:v>0.44079999999998398</c:v>
                </c:pt>
                <c:pt idx="2204">
                  <c:v>0.44099999999998402</c:v>
                </c:pt>
                <c:pt idx="2205">
                  <c:v>0.44119999999998399</c:v>
                </c:pt>
                <c:pt idx="2206">
                  <c:v>0.44139999999998403</c:v>
                </c:pt>
                <c:pt idx="2207">
                  <c:v>0.44159999999998401</c:v>
                </c:pt>
                <c:pt idx="2208">
                  <c:v>0.44179999999998398</c:v>
                </c:pt>
                <c:pt idx="2209">
                  <c:v>0.44199999999998402</c:v>
                </c:pt>
                <c:pt idx="2210">
                  <c:v>0.44219999999998399</c:v>
                </c:pt>
                <c:pt idx="2211">
                  <c:v>0.44239999999998397</c:v>
                </c:pt>
                <c:pt idx="2212">
                  <c:v>0.44259999999998401</c:v>
                </c:pt>
                <c:pt idx="2213">
                  <c:v>0.44279999999998398</c:v>
                </c:pt>
                <c:pt idx="2214">
                  <c:v>0.44299999999998402</c:v>
                </c:pt>
                <c:pt idx="2215">
                  <c:v>0.443199999999984</c:v>
                </c:pt>
                <c:pt idx="2216">
                  <c:v>0.44339999999998397</c:v>
                </c:pt>
                <c:pt idx="2217">
                  <c:v>0.44359999999998401</c:v>
                </c:pt>
                <c:pt idx="2218">
                  <c:v>0.44379999999998399</c:v>
                </c:pt>
                <c:pt idx="2219">
                  <c:v>0.44399999999998402</c:v>
                </c:pt>
                <c:pt idx="2220">
                  <c:v>0.444199999999984</c:v>
                </c:pt>
                <c:pt idx="2221">
                  <c:v>0.44439999999998397</c:v>
                </c:pt>
                <c:pt idx="2222">
                  <c:v>0.44459999999998401</c:v>
                </c:pt>
                <c:pt idx="2223">
                  <c:v>0.44479999999998399</c:v>
                </c:pt>
                <c:pt idx="2224">
                  <c:v>0.44499999999998402</c:v>
                </c:pt>
                <c:pt idx="2225">
                  <c:v>0.445199999999984</c:v>
                </c:pt>
                <c:pt idx="2226">
                  <c:v>0.44539999999998398</c:v>
                </c:pt>
                <c:pt idx="2227">
                  <c:v>0.44559999999998401</c:v>
                </c:pt>
                <c:pt idx="2228">
                  <c:v>0.44579999999998399</c:v>
                </c:pt>
                <c:pt idx="2229">
                  <c:v>0.44599999999998402</c:v>
                </c:pt>
                <c:pt idx="2230">
                  <c:v>0.446199999999983</c:v>
                </c:pt>
                <c:pt idx="2231">
                  <c:v>0.44639999999998298</c:v>
                </c:pt>
                <c:pt idx="2232">
                  <c:v>0.44659999999998301</c:v>
                </c:pt>
                <c:pt idx="2233">
                  <c:v>0.44679999999998299</c:v>
                </c:pt>
                <c:pt idx="2234">
                  <c:v>0.44699999999998302</c:v>
                </c:pt>
                <c:pt idx="2235">
                  <c:v>0.447199999999983</c:v>
                </c:pt>
                <c:pt idx="2236">
                  <c:v>0.44739999999998298</c:v>
                </c:pt>
                <c:pt idx="2237">
                  <c:v>0.44759999999998301</c:v>
                </c:pt>
                <c:pt idx="2238">
                  <c:v>0.44779999999998299</c:v>
                </c:pt>
                <c:pt idx="2239">
                  <c:v>0.44799999999998302</c:v>
                </c:pt>
                <c:pt idx="2240">
                  <c:v>0.448199999999983</c:v>
                </c:pt>
                <c:pt idx="2241">
                  <c:v>0.44839999999998298</c:v>
                </c:pt>
                <c:pt idx="2242">
                  <c:v>0.44859999999998301</c:v>
                </c:pt>
                <c:pt idx="2243">
                  <c:v>0.44879999999998299</c:v>
                </c:pt>
                <c:pt idx="2244">
                  <c:v>0.44899999999998302</c:v>
                </c:pt>
                <c:pt idx="2245">
                  <c:v>0.449199999999983</c:v>
                </c:pt>
                <c:pt idx="2246">
                  <c:v>0.44939999999998298</c:v>
                </c:pt>
                <c:pt idx="2247">
                  <c:v>0.44959999999998301</c:v>
                </c:pt>
                <c:pt idx="2248">
                  <c:v>0.44979999999998299</c:v>
                </c:pt>
                <c:pt idx="2249">
                  <c:v>0.44999999999998302</c:v>
                </c:pt>
                <c:pt idx="2250">
                  <c:v>0.450199999999983</c:v>
                </c:pt>
                <c:pt idx="2251">
                  <c:v>0.45039999999998298</c:v>
                </c:pt>
                <c:pt idx="2252">
                  <c:v>0.45059999999998301</c:v>
                </c:pt>
                <c:pt idx="2253">
                  <c:v>0.45079999999998299</c:v>
                </c:pt>
                <c:pt idx="2254">
                  <c:v>0.45099999999998303</c:v>
                </c:pt>
                <c:pt idx="2255">
                  <c:v>0.451199999999983</c:v>
                </c:pt>
                <c:pt idx="2256">
                  <c:v>0.45139999999998298</c:v>
                </c:pt>
                <c:pt idx="2257">
                  <c:v>0.45159999999998302</c:v>
                </c:pt>
                <c:pt idx="2258">
                  <c:v>0.45179999999998299</c:v>
                </c:pt>
                <c:pt idx="2259">
                  <c:v>0.45199999999998303</c:v>
                </c:pt>
                <c:pt idx="2260">
                  <c:v>0.452199999999983</c:v>
                </c:pt>
                <c:pt idx="2261">
                  <c:v>0.45239999999998298</c:v>
                </c:pt>
                <c:pt idx="2262">
                  <c:v>0.45259999999998302</c:v>
                </c:pt>
                <c:pt idx="2263">
                  <c:v>0.45279999999998299</c:v>
                </c:pt>
                <c:pt idx="2264">
                  <c:v>0.45299999999998303</c:v>
                </c:pt>
                <c:pt idx="2265">
                  <c:v>0.45319999999998301</c:v>
                </c:pt>
                <c:pt idx="2266">
                  <c:v>0.45339999999998298</c:v>
                </c:pt>
                <c:pt idx="2267">
                  <c:v>0.45359999999998302</c:v>
                </c:pt>
                <c:pt idx="2268">
                  <c:v>0.45379999999998299</c:v>
                </c:pt>
                <c:pt idx="2269">
                  <c:v>0.45399999999998297</c:v>
                </c:pt>
                <c:pt idx="2270">
                  <c:v>0.45419999999998301</c:v>
                </c:pt>
                <c:pt idx="2271">
                  <c:v>0.45439999999998298</c:v>
                </c:pt>
                <c:pt idx="2272">
                  <c:v>0.45459999999998302</c:v>
                </c:pt>
                <c:pt idx="2273">
                  <c:v>0.454799999999983</c:v>
                </c:pt>
                <c:pt idx="2274">
                  <c:v>0.45499999999998297</c:v>
                </c:pt>
                <c:pt idx="2275">
                  <c:v>0.45519999999998301</c:v>
                </c:pt>
                <c:pt idx="2276">
                  <c:v>0.45539999999998199</c:v>
                </c:pt>
                <c:pt idx="2277">
                  <c:v>0.45559999999998202</c:v>
                </c:pt>
                <c:pt idx="2278">
                  <c:v>0.455799999999982</c:v>
                </c:pt>
                <c:pt idx="2279">
                  <c:v>0.45599999999998198</c:v>
                </c:pt>
                <c:pt idx="2280">
                  <c:v>0.45619999999998201</c:v>
                </c:pt>
                <c:pt idx="2281">
                  <c:v>0.45639999999998199</c:v>
                </c:pt>
                <c:pt idx="2282">
                  <c:v>0.45659999999998202</c:v>
                </c:pt>
                <c:pt idx="2283">
                  <c:v>0.456799999999982</c:v>
                </c:pt>
                <c:pt idx="2284">
                  <c:v>0.45699999999998198</c:v>
                </c:pt>
                <c:pt idx="2285">
                  <c:v>0.45719999999998201</c:v>
                </c:pt>
                <c:pt idx="2286">
                  <c:v>0.45739999999998199</c:v>
                </c:pt>
                <c:pt idx="2287">
                  <c:v>0.45759999999998202</c:v>
                </c:pt>
                <c:pt idx="2288">
                  <c:v>0.457799999999982</c:v>
                </c:pt>
                <c:pt idx="2289">
                  <c:v>0.45799999999998198</c:v>
                </c:pt>
                <c:pt idx="2290">
                  <c:v>0.45819999999998201</c:v>
                </c:pt>
                <c:pt idx="2291">
                  <c:v>0.45839999999998199</c:v>
                </c:pt>
                <c:pt idx="2292">
                  <c:v>0.45859999999998202</c:v>
                </c:pt>
                <c:pt idx="2293">
                  <c:v>0.458799999999982</c:v>
                </c:pt>
                <c:pt idx="2294">
                  <c:v>0.45899999999998198</c:v>
                </c:pt>
                <c:pt idx="2295">
                  <c:v>0.45919999999998201</c:v>
                </c:pt>
                <c:pt idx="2296">
                  <c:v>0.45939999999998199</c:v>
                </c:pt>
                <c:pt idx="2297">
                  <c:v>0.45959999999998202</c:v>
                </c:pt>
                <c:pt idx="2298">
                  <c:v>0.459799999999982</c:v>
                </c:pt>
                <c:pt idx="2299">
                  <c:v>0.45999999999998198</c:v>
                </c:pt>
                <c:pt idx="2300">
                  <c:v>0.46019999999998201</c:v>
                </c:pt>
                <c:pt idx="2301">
                  <c:v>0.46039999999998199</c:v>
                </c:pt>
                <c:pt idx="2302">
                  <c:v>0.46059999999998202</c:v>
                </c:pt>
                <c:pt idx="2303">
                  <c:v>0.460799999999982</c:v>
                </c:pt>
                <c:pt idx="2304">
                  <c:v>0.46099999999998198</c:v>
                </c:pt>
                <c:pt idx="2305">
                  <c:v>0.46119999999998201</c:v>
                </c:pt>
                <c:pt idx="2306">
                  <c:v>0.46139999999998199</c:v>
                </c:pt>
                <c:pt idx="2307">
                  <c:v>0.46159999999998202</c:v>
                </c:pt>
                <c:pt idx="2308">
                  <c:v>0.461799999999982</c:v>
                </c:pt>
                <c:pt idx="2309">
                  <c:v>0.46199999999998198</c:v>
                </c:pt>
                <c:pt idx="2310">
                  <c:v>0.46219999999998201</c:v>
                </c:pt>
                <c:pt idx="2311">
                  <c:v>0.46239999999998199</c:v>
                </c:pt>
                <c:pt idx="2312">
                  <c:v>0.46259999999998203</c:v>
                </c:pt>
                <c:pt idx="2313">
                  <c:v>0.462799999999982</c:v>
                </c:pt>
                <c:pt idx="2314">
                  <c:v>0.46299999999998198</c:v>
                </c:pt>
                <c:pt idx="2315">
                  <c:v>0.46319999999998202</c:v>
                </c:pt>
                <c:pt idx="2316">
                  <c:v>0.46339999999998199</c:v>
                </c:pt>
                <c:pt idx="2317">
                  <c:v>0.46359999999998203</c:v>
                </c:pt>
                <c:pt idx="2318">
                  <c:v>0.463799999999982</c:v>
                </c:pt>
                <c:pt idx="2319">
                  <c:v>0.46399999999998198</c:v>
                </c:pt>
                <c:pt idx="2320">
                  <c:v>0.46419999999998202</c:v>
                </c:pt>
                <c:pt idx="2321">
                  <c:v>0.46439999999998099</c:v>
                </c:pt>
                <c:pt idx="2322">
                  <c:v>0.46459999999998097</c:v>
                </c:pt>
                <c:pt idx="2323">
                  <c:v>0.46479999999998101</c:v>
                </c:pt>
                <c:pt idx="2324">
                  <c:v>0.46499999999998098</c:v>
                </c:pt>
                <c:pt idx="2325">
                  <c:v>0.46519999999998102</c:v>
                </c:pt>
                <c:pt idx="2326">
                  <c:v>0.465399999999981</c:v>
                </c:pt>
                <c:pt idx="2327">
                  <c:v>0.46559999999998097</c:v>
                </c:pt>
                <c:pt idx="2328">
                  <c:v>0.46579999999998101</c:v>
                </c:pt>
                <c:pt idx="2329">
                  <c:v>0.46599999999998098</c:v>
                </c:pt>
                <c:pt idx="2330">
                  <c:v>0.46619999999998102</c:v>
                </c:pt>
                <c:pt idx="2331">
                  <c:v>0.466399999999981</c:v>
                </c:pt>
                <c:pt idx="2332">
                  <c:v>0.46659999999998097</c:v>
                </c:pt>
                <c:pt idx="2333">
                  <c:v>0.46679999999998101</c:v>
                </c:pt>
                <c:pt idx="2334">
                  <c:v>0.46699999999998099</c:v>
                </c:pt>
                <c:pt idx="2335">
                  <c:v>0.46719999999998102</c:v>
                </c:pt>
                <c:pt idx="2336">
                  <c:v>0.467399999999981</c:v>
                </c:pt>
                <c:pt idx="2337">
                  <c:v>0.46759999999998098</c:v>
                </c:pt>
                <c:pt idx="2338">
                  <c:v>0.46779999999998101</c:v>
                </c:pt>
                <c:pt idx="2339">
                  <c:v>0.46799999999998099</c:v>
                </c:pt>
                <c:pt idx="2340">
                  <c:v>0.46819999999998102</c:v>
                </c:pt>
                <c:pt idx="2341">
                  <c:v>0.468399999999981</c:v>
                </c:pt>
                <c:pt idx="2342">
                  <c:v>0.46859999999998098</c:v>
                </c:pt>
                <c:pt idx="2343">
                  <c:v>0.46879999999998101</c:v>
                </c:pt>
                <c:pt idx="2344">
                  <c:v>0.46899999999998099</c:v>
                </c:pt>
                <c:pt idx="2345">
                  <c:v>0.46919999999998102</c:v>
                </c:pt>
                <c:pt idx="2346">
                  <c:v>0.469399999999981</c:v>
                </c:pt>
                <c:pt idx="2347">
                  <c:v>0.46959999999998098</c:v>
                </c:pt>
                <c:pt idx="2348">
                  <c:v>0.46979999999998101</c:v>
                </c:pt>
                <c:pt idx="2349">
                  <c:v>0.46999999999998099</c:v>
                </c:pt>
                <c:pt idx="2350">
                  <c:v>0.47019999999998102</c:v>
                </c:pt>
                <c:pt idx="2351">
                  <c:v>0.470399999999981</c:v>
                </c:pt>
                <c:pt idx="2352">
                  <c:v>0.47059999999998098</c:v>
                </c:pt>
                <c:pt idx="2353">
                  <c:v>0.47079999999998101</c:v>
                </c:pt>
                <c:pt idx="2354">
                  <c:v>0.47099999999998099</c:v>
                </c:pt>
                <c:pt idx="2355">
                  <c:v>0.47119999999998102</c:v>
                </c:pt>
                <c:pt idx="2356">
                  <c:v>0.471399999999981</c:v>
                </c:pt>
                <c:pt idx="2357">
                  <c:v>0.47159999999998098</c:v>
                </c:pt>
                <c:pt idx="2358">
                  <c:v>0.47179999999998101</c:v>
                </c:pt>
                <c:pt idx="2359">
                  <c:v>0.47199999999998099</c:v>
                </c:pt>
                <c:pt idx="2360">
                  <c:v>0.47219999999998102</c:v>
                </c:pt>
                <c:pt idx="2361">
                  <c:v>0.472399999999981</c:v>
                </c:pt>
                <c:pt idx="2362">
                  <c:v>0.47259999999998098</c:v>
                </c:pt>
                <c:pt idx="2363">
                  <c:v>0.47279999999998101</c:v>
                </c:pt>
                <c:pt idx="2364">
                  <c:v>0.47299999999998099</c:v>
                </c:pt>
                <c:pt idx="2365">
                  <c:v>0.47319999999998102</c:v>
                </c:pt>
                <c:pt idx="2366">
                  <c:v>0.473399999999981</c:v>
                </c:pt>
                <c:pt idx="2367">
                  <c:v>0.47359999999997998</c:v>
                </c:pt>
                <c:pt idx="2368">
                  <c:v>0.47379999999998001</c:v>
                </c:pt>
                <c:pt idx="2369">
                  <c:v>0.47399999999997999</c:v>
                </c:pt>
                <c:pt idx="2370">
                  <c:v>0.47419999999998003</c:v>
                </c:pt>
                <c:pt idx="2371">
                  <c:v>0.47439999999998</c:v>
                </c:pt>
                <c:pt idx="2372">
                  <c:v>0.47459999999997998</c:v>
                </c:pt>
                <c:pt idx="2373">
                  <c:v>0.47479999999998002</c:v>
                </c:pt>
                <c:pt idx="2374">
                  <c:v>0.47499999999997999</c:v>
                </c:pt>
                <c:pt idx="2375">
                  <c:v>0.47519999999998003</c:v>
                </c:pt>
                <c:pt idx="2376">
                  <c:v>0.47539999999998001</c:v>
                </c:pt>
                <c:pt idx="2377">
                  <c:v>0.47559999999997998</c:v>
                </c:pt>
                <c:pt idx="2378">
                  <c:v>0.47579999999998002</c:v>
                </c:pt>
                <c:pt idx="2379">
                  <c:v>0.47599999999997999</c:v>
                </c:pt>
                <c:pt idx="2380">
                  <c:v>0.47619999999997997</c:v>
                </c:pt>
                <c:pt idx="2381">
                  <c:v>0.47639999999998001</c:v>
                </c:pt>
                <c:pt idx="2382">
                  <c:v>0.47659999999997998</c:v>
                </c:pt>
                <c:pt idx="2383">
                  <c:v>0.47679999999998002</c:v>
                </c:pt>
                <c:pt idx="2384">
                  <c:v>0.47699999999998</c:v>
                </c:pt>
                <c:pt idx="2385">
                  <c:v>0.47719999999997997</c:v>
                </c:pt>
                <c:pt idx="2386">
                  <c:v>0.47739999999998001</c:v>
                </c:pt>
                <c:pt idx="2387">
                  <c:v>0.47759999999997998</c:v>
                </c:pt>
                <c:pt idx="2388">
                  <c:v>0.47779999999998002</c:v>
                </c:pt>
                <c:pt idx="2389">
                  <c:v>0.47799999999998</c:v>
                </c:pt>
                <c:pt idx="2390">
                  <c:v>0.47819999999997997</c:v>
                </c:pt>
                <c:pt idx="2391">
                  <c:v>0.47839999999998001</c:v>
                </c:pt>
                <c:pt idx="2392">
                  <c:v>0.47859999999997999</c:v>
                </c:pt>
                <c:pt idx="2393">
                  <c:v>0.47879999999998002</c:v>
                </c:pt>
                <c:pt idx="2394">
                  <c:v>0.47899999999998</c:v>
                </c:pt>
                <c:pt idx="2395">
                  <c:v>0.47919999999997998</c:v>
                </c:pt>
                <c:pt idx="2396">
                  <c:v>0.47939999999998001</c:v>
                </c:pt>
                <c:pt idx="2397">
                  <c:v>0.47959999999997999</c:v>
                </c:pt>
                <c:pt idx="2398">
                  <c:v>0.47979999999998002</c:v>
                </c:pt>
                <c:pt idx="2399">
                  <c:v>0.47999999999998</c:v>
                </c:pt>
                <c:pt idx="2400">
                  <c:v>0.48019999999997998</c:v>
                </c:pt>
                <c:pt idx="2401">
                  <c:v>0.48039999999998001</c:v>
                </c:pt>
                <c:pt idx="2402">
                  <c:v>0.48059999999997999</c:v>
                </c:pt>
                <c:pt idx="2403">
                  <c:v>0.48079999999998002</c:v>
                </c:pt>
                <c:pt idx="2404">
                  <c:v>0.48099999999998</c:v>
                </c:pt>
                <c:pt idx="2405">
                  <c:v>0.48119999999997998</c:v>
                </c:pt>
                <c:pt idx="2406">
                  <c:v>0.48139999999998001</c:v>
                </c:pt>
                <c:pt idx="2407">
                  <c:v>0.48159999999997999</c:v>
                </c:pt>
                <c:pt idx="2408">
                  <c:v>0.48179999999998002</c:v>
                </c:pt>
                <c:pt idx="2409">
                  <c:v>0.48199999999998</c:v>
                </c:pt>
                <c:pt idx="2410">
                  <c:v>0.48219999999997998</c:v>
                </c:pt>
                <c:pt idx="2411">
                  <c:v>0.48239999999998001</c:v>
                </c:pt>
                <c:pt idx="2412">
                  <c:v>0.48259999999997899</c:v>
                </c:pt>
                <c:pt idx="2413">
                  <c:v>0.48279999999997902</c:v>
                </c:pt>
                <c:pt idx="2414">
                  <c:v>0.482999999999979</c:v>
                </c:pt>
                <c:pt idx="2415">
                  <c:v>0.48319999999997898</c:v>
                </c:pt>
                <c:pt idx="2416">
                  <c:v>0.48339999999997901</c:v>
                </c:pt>
                <c:pt idx="2417">
                  <c:v>0.48359999999997899</c:v>
                </c:pt>
                <c:pt idx="2418">
                  <c:v>0.48379999999997902</c:v>
                </c:pt>
                <c:pt idx="2419">
                  <c:v>0.483999999999979</c:v>
                </c:pt>
                <c:pt idx="2420">
                  <c:v>0.48419999999997898</c:v>
                </c:pt>
                <c:pt idx="2421">
                  <c:v>0.48439999999997901</c:v>
                </c:pt>
                <c:pt idx="2422">
                  <c:v>0.48459999999997899</c:v>
                </c:pt>
                <c:pt idx="2423">
                  <c:v>0.48479999999997903</c:v>
                </c:pt>
                <c:pt idx="2424">
                  <c:v>0.484999999999979</c:v>
                </c:pt>
                <c:pt idx="2425">
                  <c:v>0.48519999999997898</c:v>
                </c:pt>
                <c:pt idx="2426">
                  <c:v>0.48539999999997901</c:v>
                </c:pt>
                <c:pt idx="2427">
                  <c:v>0.48559999999997899</c:v>
                </c:pt>
                <c:pt idx="2428">
                  <c:v>0.48579999999997903</c:v>
                </c:pt>
                <c:pt idx="2429">
                  <c:v>0.485999999999979</c:v>
                </c:pt>
                <c:pt idx="2430">
                  <c:v>0.48619999999997898</c:v>
                </c:pt>
                <c:pt idx="2431">
                  <c:v>0.48639999999997902</c:v>
                </c:pt>
                <c:pt idx="2432">
                  <c:v>0.48659999999997899</c:v>
                </c:pt>
                <c:pt idx="2433">
                  <c:v>0.48679999999997903</c:v>
                </c:pt>
                <c:pt idx="2434">
                  <c:v>0.48699999999997901</c:v>
                </c:pt>
                <c:pt idx="2435">
                  <c:v>0.48719999999997898</c:v>
                </c:pt>
                <c:pt idx="2436">
                  <c:v>0.48739999999997902</c:v>
                </c:pt>
                <c:pt idx="2437">
                  <c:v>0.48759999999997899</c:v>
                </c:pt>
                <c:pt idx="2438">
                  <c:v>0.48779999999997897</c:v>
                </c:pt>
                <c:pt idx="2439">
                  <c:v>0.48799999999997901</c:v>
                </c:pt>
                <c:pt idx="2440">
                  <c:v>0.48819999999997898</c:v>
                </c:pt>
                <c:pt idx="2441">
                  <c:v>0.48839999999997902</c:v>
                </c:pt>
                <c:pt idx="2442">
                  <c:v>0.488599999999979</c:v>
                </c:pt>
                <c:pt idx="2443">
                  <c:v>0.48879999999997897</c:v>
                </c:pt>
                <c:pt idx="2444">
                  <c:v>0.48899999999997901</c:v>
                </c:pt>
                <c:pt idx="2445">
                  <c:v>0.48919999999997898</c:v>
                </c:pt>
                <c:pt idx="2446">
                  <c:v>0.48939999999997902</c:v>
                </c:pt>
                <c:pt idx="2447">
                  <c:v>0.489599999999979</c:v>
                </c:pt>
                <c:pt idx="2448">
                  <c:v>0.48979999999997897</c:v>
                </c:pt>
                <c:pt idx="2449">
                  <c:v>0.48999999999997901</c:v>
                </c:pt>
                <c:pt idx="2450">
                  <c:v>0.49019999999997899</c:v>
                </c:pt>
                <c:pt idx="2451">
                  <c:v>0.49039999999997902</c:v>
                </c:pt>
                <c:pt idx="2452">
                  <c:v>0.490599999999979</c:v>
                </c:pt>
                <c:pt idx="2453">
                  <c:v>0.49079999999997898</c:v>
                </c:pt>
                <c:pt idx="2454">
                  <c:v>0.49099999999997901</c:v>
                </c:pt>
                <c:pt idx="2455">
                  <c:v>0.49119999999997899</c:v>
                </c:pt>
                <c:pt idx="2456">
                  <c:v>0.49139999999997902</c:v>
                </c:pt>
                <c:pt idx="2457">
                  <c:v>0.491599999999978</c:v>
                </c:pt>
                <c:pt idx="2458">
                  <c:v>0.49179999999997798</c:v>
                </c:pt>
                <c:pt idx="2459">
                  <c:v>0.49199999999997801</c:v>
                </c:pt>
                <c:pt idx="2460">
                  <c:v>0.49219999999997799</c:v>
                </c:pt>
                <c:pt idx="2461">
                  <c:v>0.49239999999997802</c:v>
                </c:pt>
                <c:pt idx="2462">
                  <c:v>0.492599999999978</c:v>
                </c:pt>
                <c:pt idx="2463">
                  <c:v>0.49279999999997798</c:v>
                </c:pt>
                <c:pt idx="2464">
                  <c:v>0.49299999999997801</c:v>
                </c:pt>
                <c:pt idx="2465">
                  <c:v>0.49319999999997799</c:v>
                </c:pt>
                <c:pt idx="2466">
                  <c:v>0.49339999999997802</c:v>
                </c:pt>
                <c:pt idx="2467">
                  <c:v>0.493599999999978</c:v>
                </c:pt>
                <c:pt idx="2468">
                  <c:v>0.49379999999997798</c:v>
                </c:pt>
                <c:pt idx="2469">
                  <c:v>0.49399999999997801</c:v>
                </c:pt>
                <c:pt idx="2470">
                  <c:v>0.49419999999997799</c:v>
                </c:pt>
                <c:pt idx="2471">
                  <c:v>0.49439999999997802</c:v>
                </c:pt>
                <c:pt idx="2472">
                  <c:v>0.494599999999978</c:v>
                </c:pt>
                <c:pt idx="2473">
                  <c:v>0.49479999999997798</c:v>
                </c:pt>
                <c:pt idx="2474">
                  <c:v>0.49499999999997801</c:v>
                </c:pt>
                <c:pt idx="2475">
                  <c:v>0.49519999999997799</c:v>
                </c:pt>
                <c:pt idx="2476">
                  <c:v>0.49539999999997802</c:v>
                </c:pt>
                <c:pt idx="2477">
                  <c:v>0.495599999999978</c:v>
                </c:pt>
                <c:pt idx="2478">
                  <c:v>0.49579999999997798</c:v>
                </c:pt>
                <c:pt idx="2479">
                  <c:v>0.49599999999997801</c:v>
                </c:pt>
                <c:pt idx="2480">
                  <c:v>0.49619999999997799</c:v>
                </c:pt>
                <c:pt idx="2481">
                  <c:v>0.49639999999997803</c:v>
                </c:pt>
                <c:pt idx="2482">
                  <c:v>0.496599999999978</c:v>
                </c:pt>
                <c:pt idx="2483">
                  <c:v>0.49679999999997798</c:v>
                </c:pt>
                <c:pt idx="2484">
                  <c:v>0.49699999999997801</c:v>
                </c:pt>
                <c:pt idx="2485">
                  <c:v>0.49719999999997799</c:v>
                </c:pt>
                <c:pt idx="2486">
                  <c:v>0.49739999999997803</c:v>
                </c:pt>
                <c:pt idx="2487">
                  <c:v>0.497599999999978</c:v>
                </c:pt>
                <c:pt idx="2488">
                  <c:v>0.49779999999997798</c:v>
                </c:pt>
                <c:pt idx="2489">
                  <c:v>0.49799999999997802</c:v>
                </c:pt>
                <c:pt idx="2490">
                  <c:v>0.49819999999997799</c:v>
                </c:pt>
                <c:pt idx="2491">
                  <c:v>0.49839999999997803</c:v>
                </c:pt>
                <c:pt idx="2492">
                  <c:v>0.49859999999997801</c:v>
                </c:pt>
                <c:pt idx="2493">
                  <c:v>0.49879999999997798</c:v>
                </c:pt>
                <c:pt idx="2494">
                  <c:v>0.49899999999997802</c:v>
                </c:pt>
                <c:pt idx="2495">
                  <c:v>0.49919999999997799</c:v>
                </c:pt>
                <c:pt idx="2496">
                  <c:v>0.49939999999997797</c:v>
                </c:pt>
                <c:pt idx="2497">
                  <c:v>0.49959999999997801</c:v>
                </c:pt>
                <c:pt idx="2498">
                  <c:v>0.49979999999997798</c:v>
                </c:pt>
                <c:pt idx="2499">
                  <c:v>0.49999999999997802</c:v>
                </c:pt>
                <c:pt idx="2500">
                  <c:v>0.500199999999978</c:v>
                </c:pt>
                <c:pt idx="2501">
                  <c:v>0.50039999999997797</c:v>
                </c:pt>
                <c:pt idx="2502">
                  <c:v>0.50059999999997795</c:v>
                </c:pt>
                <c:pt idx="2503">
                  <c:v>0.50079999999997704</c:v>
                </c:pt>
                <c:pt idx="2504">
                  <c:v>0.50099999999997702</c:v>
                </c:pt>
                <c:pt idx="2505">
                  <c:v>0.501199999999977</c:v>
                </c:pt>
                <c:pt idx="2506">
                  <c:v>0.50139999999997698</c:v>
                </c:pt>
                <c:pt idx="2507">
                  <c:v>0.50159999999997695</c:v>
                </c:pt>
                <c:pt idx="2508">
                  <c:v>0.50179999999997704</c:v>
                </c:pt>
                <c:pt idx="2509">
                  <c:v>0.50199999999997702</c:v>
                </c:pt>
                <c:pt idx="2510">
                  <c:v>0.502199999999977</c:v>
                </c:pt>
                <c:pt idx="2511">
                  <c:v>0.50239999999997698</c:v>
                </c:pt>
                <c:pt idx="2512">
                  <c:v>0.50259999999997695</c:v>
                </c:pt>
                <c:pt idx="2513">
                  <c:v>0.50279999999997704</c:v>
                </c:pt>
                <c:pt idx="2514">
                  <c:v>0.50299999999997702</c:v>
                </c:pt>
                <c:pt idx="2515">
                  <c:v>0.503199999999977</c:v>
                </c:pt>
                <c:pt idx="2516">
                  <c:v>0.50339999999997698</c:v>
                </c:pt>
                <c:pt idx="2517">
                  <c:v>0.50359999999997695</c:v>
                </c:pt>
                <c:pt idx="2518">
                  <c:v>0.50379999999997704</c:v>
                </c:pt>
                <c:pt idx="2519">
                  <c:v>0.50399999999997702</c:v>
                </c:pt>
                <c:pt idx="2520">
                  <c:v>0.504199999999977</c:v>
                </c:pt>
                <c:pt idx="2521">
                  <c:v>0.50439999999997698</c:v>
                </c:pt>
                <c:pt idx="2522">
                  <c:v>0.50459999999997696</c:v>
                </c:pt>
                <c:pt idx="2523">
                  <c:v>0.50479999999997704</c:v>
                </c:pt>
                <c:pt idx="2524">
                  <c:v>0.50499999999997702</c:v>
                </c:pt>
                <c:pt idx="2525">
                  <c:v>0.505199999999977</c:v>
                </c:pt>
                <c:pt idx="2526">
                  <c:v>0.50539999999997698</c:v>
                </c:pt>
                <c:pt idx="2527">
                  <c:v>0.50559999999997696</c:v>
                </c:pt>
                <c:pt idx="2528">
                  <c:v>0.50579999999997705</c:v>
                </c:pt>
                <c:pt idx="2529">
                  <c:v>0.50599999999997702</c:v>
                </c:pt>
                <c:pt idx="2530">
                  <c:v>0.506199999999977</c:v>
                </c:pt>
                <c:pt idx="2531">
                  <c:v>0.50639999999997698</c:v>
                </c:pt>
                <c:pt idx="2532">
                  <c:v>0.50659999999997696</c:v>
                </c:pt>
                <c:pt idx="2533">
                  <c:v>0.50679999999997705</c:v>
                </c:pt>
                <c:pt idx="2534">
                  <c:v>0.50699999999997702</c:v>
                </c:pt>
                <c:pt idx="2535">
                  <c:v>0.507199999999977</c:v>
                </c:pt>
                <c:pt idx="2536">
                  <c:v>0.50739999999997698</c:v>
                </c:pt>
                <c:pt idx="2537">
                  <c:v>0.50759999999997696</c:v>
                </c:pt>
                <c:pt idx="2538">
                  <c:v>0.50779999999997705</c:v>
                </c:pt>
                <c:pt idx="2539">
                  <c:v>0.50799999999997703</c:v>
                </c:pt>
                <c:pt idx="2540">
                  <c:v>0.508199999999977</c:v>
                </c:pt>
                <c:pt idx="2541">
                  <c:v>0.50839999999997698</c:v>
                </c:pt>
                <c:pt idx="2542">
                  <c:v>0.50859999999997696</c:v>
                </c:pt>
                <c:pt idx="2543">
                  <c:v>0.50879999999997705</c:v>
                </c:pt>
                <c:pt idx="2544">
                  <c:v>0.50899999999997703</c:v>
                </c:pt>
                <c:pt idx="2545">
                  <c:v>0.509199999999977</c:v>
                </c:pt>
                <c:pt idx="2546">
                  <c:v>0.50939999999997698</c:v>
                </c:pt>
                <c:pt idx="2547">
                  <c:v>0.50959999999997696</c:v>
                </c:pt>
                <c:pt idx="2548">
                  <c:v>0.50979999999997605</c:v>
                </c:pt>
                <c:pt idx="2549">
                  <c:v>0.50999999999997603</c:v>
                </c:pt>
                <c:pt idx="2550">
                  <c:v>0.51019999999997601</c:v>
                </c:pt>
                <c:pt idx="2551">
                  <c:v>0.51039999999997598</c:v>
                </c:pt>
                <c:pt idx="2552">
                  <c:v>0.51059999999997596</c:v>
                </c:pt>
                <c:pt idx="2553">
                  <c:v>0.51079999999997605</c:v>
                </c:pt>
                <c:pt idx="2554">
                  <c:v>0.51099999999997603</c:v>
                </c:pt>
                <c:pt idx="2555">
                  <c:v>0.51119999999997601</c:v>
                </c:pt>
                <c:pt idx="2556">
                  <c:v>0.51139999999997598</c:v>
                </c:pt>
                <c:pt idx="2557">
                  <c:v>0.51159999999997596</c:v>
                </c:pt>
                <c:pt idx="2558">
                  <c:v>0.51179999999997605</c:v>
                </c:pt>
                <c:pt idx="2559">
                  <c:v>0.51199999999997603</c:v>
                </c:pt>
                <c:pt idx="2560">
                  <c:v>0.51219999999997601</c:v>
                </c:pt>
                <c:pt idx="2561">
                  <c:v>0.51239999999997599</c:v>
                </c:pt>
                <c:pt idx="2562">
                  <c:v>0.51259999999997596</c:v>
                </c:pt>
                <c:pt idx="2563">
                  <c:v>0.51279999999997605</c:v>
                </c:pt>
                <c:pt idx="2564">
                  <c:v>0.51299999999997603</c:v>
                </c:pt>
                <c:pt idx="2565">
                  <c:v>0.51319999999997601</c:v>
                </c:pt>
                <c:pt idx="2566">
                  <c:v>0.51339999999997599</c:v>
                </c:pt>
                <c:pt idx="2567">
                  <c:v>0.51359999999997596</c:v>
                </c:pt>
                <c:pt idx="2568">
                  <c:v>0.51379999999997605</c:v>
                </c:pt>
                <c:pt idx="2569">
                  <c:v>0.51399999999997603</c:v>
                </c:pt>
                <c:pt idx="2570">
                  <c:v>0.51419999999997601</c:v>
                </c:pt>
                <c:pt idx="2571">
                  <c:v>0.51439999999997599</c:v>
                </c:pt>
                <c:pt idx="2572">
                  <c:v>0.51459999999997597</c:v>
                </c:pt>
                <c:pt idx="2573">
                  <c:v>0.51479999999997605</c:v>
                </c:pt>
                <c:pt idx="2574">
                  <c:v>0.51499999999997603</c:v>
                </c:pt>
                <c:pt idx="2575">
                  <c:v>0.51519999999997601</c:v>
                </c:pt>
                <c:pt idx="2576">
                  <c:v>0.51539999999997599</c:v>
                </c:pt>
                <c:pt idx="2577">
                  <c:v>0.51559999999997597</c:v>
                </c:pt>
                <c:pt idx="2578">
                  <c:v>0.51579999999997606</c:v>
                </c:pt>
                <c:pt idx="2579">
                  <c:v>0.51599999999997603</c:v>
                </c:pt>
                <c:pt idx="2580">
                  <c:v>0.51619999999997601</c:v>
                </c:pt>
                <c:pt idx="2581">
                  <c:v>0.51639999999997599</c:v>
                </c:pt>
                <c:pt idx="2582">
                  <c:v>0.51659999999997597</c:v>
                </c:pt>
                <c:pt idx="2583">
                  <c:v>0.51679999999997595</c:v>
                </c:pt>
                <c:pt idx="2584">
                  <c:v>0.51699999999997603</c:v>
                </c:pt>
                <c:pt idx="2585">
                  <c:v>0.51719999999997601</c:v>
                </c:pt>
                <c:pt idx="2586">
                  <c:v>0.51739999999997599</c:v>
                </c:pt>
                <c:pt idx="2587">
                  <c:v>0.51759999999997597</c:v>
                </c:pt>
                <c:pt idx="2588">
                  <c:v>0.51779999999997595</c:v>
                </c:pt>
                <c:pt idx="2589">
                  <c:v>0.51799999999997604</c:v>
                </c:pt>
                <c:pt idx="2590">
                  <c:v>0.51819999999997601</c:v>
                </c:pt>
                <c:pt idx="2591">
                  <c:v>0.51839999999997599</c:v>
                </c:pt>
                <c:pt idx="2592">
                  <c:v>0.51859999999997597</c:v>
                </c:pt>
                <c:pt idx="2593">
                  <c:v>0.51879999999997595</c:v>
                </c:pt>
                <c:pt idx="2594">
                  <c:v>0.51899999999997504</c:v>
                </c:pt>
                <c:pt idx="2595">
                  <c:v>0.51919999999997501</c:v>
                </c:pt>
                <c:pt idx="2596">
                  <c:v>0.51939999999997499</c:v>
                </c:pt>
                <c:pt idx="2597">
                  <c:v>0.51959999999997497</c:v>
                </c:pt>
                <c:pt idx="2598">
                  <c:v>0.51979999999997495</c:v>
                </c:pt>
                <c:pt idx="2599">
                  <c:v>0.51999999999997504</c:v>
                </c:pt>
                <c:pt idx="2600">
                  <c:v>0.52019999999997502</c:v>
                </c:pt>
                <c:pt idx="2601">
                  <c:v>0.52039999999997499</c:v>
                </c:pt>
                <c:pt idx="2602">
                  <c:v>0.52059999999997497</c:v>
                </c:pt>
                <c:pt idx="2603">
                  <c:v>0.52079999999997495</c:v>
                </c:pt>
                <c:pt idx="2604">
                  <c:v>0.52099999999997504</c:v>
                </c:pt>
                <c:pt idx="2605">
                  <c:v>0.52119999999997502</c:v>
                </c:pt>
                <c:pt idx="2606">
                  <c:v>0.52139999999997499</c:v>
                </c:pt>
                <c:pt idx="2607">
                  <c:v>0.52159999999997497</c:v>
                </c:pt>
                <c:pt idx="2608">
                  <c:v>0.52179999999997495</c:v>
                </c:pt>
                <c:pt idx="2609">
                  <c:v>0.52199999999997504</c:v>
                </c:pt>
                <c:pt idx="2610">
                  <c:v>0.52219999999997502</c:v>
                </c:pt>
                <c:pt idx="2611">
                  <c:v>0.522399999999975</c:v>
                </c:pt>
                <c:pt idx="2612">
                  <c:v>0.52259999999997497</c:v>
                </c:pt>
                <c:pt idx="2613">
                  <c:v>0.52279999999997495</c:v>
                </c:pt>
                <c:pt idx="2614">
                  <c:v>0.52299999999997504</c:v>
                </c:pt>
                <c:pt idx="2615">
                  <c:v>0.52319999999997502</c:v>
                </c:pt>
                <c:pt idx="2616">
                  <c:v>0.523399999999975</c:v>
                </c:pt>
                <c:pt idx="2617">
                  <c:v>0.52359999999997497</c:v>
                </c:pt>
                <c:pt idx="2618">
                  <c:v>0.52379999999997495</c:v>
                </c:pt>
                <c:pt idx="2619">
                  <c:v>0.52399999999997504</c:v>
                </c:pt>
                <c:pt idx="2620">
                  <c:v>0.52419999999997502</c:v>
                </c:pt>
                <c:pt idx="2621">
                  <c:v>0.524399999999975</c:v>
                </c:pt>
                <c:pt idx="2622">
                  <c:v>0.52459999999997498</c:v>
                </c:pt>
                <c:pt idx="2623">
                  <c:v>0.52479999999997495</c:v>
                </c:pt>
                <c:pt idx="2624">
                  <c:v>0.52499999999997504</c:v>
                </c:pt>
                <c:pt idx="2625">
                  <c:v>0.52519999999997502</c:v>
                </c:pt>
                <c:pt idx="2626">
                  <c:v>0.525399999999975</c:v>
                </c:pt>
                <c:pt idx="2627">
                  <c:v>0.52559999999997498</c:v>
                </c:pt>
                <c:pt idx="2628">
                  <c:v>0.52579999999997495</c:v>
                </c:pt>
                <c:pt idx="2629">
                  <c:v>0.52599999999997504</c:v>
                </c:pt>
                <c:pt idx="2630">
                  <c:v>0.52619999999997502</c:v>
                </c:pt>
                <c:pt idx="2631">
                  <c:v>0.526399999999975</c:v>
                </c:pt>
                <c:pt idx="2632">
                  <c:v>0.52659999999997498</c:v>
                </c:pt>
                <c:pt idx="2633">
                  <c:v>0.52679999999997495</c:v>
                </c:pt>
                <c:pt idx="2634">
                  <c:v>0.52699999999997504</c:v>
                </c:pt>
                <c:pt idx="2635">
                  <c:v>0.52719999999997502</c:v>
                </c:pt>
                <c:pt idx="2636">
                  <c:v>0.527399999999975</c:v>
                </c:pt>
                <c:pt idx="2637">
                  <c:v>0.52759999999997498</c:v>
                </c:pt>
                <c:pt idx="2638">
                  <c:v>0.52779999999997496</c:v>
                </c:pt>
                <c:pt idx="2639">
                  <c:v>0.52799999999997405</c:v>
                </c:pt>
                <c:pt idx="2640">
                  <c:v>0.52819999999997402</c:v>
                </c:pt>
                <c:pt idx="2641">
                  <c:v>0.528399999999974</c:v>
                </c:pt>
                <c:pt idx="2642">
                  <c:v>0.52859999999997398</c:v>
                </c:pt>
                <c:pt idx="2643">
                  <c:v>0.52879999999997396</c:v>
                </c:pt>
                <c:pt idx="2644">
                  <c:v>0.52899999999997405</c:v>
                </c:pt>
                <c:pt idx="2645">
                  <c:v>0.52919999999997402</c:v>
                </c:pt>
                <c:pt idx="2646">
                  <c:v>0.529399999999974</c:v>
                </c:pt>
                <c:pt idx="2647">
                  <c:v>0.52959999999997398</c:v>
                </c:pt>
                <c:pt idx="2648">
                  <c:v>0.52979999999997396</c:v>
                </c:pt>
                <c:pt idx="2649">
                  <c:v>0.52999999999997405</c:v>
                </c:pt>
                <c:pt idx="2650">
                  <c:v>0.53019999999997403</c:v>
                </c:pt>
                <c:pt idx="2651">
                  <c:v>0.530399999999974</c:v>
                </c:pt>
                <c:pt idx="2652">
                  <c:v>0.53059999999997398</c:v>
                </c:pt>
                <c:pt idx="2653">
                  <c:v>0.53079999999997396</c:v>
                </c:pt>
                <c:pt idx="2654">
                  <c:v>0.53099999999997405</c:v>
                </c:pt>
                <c:pt idx="2655">
                  <c:v>0.53119999999997403</c:v>
                </c:pt>
                <c:pt idx="2656">
                  <c:v>0.531399999999974</c:v>
                </c:pt>
                <c:pt idx="2657">
                  <c:v>0.53159999999997398</c:v>
                </c:pt>
                <c:pt idx="2658">
                  <c:v>0.53179999999997396</c:v>
                </c:pt>
                <c:pt idx="2659">
                  <c:v>0.53199999999997405</c:v>
                </c:pt>
                <c:pt idx="2660">
                  <c:v>0.53219999999997403</c:v>
                </c:pt>
                <c:pt idx="2661">
                  <c:v>0.53239999999997401</c:v>
                </c:pt>
                <c:pt idx="2662">
                  <c:v>0.53259999999997398</c:v>
                </c:pt>
                <c:pt idx="2663">
                  <c:v>0.53279999999997396</c:v>
                </c:pt>
                <c:pt idx="2664">
                  <c:v>0.53299999999997405</c:v>
                </c:pt>
                <c:pt idx="2665">
                  <c:v>0.53319999999997403</c:v>
                </c:pt>
                <c:pt idx="2666">
                  <c:v>0.53339999999997401</c:v>
                </c:pt>
                <c:pt idx="2667">
                  <c:v>0.53359999999997398</c:v>
                </c:pt>
                <c:pt idx="2668">
                  <c:v>0.53379999999997396</c:v>
                </c:pt>
                <c:pt idx="2669">
                  <c:v>0.53399999999997405</c:v>
                </c:pt>
                <c:pt idx="2670">
                  <c:v>0.53419999999997403</c:v>
                </c:pt>
                <c:pt idx="2671">
                  <c:v>0.53439999999997401</c:v>
                </c:pt>
                <c:pt idx="2672">
                  <c:v>0.53459999999997398</c:v>
                </c:pt>
                <c:pt idx="2673">
                  <c:v>0.53479999999997396</c:v>
                </c:pt>
                <c:pt idx="2674">
                  <c:v>0.53499999999997405</c:v>
                </c:pt>
                <c:pt idx="2675">
                  <c:v>0.53519999999997403</c:v>
                </c:pt>
                <c:pt idx="2676">
                  <c:v>0.53539999999997401</c:v>
                </c:pt>
                <c:pt idx="2677">
                  <c:v>0.53559999999997399</c:v>
                </c:pt>
                <c:pt idx="2678">
                  <c:v>0.53579999999997396</c:v>
                </c:pt>
                <c:pt idx="2679">
                  <c:v>0.53599999999997405</c:v>
                </c:pt>
                <c:pt idx="2680">
                  <c:v>0.53619999999997403</c:v>
                </c:pt>
                <c:pt idx="2681">
                  <c:v>0.53639999999997401</c:v>
                </c:pt>
                <c:pt idx="2682">
                  <c:v>0.53659999999997399</c:v>
                </c:pt>
                <c:pt idx="2683">
                  <c:v>0.53679999999997396</c:v>
                </c:pt>
                <c:pt idx="2684">
                  <c:v>0.53699999999997305</c:v>
                </c:pt>
                <c:pt idx="2685">
                  <c:v>0.53719999999997303</c:v>
                </c:pt>
                <c:pt idx="2686">
                  <c:v>0.53739999999997301</c:v>
                </c:pt>
                <c:pt idx="2687">
                  <c:v>0.53759999999997299</c:v>
                </c:pt>
                <c:pt idx="2688">
                  <c:v>0.53779999999997297</c:v>
                </c:pt>
                <c:pt idx="2689">
                  <c:v>0.53799999999997306</c:v>
                </c:pt>
                <c:pt idx="2690">
                  <c:v>0.53819999999997303</c:v>
                </c:pt>
                <c:pt idx="2691">
                  <c:v>0.53839999999997301</c:v>
                </c:pt>
                <c:pt idx="2692">
                  <c:v>0.53859999999997299</c:v>
                </c:pt>
                <c:pt idx="2693">
                  <c:v>0.53879999999997297</c:v>
                </c:pt>
                <c:pt idx="2694">
                  <c:v>0.53899999999997295</c:v>
                </c:pt>
                <c:pt idx="2695">
                  <c:v>0.53919999999997303</c:v>
                </c:pt>
                <c:pt idx="2696">
                  <c:v>0.53939999999997301</c:v>
                </c:pt>
                <c:pt idx="2697">
                  <c:v>0.53959999999997299</c:v>
                </c:pt>
                <c:pt idx="2698">
                  <c:v>0.53979999999997297</c:v>
                </c:pt>
                <c:pt idx="2699">
                  <c:v>0.53999999999997295</c:v>
                </c:pt>
                <c:pt idx="2700">
                  <c:v>0.54019999999997304</c:v>
                </c:pt>
                <c:pt idx="2701">
                  <c:v>0.54039999999997301</c:v>
                </c:pt>
                <c:pt idx="2702">
                  <c:v>0.54059999999997299</c:v>
                </c:pt>
                <c:pt idx="2703">
                  <c:v>0.54079999999997297</c:v>
                </c:pt>
                <c:pt idx="2704">
                  <c:v>0.54099999999997295</c:v>
                </c:pt>
                <c:pt idx="2705">
                  <c:v>0.54119999999997304</c:v>
                </c:pt>
                <c:pt idx="2706">
                  <c:v>0.54139999999997301</c:v>
                </c:pt>
                <c:pt idx="2707">
                  <c:v>0.54159999999997299</c:v>
                </c:pt>
                <c:pt idx="2708">
                  <c:v>0.54179999999997297</c:v>
                </c:pt>
                <c:pt idx="2709">
                  <c:v>0.54199999999997295</c:v>
                </c:pt>
                <c:pt idx="2710">
                  <c:v>0.54219999999997304</c:v>
                </c:pt>
                <c:pt idx="2711">
                  <c:v>0.54239999999997301</c:v>
                </c:pt>
                <c:pt idx="2712">
                  <c:v>0.54259999999997299</c:v>
                </c:pt>
                <c:pt idx="2713">
                  <c:v>0.54279999999997297</c:v>
                </c:pt>
                <c:pt idx="2714">
                  <c:v>0.54299999999997295</c:v>
                </c:pt>
                <c:pt idx="2715">
                  <c:v>0.54319999999997304</c:v>
                </c:pt>
                <c:pt idx="2716">
                  <c:v>0.54339999999997302</c:v>
                </c:pt>
                <c:pt idx="2717">
                  <c:v>0.54359999999997299</c:v>
                </c:pt>
                <c:pt idx="2718">
                  <c:v>0.54379999999997297</c:v>
                </c:pt>
                <c:pt idx="2719">
                  <c:v>0.54399999999997295</c:v>
                </c:pt>
                <c:pt idx="2720">
                  <c:v>0.54419999999997304</c:v>
                </c:pt>
                <c:pt idx="2721">
                  <c:v>0.54439999999997302</c:v>
                </c:pt>
                <c:pt idx="2722">
                  <c:v>0.54459999999997299</c:v>
                </c:pt>
                <c:pt idx="2723">
                  <c:v>0.54479999999997297</c:v>
                </c:pt>
                <c:pt idx="2724">
                  <c:v>0.54499999999997295</c:v>
                </c:pt>
                <c:pt idx="2725">
                  <c:v>0.54519999999997304</c:v>
                </c:pt>
                <c:pt idx="2726">
                  <c:v>0.54539999999997302</c:v>
                </c:pt>
                <c:pt idx="2727">
                  <c:v>0.545599999999973</c:v>
                </c:pt>
                <c:pt idx="2728">
                  <c:v>0.54579999999997297</c:v>
                </c:pt>
                <c:pt idx="2729">
                  <c:v>0.54599999999997295</c:v>
                </c:pt>
                <c:pt idx="2730">
                  <c:v>0.54619999999997204</c:v>
                </c:pt>
                <c:pt idx="2731">
                  <c:v>0.54639999999997202</c:v>
                </c:pt>
                <c:pt idx="2732">
                  <c:v>0.546599999999972</c:v>
                </c:pt>
                <c:pt idx="2733">
                  <c:v>0.54679999999997198</c:v>
                </c:pt>
                <c:pt idx="2734">
                  <c:v>0.54699999999997195</c:v>
                </c:pt>
                <c:pt idx="2735">
                  <c:v>0.54719999999997204</c:v>
                </c:pt>
                <c:pt idx="2736">
                  <c:v>0.54739999999997202</c:v>
                </c:pt>
                <c:pt idx="2737">
                  <c:v>0.547599999999972</c:v>
                </c:pt>
                <c:pt idx="2738">
                  <c:v>0.54779999999997198</c:v>
                </c:pt>
                <c:pt idx="2739">
                  <c:v>0.54799999999997195</c:v>
                </c:pt>
                <c:pt idx="2740">
                  <c:v>0.54819999999997204</c:v>
                </c:pt>
                <c:pt idx="2741">
                  <c:v>0.54839999999997202</c:v>
                </c:pt>
                <c:pt idx="2742">
                  <c:v>0.548599999999972</c:v>
                </c:pt>
                <c:pt idx="2743">
                  <c:v>0.54879999999997198</c:v>
                </c:pt>
                <c:pt idx="2744">
                  <c:v>0.54899999999997195</c:v>
                </c:pt>
                <c:pt idx="2745">
                  <c:v>0.54919999999997204</c:v>
                </c:pt>
                <c:pt idx="2746">
                  <c:v>0.54939999999997202</c:v>
                </c:pt>
                <c:pt idx="2747">
                  <c:v>0.549599999999972</c:v>
                </c:pt>
                <c:pt idx="2748">
                  <c:v>0.54979999999997198</c:v>
                </c:pt>
                <c:pt idx="2749">
                  <c:v>0.54999999999997196</c:v>
                </c:pt>
                <c:pt idx="2750">
                  <c:v>0.55019999999997204</c:v>
                </c:pt>
                <c:pt idx="2751">
                  <c:v>0.55039999999997202</c:v>
                </c:pt>
                <c:pt idx="2752">
                  <c:v>0.550599999999972</c:v>
                </c:pt>
                <c:pt idx="2753">
                  <c:v>0.55079999999997198</c:v>
                </c:pt>
                <c:pt idx="2754">
                  <c:v>0.55099999999997196</c:v>
                </c:pt>
                <c:pt idx="2755">
                  <c:v>0.55119999999997205</c:v>
                </c:pt>
                <c:pt idx="2756">
                  <c:v>0.55139999999997202</c:v>
                </c:pt>
                <c:pt idx="2757">
                  <c:v>0.551599999999972</c:v>
                </c:pt>
                <c:pt idx="2758">
                  <c:v>0.55179999999997198</c:v>
                </c:pt>
                <c:pt idx="2759">
                  <c:v>0.55199999999997196</c:v>
                </c:pt>
                <c:pt idx="2760">
                  <c:v>0.55219999999997205</c:v>
                </c:pt>
                <c:pt idx="2761">
                  <c:v>0.55239999999997202</c:v>
                </c:pt>
                <c:pt idx="2762">
                  <c:v>0.552599999999972</c:v>
                </c:pt>
                <c:pt idx="2763">
                  <c:v>0.55279999999997198</c:v>
                </c:pt>
                <c:pt idx="2764">
                  <c:v>0.55299999999997196</c:v>
                </c:pt>
                <c:pt idx="2765">
                  <c:v>0.55319999999997205</c:v>
                </c:pt>
                <c:pt idx="2766">
                  <c:v>0.55339999999997203</c:v>
                </c:pt>
                <c:pt idx="2767">
                  <c:v>0.553599999999972</c:v>
                </c:pt>
                <c:pt idx="2768">
                  <c:v>0.55379999999997198</c:v>
                </c:pt>
                <c:pt idx="2769">
                  <c:v>0.55399999999997196</c:v>
                </c:pt>
                <c:pt idx="2770">
                  <c:v>0.55419999999997205</c:v>
                </c:pt>
                <c:pt idx="2771">
                  <c:v>0.55439999999997203</c:v>
                </c:pt>
                <c:pt idx="2772">
                  <c:v>0.554599999999972</c:v>
                </c:pt>
                <c:pt idx="2773">
                  <c:v>0.55479999999997198</c:v>
                </c:pt>
                <c:pt idx="2774">
                  <c:v>0.55499999999997196</c:v>
                </c:pt>
                <c:pt idx="2775">
                  <c:v>0.55519999999997105</c:v>
                </c:pt>
                <c:pt idx="2776">
                  <c:v>0.55539999999997103</c:v>
                </c:pt>
                <c:pt idx="2777">
                  <c:v>0.55559999999997101</c:v>
                </c:pt>
                <c:pt idx="2778">
                  <c:v>0.55579999999997098</c:v>
                </c:pt>
                <c:pt idx="2779">
                  <c:v>0.55599999999997096</c:v>
                </c:pt>
                <c:pt idx="2780">
                  <c:v>0.55619999999997105</c:v>
                </c:pt>
                <c:pt idx="2781">
                  <c:v>0.55639999999997103</c:v>
                </c:pt>
                <c:pt idx="2782">
                  <c:v>0.55659999999997101</c:v>
                </c:pt>
                <c:pt idx="2783">
                  <c:v>0.55679999999997098</c:v>
                </c:pt>
                <c:pt idx="2784">
                  <c:v>0.55699999999997096</c:v>
                </c:pt>
                <c:pt idx="2785">
                  <c:v>0.55719999999997105</c:v>
                </c:pt>
                <c:pt idx="2786">
                  <c:v>0.55739999999997103</c:v>
                </c:pt>
                <c:pt idx="2787">
                  <c:v>0.55759999999997101</c:v>
                </c:pt>
                <c:pt idx="2788">
                  <c:v>0.55779999999997099</c:v>
                </c:pt>
                <c:pt idx="2789">
                  <c:v>0.55799999999997096</c:v>
                </c:pt>
                <c:pt idx="2790">
                  <c:v>0.55819999999997105</c:v>
                </c:pt>
                <c:pt idx="2791">
                  <c:v>0.55839999999997103</c:v>
                </c:pt>
                <c:pt idx="2792">
                  <c:v>0.55859999999997101</c:v>
                </c:pt>
                <c:pt idx="2793">
                  <c:v>0.55879999999997099</c:v>
                </c:pt>
                <c:pt idx="2794">
                  <c:v>0.55899999999997096</c:v>
                </c:pt>
                <c:pt idx="2795">
                  <c:v>0.55919999999997105</c:v>
                </c:pt>
                <c:pt idx="2796">
                  <c:v>0.55939999999997103</c:v>
                </c:pt>
                <c:pt idx="2797">
                  <c:v>0.55959999999997101</c:v>
                </c:pt>
                <c:pt idx="2798">
                  <c:v>0.55979999999997099</c:v>
                </c:pt>
                <c:pt idx="2799">
                  <c:v>0.55999999999997097</c:v>
                </c:pt>
                <c:pt idx="2800">
                  <c:v>0.56019999999997105</c:v>
                </c:pt>
                <c:pt idx="2801">
                  <c:v>0.56039999999997103</c:v>
                </c:pt>
                <c:pt idx="2802">
                  <c:v>0.56059999999997101</c:v>
                </c:pt>
                <c:pt idx="2803">
                  <c:v>0.56079999999997099</c:v>
                </c:pt>
                <c:pt idx="2804">
                  <c:v>0.56099999999997097</c:v>
                </c:pt>
                <c:pt idx="2805">
                  <c:v>0.56119999999997106</c:v>
                </c:pt>
                <c:pt idx="2806">
                  <c:v>0.56139999999997103</c:v>
                </c:pt>
                <c:pt idx="2807">
                  <c:v>0.56159999999997101</c:v>
                </c:pt>
                <c:pt idx="2808">
                  <c:v>0.56179999999997099</c:v>
                </c:pt>
                <c:pt idx="2809">
                  <c:v>0.56199999999997097</c:v>
                </c:pt>
                <c:pt idx="2810">
                  <c:v>0.56219999999997095</c:v>
                </c:pt>
                <c:pt idx="2811">
                  <c:v>0.56239999999997103</c:v>
                </c:pt>
                <c:pt idx="2812">
                  <c:v>0.56259999999997101</c:v>
                </c:pt>
                <c:pt idx="2813">
                  <c:v>0.56279999999997099</c:v>
                </c:pt>
                <c:pt idx="2814">
                  <c:v>0.56299999999997097</c:v>
                </c:pt>
                <c:pt idx="2815">
                  <c:v>0.56319999999997095</c:v>
                </c:pt>
                <c:pt idx="2816">
                  <c:v>0.56339999999997104</c:v>
                </c:pt>
                <c:pt idx="2817">
                  <c:v>0.56359999999997101</c:v>
                </c:pt>
                <c:pt idx="2818">
                  <c:v>0.56379999999997099</c:v>
                </c:pt>
                <c:pt idx="2819">
                  <c:v>0.56399999999997097</c:v>
                </c:pt>
                <c:pt idx="2820">
                  <c:v>0.56419999999997095</c:v>
                </c:pt>
                <c:pt idx="2821">
                  <c:v>0.56439999999997004</c:v>
                </c:pt>
                <c:pt idx="2822">
                  <c:v>0.56459999999997001</c:v>
                </c:pt>
                <c:pt idx="2823">
                  <c:v>0.56479999999996999</c:v>
                </c:pt>
                <c:pt idx="2824">
                  <c:v>0.56499999999996997</c:v>
                </c:pt>
                <c:pt idx="2825">
                  <c:v>0.56519999999996995</c:v>
                </c:pt>
                <c:pt idx="2826">
                  <c:v>0.56539999999997004</c:v>
                </c:pt>
                <c:pt idx="2827">
                  <c:v>0.56559999999997002</c:v>
                </c:pt>
                <c:pt idx="2828">
                  <c:v>0.56579999999996999</c:v>
                </c:pt>
                <c:pt idx="2829">
                  <c:v>0.56599999999996997</c:v>
                </c:pt>
                <c:pt idx="2830">
                  <c:v>0.56619999999996995</c:v>
                </c:pt>
                <c:pt idx="2831">
                  <c:v>0.56639999999997004</c:v>
                </c:pt>
                <c:pt idx="2832">
                  <c:v>0.56659999999997002</c:v>
                </c:pt>
                <c:pt idx="2833">
                  <c:v>0.56679999999996999</c:v>
                </c:pt>
                <c:pt idx="2834">
                  <c:v>0.56699999999996997</c:v>
                </c:pt>
                <c:pt idx="2835">
                  <c:v>0.56719999999996995</c:v>
                </c:pt>
                <c:pt idx="2836">
                  <c:v>0.56739999999997004</c:v>
                </c:pt>
                <c:pt idx="2837">
                  <c:v>0.56759999999997002</c:v>
                </c:pt>
                <c:pt idx="2838">
                  <c:v>0.56779999999997</c:v>
                </c:pt>
                <c:pt idx="2839">
                  <c:v>0.56799999999996997</c:v>
                </c:pt>
                <c:pt idx="2840">
                  <c:v>0.56819999999996995</c:v>
                </c:pt>
                <c:pt idx="2841">
                  <c:v>0.56839999999997004</c:v>
                </c:pt>
                <c:pt idx="2842">
                  <c:v>0.56859999999997002</c:v>
                </c:pt>
                <c:pt idx="2843">
                  <c:v>0.56879999999997</c:v>
                </c:pt>
                <c:pt idx="2844">
                  <c:v>0.56899999999996997</c:v>
                </c:pt>
                <c:pt idx="2845">
                  <c:v>0.56919999999996995</c:v>
                </c:pt>
                <c:pt idx="2846">
                  <c:v>0.56939999999997004</c:v>
                </c:pt>
                <c:pt idx="2847">
                  <c:v>0.56959999999997002</c:v>
                </c:pt>
                <c:pt idx="2848">
                  <c:v>0.56979999999997</c:v>
                </c:pt>
                <c:pt idx="2849">
                  <c:v>0.56999999999996998</c:v>
                </c:pt>
                <c:pt idx="2850">
                  <c:v>0.57019999999996995</c:v>
                </c:pt>
                <c:pt idx="2851">
                  <c:v>0.57039999999997004</c:v>
                </c:pt>
                <c:pt idx="2852">
                  <c:v>0.57059999999997002</c:v>
                </c:pt>
                <c:pt idx="2853">
                  <c:v>0.57079999999997</c:v>
                </c:pt>
                <c:pt idx="2854">
                  <c:v>0.57099999999996998</c:v>
                </c:pt>
                <c:pt idx="2855">
                  <c:v>0.57119999999996995</c:v>
                </c:pt>
                <c:pt idx="2856">
                  <c:v>0.57139999999997004</c:v>
                </c:pt>
                <c:pt idx="2857">
                  <c:v>0.57159999999997002</c:v>
                </c:pt>
                <c:pt idx="2858">
                  <c:v>0.57179999999997</c:v>
                </c:pt>
                <c:pt idx="2859">
                  <c:v>0.57199999999996998</c:v>
                </c:pt>
                <c:pt idx="2860">
                  <c:v>0.57219999999996995</c:v>
                </c:pt>
                <c:pt idx="2861">
                  <c:v>0.57239999999997004</c:v>
                </c:pt>
                <c:pt idx="2862">
                  <c:v>0.57259999999997002</c:v>
                </c:pt>
                <c:pt idx="2863">
                  <c:v>0.57279999999997</c:v>
                </c:pt>
                <c:pt idx="2864">
                  <c:v>0.57299999999996998</c:v>
                </c:pt>
                <c:pt idx="2865">
                  <c:v>0.57319999999996996</c:v>
                </c:pt>
                <c:pt idx="2866">
                  <c:v>0.57339999999996905</c:v>
                </c:pt>
                <c:pt idx="2867">
                  <c:v>0.57359999999996902</c:v>
                </c:pt>
                <c:pt idx="2868">
                  <c:v>0.573799999999969</c:v>
                </c:pt>
                <c:pt idx="2869">
                  <c:v>0.57399999999996898</c:v>
                </c:pt>
                <c:pt idx="2870">
                  <c:v>0.57419999999996896</c:v>
                </c:pt>
                <c:pt idx="2871">
                  <c:v>0.57439999999996905</c:v>
                </c:pt>
                <c:pt idx="2872">
                  <c:v>0.57459999999996902</c:v>
                </c:pt>
                <c:pt idx="2873">
                  <c:v>0.574799999999969</c:v>
                </c:pt>
                <c:pt idx="2874">
                  <c:v>0.57499999999996898</c:v>
                </c:pt>
                <c:pt idx="2875">
                  <c:v>0.57519999999996896</c:v>
                </c:pt>
                <c:pt idx="2876">
                  <c:v>0.57539999999996905</c:v>
                </c:pt>
                <c:pt idx="2877">
                  <c:v>0.57559999999996903</c:v>
                </c:pt>
                <c:pt idx="2878">
                  <c:v>0.575799999999969</c:v>
                </c:pt>
                <c:pt idx="2879">
                  <c:v>0.57599999999996898</c:v>
                </c:pt>
                <c:pt idx="2880">
                  <c:v>0.57619999999996896</c:v>
                </c:pt>
                <c:pt idx="2881">
                  <c:v>0.57639999999996905</c:v>
                </c:pt>
                <c:pt idx="2882">
                  <c:v>0.57659999999996903</c:v>
                </c:pt>
                <c:pt idx="2883">
                  <c:v>0.576799999999969</c:v>
                </c:pt>
                <c:pt idx="2884">
                  <c:v>0.57699999999996898</c:v>
                </c:pt>
                <c:pt idx="2885">
                  <c:v>0.57719999999996896</c:v>
                </c:pt>
                <c:pt idx="2886">
                  <c:v>0.57739999999996905</c:v>
                </c:pt>
                <c:pt idx="2887">
                  <c:v>0.57759999999996903</c:v>
                </c:pt>
                <c:pt idx="2888">
                  <c:v>0.57779999999996901</c:v>
                </c:pt>
                <c:pt idx="2889">
                  <c:v>0.57799999999996898</c:v>
                </c:pt>
                <c:pt idx="2890">
                  <c:v>0.57819999999996896</c:v>
                </c:pt>
                <c:pt idx="2891">
                  <c:v>0.57839999999996905</c:v>
                </c:pt>
                <c:pt idx="2892">
                  <c:v>0.57859999999996903</c:v>
                </c:pt>
                <c:pt idx="2893">
                  <c:v>0.57879999999996901</c:v>
                </c:pt>
                <c:pt idx="2894">
                  <c:v>0.57899999999996898</c:v>
                </c:pt>
                <c:pt idx="2895">
                  <c:v>0.57919999999996896</c:v>
                </c:pt>
                <c:pt idx="2896">
                  <c:v>0.57939999999996905</c:v>
                </c:pt>
                <c:pt idx="2897">
                  <c:v>0.57959999999996903</c:v>
                </c:pt>
                <c:pt idx="2898">
                  <c:v>0.57979999999996901</c:v>
                </c:pt>
                <c:pt idx="2899">
                  <c:v>0.57999999999996898</c:v>
                </c:pt>
                <c:pt idx="2900">
                  <c:v>0.58019999999996896</c:v>
                </c:pt>
                <c:pt idx="2901">
                  <c:v>0.58039999999996905</c:v>
                </c:pt>
                <c:pt idx="2902">
                  <c:v>0.58059999999996903</c:v>
                </c:pt>
                <c:pt idx="2903">
                  <c:v>0.58079999999996901</c:v>
                </c:pt>
                <c:pt idx="2904">
                  <c:v>0.58099999999996899</c:v>
                </c:pt>
                <c:pt idx="2905">
                  <c:v>0.58119999999996896</c:v>
                </c:pt>
                <c:pt idx="2906">
                  <c:v>0.58139999999996905</c:v>
                </c:pt>
                <c:pt idx="2907">
                  <c:v>0.58159999999996903</c:v>
                </c:pt>
                <c:pt idx="2908">
                  <c:v>0.58179999999996901</c:v>
                </c:pt>
                <c:pt idx="2909">
                  <c:v>0.58199999999996899</c:v>
                </c:pt>
                <c:pt idx="2910">
                  <c:v>0.58219999999996896</c:v>
                </c:pt>
                <c:pt idx="2911">
                  <c:v>0.58239999999996805</c:v>
                </c:pt>
                <c:pt idx="2912">
                  <c:v>0.58259999999996803</c:v>
                </c:pt>
                <c:pt idx="2913">
                  <c:v>0.58279999999996801</c:v>
                </c:pt>
                <c:pt idx="2914">
                  <c:v>0.58299999999996799</c:v>
                </c:pt>
                <c:pt idx="2915">
                  <c:v>0.58319999999996797</c:v>
                </c:pt>
                <c:pt idx="2916">
                  <c:v>0.58339999999996806</c:v>
                </c:pt>
                <c:pt idx="2917">
                  <c:v>0.58359999999996803</c:v>
                </c:pt>
                <c:pt idx="2918">
                  <c:v>0.58379999999996801</c:v>
                </c:pt>
                <c:pt idx="2919">
                  <c:v>0.58399999999996799</c:v>
                </c:pt>
                <c:pt idx="2920">
                  <c:v>0.58419999999996797</c:v>
                </c:pt>
                <c:pt idx="2921">
                  <c:v>0.58439999999996795</c:v>
                </c:pt>
                <c:pt idx="2922">
                  <c:v>0.58459999999996803</c:v>
                </c:pt>
                <c:pt idx="2923">
                  <c:v>0.58479999999996801</c:v>
                </c:pt>
                <c:pt idx="2924">
                  <c:v>0.58499999999996799</c:v>
                </c:pt>
                <c:pt idx="2925">
                  <c:v>0.58519999999996797</c:v>
                </c:pt>
                <c:pt idx="2926">
                  <c:v>0.58539999999996795</c:v>
                </c:pt>
                <c:pt idx="2927">
                  <c:v>0.58559999999996803</c:v>
                </c:pt>
                <c:pt idx="2928">
                  <c:v>0.58579999999996801</c:v>
                </c:pt>
                <c:pt idx="2929">
                  <c:v>0.58599999999996799</c:v>
                </c:pt>
                <c:pt idx="2930">
                  <c:v>0.58619999999996797</c:v>
                </c:pt>
                <c:pt idx="2931">
                  <c:v>0.58639999999996795</c:v>
                </c:pt>
                <c:pt idx="2932">
                  <c:v>0.58659999999996804</c:v>
                </c:pt>
                <c:pt idx="2933">
                  <c:v>0.58679999999996801</c:v>
                </c:pt>
                <c:pt idx="2934">
                  <c:v>0.58699999999996799</c:v>
                </c:pt>
                <c:pt idx="2935">
                  <c:v>0.58719999999996797</c:v>
                </c:pt>
                <c:pt idx="2936">
                  <c:v>0.58739999999996795</c:v>
                </c:pt>
                <c:pt idx="2937">
                  <c:v>0.58759999999996804</c:v>
                </c:pt>
                <c:pt idx="2938">
                  <c:v>0.58779999999996801</c:v>
                </c:pt>
                <c:pt idx="2939">
                  <c:v>0.58799999999996799</c:v>
                </c:pt>
                <c:pt idx="2940">
                  <c:v>0.58819999999996797</c:v>
                </c:pt>
                <c:pt idx="2941">
                  <c:v>0.58839999999996795</c:v>
                </c:pt>
                <c:pt idx="2942">
                  <c:v>0.58859999999996804</c:v>
                </c:pt>
                <c:pt idx="2943">
                  <c:v>0.58879999999996802</c:v>
                </c:pt>
                <c:pt idx="2944">
                  <c:v>0.58899999999996799</c:v>
                </c:pt>
                <c:pt idx="2945">
                  <c:v>0.58919999999996797</c:v>
                </c:pt>
                <c:pt idx="2946">
                  <c:v>0.58939999999996795</c:v>
                </c:pt>
                <c:pt idx="2947">
                  <c:v>0.58959999999996804</c:v>
                </c:pt>
                <c:pt idx="2948">
                  <c:v>0.58979999999996802</c:v>
                </c:pt>
                <c:pt idx="2949">
                  <c:v>0.58999999999996799</c:v>
                </c:pt>
                <c:pt idx="2950">
                  <c:v>0.59019999999996797</c:v>
                </c:pt>
                <c:pt idx="2951">
                  <c:v>0.59039999999996795</c:v>
                </c:pt>
                <c:pt idx="2952">
                  <c:v>0.59059999999996804</c:v>
                </c:pt>
                <c:pt idx="2953">
                  <c:v>0.59079999999996802</c:v>
                </c:pt>
                <c:pt idx="2954">
                  <c:v>0.590999999999968</c:v>
                </c:pt>
                <c:pt idx="2955">
                  <c:v>0.59119999999996797</c:v>
                </c:pt>
                <c:pt idx="2956">
                  <c:v>0.59139999999996795</c:v>
                </c:pt>
                <c:pt idx="2957">
                  <c:v>0.59159999999996704</c:v>
                </c:pt>
                <c:pt idx="2958">
                  <c:v>0.59179999999996702</c:v>
                </c:pt>
                <c:pt idx="2959">
                  <c:v>0.591999999999967</c:v>
                </c:pt>
                <c:pt idx="2960">
                  <c:v>0.59219999999996698</c:v>
                </c:pt>
                <c:pt idx="2961">
                  <c:v>0.59239999999996695</c:v>
                </c:pt>
                <c:pt idx="2962">
                  <c:v>0.59259999999996704</c:v>
                </c:pt>
                <c:pt idx="2963">
                  <c:v>0.59279999999996702</c:v>
                </c:pt>
                <c:pt idx="2964">
                  <c:v>0.592999999999967</c:v>
                </c:pt>
                <c:pt idx="2965">
                  <c:v>0.59319999999996698</c:v>
                </c:pt>
                <c:pt idx="2966">
                  <c:v>0.59339999999996695</c:v>
                </c:pt>
                <c:pt idx="2967">
                  <c:v>0.59359999999996704</c:v>
                </c:pt>
                <c:pt idx="2968">
                  <c:v>0.59379999999996702</c:v>
                </c:pt>
                <c:pt idx="2969">
                  <c:v>0.593999999999967</c:v>
                </c:pt>
                <c:pt idx="2970">
                  <c:v>0.59419999999996698</c:v>
                </c:pt>
                <c:pt idx="2971">
                  <c:v>0.59439999999996695</c:v>
                </c:pt>
                <c:pt idx="2972">
                  <c:v>0.59459999999996704</c:v>
                </c:pt>
                <c:pt idx="2973">
                  <c:v>0.59479999999996702</c:v>
                </c:pt>
                <c:pt idx="2974">
                  <c:v>0.594999999999967</c:v>
                </c:pt>
                <c:pt idx="2975">
                  <c:v>0.59519999999996698</c:v>
                </c:pt>
                <c:pt idx="2976">
                  <c:v>0.59539999999996696</c:v>
                </c:pt>
                <c:pt idx="2977">
                  <c:v>0.59559999999996704</c:v>
                </c:pt>
                <c:pt idx="2978">
                  <c:v>0.59579999999996702</c:v>
                </c:pt>
                <c:pt idx="2979">
                  <c:v>0.595999999999967</c:v>
                </c:pt>
                <c:pt idx="2980">
                  <c:v>0.59619999999996698</c:v>
                </c:pt>
                <c:pt idx="2981">
                  <c:v>0.59639999999996696</c:v>
                </c:pt>
                <c:pt idx="2982">
                  <c:v>0.59659999999996705</c:v>
                </c:pt>
                <c:pt idx="2983">
                  <c:v>0.59679999999996702</c:v>
                </c:pt>
                <c:pt idx="2984">
                  <c:v>0.596999999999967</c:v>
                </c:pt>
                <c:pt idx="2985">
                  <c:v>0.59719999999996698</c:v>
                </c:pt>
                <c:pt idx="2986">
                  <c:v>0.59739999999996696</c:v>
                </c:pt>
                <c:pt idx="2987">
                  <c:v>0.59759999999996705</c:v>
                </c:pt>
                <c:pt idx="2988">
                  <c:v>0.59779999999996702</c:v>
                </c:pt>
                <c:pt idx="2989">
                  <c:v>0.597999999999967</c:v>
                </c:pt>
                <c:pt idx="2990">
                  <c:v>0.59819999999996698</c:v>
                </c:pt>
                <c:pt idx="2991">
                  <c:v>0.59839999999996696</c:v>
                </c:pt>
                <c:pt idx="2992">
                  <c:v>0.59859999999996705</c:v>
                </c:pt>
                <c:pt idx="2993">
                  <c:v>0.59879999999996703</c:v>
                </c:pt>
                <c:pt idx="2994">
                  <c:v>0.598999999999967</c:v>
                </c:pt>
                <c:pt idx="2995">
                  <c:v>0.59919999999996698</c:v>
                </c:pt>
                <c:pt idx="2996">
                  <c:v>0.59939999999996696</c:v>
                </c:pt>
                <c:pt idx="2997">
                  <c:v>0.59959999999996705</c:v>
                </c:pt>
                <c:pt idx="2998">
                  <c:v>0.59979999999996703</c:v>
                </c:pt>
                <c:pt idx="2999">
                  <c:v>0.599999999999967</c:v>
                </c:pt>
                <c:pt idx="3000">
                  <c:v>0.60019999999996698</c:v>
                </c:pt>
                <c:pt idx="3001">
                  <c:v>0.60039999999996696</c:v>
                </c:pt>
                <c:pt idx="3002">
                  <c:v>0.60059999999996605</c:v>
                </c:pt>
                <c:pt idx="3003">
                  <c:v>0.60079999999996603</c:v>
                </c:pt>
                <c:pt idx="3004">
                  <c:v>0.60099999999996601</c:v>
                </c:pt>
                <c:pt idx="3005">
                  <c:v>0.60119999999996598</c:v>
                </c:pt>
                <c:pt idx="3006">
                  <c:v>0.60139999999996596</c:v>
                </c:pt>
                <c:pt idx="3007">
                  <c:v>0.60159999999996605</c:v>
                </c:pt>
                <c:pt idx="3008">
                  <c:v>0.60179999999996603</c:v>
                </c:pt>
                <c:pt idx="3009">
                  <c:v>0.60199999999996601</c:v>
                </c:pt>
                <c:pt idx="3010">
                  <c:v>0.60219999999996598</c:v>
                </c:pt>
                <c:pt idx="3011">
                  <c:v>0.60239999999996596</c:v>
                </c:pt>
                <c:pt idx="3012">
                  <c:v>0.60259999999996605</c:v>
                </c:pt>
                <c:pt idx="3013">
                  <c:v>0.60279999999996603</c:v>
                </c:pt>
                <c:pt idx="3014">
                  <c:v>0.60299999999996601</c:v>
                </c:pt>
                <c:pt idx="3015">
                  <c:v>0.60319999999996599</c:v>
                </c:pt>
                <c:pt idx="3016">
                  <c:v>0.60339999999996596</c:v>
                </c:pt>
                <c:pt idx="3017">
                  <c:v>0.60359999999996605</c:v>
                </c:pt>
                <c:pt idx="3018">
                  <c:v>0.60379999999996603</c:v>
                </c:pt>
                <c:pt idx="3019">
                  <c:v>0.60399999999996601</c:v>
                </c:pt>
                <c:pt idx="3020">
                  <c:v>0.60419999999996599</c:v>
                </c:pt>
                <c:pt idx="3021">
                  <c:v>0.60439999999996596</c:v>
                </c:pt>
                <c:pt idx="3022">
                  <c:v>0.60459999999996605</c:v>
                </c:pt>
                <c:pt idx="3023">
                  <c:v>0.60479999999996603</c:v>
                </c:pt>
                <c:pt idx="3024">
                  <c:v>0.60499999999996601</c:v>
                </c:pt>
                <c:pt idx="3025">
                  <c:v>0.60519999999996599</c:v>
                </c:pt>
                <c:pt idx="3026">
                  <c:v>0.60539999999996597</c:v>
                </c:pt>
                <c:pt idx="3027">
                  <c:v>0.60559999999996605</c:v>
                </c:pt>
                <c:pt idx="3028">
                  <c:v>0.60579999999996603</c:v>
                </c:pt>
                <c:pt idx="3029">
                  <c:v>0.60599999999996601</c:v>
                </c:pt>
                <c:pt idx="3030">
                  <c:v>0.60619999999996599</c:v>
                </c:pt>
                <c:pt idx="3031">
                  <c:v>0.60639999999996597</c:v>
                </c:pt>
                <c:pt idx="3032">
                  <c:v>0.60659999999996606</c:v>
                </c:pt>
                <c:pt idx="3033">
                  <c:v>0.60679999999996603</c:v>
                </c:pt>
                <c:pt idx="3034">
                  <c:v>0.60699999999996601</c:v>
                </c:pt>
                <c:pt idx="3035">
                  <c:v>0.60719999999996599</c:v>
                </c:pt>
                <c:pt idx="3036">
                  <c:v>0.60739999999996597</c:v>
                </c:pt>
                <c:pt idx="3037">
                  <c:v>0.60759999999996595</c:v>
                </c:pt>
                <c:pt idx="3038">
                  <c:v>0.60779999999996603</c:v>
                </c:pt>
                <c:pt idx="3039">
                  <c:v>0.60799999999996601</c:v>
                </c:pt>
                <c:pt idx="3040">
                  <c:v>0.60819999999996599</c:v>
                </c:pt>
                <c:pt idx="3041">
                  <c:v>0.60839999999996597</c:v>
                </c:pt>
                <c:pt idx="3042">
                  <c:v>0.60859999999996595</c:v>
                </c:pt>
                <c:pt idx="3043">
                  <c:v>0.60879999999996603</c:v>
                </c:pt>
                <c:pt idx="3044">
                  <c:v>0.60899999999996601</c:v>
                </c:pt>
                <c:pt idx="3045">
                  <c:v>0.60919999999996599</c:v>
                </c:pt>
                <c:pt idx="3046">
                  <c:v>0.60939999999996597</c:v>
                </c:pt>
                <c:pt idx="3047">
                  <c:v>0.60959999999996595</c:v>
                </c:pt>
                <c:pt idx="3048">
                  <c:v>0.60979999999996504</c:v>
                </c:pt>
                <c:pt idx="3049">
                  <c:v>0.60999999999996501</c:v>
                </c:pt>
                <c:pt idx="3050">
                  <c:v>0.61019999999996499</c:v>
                </c:pt>
                <c:pt idx="3051">
                  <c:v>0.61039999999996497</c:v>
                </c:pt>
                <c:pt idx="3052">
                  <c:v>0.61059999999996495</c:v>
                </c:pt>
                <c:pt idx="3053">
                  <c:v>0.61079999999996504</c:v>
                </c:pt>
                <c:pt idx="3054">
                  <c:v>0.61099999999996502</c:v>
                </c:pt>
                <c:pt idx="3055">
                  <c:v>0.61119999999996499</c:v>
                </c:pt>
                <c:pt idx="3056">
                  <c:v>0.61139999999996497</c:v>
                </c:pt>
                <c:pt idx="3057">
                  <c:v>0.61159999999996495</c:v>
                </c:pt>
                <c:pt idx="3058">
                  <c:v>0.61179999999996504</c:v>
                </c:pt>
                <c:pt idx="3059">
                  <c:v>0.61199999999996502</c:v>
                </c:pt>
                <c:pt idx="3060">
                  <c:v>0.61219999999996499</c:v>
                </c:pt>
                <c:pt idx="3061">
                  <c:v>0.61239999999996497</c:v>
                </c:pt>
                <c:pt idx="3062">
                  <c:v>0.61259999999996495</c:v>
                </c:pt>
                <c:pt idx="3063">
                  <c:v>0.61279999999996504</c:v>
                </c:pt>
                <c:pt idx="3064">
                  <c:v>0.61299999999996502</c:v>
                </c:pt>
                <c:pt idx="3065">
                  <c:v>0.613199999999965</c:v>
                </c:pt>
                <c:pt idx="3066">
                  <c:v>0.61339999999996497</c:v>
                </c:pt>
                <c:pt idx="3067">
                  <c:v>0.61359999999996495</c:v>
                </c:pt>
                <c:pt idx="3068">
                  <c:v>0.61379999999996504</c:v>
                </c:pt>
                <c:pt idx="3069">
                  <c:v>0.61399999999996502</c:v>
                </c:pt>
                <c:pt idx="3070">
                  <c:v>0.614199999999965</c:v>
                </c:pt>
                <c:pt idx="3071">
                  <c:v>0.61439999999996497</c:v>
                </c:pt>
                <c:pt idx="3072">
                  <c:v>0.61459999999996495</c:v>
                </c:pt>
                <c:pt idx="3073">
                  <c:v>0.61479999999996504</c:v>
                </c:pt>
                <c:pt idx="3074">
                  <c:v>0.61499999999996502</c:v>
                </c:pt>
                <c:pt idx="3075">
                  <c:v>0.615199999999965</c:v>
                </c:pt>
                <c:pt idx="3076">
                  <c:v>0.61539999999996498</c:v>
                </c:pt>
                <c:pt idx="3077">
                  <c:v>0.61559999999996495</c:v>
                </c:pt>
                <c:pt idx="3078">
                  <c:v>0.61579999999996504</c:v>
                </c:pt>
                <c:pt idx="3079">
                  <c:v>0.61599999999996502</c:v>
                </c:pt>
                <c:pt idx="3080">
                  <c:v>0.616199999999965</c:v>
                </c:pt>
                <c:pt idx="3081">
                  <c:v>0.61639999999996498</c:v>
                </c:pt>
                <c:pt idx="3082">
                  <c:v>0.61659999999996495</c:v>
                </c:pt>
                <c:pt idx="3083">
                  <c:v>0.61679999999996504</c:v>
                </c:pt>
                <c:pt idx="3084">
                  <c:v>0.61699999999996502</c:v>
                </c:pt>
                <c:pt idx="3085">
                  <c:v>0.617199999999965</c:v>
                </c:pt>
                <c:pt idx="3086">
                  <c:v>0.61739999999996498</c:v>
                </c:pt>
                <c:pt idx="3087">
                  <c:v>0.61759999999996495</c:v>
                </c:pt>
                <c:pt idx="3088">
                  <c:v>0.61779999999996504</c:v>
                </c:pt>
                <c:pt idx="3089">
                  <c:v>0.61799999999996502</c:v>
                </c:pt>
                <c:pt idx="3090">
                  <c:v>0.618199999999965</c:v>
                </c:pt>
                <c:pt idx="3091">
                  <c:v>0.61839999999996498</c:v>
                </c:pt>
                <c:pt idx="3092">
                  <c:v>0.61859999999996496</c:v>
                </c:pt>
                <c:pt idx="3093">
                  <c:v>0.61879999999996405</c:v>
                </c:pt>
                <c:pt idx="3094">
                  <c:v>0.61899999999996402</c:v>
                </c:pt>
                <c:pt idx="3095">
                  <c:v>0.619199999999964</c:v>
                </c:pt>
                <c:pt idx="3096">
                  <c:v>0.61939999999996398</c:v>
                </c:pt>
                <c:pt idx="3097">
                  <c:v>0.61959999999996396</c:v>
                </c:pt>
                <c:pt idx="3098">
                  <c:v>0.61979999999996405</c:v>
                </c:pt>
                <c:pt idx="3099">
                  <c:v>0.61999999999996402</c:v>
                </c:pt>
                <c:pt idx="3100">
                  <c:v>0.620199999999964</c:v>
                </c:pt>
                <c:pt idx="3101">
                  <c:v>0.62039999999996398</c:v>
                </c:pt>
                <c:pt idx="3102">
                  <c:v>0.62059999999996396</c:v>
                </c:pt>
                <c:pt idx="3103">
                  <c:v>0.62079999999996405</c:v>
                </c:pt>
                <c:pt idx="3104">
                  <c:v>0.62099999999996403</c:v>
                </c:pt>
                <c:pt idx="3105">
                  <c:v>0.621199999999964</c:v>
                </c:pt>
                <c:pt idx="3106">
                  <c:v>0.62139999999996398</c:v>
                </c:pt>
                <c:pt idx="3107">
                  <c:v>0.62159999999996396</c:v>
                </c:pt>
                <c:pt idx="3108">
                  <c:v>0.62179999999996405</c:v>
                </c:pt>
                <c:pt idx="3109">
                  <c:v>0.62199999999996403</c:v>
                </c:pt>
                <c:pt idx="3110">
                  <c:v>0.622199999999964</c:v>
                </c:pt>
                <c:pt idx="3111">
                  <c:v>0.62239999999996398</c:v>
                </c:pt>
                <c:pt idx="3112">
                  <c:v>0.62259999999996396</c:v>
                </c:pt>
                <c:pt idx="3113">
                  <c:v>0.62279999999996405</c:v>
                </c:pt>
                <c:pt idx="3114">
                  <c:v>0.62299999999996403</c:v>
                </c:pt>
                <c:pt idx="3115">
                  <c:v>0.623199999999964</c:v>
                </c:pt>
                <c:pt idx="3116">
                  <c:v>0.62339999999996398</c:v>
                </c:pt>
                <c:pt idx="3117">
                  <c:v>0.62359999999996396</c:v>
                </c:pt>
                <c:pt idx="3118">
                  <c:v>0.62379999999996405</c:v>
                </c:pt>
                <c:pt idx="3119">
                  <c:v>0.62399999999996403</c:v>
                </c:pt>
                <c:pt idx="3120">
                  <c:v>0.62419999999996401</c:v>
                </c:pt>
                <c:pt idx="3121">
                  <c:v>0.62439999999996398</c:v>
                </c:pt>
                <c:pt idx="3122">
                  <c:v>0.62459999999996396</c:v>
                </c:pt>
                <c:pt idx="3123">
                  <c:v>0.62479999999996405</c:v>
                </c:pt>
                <c:pt idx="3124">
                  <c:v>0.62499999999996403</c:v>
                </c:pt>
                <c:pt idx="3125">
                  <c:v>0.62519999999996401</c:v>
                </c:pt>
                <c:pt idx="3126">
                  <c:v>0.62539999999996398</c:v>
                </c:pt>
                <c:pt idx="3127">
                  <c:v>0.62559999999996396</c:v>
                </c:pt>
                <c:pt idx="3128">
                  <c:v>0.62579999999996405</c:v>
                </c:pt>
                <c:pt idx="3129">
                  <c:v>0.62599999999996403</c:v>
                </c:pt>
                <c:pt idx="3130">
                  <c:v>0.62619999999996401</c:v>
                </c:pt>
                <c:pt idx="3131">
                  <c:v>0.62639999999996399</c:v>
                </c:pt>
                <c:pt idx="3132">
                  <c:v>0.62659999999996396</c:v>
                </c:pt>
                <c:pt idx="3133">
                  <c:v>0.62679999999996405</c:v>
                </c:pt>
                <c:pt idx="3134">
                  <c:v>0.62699999999996403</c:v>
                </c:pt>
                <c:pt idx="3135">
                  <c:v>0.62719999999996401</c:v>
                </c:pt>
                <c:pt idx="3136">
                  <c:v>0.62739999999996399</c:v>
                </c:pt>
                <c:pt idx="3137">
                  <c:v>0.62759999999996396</c:v>
                </c:pt>
                <c:pt idx="3138">
                  <c:v>0.62779999999996305</c:v>
                </c:pt>
                <c:pt idx="3139">
                  <c:v>0.62799999999996303</c:v>
                </c:pt>
                <c:pt idx="3140">
                  <c:v>0.62819999999996301</c:v>
                </c:pt>
                <c:pt idx="3141">
                  <c:v>0.62839999999996299</c:v>
                </c:pt>
                <c:pt idx="3142">
                  <c:v>0.62859999999996297</c:v>
                </c:pt>
                <c:pt idx="3143">
                  <c:v>0.62879999999996306</c:v>
                </c:pt>
                <c:pt idx="3144">
                  <c:v>0.62899999999996303</c:v>
                </c:pt>
                <c:pt idx="3145">
                  <c:v>0.62919999999996301</c:v>
                </c:pt>
                <c:pt idx="3146">
                  <c:v>0.62939999999996299</c:v>
                </c:pt>
                <c:pt idx="3147">
                  <c:v>0.62959999999996297</c:v>
                </c:pt>
                <c:pt idx="3148">
                  <c:v>0.62979999999996295</c:v>
                </c:pt>
                <c:pt idx="3149">
                  <c:v>0.62999999999996303</c:v>
                </c:pt>
                <c:pt idx="3150">
                  <c:v>0.63019999999996301</c:v>
                </c:pt>
                <c:pt idx="3151">
                  <c:v>0.63039999999996299</c:v>
                </c:pt>
                <c:pt idx="3152">
                  <c:v>0.63059999999996297</c:v>
                </c:pt>
                <c:pt idx="3153">
                  <c:v>0.63079999999996295</c:v>
                </c:pt>
                <c:pt idx="3154">
                  <c:v>0.63099999999996303</c:v>
                </c:pt>
                <c:pt idx="3155">
                  <c:v>0.63119999999996301</c:v>
                </c:pt>
                <c:pt idx="3156">
                  <c:v>0.63139999999996299</c:v>
                </c:pt>
                <c:pt idx="3157">
                  <c:v>0.63159999999996297</c:v>
                </c:pt>
                <c:pt idx="3158">
                  <c:v>0.63179999999996295</c:v>
                </c:pt>
                <c:pt idx="3159">
                  <c:v>0.63199999999996304</c:v>
                </c:pt>
                <c:pt idx="3160">
                  <c:v>0.63219999999996301</c:v>
                </c:pt>
                <c:pt idx="3161">
                  <c:v>0.63239999999996299</c:v>
                </c:pt>
                <c:pt idx="3162">
                  <c:v>0.63259999999996297</c:v>
                </c:pt>
                <c:pt idx="3163">
                  <c:v>0.63279999999996295</c:v>
                </c:pt>
                <c:pt idx="3164">
                  <c:v>0.63299999999996304</c:v>
                </c:pt>
                <c:pt idx="3165">
                  <c:v>0.63319999999996301</c:v>
                </c:pt>
                <c:pt idx="3166">
                  <c:v>0.63339999999996299</c:v>
                </c:pt>
                <c:pt idx="3167">
                  <c:v>0.63359999999996297</c:v>
                </c:pt>
                <c:pt idx="3168">
                  <c:v>0.63379999999996295</c:v>
                </c:pt>
                <c:pt idx="3169">
                  <c:v>0.63399999999996304</c:v>
                </c:pt>
                <c:pt idx="3170">
                  <c:v>0.63419999999996302</c:v>
                </c:pt>
                <c:pt idx="3171">
                  <c:v>0.63439999999996299</c:v>
                </c:pt>
                <c:pt idx="3172">
                  <c:v>0.63459999999996297</c:v>
                </c:pt>
                <c:pt idx="3173">
                  <c:v>0.63479999999996295</c:v>
                </c:pt>
                <c:pt idx="3174">
                  <c:v>0.63499999999996304</c:v>
                </c:pt>
                <c:pt idx="3175">
                  <c:v>0.63519999999996302</c:v>
                </c:pt>
                <c:pt idx="3176">
                  <c:v>0.63539999999996299</c:v>
                </c:pt>
                <c:pt idx="3177">
                  <c:v>0.63559999999996297</c:v>
                </c:pt>
                <c:pt idx="3178">
                  <c:v>0.63579999999996295</c:v>
                </c:pt>
                <c:pt idx="3179">
                  <c:v>0.63599999999996304</c:v>
                </c:pt>
                <c:pt idx="3180">
                  <c:v>0.63619999999996302</c:v>
                </c:pt>
                <c:pt idx="3181">
                  <c:v>0.636399999999963</c:v>
                </c:pt>
                <c:pt idx="3182">
                  <c:v>0.63659999999996297</c:v>
                </c:pt>
                <c:pt idx="3183">
                  <c:v>0.63679999999996295</c:v>
                </c:pt>
                <c:pt idx="3184">
                  <c:v>0.63699999999996204</c:v>
                </c:pt>
                <c:pt idx="3185">
                  <c:v>0.63719999999996202</c:v>
                </c:pt>
                <c:pt idx="3186">
                  <c:v>0.637399999999962</c:v>
                </c:pt>
                <c:pt idx="3187">
                  <c:v>0.63759999999996197</c:v>
                </c:pt>
                <c:pt idx="3188">
                  <c:v>0.63779999999996195</c:v>
                </c:pt>
                <c:pt idx="3189">
                  <c:v>0.63799999999996204</c:v>
                </c:pt>
                <c:pt idx="3190">
                  <c:v>0.63819999999996202</c:v>
                </c:pt>
                <c:pt idx="3191">
                  <c:v>0.638399999999962</c:v>
                </c:pt>
                <c:pt idx="3192">
                  <c:v>0.63859999999996198</c:v>
                </c:pt>
                <c:pt idx="3193">
                  <c:v>0.63879999999996195</c:v>
                </c:pt>
                <c:pt idx="3194">
                  <c:v>0.63899999999996204</c:v>
                </c:pt>
                <c:pt idx="3195">
                  <c:v>0.63919999999996202</c:v>
                </c:pt>
                <c:pt idx="3196">
                  <c:v>0.639399999999962</c:v>
                </c:pt>
                <c:pt idx="3197">
                  <c:v>0.63959999999996198</c:v>
                </c:pt>
                <c:pt idx="3198">
                  <c:v>0.63979999999996195</c:v>
                </c:pt>
                <c:pt idx="3199">
                  <c:v>0.63999999999996204</c:v>
                </c:pt>
                <c:pt idx="3200">
                  <c:v>0.64019999999996202</c:v>
                </c:pt>
                <c:pt idx="3201">
                  <c:v>0.640399999999962</c:v>
                </c:pt>
                <c:pt idx="3202">
                  <c:v>0.64059999999996198</c:v>
                </c:pt>
                <c:pt idx="3203">
                  <c:v>0.64079999999996196</c:v>
                </c:pt>
                <c:pt idx="3204">
                  <c:v>0.64099999999996204</c:v>
                </c:pt>
                <c:pt idx="3205">
                  <c:v>0.64119999999996202</c:v>
                </c:pt>
                <c:pt idx="3206">
                  <c:v>0.641399999999962</c:v>
                </c:pt>
                <c:pt idx="3207">
                  <c:v>0.64159999999996198</c:v>
                </c:pt>
                <c:pt idx="3208">
                  <c:v>0.64179999999996196</c:v>
                </c:pt>
                <c:pt idx="3209">
                  <c:v>0.64199999999996205</c:v>
                </c:pt>
                <c:pt idx="3210">
                  <c:v>0.64219999999996202</c:v>
                </c:pt>
                <c:pt idx="3211">
                  <c:v>0.642399999999962</c:v>
                </c:pt>
                <c:pt idx="3212">
                  <c:v>0.64259999999996198</c:v>
                </c:pt>
                <c:pt idx="3213">
                  <c:v>0.64279999999996196</c:v>
                </c:pt>
                <c:pt idx="3214">
                  <c:v>0.64299999999996205</c:v>
                </c:pt>
                <c:pt idx="3215">
                  <c:v>0.64319999999996202</c:v>
                </c:pt>
                <c:pt idx="3216">
                  <c:v>0.643399999999962</c:v>
                </c:pt>
                <c:pt idx="3217">
                  <c:v>0.64359999999996198</c:v>
                </c:pt>
                <c:pt idx="3218">
                  <c:v>0.64379999999996196</c:v>
                </c:pt>
                <c:pt idx="3219">
                  <c:v>0.64399999999996205</c:v>
                </c:pt>
                <c:pt idx="3220">
                  <c:v>0.64419999999996203</c:v>
                </c:pt>
                <c:pt idx="3221">
                  <c:v>0.644399999999962</c:v>
                </c:pt>
                <c:pt idx="3222">
                  <c:v>0.64459999999996198</c:v>
                </c:pt>
                <c:pt idx="3223">
                  <c:v>0.64479999999996196</c:v>
                </c:pt>
                <c:pt idx="3224">
                  <c:v>0.64499999999996205</c:v>
                </c:pt>
                <c:pt idx="3225">
                  <c:v>0.64519999999996203</c:v>
                </c:pt>
                <c:pt idx="3226">
                  <c:v>0.645399999999962</c:v>
                </c:pt>
                <c:pt idx="3227">
                  <c:v>0.64559999999996198</c:v>
                </c:pt>
                <c:pt idx="3228">
                  <c:v>0.64579999999996196</c:v>
                </c:pt>
                <c:pt idx="3229">
                  <c:v>0.64599999999996105</c:v>
                </c:pt>
                <c:pt idx="3230">
                  <c:v>0.64619999999996103</c:v>
                </c:pt>
                <c:pt idx="3231">
                  <c:v>0.64639999999996101</c:v>
                </c:pt>
                <c:pt idx="3232">
                  <c:v>0.64659999999996098</c:v>
                </c:pt>
                <c:pt idx="3233">
                  <c:v>0.64679999999996096</c:v>
                </c:pt>
                <c:pt idx="3234">
                  <c:v>0.64699999999996105</c:v>
                </c:pt>
                <c:pt idx="3235">
                  <c:v>0.64719999999996103</c:v>
                </c:pt>
                <c:pt idx="3236">
                  <c:v>0.64739999999996101</c:v>
                </c:pt>
                <c:pt idx="3237">
                  <c:v>0.64759999999996098</c:v>
                </c:pt>
                <c:pt idx="3238">
                  <c:v>0.64779999999996096</c:v>
                </c:pt>
                <c:pt idx="3239">
                  <c:v>0.64799999999996105</c:v>
                </c:pt>
                <c:pt idx="3240">
                  <c:v>0.64819999999996103</c:v>
                </c:pt>
                <c:pt idx="3241">
                  <c:v>0.64839999999996101</c:v>
                </c:pt>
                <c:pt idx="3242">
                  <c:v>0.64859999999996099</c:v>
                </c:pt>
                <c:pt idx="3243">
                  <c:v>0.64879999999996096</c:v>
                </c:pt>
                <c:pt idx="3244">
                  <c:v>0.64899999999996105</c:v>
                </c:pt>
                <c:pt idx="3245">
                  <c:v>0.64919999999996103</c:v>
                </c:pt>
                <c:pt idx="3246">
                  <c:v>0.64939999999996101</c:v>
                </c:pt>
                <c:pt idx="3247">
                  <c:v>0.64959999999996099</c:v>
                </c:pt>
                <c:pt idx="3248">
                  <c:v>0.64979999999996096</c:v>
                </c:pt>
                <c:pt idx="3249">
                  <c:v>0.64999999999996105</c:v>
                </c:pt>
                <c:pt idx="3250">
                  <c:v>0.65019999999996103</c:v>
                </c:pt>
                <c:pt idx="3251">
                  <c:v>0.65039999999996101</c:v>
                </c:pt>
                <c:pt idx="3252">
                  <c:v>0.65059999999996099</c:v>
                </c:pt>
                <c:pt idx="3253">
                  <c:v>0.65079999999996097</c:v>
                </c:pt>
                <c:pt idx="3254">
                  <c:v>0.65099999999996105</c:v>
                </c:pt>
                <c:pt idx="3255">
                  <c:v>0.65119999999996103</c:v>
                </c:pt>
                <c:pt idx="3256">
                  <c:v>0.65139999999996101</c:v>
                </c:pt>
                <c:pt idx="3257">
                  <c:v>0.65159999999996099</c:v>
                </c:pt>
                <c:pt idx="3258">
                  <c:v>0.65179999999996097</c:v>
                </c:pt>
                <c:pt idx="3259">
                  <c:v>0.65199999999996106</c:v>
                </c:pt>
                <c:pt idx="3260">
                  <c:v>0.65219999999996103</c:v>
                </c:pt>
                <c:pt idx="3261">
                  <c:v>0.65239999999996101</c:v>
                </c:pt>
                <c:pt idx="3262">
                  <c:v>0.65259999999996099</c:v>
                </c:pt>
                <c:pt idx="3263">
                  <c:v>0.65279999999996097</c:v>
                </c:pt>
                <c:pt idx="3264">
                  <c:v>0.65299999999996095</c:v>
                </c:pt>
                <c:pt idx="3265">
                  <c:v>0.65319999999996103</c:v>
                </c:pt>
                <c:pt idx="3266">
                  <c:v>0.65339999999996101</c:v>
                </c:pt>
                <c:pt idx="3267">
                  <c:v>0.65359999999996099</c:v>
                </c:pt>
                <c:pt idx="3268">
                  <c:v>0.65379999999996097</c:v>
                </c:pt>
                <c:pt idx="3269">
                  <c:v>0.65399999999996095</c:v>
                </c:pt>
                <c:pt idx="3270">
                  <c:v>0.65419999999996103</c:v>
                </c:pt>
                <c:pt idx="3271">
                  <c:v>0.65439999999996101</c:v>
                </c:pt>
                <c:pt idx="3272">
                  <c:v>0.65459999999996099</c:v>
                </c:pt>
                <c:pt idx="3273">
                  <c:v>0.65479999999996097</c:v>
                </c:pt>
                <c:pt idx="3274">
                  <c:v>0.65499999999996095</c:v>
                </c:pt>
                <c:pt idx="3275">
                  <c:v>0.65519999999996004</c:v>
                </c:pt>
                <c:pt idx="3276">
                  <c:v>0.65539999999996001</c:v>
                </c:pt>
                <c:pt idx="3277">
                  <c:v>0.65559999999995999</c:v>
                </c:pt>
                <c:pt idx="3278">
                  <c:v>0.65579999999995997</c:v>
                </c:pt>
                <c:pt idx="3279">
                  <c:v>0.65599999999995995</c:v>
                </c:pt>
                <c:pt idx="3280">
                  <c:v>0.65619999999996004</c:v>
                </c:pt>
                <c:pt idx="3281">
                  <c:v>0.65639999999996002</c:v>
                </c:pt>
                <c:pt idx="3282">
                  <c:v>0.65659999999995999</c:v>
                </c:pt>
                <c:pt idx="3283">
                  <c:v>0.65679999999995997</c:v>
                </c:pt>
                <c:pt idx="3284">
                  <c:v>0.65699999999995995</c:v>
                </c:pt>
                <c:pt idx="3285">
                  <c:v>0.65719999999996004</c:v>
                </c:pt>
                <c:pt idx="3286">
                  <c:v>0.65739999999996002</c:v>
                </c:pt>
                <c:pt idx="3287">
                  <c:v>0.65759999999995999</c:v>
                </c:pt>
                <c:pt idx="3288">
                  <c:v>0.65779999999995997</c:v>
                </c:pt>
                <c:pt idx="3289">
                  <c:v>0.65799999999995995</c:v>
                </c:pt>
                <c:pt idx="3290">
                  <c:v>0.65819999999996004</c:v>
                </c:pt>
                <c:pt idx="3291">
                  <c:v>0.65839999999996002</c:v>
                </c:pt>
                <c:pt idx="3292">
                  <c:v>0.65859999999996</c:v>
                </c:pt>
                <c:pt idx="3293">
                  <c:v>0.65879999999995997</c:v>
                </c:pt>
                <c:pt idx="3294">
                  <c:v>0.65899999999995995</c:v>
                </c:pt>
                <c:pt idx="3295">
                  <c:v>0.65919999999996004</c:v>
                </c:pt>
                <c:pt idx="3296">
                  <c:v>0.65939999999996002</c:v>
                </c:pt>
                <c:pt idx="3297">
                  <c:v>0.65959999999996</c:v>
                </c:pt>
                <c:pt idx="3298">
                  <c:v>0.65979999999995997</c:v>
                </c:pt>
                <c:pt idx="3299">
                  <c:v>0.65999999999995995</c:v>
                </c:pt>
                <c:pt idx="3300">
                  <c:v>0.66019999999996004</c:v>
                </c:pt>
                <c:pt idx="3301">
                  <c:v>0.66039999999996002</c:v>
                </c:pt>
                <c:pt idx="3302">
                  <c:v>0.66059999999996</c:v>
                </c:pt>
                <c:pt idx="3303">
                  <c:v>0.66079999999995997</c:v>
                </c:pt>
                <c:pt idx="3304">
                  <c:v>0.66099999999995995</c:v>
                </c:pt>
                <c:pt idx="3305">
                  <c:v>0.66119999999996004</c:v>
                </c:pt>
                <c:pt idx="3306">
                  <c:v>0.66139999999996002</c:v>
                </c:pt>
                <c:pt idx="3307">
                  <c:v>0.66159999999996</c:v>
                </c:pt>
                <c:pt idx="3308">
                  <c:v>0.66179999999995998</c:v>
                </c:pt>
                <c:pt idx="3309">
                  <c:v>0.66199999999995995</c:v>
                </c:pt>
                <c:pt idx="3310">
                  <c:v>0.66219999999996004</c:v>
                </c:pt>
                <c:pt idx="3311">
                  <c:v>0.66239999999996002</c:v>
                </c:pt>
                <c:pt idx="3312">
                  <c:v>0.66259999999996</c:v>
                </c:pt>
                <c:pt idx="3313">
                  <c:v>0.66279999999995998</c:v>
                </c:pt>
                <c:pt idx="3314">
                  <c:v>0.66299999999995995</c:v>
                </c:pt>
                <c:pt idx="3315">
                  <c:v>0.66319999999996004</c:v>
                </c:pt>
                <c:pt idx="3316">
                  <c:v>0.66339999999996002</c:v>
                </c:pt>
                <c:pt idx="3317">
                  <c:v>0.66359999999996</c:v>
                </c:pt>
                <c:pt idx="3318">
                  <c:v>0.66379999999995998</c:v>
                </c:pt>
                <c:pt idx="3319">
                  <c:v>0.66399999999995996</c:v>
                </c:pt>
                <c:pt idx="3320">
                  <c:v>0.66419999999995905</c:v>
                </c:pt>
                <c:pt idx="3321">
                  <c:v>0.66439999999995902</c:v>
                </c:pt>
                <c:pt idx="3322">
                  <c:v>0.664599999999959</c:v>
                </c:pt>
                <c:pt idx="3323">
                  <c:v>0.66479999999995898</c:v>
                </c:pt>
                <c:pt idx="3324">
                  <c:v>0.66499999999995896</c:v>
                </c:pt>
                <c:pt idx="3325">
                  <c:v>0.66519999999995905</c:v>
                </c:pt>
                <c:pt idx="3326">
                  <c:v>0.66539999999995902</c:v>
                </c:pt>
                <c:pt idx="3327">
                  <c:v>0.665599999999959</c:v>
                </c:pt>
                <c:pt idx="3328">
                  <c:v>0.66579999999995898</c:v>
                </c:pt>
                <c:pt idx="3329">
                  <c:v>0.66599999999995896</c:v>
                </c:pt>
                <c:pt idx="3330">
                  <c:v>0.66619999999995905</c:v>
                </c:pt>
                <c:pt idx="3331">
                  <c:v>0.66639999999995903</c:v>
                </c:pt>
                <c:pt idx="3332">
                  <c:v>0.666599999999959</c:v>
                </c:pt>
                <c:pt idx="3333">
                  <c:v>0.66679999999995898</c:v>
                </c:pt>
                <c:pt idx="3334">
                  <c:v>0.66699999999995896</c:v>
                </c:pt>
                <c:pt idx="3335">
                  <c:v>0.66719999999995905</c:v>
                </c:pt>
                <c:pt idx="3336">
                  <c:v>0.66739999999995903</c:v>
                </c:pt>
                <c:pt idx="3337">
                  <c:v>0.667599999999959</c:v>
                </c:pt>
                <c:pt idx="3338">
                  <c:v>0.66779999999995898</c:v>
                </c:pt>
                <c:pt idx="3339">
                  <c:v>0.66799999999995896</c:v>
                </c:pt>
                <c:pt idx="3340">
                  <c:v>0.66819999999995905</c:v>
                </c:pt>
                <c:pt idx="3341">
                  <c:v>0.66839999999995903</c:v>
                </c:pt>
                <c:pt idx="3342">
                  <c:v>0.668599999999959</c:v>
                </c:pt>
                <c:pt idx="3343">
                  <c:v>0.66879999999995898</c:v>
                </c:pt>
                <c:pt idx="3344">
                  <c:v>0.66899999999995896</c:v>
                </c:pt>
                <c:pt idx="3345">
                  <c:v>0.66919999999995905</c:v>
                </c:pt>
                <c:pt idx="3346">
                  <c:v>0.66939999999995903</c:v>
                </c:pt>
                <c:pt idx="3347">
                  <c:v>0.66959999999995901</c:v>
                </c:pt>
                <c:pt idx="3348">
                  <c:v>0.66979999999995898</c:v>
                </c:pt>
                <c:pt idx="3349">
                  <c:v>0.66999999999995896</c:v>
                </c:pt>
                <c:pt idx="3350">
                  <c:v>0.67019999999995905</c:v>
                </c:pt>
                <c:pt idx="3351">
                  <c:v>0.67039999999995903</c:v>
                </c:pt>
                <c:pt idx="3352">
                  <c:v>0.67059999999995901</c:v>
                </c:pt>
                <c:pt idx="3353">
                  <c:v>0.67079999999995898</c:v>
                </c:pt>
                <c:pt idx="3354">
                  <c:v>0.67099999999995896</c:v>
                </c:pt>
                <c:pt idx="3355">
                  <c:v>0.67119999999995905</c:v>
                </c:pt>
                <c:pt idx="3356">
                  <c:v>0.67139999999995903</c:v>
                </c:pt>
                <c:pt idx="3357">
                  <c:v>0.67159999999995901</c:v>
                </c:pt>
                <c:pt idx="3358">
                  <c:v>0.67179999999995899</c:v>
                </c:pt>
                <c:pt idx="3359">
                  <c:v>0.67199999999995896</c:v>
                </c:pt>
                <c:pt idx="3360">
                  <c:v>0.67219999999995905</c:v>
                </c:pt>
                <c:pt idx="3361">
                  <c:v>0.67239999999995903</c:v>
                </c:pt>
                <c:pt idx="3362">
                  <c:v>0.67259999999995901</c:v>
                </c:pt>
                <c:pt idx="3363">
                  <c:v>0.67279999999995899</c:v>
                </c:pt>
                <c:pt idx="3364">
                  <c:v>0.67299999999995896</c:v>
                </c:pt>
                <c:pt idx="3365">
                  <c:v>0.67319999999995805</c:v>
                </c:pt>
                <c:pt idx="3366">
                  <c:v>0.67339999999995803</c:v>
                </c:pt>
                <c:pt idx="3367">
                  <c:v>0.67359999999995801</c:v>
                </c:pt>
                <c:pt idx="3368">
                  <c:v>0.67379999999995799</c:v>
                </c:pt>
                <c:pt idx="3369">
                  <c:v>0.67399999999995797</c:v>
                </c:pt>
                <c:pt idx="3370">
                  <c:v>0.67419999999995806</c:v>
                </c:pt>
                <c:pt idx="3371">
                  <c:v>0.67439999999995803</c:v>
                </c:pt>
                <c:pt idx="3372">
                  <c:v>0.67459999999995801</c:v>
                </c:pt>
                <c:pt idx="3373">
                  <c:v>0.67479999999995799</c:v>
                </c:pt>
                <c:pt idx="3374">
                  <c:v>0.67499999999995797</c:v>
                </c:pt>
                <c:pt idx="3375">
                  <c:v>0.67519999999995794</c:v>
                </c:pt>
                <c:pt idx="3376">
                  <c:v>0.67539999999995803</c:v>
                </c:pt>
                <c:pt idx="3377">
                  <c:v>0.67559999999995801</c:v>
                </c:pt>
                <c:pt idx="3378">
                  <c:v>0.67579999999995799</c:v>
                </c:pt>
                <c:pt idx="3379">
                  <c:v>0.67599999999995797</c:v>
                </c:pt>
                <c:pt idx="3380">
                  <c:v>0.67619999999995795</c:v>
                </c:pt>
                <c:pt idx="3381">
                  <c:v>0.67639999999995803</c:v>
                </c:pt>
                <c:pt idx="3382">
                  <c:v>0.67659999999995801</c:v>
                </c:pt>
                <c:pt idx="3383">
                  <c:v>0.67679999999995799</c:v>
                </c:pt>
                <c:pt idx="3384">
                  <c:v>0.67699999999995797</c:v>
                </c:pt>
                <c:pt idx="3385">
                  <c:v>0.67719999999995795</c:v>
                </c:pt>
                <c:pt idx="3386">
                  <c:v>0.67739999999995804</c:v>
                </c:pt>
                <c:pt idx="3387">
                  <c:v>0.67759999999995801</c:v>
                </c:pt>
                <c:pt idx="3388">
                  <c:v>0.67779999999995799</c:v>
                </c:pt>
                <c:pt idx="3389">
                  <c:v>0.67799999999995797</c:v>
                </c:pt>
                <c:pt idx="3390">
                  <c:v>0.67819999999995795</c:v>
                </c:pt>
                <c:pt idx="3391">
                  <c:v>0.67839999999995804</c:v>
                </c:pt>
                <c:pt idx="3392">
                  <c:v>0.67859999999995801</c:v>
                </c:pt>
                <c:pt idx="3393">
                  <c:v>0.67879999999995799</c:v>
                </c:pt>
                <c:pt idx="3394">
                  <c:v>0.67899999999995797</c:v>
                </c:pt>
                <c:pt idx="3395">
                  <c:v>0.67919999999995795</c:v>
                </c:pt>
                <c:pt idx="3396">
                  <c:v>0.67939999999995804</c:v>
                </c:pt>
                <c:pt idx="3397">
                  <c:v>0.67959999999995802</c:v>
                </c:pt>
                <c:pt idx="3398">
                  <c:v>0.67979999999995799</c:v>
                </c:pt>
                <c:pt idx="3399">
                  <c:v>0.67999999999995797</c:v>
                </c:pt>
                <c:pt idx="3400">
                  <c:v>0.68019999999995795</c:v>
                </c:pt>
                <c:pt idx="3401">
                  <c:v>0.68039999999995804</c:v>
                </c:pt>
                <c:pt idx="3402">
                  <c:v>0.68059999999995802</c:v>
                </c:pt>
                <c:pt idx="3403">
                  <c:v>0.68079999999995799</c:v>
                </c:pt>
                <c:pt idx="3404">
                  <c:v>0.68099999999995797</c:v>
                </c:pt>
                <c:pt idx="3405">
                  <c:v>0.68119999999995795</c:v>
                </c:pt>
                <c:pt idx="3406">
                  <c:v>0.68139999999995804</c:v>
                </c:pt>
                <c:pt idx="3407">
                  <c:v>0.68159999999995802</c:v>
                </c:pt>
                <c:pt idx="3408">
                  <c:v>0.681799999999958</c:v>
                </c:pt>
                <c:pt idx="3409">
                  <c:v>0.68199999999995797</c:v>
                </c:pt>
                <c:pt idx="3410">
                  <c:v>0.68219999999995795</c:v>
                </c:pt>
                <c:pt idx="3411">
                  <c:v>0.68239999999995704</c:v>
                </c:pt>
                <c:pt idx="3412">
                  <c:v>0.68259999999995702</c:v>
                </c:pt>
                <c:pt idx="3413">
                  <c:v>0.682799999999957</c:v>
                </c:pt>
                <c:pt idx="3414">
                  <c:v>0.68299999999995697</c:v>
                </c:pt>
                <c:pt idx="3415">
                  <c:v>0.68319999999995695</c:v>
                </c:pt>
                <c:pt idx="3416">
                  <c:v>0.68339999999995704</c:v>
                </c:pt>
                <c:pt idx="3417">
                  <c:v>0.68359999999995702</c:v>
                </c:pt>
                <c:pt idx="3418">
                  <c:v>0.683799999999957</c:v>
                </c:pt>
                <c:pt idx="3419">
                  <c:v>0.68399999999995698</c:v>
                </c:pt>
                <c:pt idx="3420">
                  <c:v>0.68419999999995695</c:v>
                </c:pt>
                <c:pt idx="3421">
                  <c:v>0.68439999999995704</c:v>
                </c:pt>
                <c:pt idx="3422">
                  <c:v>0.68459999999995702</c:v>
                </c:pt>
                <c:pt idx="3423">
                  <c:v>0.684799999999957</c:v>
                </c:pt>
                <c:pt idx="3424">
                  <c:v>0.68499999999995698</c:v>
                </c:pt>
                <c:pt idx="3425">
                  <c:v>0.68519999999995695</c:v>
                </c:pt>
                <c:pt idx="3426">
                  <c:v>0.68539999999995704</c:v>
                </c:pt>
                <c:pt idx="3427">
                  <c:v>0.68559999999995702</c:v>
                </c:pt>
                <c:pt idx="3428">
                  <c:v>0.685799999999957</c:v>
                </c:pt>
                <c:pt idx="3429">
                  <c:v>0.68599999999995698</c:v>
                </c:pt>
                <c:pt idx="3430">
                  <c:v>0.68619999999995696</c:v>
                </c:pt>
                <c:pt idx="3431">
                  <c:v>0.68639999999995704</c:v>
                </c:pt>
                <c:pt idx="3432">
                  <c:v>0.68659999999995702</c:v>
                </c:pt>
                <c:pt idx="3433">
                  <c:v>0.686799999999957</c:v>
                </c:pt>
                <c:pt idx="3434">
                  <c:v>0.68699999999995698</c:v>
                </c:pt>
                <c:pt idx="3435">
                  <c:v>0.68719999999995696</c:v>
                </c:pt>
                <c:pt idx="3436">
                  <c:v>0.68739999999995705</c:v>
                </c:pt>
                <c:pt idx="3437">
                  <c:v>0.68759999999995702</c:v>
                </c:pt>
                <c:pt idx="3438">
                  <c:v>0.687799999999957</c:v>
                </c:pt>
                <c:pt idx="3439">
                  <c:v>0.68799999999995698</c:v>
                </c:pt>
                <c:pt idx="3440">
                  <c:v>0.68819999999995696</c:v>
                </c:pt>
                <c:pt idx="3441">
                  <c:v>0.68839999999995705</c:v>
                </c:pt>
                <c:pt idx="3442">
                  <c:v>0.68859999999995702</c:v>
                </c:pt>
                <c:pt idx="3443">
                  <c:v>0.688799999999957</c:v>
                </c:pt>
                <c:pt idx="3444">
                  <c:v>0.68899999999995698</c:v>
                </c:pt>
                <c:pt idx="3445">
                  <c:v>0.68919999999995696</c:v>
                </c:pt>
                <c:pt idx="3446">
                  <c:v>0.68939999999995705</c:v>
                </c:pt>
                <c:pt idx="3447">
                  <c:v>0.68959999999995703</c:v>
                </c:pt>
                <c:pt idx="3448">
                  <c:v>0.689799999999957</c:v>
                </c:pt>
                <c:pt idx="3449">
                  <c:v>0.68999999999995698</c:v>
                </c:pt>
                <c:pt idx="3450">
                  <c:v>0.69019999999995696</c:v>
                </c:pt>
                <c:pt idx="3451">
                  <c:v>0.69039999999995705</c:v>
                </c:pt>
                <c:pt idx="3452">
                  <c:v>0.69059999999995703</c:v>
                </c:pt>
                <c:pt idx="3453">
                  <c:v>0.690799999999957</c:v>
                </c:pt>
                <c:pt idx="3454">
                  <c:v>0.69099999999995698</c:v>
                </c:pt>
                <c:pt idx="3455">
                  <c:v>0.69119999999995696</c:v>
                </c:pt>
                <c:pt idx="3456">
                  <c:v>0.69139999999995605</c:v>
                </c:pt>
                <c:pt idx="3457">
                  <c:v>0.69159999999995603</c:v>
                </c:pt>
                <c:pt idx="3458">
                  <c:v>0.69179999999995601</c:v>
                </c:pt>
                <c:pt idx="3459">
                  <c:v>0.69199999999995598</c:v>
                </c:pt>
                <c:pt idx="3460">
                  <c:v>0.69219999999995596</c:v>
                </c:pt>
                <c:pt idx="3461">
                  <c:v>0.69239999999995605</c:v>
                </c:pt>
                <c:pt idx="3462">
                  <c:v>0.69259999999995603</c:v>
                </c:pt>
                <c:pt idx="3463">
                  <c:v>0.69279999999995601</c:v>
                </c:pt>
                <c:pt idx="3464">
                  <c:v>0.69299999999995598</c:v>
                </c:pt>
                <c:pt idx="3465">
                  <c:v>0.69319999999995596</c:v>
                </c:pt>
                <c:pt idx="3466">
                  <c:v>0.69339999999995605</c:v>
                </c:pt>
                <c:pt idx="3467">
                  <c:v>0.69359999999995603</c:v>
                </c:pt>
                <c:pt idx="3468">
                  <c:v>0.69379999999995601</c:v>
                </c:pt>
                <c:pt idx="3469">
                  <c:v>0.69399999999995599</c:v>
                </c:pt>
                <c:pt idx="3470">
                  <c:v>0.69419999999995596</c:v>
                </c:pt>
                <c:pt idx="3471">
                  <c:v>0.69439999999995605</c:v>
                </c:pt>
                <c:pt idx="3472">
                  <c:v>0.69459999999995603</c:v>
                </c:pt>
                <c:pt idx="3473">
                  <c:v>0.69479999999995601</c:v>
                </c:pt>
                <c:pt idx="3474">
                  <c:v>0.69499999999995599</c:v>
                </c:pt>
                <c:pt idx="3475">
                  <c:v>0.69519999999995596</c:v>
                </c:pt>
                <c:pt idx="3476">
                  <c:v>0.69539999999995605</c:v>
                </c:pt>
                <c:pt idx="3477">
                  <c:v>0.69559999999995603</c:v>
                </c:pt>
                <c:pt idx="3478">
                  <c:v>0.69579999999995601</c:v>
                </c:pt>
                <c:pt idx="3479">
                  <c:v>0.69599999999995599</c:v>
                </c:pt>
                <c:pt idx="3480">
                  <c:v>0.69619999999995597</c:v>
                </c:pt>
                <c:pt idx="3481">
                  <c:v>0.69639999999995605</c:v>
                </c:pt>
                <c:pt idx="3482">
                  <c:v>0.69659999999995603</c:v>
                </c:pt>
                <c:pt idx="3483">
                  <c:v>0.69679999999995601</c:v>
                </c:pt>
                <c:pt idx="3484">
                  <c:v>0.69699999999995599</c:v>
                </c:pt>
                <c:pt idx="3485">
                  <c:v>0.69719999999995597</c:v>
                </c:pt>
                <c:pt idx="3486">
                  <c:v>0.69739999999995606</c:v>
                </c:pt>
                <c:pt idx="3487">
                  <c:v>0.69759999999995603</c:v>
                </c:pt>
                <c:pt idx="3488">
                  <c:v>0.69779999999995601</c:v>
                </c:pt>
                <c:pt idx="3489">
                  <c:v>0.69799999999995599</c:v>
                </c:pt>
                <c:pt idx="3490">
                  <c:v>0.69819999999995597</c:v>
                </c:pt>
                <c:pt idx="3491">
                  <c:v>0.69839999999995594</c:v>
                </c:pt>
                <c:pt idx="3492">
                  <c:v>0.69859999999995603</c:v>
                </c:pt>
                <c:pt idx="3493">
                  <c:v>0.69879999999995601</c:v>
                </c:pt>
                <c:pt idx="3494">
                  <c:v>0.69899999999995599</c:v>
                </c:pt>
                <c:pt idx="3495">
                  <c:v>0.69919999999995597</c:v>
                </c:pt>
                <c:pt idx="3496">
                  <c:v>0.69939999999995595</c:v>
                </c:pt>
                <c:pt idx="3497">
                  <c:v>0.69959999999995603</c:v>
                </c:pt>
                <c:pt idx="3498">
                  <c:v>0.69979999999995601</c:v>
                </c:pt>
                <c:pt idx="3499">
                  <c:v>0.69999999999995599</c:v>
                </c:pt>
                <c:pt idx="3500">
                  <c:v>0.70019999999995597</c:v>
                </c:pt>
                <c:pt idx="3501">
                  <c:v>0.70039999999995595</c:v>
                </c:pt>
                <c:pt idx="3502">
                  <c:v>0.70059999999995504</c:v>
                </c:pt>
                <c:pt idx="3503">
                  <c:v>0.70079999999995501</c:v>
                </c:pt>
                <c:pt idx="3504">
                  <c:v>0.70099999999995499</c:v>
                </c:pt>
                <c:pt idx="3505">
                  <c:v>0.70119999999995497</c:v>
                </c:pt>
                <c:pt idx="3506">
                  <c:v>0.70139999999995495</c:v>
                </c:pt>
                <c:pt idx="3507">
                  <c:v>0.70159999999995504</c:v>
                </c:pt>
                <c:pt idx="3508">
                  <c:v>0.70179999999995502</c:v>
                </c:pt>
                <c:pt idx="3509">
                  <c:v>0.70199999999995499</c:v>
                </c:pt>
                <c:pt idx="3510">
                  <c:v>0.70219999999995497</c:v>
                </c:pt>
                <c:pt idx="3511">
                  <c:v>0.70239999999995495</c:v>
                </c:pt>
                <c:pt idx="3512">
                  <c:v>0.70259999999995504</c:v>
                </c:pt>
                <c:pt idx="3513">
                  <c:v>0.70279999999995502</c:v>
                </c:pt>
                <c:pt idx="3514">
                  <c:v>0.70299999999995499</c:v>
                </c:pt>
                <c:pt idx="3515">
                  <c:v>0.70319999999995497</c:v>
                </c:pt>
                <c:pt idx="3516">
                  <c:v>0.70339999999995495</c:v>
                </c:pt>
                <c:pt idx="3517">
                  <c:v>0.70359999999995504</c:v>
                </c:pt>
                <c:pt idx="3518">
                  <c:v>0.70379999999995502</c:v>
                </c:pt>
                <c:pt idx="3519">
                  <c:v>0.703999999999955</c:v>
                </c:pt>
                <c:pt idx="3520">
                  <c:v>0.70419999999995497</c:v>
                </c:pt>
                <c:pt idx="3521">
                  <c:v>0.70439999999995495</c:v>
                </c:pt>
                <c:pt idx="3522">
                  <c:v>0.70459999999995504</c:v>
                </c:pt>
                <c:pt idx="3523">
                  <c:v>0.70479999999995502</c:v>
                </c:pt>
                <c:pt idx="3524">
                  <c:v>0.704999999999955</c:v>
                </c:pt>
                <c:pt idx="3525">
                  <c:v>0.70519999999995497</c:v>
                </c:pt>
                <c:pt idx="3526">
                  <c:v>0.70539999999995495</c:v>
                </c:pt>
                <c:pt idx="3527">
                  <c:v>0.70559999999995504</c:v>
                </c:pt>
                <c:pt idx="3528">
                  <c:v>0.70579999999995502</c:v>
                </c:pt>
                <c:pt idx="3529">
                  <c:v>0.705999999999955</c:v>
                </c:pt>
                <c:pt idx="3530">
                  <c:v>0.70619999999995497</c:v>
                </c:pt>
                <c:pt idx="3531">
                  <c:v>0.70639999999995495</c:v>
                </c:pt>
                <c:pt idx="3532">
                  <c:v>0.70659999999995504</c:v>
                </c:pt>
                <c:pt idx="3533">
                  <c:v>0.70679999999995502</c:v>
                </c:pt>
                <c:pt idx="3534">
                  <c:v>0.706999999999955</c:v>
                </c:pt>
                <c:pt idx="3535">
                  <c:v>0.70719999999995498</c:v>
                </c:pt>
                <c:pt idx="3536">
                  <c:v>0.70739999999995495</c:v>
                </c:pt>
                <c:pt idx="3537">
                  <c:v>0.70759999999995504</c:v>
                </c:pt>
                <c:pt idx="3538">
                  <c:v>0.70779999999995502</c:v>
                </c:pt>
                <c:pt idx="3539">
                  <c:v>0.707999999999955</c:v>
                </c:pt>
                <c:pt idx="3540">
                  <c:v>0.70819999999995498</c:v>
                </c:pt>
                <c:pt idx="3541">
                  <c:v>0.70839999999995495</c:v>
                </c:pt>
                <c:pt idx="3542">
                  <c:v>0.70859999999995504</c:v>
                </c:pt>
                <c:pt idx="3543">
                  <c:v>0.70879999999995502</c:v>
                </c:pt>
                <c:pt idx="3544">
                  <c:v>0.708999999999955</c:v>
                </c:pt>
                <c:pt idx="3545">
                  <c:v>0.70919999999995498</c:v>
                </c:pt>
                <c:pt idx="3546">
                  <c:v>0.70939999999995496</c:v>
                </c:pt>
                <c:pt idx="3547">
                  <c:v>0.70959999999995405</c:v>
                </c:pt>
                <c:pt idx="3548">
                  <c:v>0.70979999999995402</c:v>
                </c:pt>
                <c:pt idx="3549">
                  <c:v>0.709999999999954</c:v>
                </c:pt>
                <c:pt idx="3550">
                  <c:v>0.71019999999995398</c:v>
                </c:pt>
                <c:pt idx="3551">
                  <c:v>0.71039999999995396</c:v>
                </c:pt>
                <c:pt idx="3552">
                  <c:v>0.71059999999995405</c:v>
                </c:pt>
                <c:pt idx="3553">
                  <c:v>0.71079999999995402</c:v>
                </c:pt>
                <c:pt idx="3554">
                  <c:v>0.710999999999954</c:v>
                </c:pt>
                <c:pt idx="3555">
                  <c:v>0.71119999999995398</c:v>
                </c:pt>
                <c:pt idx="3556">
                  <c:v>0.71139999999995396</c:v>
                </c:pt>
                <c:pt idx="3557">
                  <c:v>0.71159999999995405</c:v>
                </c:pt>
                <c:pt idx="3558">
                  <c:v>0.71179999999995403</c:v>
                </c:pt>
                <c:pt idx="3559">
                  <c:v>0.711999999999954</c:v>
                </c:pt>
                <c:pt idx="3560">
                  <c:v>0.71219999999995398</c:v>
                </c:pt>
                <c:pt idx="3561">
                  <c:v>0.71239999999995396</c:v>
                </c:pt>
                <c:pt idx="3562">
                  <c:v>0.71259999999995405</c:v>
                </c:pt>
                <c:pt idx="3563">
                  <c:v>0.71279999999995403</c:v>
                </c:pt>
                <c:pt idx="3564">
                  <c:v>0.712999999999954</c:v>
                </c:pt>
                <c:pt idx="3565">
                  <c:v>0.71319999999995398</c:v>
                </c:pt>
                <c:pt idx="3566">
                  <c:v>0.71339999999995396</c:v>
                </c:pt>
                <c:pt idx="3567">
                  <c:v>0.71359999999995405</c:v>
                </c:pt>
                <c:pt idx="3568">
                  <c:v>0.71379999999995403</c:v>
                </c:pt>
                <c:pt idx="3569">
                  <c:v>0.713999999999954</c:v>
                </c:pt>
                <c:pt idx="3570">
                  <c:v>0.71419999999995398</c:v>
                </c:pt>
                <c:pt idx="3571">
                  <c:v>0.71439999999995396</c:v>
                </c:pt>
                <c:pt idx="3572">
                  <c:v>0.71459999999995405</c:v>
                </c:pt>
                <c:pt idx="3573">
                  <c:v>0.71479999999995403</c:v>
                </c:pt>
                <c:pt idx="3574">
                  <c:v>0.71499999999995401</c:v>
                </c:pt>
                <c:pt idx="3575">
                  <c:v>0.71519999999995398</c:v>
                </c:pt>
                <c:pt idx="3576">
                  <c:v>0.71539999999995396</c:v>
                </c:pt>
                <c:pt idx="3577">
                  <c:v>0.71559999999995405</c:v>
                </c:pt>
                <c:pt idx="3578">
                  <c:v>0.71579999999995403</c:v>
                </c:pt>
                <c:pt idx="3579">
                  <c:v>0.71599999999995401</c:v>
                </c:pt>
                <c:pt idx="3580">
                  <c:v>0.71619999999995398</c:v>
                </c:pt>
                <c:pt idx="3581">
                  <c:v>0.71639999999995396</c:v>
                </c:pt>
                <c:pt idx="3582">
                  <c:v>0.71659999999995405</c:v>
                </c:pt>
                <c:pt idx="3583">
                  <c:v>0.71679999999995403</c:v>
                </c:pt>
                <c:pt idx="3584">
                  <c:v>0.71699999999995401</c:v>
                </c:pt>
                <c:pt idx="3585">
                  <c:v>0.71719999999995399</c:v>
                </c:pt>
                <c:pt idx="3586">
                  <c:v>0.71739999999995396</c:v>
                </c:pt>
                <c:pt idx="3587">
                  <c:v>0.71759999999995405</c:v>
                </c:pt>
                <c:pt idx="3588">
                  <c:v>0.71779999999995403</c:v>
                </c:pt>
                <c:pt idx="3589">
                  <c:v>0.71799999999995401</c:v>
                </c:pt>
                <c:pt idx="3590">
                  <c:v>0.71819999999995399</c:v>
                </c:pt>
                <c:pt idx="3591">
                  <c:v>0.71839999999995396</c:v>
                </c:pt>
                <c:pt idx="3592">
                  <c:v>0.71859999999995305</c:v>
                </c:pt>
                <c:pt idx="3593">
                  <c:v>0.71879999999995303</c:v>
                </c:pt>
                <c:pt idx="3594">
                  <c:v>0.71899999999995301</c:v>
                </c:pt>
                <c:pt idx="3595">
                  <c:v>0.71919999999995299</c:v>
                </c:pt>
                <c:pt idx="3596">
                  <c:v>0.71939999999995297</c:v>
                </c:pt>
                <c:pt idx="3597">
                  <c:v>0.71959999999995305</c:v>
                </c:pt>
                <c:pt idx="3598">
                  <c:v>0.71979999999995303</c:v>
                </c:pt>
                <c:pt idx="3599">
                  <c:v>0.71999999999995301</c:v>
                </c:pt>
                <c:pt idx="3600">
                  <c:v>0.72019999999995299</c:v>
                </c:pt>
                <c:pt idx="3601">
                  <c:v>0.72039999999995297</c:v>
                </c:pt>
                <c:pt idx="3602">
                  <c:v>0.72059999999995294</c:v>
                </c:pt>
                <c:pt idx="3603">
                  <c:v>0.72079999999995303</c:v>
                </c:pt>
                <c:pt idx="3604">
                  <c:v>0.72099999999995301</c:v>
                </c:pt>
                <c:pt idx="3605">
                  <c:v>0.72119999999995299</c:v>
                </c:pt>
                <c:pt idx="3606">
                  <c:v>0.72139999999995297</c:v>
                </c:pt>
                <c:pt idx="3607">
                  <c:v>0.72159999999995295</c:v>
                </c:pt>
                <c:pt idx="3608">
                  <c:v>0.72179999999995303</c:v>
                </c:pt>
                <c:pt idx="3609">
                  <c:v>0.72199999999995301</c:v>
                </c:pt>
                <c:pt idx="3610">
                  <c:v>0.72219999999995299</c:v>
                </c:pt>
                <c:pt idx="3611">
                  <c:v>0.72239999999995297</c:v>
                </c:pt>
                <c:pt idx="3612">
                  <c:v>0.72259999999995295</c:v>
                </c:pt>
                <c:pt idx="3613">
                  <c:v>0.72279999999995304</c:v>
                </c:pt>
                <c:pt idx="3614">
                  <c:v>0.72299999999995301</c:v>
                </c:pt>
                <c:pt idx="3615">
                  <c:v>0.72319999999995299</c:v>
                </c:pt>
                <c:pt idx="3616">
                  <c:v>0.72339999999995297</c:v>
                </c:pt>
                <c:pt idx="3617">
                  <c:v>0.72359999999995295</c:v>
                </c:pt>
                <c:pt idx="3618">
                  <c:v>0.72379999999995304</c:v>
                </c:pt>
                <c:pt idx="3619">
                  <c:v>0.72399999999995301</c:v>
                </c:pt>
                <c:pt idx="3620">
                  <c:v>0.72419999999995299</c:v>
                </c:pt>
                <c:pt idx="3621">
                  <c:v>0.72439999999995297</c:v>
                </c:pt>
                <c:pt idx="3622">
                  <c:v>0.72459999999995295</c:v>
                </c:pt>
                <c:pt idx="3623">
                  <c:v>0.72479999999995304</c:v>
                </c:pt>
                <c:pt idx="3624">
                  <c:v>0.72499999999995302</c:v>
                </c:pt>
                <c:pt idx="3625">
                  <c:v>0.72519999999995299</c:v>
                </c:pt>
                <c:pt idx="3626">
                  <c:v>0.72539999999995297</c:v>
                </c:pt>
                <c:pt idx="3627">
                  <c:v>0.72559999999995295</c:v>
                </c:pt>
                <c:pt idx="3628">
                  <c:v>0.72579999999995304</c:v>
                </c:pt>
                <c:pt idx="3629">
                  <c:v>0.72599999999995302</c:v>
                </c:pt>
                <c:pt idx="3630">
                  <c:v>0.72619999999995299</c:v>
                </c:pt>
                <c:pt idx="3631">
                  <c:v>0.72639999999995297</c:v>
                </c:pt>
                <c:pt idx="3632">
                  <c:v>0.72659999999995295</c:v>
                </c:pt>
                <c:pt idx="3633">
                  <c:v>0.72679999999995304</c:v>
                </c:pt>
                <c:pt idx="3634">
                  <c:v>0.72699999999995302</c:v>
                </c:pt>
                <c:pt idx="3635">
                  <c:v>0.727199999999953</c:v>
                </c:pt>
                <c:pt idx="3636">
                  <c:v>0.72739999999995297</c:v>
                </c:pt>
                <c:pt idx="3637">
                  <c:v>0.72759999999995295</c:v>
                </c:pt>
                <c:pt idx="3638">
                  <c:v>0.72779999999995204</c:v>
                </c:pt>
                <c:pt idx="3639">
                  <c:v>0.72799999999995202</c:v>
                </c:pt>
                <c:pt idx="3640">
                  <c:v>0.728199999999952</c:v>
                </c:pt>
                <c:pt idx="3641">
                  <c:v>0.72839999999995197</c:v>
                </c:pt>
                <c:pt idx="3642">
                  <c:v>0.72859999999995195</c:v>
                </c:pt>
                <c:pt idx="3643">
                  <c:v>0.72879999999995204</c:v>
                </c:pt>
                <c:pt idx="3644">
                  <c:v>0.72899999999995202</c:v>
                </c:pt>
                <c:pt idx="3645">
                  <c:v>0.729199999999952</c:v>
                </c:pt>
                <c:pt idx="3646">
                  <c:v>0.72939999999995198</c:v>
                </c:pt>
                <c:pt idx="3647">
                  <c:v>0.72959999999995195</c:v>
                </c:pt>
                <c:pt idx="3648">
                  <c:v>0.72979999999995204</c:v>
                </c:pt>
                <c:pt idx="3649">
                  <c:v>0.72999999999995202</c:v>
                </c:pt>
                <c:pt idx="3650">
                  <c:v>0.730199999999952</c:v>
                </c:pt>
                <c:pt idx="3651">
                  <c:v>0.73039999999995198</c:v>
                </c:pt>
                <c:pt idx="3652">
                  <c:v>0.73059999999995195</c:v>
                </c:pt>
                <c:pt idx="3653">
                  <c:v>0.73079999999995204</c:v>
                </c:pt>
                <c:pt idx="3654">
                  <c:v>0.73099999999995202</c:v>
                </c:pt>
                <c:pt idx="3655">
                  <c:v>0.731199999999952</c:v>
                </c:pt>
                <c:pt idx="3656">
                  <c:v>0.73139999999995198</c:v>
                </c:pt>
                <c:pt idx="3657">
                  <c:v>0.73159999999995196</c:v>
                </c:pt>
                <c:pt idx="3658">
                  <c:v>0.73179999999995204</c:v>
                </c:pt>
                <c:pt idx="3659">
                  <c:v>0.73199999999995202</c:v>
                </c:pt>
                <c:pt idx="3660">
                  <c:v>0.732199999999952</c:v>
                </c:pt>
                <c:pt idx="3661">
                  <c:v>0.73239999999995198</c:v>
                </c:pt>
                <c:pt idx="3662">
                  <c:v>0.73259999999995196</c:v>
                </c:pt>
                <c:pt idx="3663">
                  <c:v>0.73279999999995205</c:v>
                </c:pt>
                <c:pt idx="3664">
                  <c:v>0.73299999999995202</c:v>
                </c:pt>
                <c:pt idx="3665">
                  <c:v>0.733199999999952</c:v>
                </c:pt>
                <c:pt idx="3666">
                  <c:v>0.73339999999995198</c:v>
                </c:pt>
                <c:pt idx="3667">
                  <c:v>0.73359999999995196</c:v>
                </c:pt>
                <c:pt idx="3668">
                  <c:v>0.73379999999995205</c:v>
                </c:pt>
                <c:pt idx="3669">
                  <c:v>0.73399999999995202</c:v>
                </c:pt>
                <c:pt idx="3670">
                  <c:v>0.734199999999952</c:v>
                </c:pt>
                <c:pt idx="3671">
                  <c:v>0.73439999999995198</c:v>
                </c:pt>
                <c:pt idx="3672">
                  <c:v>0.73459999999995196</c:v>
                </c:pt>
                <c:pt idx="3673">
                  <c:v>0.73479999999995205</c:v>
                </c:pt>
                <c:pt idx="3674">
                  <c:v>0.73499999999995203</c:v>
                </c:pt>
                <c:pt idx="3675">
                  <c:v>0.735199999999952</c:v>
                </c:pt>
                <c:pt idx="3676">
                  <c:v>0.73539999999995198</c:v>
                </c:pt>
                <c:pt idx="3677">
                  <c:v>0.73559999999995196</c:v>
                </c:pt>
                <c:pt idx="3678">
                  <c:v>0.73579999999995205</c:v>
                </c:pt>
                <c:pt idx="3679">
                  <c:v>0.73599999999995203</c:v>
                </c:pt>
                <c:pt idx="3680">
                  <c:v>0.736199999999952</c:v>
                </c:pt>
                <c:pt idx="3681">
                  <c:v>0.73639999999995198</c:v>
                </c:pt>
                <c:pt idx="3682">
                  <c:v>0.73659999999995196</c:v>
                </c:pt>
                <c:pt idx="3683">
                  <c:v>0.73679999999995105</c:v>
                </c:pt>
                <c:pt idx="3684">
                  <c:v>0.73699999999995103</c:v>
                </c:pt>
                <c:pt idx="3685">
                  <c:v>0.73719999999995101</c:v>
                </c:pt>
                <c:pt idx="3686">
                  <c:v>0.73739999999995098</c:v>
                </c:pt>
                <c:pt idx="3687">
                  <c:v>0.73759999999995096</c:v>
                </c:pt>
                <c:pt idx="3688">
                  <c:v>0.73779999999995105</c:v>
                </c:pt>
                <c:pt idx="3689">
                  <c:v>0.73799999999995103</c:v>
                </c:pt>
                <c:pt idx="3690">
                  <c:v>0.73819999999995101</c:v>
                </c:pt>
                <c:pt idx="3691">
                  <c:v>0.73839999999995098</c:v>
                </c:pt>
                <c:pt idx="3692">
                  <c:v>0.73859999999995096</c:v>
                </c:pt>
                <c:pt idx="3693">
                  <c:v>0.73879999999995105</c:v>
                </c:pt>
                <c:pt idx="3694">
                  <c:v>0.73899999999995103</c:v>
                </c:pt>
                <c:pt idx="3695">
                  <c:v>0.73919999999995101</c:v>
                </c:pt>
                <c:pt idx="3696">
                  <c:v>0.73939999999995099</c:v>
                </c:pt>
                <c:pt idx="3697">
                  <c:v>0.73959999999995096</c:v>
                </c:pt>
                <c:pt idx="3698">
                  <c:v>0.73979999999995105</c:v>
                </c:pt>
                <c:pt idx="3699">
                  <c:v>0.73999999999995103</c:v>
                </c:pt>
                <c:pt idx="3700">
                  <c:v>0.74019999999995101</c:v>
                </c:pt>
                <c:pt idx="3701">
                  <c:v>0.74039999999995099</c:v>
                </c:pt>
                <c:pt idx="3702">
                  <c:v>0.74059999999995096</c:v>
                </c:pt>
                <c:pt idx="3703">
                  <c:v>0.74079999999995105</c:v>
                </c:pt>
                <c:pt idx="3704">
                  <c:v>0.74099999999995103</c:v>
                </c:pt>
                <c:pt idx="3705">
                  <c:v>0.74119999999995101</c:v>
                </c:pt>
                <c:pt idx="3706">
                  <c:v>0.74139999999995099</c:v>
                </c:pt>
                <c:pt idx="3707">
                  <c:v>0.74159999999995097</c:v>
                </c:pt>
                <c:pt idx="3708">
                  <c:v>0.74179999999995105</c:v>
                </c:pt>
                <c:pt idx="3709">
                  <c:v>0.74199999999995103</c:v>
                </c:pt>
                <c:pt idx="3710">
                  <c:v>0.74219999999995101</c:v>
                </c:pt>
                <c:pt idx="3711">
                  <c:v>0.74239999999995099</c:v>
                </c:pt>
                <c:pt idx="3712">
                  <c:v>0.74259999999995097</c:v>
                </c:pt>
                <c:pt idx="3713">
                  <c:v>0.74279999999995105</c:v>
                </c:pt>
                <c:pt idx="3714">
                  <c:v>0.74299999999995103</c:v>
                </c:pt>
                <c:pt idx="3715">
                  <c:v>0.74319999999995101</c:v>
                </c:pt>
                <c:pt idx="3716">
                  <c:v>0.74339999999995099</c:v>
                </c:pt>
                <c:pt idx="3717">
                  <c:v>0.74359999999995097</c:v>
                </c:pt>
                <c:pt idx="3718">
                  <c:v>0.74379999999995094</c:v>
                </c:pt>
                <c:pt idx="3719">
                  <c:v>0.74399999999995103</c:v>
                </c:pt>
                <c:pt idx="3720">
                  <c:v>0.74419999999995101</c:v>
                </c:pt>
                <c:pt idx="3721">
                  <c:v>0.74439999999995099</c:v>
                </c:pt>
                <c:pt idx="3722">
                  <c:v>0.74459999999995097</c:v>
                </c:pt>
                <c:pt idx="3723">
                  <c:v>0.74479999999995095</c:v>
                </c:pt>
                <c:pt idx="3724">
                  <c:v>0.74499999999995103</c:v>
                </c:pt>
                <c:pt idx="3725">
                  <c:v>0.74519999999995101</c:v>
                </c:pt>
                <c:pt idx="3726">
                  <c:v>0.74539999999995099</c:v>
                </c:pt>
                <c:pt idx="3727">
                  <c:v>0.74559999999995097</c:v>
                </c:pt>
                <c:pt idx="3728">
                  <c:v>0.74579999999995095</c:v>
                </c:pt>
                <c:pt idx="3729">
                  <c:v>0.74599999999995004</c:v>
                </c:pt>
                <c:pt idx="3730">
                  <c:v>0.74619999999995001</c:v>
                </c:pt>
                <c:pt idx="3731">
                  <c:v>0.74639999999994999</c:v>
                </c:pt>
                <c:pt idx="3732">
                  <c:v>0.74659999999994997</c:v>
                </c:pt>
                <c:pt idx="3733">
                  <c:v>0.74679999999994995</c:v>
                </c:pt>
                <c:pt idx="3734">
                  <c:v>0.74699999999995004</c:v>
                </c:pt>
                <c:pt idx="3735">
                  <c:v>0.74719999999995002</c:v>
                </c:pt>
                <c:pt idx="3736">
                  <c:v>0.74739999999994999</c:v>
                </c:pt>
                <c:pt idx="3737">
                  <c:v>0.74759999999994997</c:v>
                </c:pt>
                <c:pt idx="3738">
                  <c:v>0.74779999999994995</c:v>
                </c:pt>
                <c:pt idx="3739">
                  <c:v>0.74799999999995004</c:v>
                </c:pt>
                <c:pt idx="3740">
                  <c:v>0.74819999999995002</c:v>
                </c:pt>
                <c:pt idx="3741">
                  <c:v>0.74839999999994999</c:v>
                </c:pt>
                <c:pt idx="3742">
                  <c:v>0.74859999999994997</c:v>
                </c:pt>
                <c:pt idx="3743">
                  <c:v>0.74879999999994995</c:v>
                </c:pt>
                <c:pt idx="3744">
                  <c:v>0.74899999999995004</c:v>
                </c:pt>
                <c:pt idx="3745">
                  <c:v>0.74919999999995002</c:v>
                </c:pt>
                <c:pt idx="3746">
                  <c:v>0.74939999999995</c:v>
                </c:pt>
                <c:pt idx="3747">
                  <c:v>0.74959999999994997</c:v>
                </c:pt>
                <c:pt idx="3748">
                  <c:v>0.74979999999994995</c:v>
                </c:pt>
                <c:pt idx="3749">
                  <c:v>0.74999999999995004</c:v>
                </c:pt>
                <c:pt idx="3750">
                  <c:v>0.75019999999995002</c:v>
                </c:pt>
                <c:pt idx="3751">
                  <c:v>0.75039999999995</c:v>
                </c:pt>
                <c:pt idx="3752">
                  <c:v>0.75059999999994997</c:v>
                </c:pt>
                <c:pt idx="3753">
                  <c:v>0.75079999999994995</c:v>
                </c:pt>
                <c:pt idx="3754">
                  <c:v>0.75099999999995004</c:v>
                </c:pt>
                <c:pt idx="3755">
                  <c:v>0.75119999999995002</c:v>
                </c:pt>
                <c:pt idx="3756">
                  <c:v>0.75139999999995</c:v>
                </c:pt>
                <c:pt idx="3757">
                  <c:v>0.75159999999994997</c:v>
                </c:pt>
                <c:pt idx="3758">
                  <c:v>0.75179999999994995</c:v>
                </c:pt>
                <c:pt idx="3759">
                  <c:v>0.75199999999995004</c:v>
                </c:pt>
                <c:pt idx="3760">
                  <c:v>0.75219999999995002</c:v>
                </c:pt>
                <c:pt idx="3761">
                  <c:v>0.75239999999995</c:v>
                </c:pt>
                <c:pt idx="3762">
                  <c:v>0.75259999999994998</c:v>
                </c:pt>
                <c:pt idx="3763">
                  <c:v>0.75279999999994995</c:v>
                </c:pt>
                <c:pt idx="3764">
                  <c:v>0.75299999999995004</c:v>
                </c:pt>
                <c:pt idx="3765">
                  <c:v>0.75319999999995002</c:v>
                </c:pt>
                <c:pt idx="3766">
                  <c:v>0.75339999999995</c:v>
                </c:pt>
                <c:pt idx="3767">
                  <c:v>0.75359999999994998</c:v>
                </c:pt>
                <c:pt idx="3768">
                  <c:v>0.75379999999994995</c:v>
                </c:pt>
                <c:pt idx="3769">
                  <c:v>0.75399999999995004</c:v>
                </c:pt>
                <c:pt idx="3770">
                  <c:v>0.75419999999995002</c:v>
                </c:pt>
                <c:pt idx="3771">
                  <c:v>0.75439999999995</c:v>
                </c:pt>
                <c:pt idx="3772">
                  <c:v>0.75459999999994998</c:v>
                </c:pt>
                <c:pt idx="3773">
                  <c:v>0.75479999999994996</c:v>
                </c:pt>
                <c:pt idx="3774">
                  <c:v>0.75499999999994905</c:v>
                </c:pt>
                <c:pt idx="3775">
                  <c:v>0.75519999999994902</c:v>
                </c:pt>
                <c:pt idx="3776">
                  <c:v>0.755399999999949</c:v>
                </c:pt>
                <c:pt idx="3777">
                  <c:v>0.75559999999994898</c:v>
                </c:pt>
                <c:pt idx="3778">
                  <c:v>0.75579999999994896</c:v>
                </c:pt>
                <c:pt idx="3779">
                  <c:v>0.75599999999994905</c:v>
                </c:pt>
                <c:pt idx="3780">
                  <c:v>0.75619999999994902</c:v>
                </c:pt>
                <c:pt idx="3781">
                  <c:v>0.756399999999949</c:v>
                </c:pt>
                <c:pt idx="3782">
                  <c:v>0.75659999999994898</c:v>
                </c:pt>
                <c:pt idx="3783">
                  <c:v>0.75679999999994896</c:v>
                </c:pt>
                <c:pt idx="3784">
                  <c:v>0.75699999999994905</c:v>
                </c:pt>
                <c:pt idx="3785">
                  <c:v>0.75719999999994902</c:v>
                </c:pt>
                <c:pt idx="3786">
                  <c:v>0.757399999999949</c:v>
                </c:pt>
                <c:pt idx="3787">
                  <c:v>0.75759999999994898</c:v>
                </c:pt>
                <c:pt idx="3788">
                  <c:v>0.75779999999994896</c:v>
                </c:pt>
                <c:pt idx="3789">
                  <c:v>0.75799999999994905</c:v>
                </c:pt>
                <c:pt idx="3790">
                  <c:v>0.75819999999994903</c:v>
                </c:pt>
                <c:pt idx="3791">
                  <c:v>0.758399999999949</c:v>
                </c:pt>
                <c:pt idx="3792">
                  <c:v>0.75859999999994898</c:v>
                </c:pt>
                <c:pt idx="3793">
                  <c:v>0.75879999999994896</c:v>
                </c:pt>
                <c:pt idx="3794">
                  <c:v>0.75899999999994905</c:v>
                </c:pt>
                <c:pt idx="3795">
                  <c:v>0.75919999999994903</c:v>
                </c:pt>
                <c:pt idx="3796">
                  <c:v>0.759399999999949</c:v>
                </c:pt>
                <c:pt idx="3797">
                  <c:v>0.75959999999994898</c:v>
                </c:pt>
                <c:pt idx="3798">
                  <c:v>0.75979999999994896</c:v>
                </c:pt>
                <c:pt idx="3799">
                  <c:v>0.75999999999994905</c:v>
                </c:pt>
                <c:pt idx="3800">
                  <c:v>0.76019999999994903</c:v>
                </c:pt>
                <c:pt idx="3801">
                  <c:v>0.76039999999994901</c:v>
                </c:pt>
                <c:pt idx="3802">
                  <c:v>0.76059999999994898</c:v>
                </c:pt>
                <c:pt idx="3803">
                  <c:v>0.76079999999994896</c:v>
                </c:pt>
                <c:pt idx="3804">
                  <c:v>0.76099999999994905</c:v>
                </c:pt>
                <c:pt idx="3805">
                  <c:v>0.76119999999994903</c:v>
                </c:pt>
                <c:pt idx="3806">
                  <c:v>0.76139999999994901</c:v>
                </c:pt>
                <c:pt idx="3807">
                  <c:v>0.76159999999994898</c:v>
                </c:pt>
                <c:pt idx="3808">
                  <c:v>0.76179999999994896</c:v>
                </c:pt>
                <c:pt idx="3809">
                  <c:v>0.76199999999994905</c:v>
                </c:pt>
                <c:pt idx="3810">
                  <c:v>0.76219999999994903</c:v>
                </c:pt>
                <c:pt idx="3811">
                  <c:v>0.76239999999994901</c:v>
                </c:pt>
                <c:pt idx="3812">
                  <c:v>0.76259999999994899</c:v>
                </c:pt>
                <c:pt idx="3813">
                  <c:v>0.76279999999994896</c:v>
                </c:pt>
                <c:pt idx="3814">
                  <c:v>0.76299999999994905</c:v>
                </c:pt>
                <c:pt idx="3815">
                  <c:v>0.76319999999994903</c:v>
                </c:pt>
                <c:pt idx="3816">
                  <c:v>0.76339999999994901</c:v>
                </c:pt>
                <c:pt idx="3817">
                  <c:v>0.76359999999994899</c:v>
                </c:pt>
                <c:pt idx="3818">
                  <c:v>0.76379999999994896</c:v>
                </c:pt>
                <c:pt idx="3819">
                  <c:v>0.76399999999994805</c:v>
                </c:pt>
                <c:pt idx="3820">
                  <c:v>0.76419999999994803</c:v>
                </c:pt>
                <c:pt idx="3821">
                  <c:v>0.76439999999994801</c:v>
                </c:pt>
                <c:pt idx="3822">
                  <c:v>0.76459999999994799</c:v>
                </c:pt>
                <c:pt idx="3823">
                  <c:v>0.76479999999994797</c:v>
                </c:pt>
                <c:pt idx="3824">
                  <c:v>0.76499999999994805</c:v>
                </c:pt>
                <c:pt idx="3825">
                  <c:v>0.76519999999994803</c:v>
                </c:pt>
                <c:pt idx="3826">
                  <c:v>0.76539999999994801</c:v>
                </c:pt>
                <c:pt idx="3827">
                  <c:v>0.76559999999994799</c:v>
                </c:pt>
                <c:pt idx="3828">
                  <c:v>0.76579999999994797</c:v>
                </c:pt>
                <c:pt idx="3829">
                  <c:v>0.76599999999994794</c:v>
                </c:pt>
                <c:pt idx="3830">
                  <c:v>0.76619999999994803</c:v>
                </c:pt>
                <c:pt idx="3831">
                  <c:v>0.76639999999994801</c:v>
                </c:pt>
                <c:pt idx="3832">
                  <c:v>0.76659999999994799</c:v>
                </c:pt>
                <c:pt idx="3833">
                  <c:v>0.76679999999994797</c:v>
                </c:pt>
                <c:pt idx="3834">
                  <c:v>0.76699999999994795</c:v>
                </c:pt>
                <c:pt idx="3835">
                  <c:v>0.76719999999994803</c:v>
                </c:pt>
                <c:pt idx="3836">
                  <c:v>0.76739999999994801</c:v>
                </c:pt>
                <c:pt idx="3837">
                  <c:v>0.76759999999994799</c:v>
                </c:pt>
                <c:pt idx="3838">
                  <c:v>0.76779999999994797</c:v>
                </c:pt>
                <c:pt idx="3839">
                  <c:v>0.76799999999994795</c:v>
                </c:pt>
                <c:pt idx="3840">
                  <c:v>0.76819999999994804</c:v>
                </c:pt>
                <c:pt idx="3841">
                  <c:v>0.76839999999994801</c:v>
                </c:pt>
                <c:pt idx="3842">
                  <c:v>0.76859999999994799</c:v>
                </c:pt>
                <c:pt idx="3843">
                  <c:v>0.76879999999994797</c:v>
                </c:pt>
                <c:pt idx="3844">
                  <c:v>0.76899999999994795</c:v>
                </c:pt>
                <c:pt idx="3845">
                  <c:v>0.76919999999994804</c:v>
                </c:pt>
                <c:pt idx="3846">
                  <c:v>0.76939999999994801</c:v>
                </c:pt>
                <c:pt idx="3847">
                  <c:v>0.76959999999994799</c:v>
                </c:pt>
                <c:pt idx="3848">
                  <c:v>0.76979999999994797</c:v>
                </c:pt>
                <c:pt idx="3849">
                  <c:v>0.76999999999994795</c:v>
                </c:pt>
                <c:pt idx="3850">
                  <c:v>0.77019999999994804</c:v>
                </c:pt>
                <c:pt idx="3851">
                  <c:v>0.77039999999994802</c:v>
                </c:pt>
                <c:pt idx="3852">
                  <c:v>0.77059999999994799</c:v>
                </c:pt>
                <c:pt idx="3853">
                  <c:v>0.77079999999994797</c:v>
                </c:pt>
                <c:pt idx="3854">
                  <c:v>0.77099999999994795</c:v>
                </c:pt>
                <c:pt idx="3855">
                  <c:v>0.77119999999994804</c:v>
                </c:pt>
                <c:pt idx="3856">
                  <c:v>0.77139999999994802</c:v>
                </c:pt>
                <c:pt idx="3857">
                  <c:v>0.77159999999994799</c:v>
                </c:pt>
                <c:pt idx="3858">
                  <c:v>0.77179999999994797</c:v>
                </c:pt>
                <c:pt idx="3859">
                  <c:v>0.77199999999994795</c:v>
                </c:pt>
                <c:pt idx="3860">
                  <c:v>0.77219999999994804</c:v>
                </c:pt>
                <c:pt idx="3861">
                  <c:v>0.77239999999994802</c:v>
                </c:pt>
                <c:pt idx="3862">
                  <c:v>0.772599999999948</c:v>
                </c:pt>
                <c:pt idx="3863">
                  <c:v>0.77279999999994797</c:v>
                </c:pt>
                <c:pt idx="3864">
                  <c:v>0.77299999999994795</c:v>
                </c:pt>
                <c:pt idx="3865">
                  <c:v>0.77319999999994704</c:v>
                </c:pt>
                <c:pt idx="3866">
                  <c:v>0.77339999999994702</c:v>
                </c:pt>
                <c:pt idx="3867">
                  <c:v>0.773599999999947</c:v>
                </c:pt>
                <c:pt idx="3868">
                  <c:v>0.77379999999994697</c:v>
                </c:pt>
                <c:pt idx="3869">
                  <c:v>0.77399999999994695</c:v>
                </c:pt>
                <c:pt idx="3870">
                  <c:v>0.77419999999994704</c:v>
                </c:pt>
                <c:pt idx="3871">
                  <c:v>0.77439999999994702</c:v>
                </c:pt>
                <c:pt idx="3872">
                  <c:v>0.774599999999947</c:v>
                </c:pt>
                <c:pt idx="3873">
                  <c:v>0.77479999999994698</c:v>
                </c:pt>
                <c:pt idx="3874">
                  <c:v>0.77499999999994695</c:v>
                </c:pt>
                <c:pt idx="3875">
                  <c:v>0.77519999999994704</c:v>
                </c:pt>
                <c:pt idx="3876">
                  <c:v>0.77539999999994702</c:v>
                </c:pt>
                <c:pt idx="3877">
                  <c:v>0.775599999999947</c:v>
                </c:pt>
                <c:pt idx="3878">
                  <c:v>0.77579999999994698</c:v>
                </c:pt>
                <c:pt idx="3879">
                  <c:v>0.77599999999994695</c:v>
                </c:pt>
                <c:pt idx="3880">
                  <c:v>0.77619999999994704</c:v>
                </c:pt>
                <c:pt idx="3881">
                  <c:v>0.77639999999994702</c:v>
                </c:pt>
                <c:pt idx="3882">
                  <c:v>0.776599999999947</c:v>
                </c:pt>
                <c:pt idx="3883">
                  <c:v>0.77679999999994698</c:v>
                </c:pt>
                <c:pt idx="3884">
                  <c:v>0.77699999999994696</c:v>
                </c:pt>
                <c:pt idx="3885">
                  <c:v>0.77719999999994704</c:v>
                </c:pt>
                <c:pt idx="3886">
                  <c:v>0.77739999999994702</c:v>
                </c:pt>
                <c:pt idx="3887">
                  <c:v>0.777599999999947</c:v>
                </c:pt>
                <c:pt idx="3888">
                  <c:v>0.77779999999994698</c:v>
                </c:pt>
                <c:pt idx="3889">
                  <c:v>0.77799999999994696</c:v>
                </c:pt>
                <c:pt idx="3890">
                  <c:v>0.77819999999994705</c:v>
                </c:pt>
                <c:pt idx="3891">
                  <c:v>0.77839999999994702</c:v>
                </c:pt>
                <c:pt idx="3892">
                  <c:v>0.778599999999947</c:v>
                </c:pt>
                <c:pt idx="3893">
                  <c:v>0.77879999999994698</c:v>
                </c:pt>
                <c:pt idx="3894">
                  <c:v>0.77899999999994696</c:v>
                </c:pt>
                <c:pt idx="3895">
                  <c:v>0.77919999999994705</c:v>
                </c:pt>
                <c:pt idx="3896">
                  <c:v>0.77939999999994702</c:v>
                </c:pt>
                <c:pt idx="3897">
                  <c:v>0.779599999999947</c:v>
                </c:pt>
                <c:pt idx="3898">
                  <c:v>0.77979999999994698</c:v>
                </c:pt>
                <c:pt idx="3899">
                  <c:v>0.77999999999994696</c:v>
                </c:pt>
                <c:pt idx="3900">
                  <c:v>0.78019999999994705</c:v>
                </c:pt>
                <c:pt idx="3901">
                  <c:v>0.78039999999994702</c:v>
                </c:pt>
                <c:pt idx="3902">
                  <c:v>0.780599999999947</c:v>
                </c:pt>
                <c:pt idx="3903">
                  <c:v>0.78079999999994698</c:v>
                </c:pt>
                <c:pt idx="3904">
                  <c:v>0.78099999999994696</c:v>
                </c:pt>
                <c:pt idx="3905">
                  <c:v>0.78119999999994705</c:v>
                </c:pt>
                <c:pt idx="3906">
                  <c:v>0.78139999999994703</c:v>
                </c:pt>
                <c:pt idx="3907">
                  <c:v>0.781599999999947</c:v>
                </c:pt>
                <c:pt idx="3908">
                  <c:v>0.78179999999994698</c:v>
                </c:pt>
                <c:pt idx="3909">
                  <c:v>0.78199999999994696</c:v>
                </c:pt>
                <c:pt idx="3910">
                  <c:v>0.78219999999994605</c:v>
                </c:pt>
                <c:pt idx="3911">
                  <c:v>0.78239999999994603</c:v>
                </c:pt>
                <c:pt idx="3912">
                  <c:v>0.78259999999994601</c:v>
                </c:pt>
                <c:pt idx="3913">
                  <c:v>0.78279999999994598</c:v>
                </c:pt>
                <c:pt idx="3914">
                  <c:v>0.78299999999994596</c:v>
                </c:pt>
                <c:pt idx="3915">
                  <c:v>0.78319999999994605</c:v>
                </c:pt>
                <c:pt idx="3916">
                  <c:v>0.78339999999994603</c:v>
                </c:pt>
                <c:pt idx="3917">
                  <c:v>0.78359999999994601</c:v>
                </c:pt>
                <c:pt idx="3918">
                  <c:v>0.78379999999994598</c:v>
                </c:pt>
                <c:pt idx="3919">
                  <c:v>0.78399999999994596</c:v>
                </c:pt>
                <c:pt idx="3920">
                  <c:v>0.78419999999994605</c:v>
                </c:pt>
                <c:pt idx="3921">
                  <c:v>0.78439999999994603</c:v>
                </c:pt>
                <c:pt idx="3922">
                  <c:v>0.78459999999994601</c:v>
                </c:pt>
                <c:pt idx="3923">
                  <c:v>0.78479999999994599</c:v>
                </c:pt>
                <c:pt idx="3924">
                  <c:v>0.78499999999994596</c:v>
                </c:pt>
                <c:pt idx="3925">
                  <c:v>0.78519999999994605</c:v>
                </c:pt>
                <c:pt idx="3926">
                  <c:v>0.78539999999994603</c:v>
                </c:pt>
                <c:pt idx="3927">
                  <c:v>0.78559999999994601</c:v>
                </c:pt>
                <c:pt idx="3928">
                  <c:v>0.78579999999994599</c:v>
                </c:pt>
                <c:pt idx="3929">
                  <c:v>0.78599999999994596</c:v>
                </c:pt>
                <c:pt idx="3930">
                  <c:v>0.78619999999994605</c:v>
                </c:pt>
                <c:pt idx="3931">
                  <c:v>0.78639999999994603</c:v>
                </c:pt>
                <c:pt idx="3932">
                  <c:v>0.78659999999994601</c:v>
                </c:pt>
                <c:pt idx="3933">
                  <c:v>0.78679999999994599</c:v>
                </c:pt>
                <c:pt idx="3934">
                  <c:v>0.78699999999994597</c:v>
                </c:pt>
                <c:pt idx="3935">
                  <c:v>0.78719999999994605</c:v>
                </c:pt>
                <c:pt idx="3936">
                  <c:v>0.78739999999994603</c:v>
                </c:pt>
                <c:pt idx="3937">
                  <c:v>0.78759999999994601</c:v>
                </c:pt>
                <c:pt idx="3938">
                  <c:v>0.78779999999994599</c:v>
                </c:pt>
                <c:pt idx="3939">
                  <c:v>0.78799999999994597</c:v>
                </c:pt>
                <c:pt idx="3940">
                  <c:v>0.78819999999994605</c:v>
                </c:pt>
                <c:pt idx="3941">
                  <c:v>0.78839999999994603</c:v>
                </c:pt>
                <c:pt idx="3942">
                  <c:v>0.78859999999994601</c:v>
                </c:pt>
                <c:pt idx="3943">
                  <c:v>0.78879999999994599</c:v>
                </c:pt>
                <c:pt idx="3944">
                  <c:v>0.78899999999994597</c:v>
                </c:pt>
                <c:pt idx="3945">
                  <c:v>0.78919999999994594</c:v>
                </c:pt>
                <c:pt idx="3946">
                  <c:v>0.78939999999994603</c:v>
                </c:pt>
                <c:pt idx="3947">
                  <c:v>0.78959999999994601</c:v>
                </c:pt>
                <c:pt idx="3948">
                  <c:v>0.78979999999994599</c:v>
                </c:pt>
                <c:pt idx="3949">
                  <c:v>0.78999999999994597</c:v>
                </c:pt>
                <c:pt idx="3950">
                  <c:v>0.79019999999994595</c:v>
                </c:pt>
                <c:pt idx="3951">
                  <c:v>0.79039999999994603</c:v>
                </c:pt>
                <c:pt idx="3952">
                  <c:v>0.79059999999994601</c:v>
                </c:pt>
                <c:pt idx="3953">
                  <c:v>0.79079999999994599</c:v>
                </c:pt>
                <c:pt idx="3954">
                  <c:v>0.79099999999994597</c:v>
                </c:pt>
                <c:pt idx="3955">
                  <c:v>0.79119999999994595</c:v>
                </c:pt>
                <c:pt idx="3956">
                  <c:v>0.79139999999994504</c:v>
                </c:pt>
                <c:pt idx="3957">
                  <c:v>0.79159999999994501</c:v>
                </c:pt>
                <c:pt idx="3958">
                  <c:v>0.79179999999994499</c:v>
                </c:pt>
                <c:pt idx="3959">
                  <c:v>0.79199999999994497</c:v>
                </c:pt>
                <c:pt idx="3960">
                  <c:v>0.79219999999994495</c:v>
                </c:pt>
                <c:pt idx="3961">
                  <c:v>0.79239999999994504</c:v>
                </c:pt>
                <c:pt idx="3962">
                  <c:v>0.79259999999994502</c:v>
                </c:pt>
                <c:pt idx="3963">
                  <c:v>0.79279999999994499</c:v>
                </c:pt>
                <c:pt idx="3964">
                  <c:v>0.79299999999994497</c:v>
                </c:pt>
                <c:pt idx="3965">
                  <c:v>0.79319999999994495</c:v>
                </c:pt>
                <c:pt idx="3966">
                  <c:v>0.79339999999994504</c:v>
                </c:pt>
                <c:pt idx="3967">
                  <c:v>0.79359999999994502</c:v>
                </c:pt>
                <c:pt idx="3968">
                  <c:v>0.79379999999994499</c:v>
                </c:pt>
                <c:pt idx="3969">
                  <c:v>0.79399999999994497</c:v>
                </c:pt>
                <c:pt idx="3970">
                  <c:v>0.79419999999994495</c:v>
                </c:pt>
                <c:pt idx="3971">
                  <c:v>0.79439999999994504</c:v>
                </c:pt>
                <c:pt idx="3972">
                  <c:v>0.79459999999994502</c:v>
                </c:pt>
                <c:pt idx="3973">
                  <c:v>0.79479999999994499</c:v>
                </c:pt>
                <c:pt idx="3974">
                  <c:v>0.79499999999994497</c:v>
                </c:pt>
                <c:pt idx="3975">
                  <c:v>0.79519999999994495</c:v>
                </c:pt>
                <c:pt idx="3976">
                  <c:v>0.79539999999994504</c:v>
                </c:pt>
                <c:pt idx="3977">
                  <c:v>0.79559999999994502</c:v>
                </c:pt>
                <c:pt idx="3978">
                  <c:v>0.795799999999945</c:v>
                </c:pt>
                <c:pt idx="3979">
                  <c:v>0.79599999999994497</c:v>
                </c:pt>
                <c:pt idx="3980">
                  <c:v>0.79619999999994495</c:v>
                </c:pt>
                <c:pt idx="3981">
                  <c:v>0.79639999999994504</c:v>
                </c:pt>
                <c:pt idx="3982">
                  <c:v>0.79659999999994502</c:v>
                </c:pt>
                <c:pt idx="3983">
                  <c:v>0.796799999999945</c:v>
                </c:pt>
                <c:pt idx="3984">
                  <c:v>0.79699999999994497</c:v>
                </c:pt>
                <c:pt idx="3985">
                  <c:v>0.79719999999994495</c:v>
                </c:pt>
                <c:pt idx="3986">
                  <c:v>0.79739999999994504</c:v>
                </c:pt>
                <c:pt idx="3987">
                  <c:v>0.79759999999994502</c:v>
                </c:pt>
                <c:pt idx="3988">
                  <c:v>0.797799999999945</c:v>
                </c:pt>
                <c:pt idx="3989">
                  <c:v>0.79799999999994498</c:v>
                </c:pt>
                <c:pt idx="3990">
                  <c:v>0.79819999999994495</c:v>
                </c:pt>
                <c:pt idx="3991">
                  <c:v>0.79839999999994504</c:v>
                </c:pt>
                <c:pt idx="3992">
                  <c:v>0.79859999999994502</c:v>
                </c:pt>
                <c:pt idx="3993">
                  <c:v>0.798799999999945</c:v>
                </c:pt>
                <c:pt idx="3994">
                  <c:v>0.79899999999994498</c:v>
                </c:pt>
                <c:pt idx="3995">
                  <c:v>0.79919999999994495</c:v>
                </c:pt>
                <c:pt idx="3996">
                  <c:v>0.79939999999994504</c:v>
                </c:pt>
                <c:pt idx="3997">
                  <c:v>0.79959999999994502</c:v>
                </c:pt>
                <c:pt idx="3998">
                  <c:v>0.799799999999945</c:v>
                </c:pt>
                <c:pt idx="3999">
                  <c:v>0.79999999999994498</c:v>
                </c:pt>
                <c:pt idx="4000">
                  <c:v>0.80019999999994496</c:v>
                </c:pt>
                <c:pt idx="4001">
                  <c:v>0.80039999999994405</c:v>
                </c:pt>
                <c:pt idx="4002">
                  <c:v>0.80059999999994402</c:v>
                </c:pt>
                <c:pt idx="4003">
                  <c:v>0.800799999999944</c:v>
                </c:pt>
                <c:pt idx="4004">
                  <c:v>0.80099999999994398</c:v>
                </c:pt>
                <c:pt idx="4005">
                  <c:v>0.80119999999994396</c:v>
                </c:pt>
                <c:pt idx="4006">
                  <c:v>0.80139999999994405</c:v>
                </c:pt>
                <c:pt idx="4007">
                  <c:v>0.80159999999994402</c:v>
                </c:pt>
                <c:pt idx="4008">
                  <c:v>0.801799999999944</c:v>
                </c:pt>
                <c:pt idx="4009">
                  <c:v>0.80199999999994398</c:v>
                </c:pt>
                <c:pt idx="4010">
                  <c:v>0.80219999999994396</c:v>
                </c:pt>
                <c:pt idx="4011">
                  <c:v>0.80239999999994405</c:v>
                </c:pt>
                <c:pt idx="4012">
                  <c:v>0.80259999999994402</c:v>
                </c:pt>
                <c:pt idx="4013">
                  <c:v>0.802799999999944</c:v>
                </c:pt>
                <c:pt idx="4014">
                  <c:v>0.80299999999994398</c:v>
                </c:pt>
                <c:pt idx="4015">
                  <c:v>0.80319999999994396</c:v>
                </c:pt>
                <c:pt idx="4016">
                  <c:v>0.80339999999994405</c:v>
                </c:pt>
                <c:pt idx="4017">
                  <c:v>0.80359999999994403</c:v>
                </c:pt>
                <c:pt idx="4018">
                  <c:v>0.803799999999944</c:v>
                </c:pt>
                <c:pt idx="4019">
                  <c:v>0.80399999999994398</c:v>
                </c:pt>
                <c:pt idx="4020">
                  <c:v>0.80419999999994396</c:v>
                </c:pt>
                <c:pt idx="4021">
                  <c:v>0.80439999999994405</c:v>
                </c:pt>
                <c:pt idx="4022">
                  <c:v>0.80459999999994403</c:v>
                </c:pt>
                <c:pt idx="4023">
                  <c:v>0.804799999999944</c:v>
                </c:pt>
                <c:pt idx="4024">
                  <c:v>0.80499999999994398</c:v>
                </c:pt>
                <c:pt idx="4025">
                  <c:v>0.80519999999994396</c:v>
                </c:pt>
                <c:pt idx="4026">
                  <c:v>0.80539999999994405</c:v>
                </c:pt>
                <c:pt idx="4027">
                  <c:v>0.80559999999994403</c:v>
                </c:pt>
                <c:pt idx="4028">
                  <c:v>0.80579999999994401</c:v>
                </c:pt>
                <c:pt idx="4029">
                  <c:v>0.80599999999994398</c:v>
                </c:pt>
                <c:pt idx="4030">
                  <c:v>0.80619999999994396</c:v>
                </c:pt>
                <c:pt idx="4031">
                  <c:v>0.80639999999994405</c:v>
                </c:pt>
                <c:pt idx="4032">
                  <c:v>0.80659999999994403</c:v>
                </c:pt>
                <c:pt idx="4033">
                  <c:v>0.80679999999994401</c:v>
                </c:pt>
                <c:pt idx="4034">
                  <c:v>0.80699999999994398</c:v>
                </c:pt>
                <c:pt idx="4035">
                  <c:v>0.80719999999994396</c:v>
                </c:pt>
                <c:pt idx="4036">
                  <c:v>0.80739999999994405</c:v>
                </c:pt>
                <c:pt idx="4037">
                  <c:v>0.80759999999994403</c:v>
                </c:pt>
                <c:pt idx="4038">
                  <c:v>0.80779999999994401</c:v>
                </c:pt>
                <c:pt idx="4039">
                  <c:v>0.80799999999994399</c:v>
                </c:pt>
                <c:pt idx="4040">
                  <c:v>0.80819999999994396</c:v>
                </c:pt>
                <c:pt idx="4041">
                  <c:v>0.80839999999994405</c:v>
                </c:pt>
                <c:pt idx="4042">
                  <c:v>0.80859999999994403</c:v>
                </c:pt>
                <c:pt idx="4043">
                  <c:v>0.80879999999994401</c:v>
                </c:pt>
                <c:pt idx="4044">
                  <c:v>0.80899999999994399</c:v>
                </c:pt>
                <c:pt idx="4045">
                  <c:v>0.80919999999994396</c:v>
                </c:pt>
                <c:pt idx="4046">
                  <c:v>0.80939999999994305</c:v>
                </c:pt>
                <c:pt idx="4047">
                  <c:v>0.80959999999994303</c:v>
                </c:pt>
                <c:pt idx="4048">
                  <c:v>0.80979999999994301</c:v>
                </c:pt>
                <c:pt idx="4049">
                  <c:v>0.80999999999994299</c:v>
                </c:pt>
                <c:pt idx="4050">
                  <c:v>0.81019999999994297</c:v>
                </c:pt>
                <c:pt idx="4051">
                  <c:v>0.81039999999994305</c:v>
                </c:pt>
                <c:pt idx="4052">
                  <c:v>0.81059999999994303</c:v>
                </c:pt>
                <c:pt idx="4053">
                  <c:v>0.81079999999994301</c:v>
                </c:pt>
                <c:pt idx="4054">
                  <c:v>0.81099999999994299</c:v>
                </c:pt>
                <c:pt idx="4055">
                  <c:v>0.81119999999994297</c:v>
                </c:pt>
                <c:pt idx="4056">
                  <c:v>0.81139999999994294</c:v>
                </c:pt>
                <c:pt idx="4057">
                  <c:v>0.81159999999994303</c:v>
                </c:pt>
                <c:pt idx="4058">
                  <c:v>0.81179999999994301</c:v>
                </c:pt>
                <c:pt idx="4059">
                  <c:v>0.81199999999994299</c:v>
                </c:pt>
                <c:pt idx="4060">
                  <c:v>0.81219999999994297</c:v>
                </c:pt>
                <c:pt idx="4061">
                  <c:v>0.81239999999994295</c:v>
                </c:pt>
                <c:pt idx="4062">
                  <c:v>0.81259999999994303</c:v>
                </c:pt>
                <c:pt idx="4063">
                  <c:v>0.81279999999994301</c:v>
                </c:pt>
                <c:pt idx="4064">
                  <c:v>0.81299999999994299</c:v>
                </c:pt>
                <c:pt idx="4065">
                  <c:v>0.81319999999994297</c:v>
                </c:pt>
                <c:pt idx="4066">
                  <c:v>0.81339999999994295</c:v>
                </c:pt>
                <c:pt idx="4067">
                  <c:v>0.81359999999994304</c:v>
                </c:pt>
                <c:pt idx="4068">
                  <c:v>0.81379999999994301</c:v>
                </c:pt>
                <c:pt idx="4069">
                  <c:v>0.81399999999994299</c:v>
                </c:pt>
                <c:pt idx="4070">
                  <c:v>0.81419999999994297</c:v>
                </c:pt>
                <c:pt idx="4071">
                  <c:v>0.81439999999994295</c:v>
                </c:pt>
                <c:pt idx="4072">
                  <c:v>0.81459999999994304</c:v>
                </c:pt>
                <c:pt idx="4073">
                  <c:v>0.81479999999994301</c:v>
                </c:pt>
                <c:pt idx="4074">
                  <c:v>0.81499999999994299</c:v>
                </c:pt>
                <c:pt idx="4075">
                  <c:v>0.81519999999994297</c:v>
                </c:pt>
                <c:pt idx="4076">
                  <c:v>0.81539999999994295</c:v>
                </c:pt>
                <c:pt idx="4077">
                  <c:v>0.81559999999994304</c:v>
                </c:pt>
                <c:pt idx="4078">
                  <c:v>0.81579999999994302</c:v>
                </c:pt>
                <c:pt idx="4079">
                  <c:v>0.81599999999994299</c:v>
                </c:pt>
                <c:pt idx="4080">
                  <c:v>0.81619999999994297</c:v>
                </c:pt>
                <c:pt idx="4081">
                  <c:v>0.81639999999994295</c:v>
                </c:pt>
                <c:pt idx="4082">
                  <c:v>0.81659999999994304</c:v>
                </c:pt>
                <c:pt idx="4083">
                  <c:v>0.81679999999994302</c:v>
                </c:pt>
                <c:pt idx="4084">
                  <c:v>0.81699999999994299</c:v>
                </c:pt>
                <c:pt idx="4085">
                  <c:v>0.81719999999994297</c:v>
                </c:pt>
                <c:pt idx="4086">
                  <c:v>0.81739999999994295</c:v>
                </c:pt>
                <c:pt idx="4087">
                  <c:v>0.81759999999994304</c:v>
                </c:pt>
                <c:pt idx="4088">
                  <c:v>0.81779999999994302</c:v>
                </c:pt>
                <c:pt idx="4089">
                  <c:v>0.81799999999994299</c:v>
                </c:pt>
                <c:pt idx="4090">
                  <c:v>0.81819999999994297</c:v>
                </c:pt>
                <c:pt idx="4091">
                  <c:v>0.81839999999994295</c:v>
                </c:pt>
                <c:pt idx="4092">
                  <c:v>0.81859999999994204</c:v>
                </c:pt>
                <c:pt idx="4093">
                  <c:v>0.81879999999994202</c:v>
                </c:pt>
                <c:pt idx="4094">
                  <c:v>0.818999999999942</c:v>
                </c:pt>
                <c:pt idx="4095">
                  <c:v>0.81919999999994197</c:v>
                </c:pt>
                <c:pt idx="4096">
                  <c:v>0.81939999999994195</c:v>
                </c:pt>
                <c:pt idx="4097">
                  <c:v>0.81959999999994204</c:v>
                </c:pt>
                <c:pt idx="4098">
                  <c:v>0.81979999999994202</c:v>
                </c:pt>
                <c:pt idx="4099">
                  <c:v>0.819999999999942</c:v>
                </c:pt>
                <c:pt idx="4100">
                  <c:v>0.82019999999994198</c:v>
                </c:pt>
                <c:pt idx="4101">
                  <c:v>0.82039999999994195</c:v>
                </c:pt>
                <c:pt idx="4102">
                  <c:v>0.82059999999994204</c:v>
                </c:pt>
                <c:pt idx="4103">
                  <c:v>0.82079999999994202</c:v>
                </c:pt>
                <c:pt idx="4104">
                  <c:v>0.820999999999942</c:v>
                </c:pt>
                <c:pt idx="4105">
                  <c:v>0.82119999999994198</c:v>
                </c:pt>
                <c:pt idx="4106">
                  <c:v>0.82139999999994195</c:v>
                </c:pt>
                <c:pt idx="4107">
                  <c:v>0.82159999999994204</c:v>
                </c:pt>
                <c:pt idx="4108">
                  <c:v>0.82179999999994202</c:v>
                </c:pt>
                <c:pt idx="4109">
                  <c:v>0.821999999999942</c:v>
                </c:pt>
                <c:pt idx="4110">
                  <c:v>0.82219999999994198</c:v>
                </c:pt>
                <c:pt idx="4111">
                  <c:v>0.82239999999994196</c:v>
                </c:pt>
                <c:pt idx="4112">
                  <c:v>0.82259999999994204</c:v>
                </c:pt>
                <c:pt idx="4113">
                  <c:v>0.82279999999994202</c:v>
                </c:pt>
                <c:pt idx="4114">
                  <c:v>0.822999999999942</c:v>
                </c:pt>
                <c:pt idx="4115">
                  <c:v>0.82319999999994198</c:v>
                </c:pt>
                <c:pt idx="4116">
                  <c:v>0.82339999999994196</c:v>
                </c:pt>
                <c:pt idx="4117">
                  <c:v>0.82359999999994205</c:v>
                </c:pt>
                <c:pt idx="4118">
                  <c:v>0.82379999999994202</c:v>
                </c:pt>
                <c:pt idx="4119">
                  <c:v>0.823999999999942</c:v>
                </c:pt>
                <c:pt idx="4120">
                  <c:v>0.82419999999994198</c:v>
                </c:pt>
                <c:pt idx="4121">
                  <c:v>0.82439999999994196</c:v>
                </c:pt>
                <c:pt idx="4122">
                  <c:v>0.82459999999994205</c:v>
                </c:pt>
                <c:pt idx="4123">
                  <c:v>0.82479999999994202</c:v>
                </c:pt>
                <c:pt idx="4124">
                  <c:v>0.824999999999942</c:v>
                </c:pt>
                <c:pt idx="4125">
                  <c:v>0.82519999999994198</c:v>
                </c:pt>
                <c:pt idx="4126">
                  <c:v>0.82539999999994196</c:v>
                </c:pt>
                <c:pt idx="4127">
                  <c:v>0.82559999999994205</c:v>
                </c:pt>
                <c:pt idx="4128">
                  <c:v>0.82579999999994202</c:v>
                </c:pt>
                <c:pt idx="4129">
                  <c:v>0.825999999999942</c:v>
                </c:pt>
                <c:pt idx="4130">
                  <c:v>0.82619999999994198</c:v>
                </c:pt>
                <c:pt idx="4131">
                  <c:v>0.82639999999994196</c:v>
                </c:pt>
                <c:pt idx="4132">
                  <c:v>0.82659999999994205</c:v>
                </c:pt>
                <c:pt idx="4133">
                  <c:v>0.82679999999994203</c:v>
                </c:pt>
                <c:pt idx="4134">
                  <c:v>0.826999999999942</c:v>
                </c:pt>
                <c:pt idx="4135">
                  <c:v>0.82719999999994198</c:v>
                </c:pt>
                <c:pt idx="4136">
                  <c:v>0.82739999999994196</c:v>
                </c:pt>
                <c:pt idx="4137">
                  <c:v>0.82759999999994105</c:v>
                </c:pt>
                <c:pt idx="4138">
                  <c:v>0.82779999999994103</c:v>
                </c:pt>
                <c:pt idx="4139">
                  <c:v>0.82799999999994101</c:v>
                </c:pt>
                <c:pt idx="4140">
                  <c:v>0.82819999999994098</c:v>
                </c:pt>
                <c:pt idx="4141">
                  <c:v>0.82839999999994096</c:v>
                </c:pt>
                <c:pt idx="4142">
                  <c:v>0.82859999999994105</c:v>
                </c:pt>
                <c:pt idx="4143">
                  <c:v>0.82879999999994103</c:v>
                </c:pt>
                <c:pt idx="4144">
                  <c:v>0.82899999999994101</c:v>
                </c:pt>
                <c:pt idx="4145">
                  <c:v>0.82919999999994098</c:v>
                </c:pt>
                <c:pt idx="4146">
                  <c:v>0.82939999999994096</c:v>
                </c:pt>
                <c:pt idx="4147">
                  <c:v>0.82959999999994105</c:v>
                </c:pt>
                <c:pt idx="4148">
                  <c:v>0.82979999999994103</c:v>
                </c:pt>
                <c:pt idx="4149">
                  <c:v>0.82999999999994101</c:v>
                </c:pt>
                <c:pt idx="4150">
                  <c:v>0.83019999999994099</c:v>
                </c:pt>
                <c:pt idx="4151">
                  <c:v>0.83039999999994096</c:v>
                </c:pt>
                <c:pt idx="4152">
                  <c:v>0.83059999999994105</c:v>
                </c:pt>
                <c:pt idx="4153">
                  <c:v>0.83079999999994103</c:v>
                </c:pt>
                <c:pt idx="4154">
                  <c:v>0.83099999999994101</c:v>
                </c:pt>
                <c:pt idx="4155">
                  <c:v>0.83119999999994099</c:v>
                </c:pt>
                <c:pt idx="4156">
                  <c:v>0.83139999999994096</c:v>
                </c:pt>
                <c:pt idx="4157">
                  <c:v>0.83159999999994105</c:v>
                </c:pt>
                <c:pt idx="4158">
                  <c:v>0.83179999999994103</c:v>
                </c:pt>
                <c:pt idx="4159">
                  <c:v>0.83199999999994101</c:v>
                </c:pt>
                <c:pt idx="4160">
                  <c:v>0.83219999999994099</c:v>
                </c:pt>
                <c:pt idx="4161">
                  <c:v>0.83239999999994096</c:v>
                </c:pt>
                <c:pt idx="4162">
                  <c:v>0.83259999999994105</c:v>
                </c:pt>
                <c:pt idx="4163">
                  <c:v>0.83279999999994103</c:v>
                </c:pt>
                <c:pt idx="4164">
                  <c:v>0.83299999999994101</c:v>
                </c:pt>
                <c:pt idx="4165">
                  <c:v>0.83319999999994099</c:v>
                </c:pt>
                <c:pt idx="4166">
                  <c:v>0.83339999999994097</c:v>
                </c:pt>
                <c:pt idx="4167">
                  <c:v>0.83359999999994105</c:v>
                </c:pt>
                <c:pt idx="4168">
                  <c:v>0.83379999999994103</c:v>
                </c:pt>
                <c:pt idx="4169">
                  <c:v>0.83399999999994101</c:v>
                </c:pt>
                <c:pt idx="4170">
                  <c:v>0.83419999999994099</c:v>
                </c:pt>
                <c:pt idx="4171">
                  <c:v>0.83439999999994097</c:v>
                </c:pt>
                <c:pt idx="4172">
                  <c:v>0.83459999999994094</c:v>
                </c:pt>
                <c:pt idx="4173">
                  <c:v>0.83479999999994103</c:v>
                </c:pt>
                <c:pt idx="4174">
                  <c:v>0.83499999999994101</c:v>
                </c:pt>
                <c:pt idx="4175">
                  <c:v>0.83519999999994099</c:v>
                </c:pt>
                <c:pt idx="4176">
                  <c:v>0.83539999999994097</c:v>
                </c:pt>
                <c:pt idx="4177">
                  <c:v>0.83559999999994095</c:v>
                </c:pt>
                <c:pt idx="4178">
                  <c:v>0.83579999999994103</c:v>
                </c:pt>
                <c:pt idx="4179">
                  <c:v>0.83599999999994101</c:v>
                </c:pt>
                <c:pt idx="4180">
                  <c:v>0.83619999999994099</c:v>
                </c:pt>
                <c:pt idx="4181">
                  <c:v>0.83639999999994097</c:v>
                </c:pt>
                <c:pt idx="4182">
                  <c:v>0.83659999999994095</c:v>
                </c:pt>
                <c:pt idx="4183">
                  <c:v>0.83679999999994004</c:v>
                </c:pt>
                <c:pt idx="4184">
                  <c:v>0.83699999999994001</c:v>
                </c:pt>
                <c:pt idx="4185">
                  <c:v>0.83719999999993999</c:v>
                </c:pt>
                <c:pt idx="4186">
                  <c:v>0.83739999999993997</c:v>
                </c:pt>
                <c:pt idx="4187">
                  <c:v>0.83759999999993995</c:v>
                </c:pt>
                <c:pt idx="4188">
                  <c:v>0.83779999999994004</c:v>
                </c:pt>
                <c:pt idx="4189">
                  <c:v>0.83799999999994002</c:v>
                </c:pt>
                <c:pt idx="4190">
                  <c:v>0.83819999999993999</c:v>
                </c:pt>
                <c:pt idx="4191">
                  <c:v>0.83839999999993997</c:v>
                </c:pt>
                <c:pt idx="4192">
                  <c:v>0.83859999999993995</c:v>
                </c:pt>
                <c:pt idx="4193">
                  <c:v>0.83879999999994004</c:v>
                </c:pt>
                <c:pt idx="4194">
                  <c:v>0.83899999999994002</c:v>
                </c:pt>
                <c:pt idx="4195">
                  <c:v>0.83919999999993999</c:v>
                </c:pt>
                <c:pt idx="4196">
                  <c:v>0.83939999999993997</c:v>
                </c:pt>
                <c:pt idx="4197">
                  <c:v>0.83959999999993995</c:v>
                </c:pt>
                <c:pt idx="4198">
                  <c:v>0.83979999999994004</c:v>
                </c:pt>
                <c:pt idx="4199">
                  <c:v>0.83999999999994002</c:v>
                </c:pt>
                <c:pt idx="4200">
                  <c:v>0.84019999999993999</c:v>
                </c:pt>
                <c:pt idx="4201">
                  <c:v>0.84039999999993997</c:v>
                </c:pt>
                <c:pt idx="4202">
                  <c:v>0.84059999999993995</c:v>
                </c:pt>
                <c:pt idx="4203">
                  <c:v>0.84079999999994004</c:v>
                </c:pt>
                <c:pt idx="4204">
                  <c:v>0.84099999999994002</c:v>
                </c:pt>
                <c:pt idx="4205">
                  <c:v>0.84119999999994</c:v>
                </c:pt>
                <c:pt idx="4206">
                  <c:v>0.84139999999993997</c:v>
                </c:pt>
                <c:pt idx="4207">
                  <c:v>0.84159999999993995</c:v>
                </c:pt>
                <c:pt idx="4208">
                  <c:v>0.84179999999994004</c:v>
                </c:pt>
                <c:pt idx="4209">
                  <c:v>0.84199999999994002</c:v>
                </c:pt>
                <c:pt idx="4210">
                  <c:v>0.84219999999994</c:v>
                </c:pt>
                <c:pt idx="4211">
                  <c:v>0.84239999999993997</c:v>
                </c:pt>
                <c:pt idx="4212">
                  <c:v>0.84259999999993995</c:v>
                </c:pt>
                <c:pt idx="4213">
                  <c:v>0.84279999999994004</c:v>
                </c:pt>
                <c:pt idx="4214">
                  <c:v>0.84299999999994002</c:v>
                </c:pt>
                <c:pt idx="4215">
                  <c:v>0.84319999999994</c:v>
                </c:pt>
                <c:pt idx="4216">
                  <c:v>0.84339999999993998</c:v>
                </c:pt>
                <c:pt idx="4217">
                  <c:v>0.84359999999993995</c:v>
                </c:pt>
                <c:pt idx="4218">
                  <c:v>0.84379999999994004</c:v>
                </c:pt>
                <c:pt idx="4219">
                  <c:v>0.84399999999994002</c:v>
                </c:pt>
                <c:pt idx="4220">
                  <c:v>0.84419999999994</c:v>
                </c:pt>
                <c:pt idx="4221">
                  <c:v>0.84439999999993998</c:v>
                </c:pt>
                <c:pt idx="4222">
                  <c:v>0.84459999999993995</c:v>
                </c:pt>
                <c:pt idx="4223">
                  <c:v>0.84479999999994004</c:v>
                </c:pt>
                <c:pt idx="4224">
                  <c:v>0.84499999999994002</c:v>
                </c:pt>
                <c:pt idx="4225">
                  <c:v>0.84519999999994</c:v>
                </c:pt>
                <c:pt idx="4226">
                  <c:v>0.84539999999993998</c:v>
                </c:pt>
                <c:pt idx="4227">
                  <c:v>0.84559999999993996</c:v>
                </c:pt>
                <c:pt idx="4228">
                  <c:v>0.84579999999993905</c:v>
                </c:pt>
                <c:pt idx="4229">
                  <c:v>0.84599999999993902</c:v>
                </c:pt>
                <c:pt idx="4230">
                  <c:v>0.846199999999939</c:v>
                </c:pt>
                <c:pt idx="4231">
                  <c:v>0.84639999999993898</c:v>
                </c:pt>
                <c:pt idx="4232">
                  <c:v>0.84659999999993896</c:v>
                </c:pt>
                <c:pt idx="4233">
                  <c:v>0.84679999999993905</c:v>
                </c:pt>
                <c:pt idx="4234">
                  <c:v>0.84699999999993902</c:v>
                </c:pt>
                <c:pt idx="4235">
                  <c:v>0.847199999999939</c:v>
                </c:pt>
                <c:pt idx="4236">
                  <c:v>0.84739999999993898</c:v>
                </c:pt>
                <c:pt idx="4237">
                  <c:v>0.84759999999993896</c:v>
                </c:pt>
                <c:pt idx="4238">
                  <c:v>0.84779999999993905</c:v>
                </c:pt>
                <c:pt idx="4239">
                  <c:v>0.84799999999993902</c:v>
                </c:pt>
                <c:pt idx="4240">
                  <c:v>0.848199999999939</c:v>
                </c:pt>
                <c:pt idx="4241">
                  <c:v>0.84839999999993898</c:v>
                </c:pt>
                <c:pt idx="4242">
                  <c:v>0.84859999999993896</c:v>
                </c:pt>
                <c:pt idx="4243">
                  <c:v>0.84879999999993905</c:v>
                </c:pt>
                <c:pt idx="4244">
                  <c:v>0.84899999999993903</c:v>
                </c:pt>
                <c:pt idx="4245">
                  <c:v>0.849199999999939</c:v>
                </c:pt>
                <c:pt idx="4246">
                  <c:v>0.84939999999993898</c:v>
                </c:pt>
                <c:pt idx="4247">
                  <c:v>0.84959999999993896</c:v>
                </c:pt>
                <c:pt idx="4248">
                  <c:v>0.84979999999993905</c:v>
                </c:pt>
                <c:pt idx="4249">
                  <c:v>0.84999999999993903</c:v>
                </c:pt>
                <c:pt idx="4250">
                  <c:v>0.850199999999939</c:v>
                </c:pt>
                <c:pt idx="4251">
                  <c:v>0.85039999999993898</c:v>
                </c:pt>
                <c:pt idx="4252">
                  <c:v>0.85059999999993896</c:v>
                </c:pt>
                <c:pt idx="4253">
                  <c:v>0.85079999999993905</c:v>
                </c:pt>
                <c:pt idx="4254">
                  <c:v>0.85099999999993903</c:v>
                </c:pt>
                <c:pt idx="4255">
                  <c:v>0.85119999999993901</c:v>
                </c:pt>
                <c:pt idx="4256">
                  <c:v>0.85139999999993898</c:v>
                </c:pt>
                <c:pt idx="4257">
                  <c:v>0.85159999999993896</c:v>
                </c:pt>
                <c:pt idx="4258">
                  <c:v>0.85179999999993905</c:v>
                </c:pt>
                <c:pt idx="4259">
                  <c:v>0.85199999999993903</c:v>
                </c:pt>
                <c:pt idx="4260">
                  <c:v>0.85219999999993901</c:v>
                </c:pt>
                <c:pt idx="4261">
                  <c:v>0.85239999999993898</c:v>
                </c:pt>
                <c:pt idx="4262">
                  <c:v>0.85259999999993896</c:v>
                </c:pt>
                <c:pt idx="4263">
                  <c:v>0.85279999999993905</c:v>
                </c:pt>
                <c:pt idx="4264">
                  <c:v>0.85299999999993903</c:v>
                </c:pt>
                <c:pt idx="4265">
                  <c:v>0.85319999999993901</c:v>
                </c:pt>
                <c:pt idx="4266">
                  <c:v>0.85339999999993899</c:v>
                </c:pt>
                <c:pt idx="4267">
                  <c:v>0.85359999999993896</c:v>
                </c:pt>
                <c:pt idx="4268">
                  <c:v>0.85379999999993905</c:v>
                </c:pt>
                <c:pt idx="4269">
                  <c:v>0.85399999999993903</c:v>
                </c:pt>
                <c:pt idx="4270">
                  <c:v>0.85419999999993901</c:v>
                </c:pt>
                <c:pt idx="4271">
                  <c:v>0.85439999999993899</c:v>
                </c:pt>
                <c:pt idx="4272">
                  <c:v>0.85459999999993896</c:v>
                </c:pt>
                <c:pt idx="4273">
                  <c:v>0.85479999999993805</c:v>
                </c:pt>
                <c:pt idx="4274">
                  <c:v>0.85499999999993803</c:v>
                </c:pt>
                <c:pt idx="4275">
                  <c:v>0.85519999999993801</c:v>
                </c:pt>
                <c:pt idx="4276">
                  <c:v>0.85539999999993799</c:v>
                </c:pt>
                <c:pt idx="4277">
                  <c:v>0.85559999999993797</c:v>
                </c:pt>
                <c:pt idx="4278">
                  <c:v>0.85579999999993805</c:v>
                </c:pt>
                <c:pt idx="4279">
                  <c:v>0.85599999999993803</c:v>
                </c:pt>
                <c:pt idx="4280">
                  <c:v>0.85619999999993801</c:v>
                </c:pt>
                <c:pt idx="4281">
                  <c:v>0.85639999999993799</c:v>
                </c:pt>
                <c:pt idx="4282">
                  <c:v>0.85659999999993797</c:v>
                </c:pt>
                <c:pt idx="4283">
                  <c:v>0.85679999999993794</c:v>
                </c:pt>
                <c:pt idx="4284">
                  <c:v>0.85699999999993803</c:v>
                </c:pt>
                <c:pt idx="4285">
                  <c:v>0.85719999999993801</c:v>
                </c:pt>
                <c:pt idx="4286">
                  <c:v>0.85739999999993799</c:v>
                </c:pt>
                <c:pt idx="4287">
                  <c:v>0.85759999999993797</c:v>
                </c:pt>
                <c:pt idx="4288">
                  <c:v>0.85779999999993795</c:v>
                </c:pt>
                <c:pt idx="4289">
                  <c:v>0.85799999999993803</c:v>
                </c:pt>
                <c:pt idx="4290">
                  <c:v>0.85819999999993801</c:v>
                </c:pt>
                <c:pt idx="4291">
                  <c:v>0.85839999999993799</c:v>
                </c:pt>
                <c:pt idx="4292">
                  <c:v>0.85859999999993797</c:v>
                </c:pt>
                <c:pt idx="4293">
                  <c:v>0.85879999999993795</c:v>
                </c:pt>
                <c:pt idx="4294">
                  <c:v>0.85899999999993804</c:v>
                </c:pt>
                <c:pt idx="4295">
                  <c:v>0.85919999999993801</c:v>
                </c:pt>
                <c:pt idx="4296">
                  <c:v>0.85939999999993799</c:v>
                </c:pt>
                <c:pt idx="4297">
                  <c:v>0.85959999999993797</c:v>
                </c:pt>
                <c:pt idx="4298">
                  <c:v>0.85979999999993795</c:v>
                </c:pt>
                <c:pt idx="4299">
                  <c:v>0.85999999999993804</c:v>
                </c:pt>
                <c:pt idx="4300">
                  <c:v>0.86019999999993801</c:v>
                </c:pt>
                <c:pt idx="4301">
                  <c:v>0.86039999999993799</c:v>
                </c:pt>
                <c:pt idx="4302">
                  <c:v>0.86059999999993797</c:v>
                </c:pt>
                <c:pt idx="4303">
                  <c:v>0.86079999999993795</c:v>
                </c:pt>
                <c:pt idx="4304">
                  <c:v>0.86099999999993804</c:v>
                </c:pt>
                <c:pt idx="4305">
                  <c:v>0.86119999999993802</c:v>
                </c:pt>
                <c:pt idx="4306">
                  <c:v>0.86139999999993799</c:v>
                </c:pt>
                <c:pt idx="4307">
                  <c:v>0.86159999999993797</c:v>
                </c:pt>
                <c:pt idx="4308">
                  <c:v>0.86179999999993795</c:v>
                </c:pt>
                <c:pt idx="4309">
                  <c:v>0.86199999999993804</c:v>
                </c:pt>
                <c:pt idx="4310">
                  <c:v>0.86219999999993802</c:v>
                </c:pt>
                <c:pt idx="4311">
                  <c:v>0.86239999999993799</c:v>
                </c:pt>
                <c:pt idx="4312">
                  <c:v>0.86259999999993797</c:v>
                </c:pt>
                <c:pt idx="4313">
                  <c:v>0.86279999999993795</c:v>
                </c:pt>
                <c:pt idx="4314">
                  <c:v>0.86299999999993804</c:v>
                </c:pt>
                <c:pt idx="4315">
                  <c:v>0.86319999999993802</c:v>
                </c:pt>
                <c:pt idx="4316">
                  <c:v>0.86339999999993799</c:v>
                </c:pt>
                <c:pt idx="4317">
                  <c:v>0.86359999999993797</c:v>
                </c:pt>
                <c:pt idx="4318">
                  <c:v>0.86379999999993795</c:v>
                </c:pt>
                <c:pt idx="4319">
                  <c:v>0.86399999999993704</c:v>
                </c:pt>
                <c:pt idx="4320">
                  <c:v>0.86419999999993702</c:v>
                </c:pt>
                <c:pt idx="4321">
                  <c:v>0.864399999999937</c:v>
                </c:pt>
                <c:pt idx="4322">
                  <c:v>0.86459999999993697</c:v>
                </c:pt>
                <c:pt idx="4323">
                  <c:v>0.86479999999993695</c:v>
                </c:pt>
                <c:pt idx="4324">
                  <c:v>0.86499999999993704</c:v>
                </c:pt>
                <c:pt idx="4325">
                  <c:v>0.86519999999993702</c:v>
                </c:pt>
                <c:pt idx="4326">
                  <c:v>0.865399999999937</c:v>
                </c:pt>
                <c:pt idx="4327">
                  <c:v>0.86559999999993698</c:v>
                </c:pt>
                <c:pt idx="4328">
                  <c:v>0.86579999999993695</c:v>
                </c:pt>
                <c:pt idx="4329">
                  <c:v>0.86599999999993704</c:v>
                </c:pt>
                <c:pt idx="4330">
                  <c:v>0.86619999999993702</c:v>
                </c:pt>
                <c:pt idx="4331">
                  <c:v>0.866399999999937</c:v>
                </c:pt>
                <c:pt idx="4332">
                  <c:v>0.86659999999993698</c:v>
                </c:pt>
                <c:pt idx="4333">
                  <c:v>0.86679999999993695</c:v>
                </c:pt>
                <c:pt idx="4334">
                  <c:v>0.86699999999993704</c:v>
                </c:pt>
                <c:pt idx="4335">
                  <c:v>0.86719999999993702</c:v>
                </c:pt>
                <c:pt idx="4336">
                  <c:v>0.867399999999937</c:v>
                </c:pt>
                <c:pt idx="4337">
                  <c:v>0.86759999999993698</c:v>
                </c:pt>
                <c:pt idx="4338">
                  <c:v>0.86779999999993696</c:v>
                </c:pt>
                <c:pt idx="4339">
                  <c:v>0.86799999999993704</c:v>
                </c:pt>
                <c:pt idx="4340">
                  <c:v>0.86819999999993702</c:v>
                </c:pt>
                <c:pt idx="4341">
                  <c:v>0.868399999999937</c:v>
                </c:pt>
                <c:pt idx="4342">
                  <c:v>0.86859999999993698</c:v>
                </c:pt>
                <c:pt idx="4343">
                  <c:v>0.86879999999993696</c:v>
                </c:pt>
                <c:pt idx="4344">
                  <c:v>0.86899999999993705</c:v>
                </c:pt>
                <c:pt idx="4345">
                  <c:v>0.86919999999993702</c:v>
                </c:pt>
                <c:pt idx="4346">
                  <c:v>0.869399999999937</c:v>
                </c:pt>
                <c:pt idx="4347">
                  <c:v>0.86959999999993698</c:v>
                </c:pt>
                <c:pt idx="4348">
                  <c:v>0.86979999999993696</c:v>
                </c:pt>
                <c:pt idx="4349">
                  <c:v>0.86999999999993705</c:v>
                </c:pt>
                <c:pt idx="4350">
                  <c:v>0.87019999999993702</c:v>
                </c:pt>
                <c:pt idx="4351">
                  <c:v>0.870399999999937</c:v>
                </c:pt>
                <c:pt idx="4352">
                  <c:v>0.87059999999993698</c:v>
                </c:pt>
                <c:pt idx="4353">
                  <c:v>0.87079999999993696</c:v>
                </c:pt>
                <c:pt idx="4354">
                  <c:v>0.87099999999993705</c:v>
                </c:pt>
                <c:pt idx="4355">
                  <c:v>0.87119999999993702</c:v>
                </c:pt>
                <c:pt idx="4356">
                  <c:v>0.871399999999937</c:v>
                </c:pt>
                <c:pt idx="4357">
                  <c:v>0.87159999999993698</c:v>
                </c:pt>
                <c:pt idx="4358">
                  <c:v>0.87179999999993696</c:v>
                </c:pt>
                <c:pt idx="4359">
                  <c:v>0.87199999999993705</c:v>
                </c:pt>
                <c:pt idx="4360">
                  <c:v>0.87219999999993703</c:v>
                </c:pt>
                <c:pt idx="4361">
                  <c:v>0.872399999999937</c:v>
                </c:pt>
                <c:pt idx="4362">
                  <c:v>0.87259999999993698</c:v>
                </c:pt>
                <c:pt idx="4363">
                  <c:v>0.87279999999993696</c:v>
                </c:pt>
                <c:pt idx="4364">
                  <c:v>0.87299999999993605</c:v>
                </c:pt>
                <c:pt idx="4365">
                  <c:v>0.87319999999993603</c:v>
                </c:pt>
                <c:pt idx="4366">
                  <c:v>0.87339999999993601</c:v>
                </c:pt>
                <c:pt idx="4367">
                  <c:v>0.87359999999993598</c:v>
                </c:pt>
                <c:pt idx="4368">
                  <c:v>0.87379999999993596</c:v>
                </c:pt>
                <c:pt idx="4369">
                  <c:v>0.87399999999993605</c:v>
                </c:pt>
                <c:pt idx="4370">
                  <c:v>0.87419999999993603</c:v>
                </c:pt>
                <c:pt idx="4371">
                  <c:v>0.87439999999993601</c:v>
                </c:pt>
                <c:pt idx="4372">
                  <c:v>0.87459999999993598</c:v>
                </c:pt>
                <c:pt idx="4373">
                  <c:v>0.87479999999993596</c:v>
                </c:pt>
                <c:pt idx="4374">
                  <c:v>0.87499999999993605</c:v>
                </c:pt>
                <c:pt idx="4375">
                  <c:v>0.87519999999993603</c:v>
                </c:pt>
                <c:pt idx="4376">
                  <c:v>0.87539999999993601</c:v>
                </c:pt>
                <c:pt idx="4377">
                  <c:v>0.87559999999993599</c:v>
                </c:pt>
                <c:pt idx="4378">
                  <c:v>0.87579999999993596</c:v>
                </c:pt>
                <c:pt idx="4379">
                  <c:v>0.87599999999993605</c:v>
                </c:pt>
                <c:pt idx="4380">
                  <c:v>0.87619999999993603</c:v>
                </c:pt>
                <c:pt idx="4381">
                  <c:v>0.87639999999993601</c:v>
                </c:pt>
                <c:pt idx="4382">
                  <c:v>0.87659999999993599</c:v>
                </c:pt>
                <c:pt idx="4383">
                  <c:v>0.87679999999993596</c:v>
                </c:pt>
                <c:pt idx="4384">
                  <c:v>0.87699999999993605</c:v>
                </c:pt>
                <c:pt idx="4385">
                  <c:v>0.87719999999993603</c:v>
                </c:pt>
                <c:pt idx="4386">
                  <c:v>0.87739999999993601</c:v>
                </c:pt>
                <c:pt idx="4387">
                  <c:v>0.87759999999993599</c:v>
                </c:pt>
                <c:pt idx="4388">
                  <c:v>0.87779999999993596</c:v>
                </c:pt>
                <c:pt idx="4389">
                  <c:v>0.87799999999993605</c:v>
                </c:pt>
                <c:pt idx="4390">
                  <c:v>0.87819999999993603</c:v>
                </c:pt>
                <c:pt idx="4391">
                  <c:v>0.87839999999993601</c:v>
                </c:pt>
                <c:pt idx="4392">
                  <c:v>0.87859999999993599</c:v>
                </c:pt>
                <c:pt idx="4393">
                  <c:v>0.87879999999993597</c:v>
                </c:pt>
                <c:pt idx="4394">
                  <c:v>0.87899999999993605</c:v>
                </c:pt>
                <c:pt idx="4395">
                  <c:v>0.87919999999993603</c:v>
                </c:pt>
                <c:pt idx="4396">
                  <c:v>0.87939999999993601</c:v>
                </c:pt>
                <c:pt idx="4397">
                  <c:v>0.87959999999993599</c:v>
                </c:pt>
                <c:pt idx="4398">
                  <c:v>0.87979999999993597</c:v>
                </c:pt>
                <c:pt idx="4399">
                  <c:v>0.87999999999993594</c:v>
                </c:pt>
                <c:pt idx="4400">
                  <c:v>0.88019999999993603</c:v>
                </c:pt>
                <c:pt idx="4401">
                  <c:v>0.88039999999993601</c:v>
                </c:pt>
                <c:pt idx="4402">
                  <c:v>0.88059999999993599</c:v>
                </c:pt>
                <c:pt idx="4403">
                  <c:v>0.88079999999993597</c:v>
                </c:pt>
                <c:pt idx="4404">
                  <c:v>0.88099999999993595</c:v>
                </c:pt>
                <c:pt idx="4405">
                  <c:v>0.88119999999993603</c:v>
                </c:pt>
                <c:pt idx="4406">
                  <c:v>0.88139999999993601</c:v>
                </c:pt>
                <c:pt idx="4407">
                  <c:v>0.88159999999993599</c:v>
                </c:pt>
                <c:pt idx="4408">
                  <c:v>0.88179999999993597</c:v>
                </c:pt>
                <c:pt idx="4409">
                  <c:v>0.88199999999993595</c:v>
                </c:pt>
                <c:pt idx="4410">
                  <c:v>0.88219999999993504</c:v>
                </c:pt>
                <c:pt idx="4411">
                  <c:v>0.88239999999993501</c:v>
                </c:pt>
                <c:pt idx="4412">
                  <c:v>0.88259999999993499</c:v>
                </c:pt>
                <c:pt idx="4413">
                  <c:v>0.88279999999993497</c:v>
                </c:pt>
                <c:pt idx="4414">
                  <c:v>0.88299999999993495</c:v>
                </c:pt>
                <c:pt idx="4415">
                  <c:v>0.88319999999993504</c:v>
                </c:pt>
                <c:pt idx="4416">
                  <c:v>0.88339999999993502</c:v>
                </c:pt>
                <c:pt idx="4417">
                  <c:v>0.88359999999993499</c:v>
                </c:pt>
                <c:pt idx="4418">
                  <c:v>0.88379999999993497</c:v>
                </c:pt>
                <c:pt idx="4419">
                  <c:v>0.88399999999993495</c:v>
                </c:pt>
                <c:pt idx="4420">
                  <c:v>0.88419999999993504</c:v>
                </c:pt>
                <c:pt idx="4421">
                  <c:v>0.88439999999993502</c:v>
                </c:pt>
                <c:pt idx="4422">
                  <c:v>0.88459999999993499</c:v>
                </c:pt>
                <c:pt idx="4423">
                  <c:v>0.88479999999993497</c:v>
                </c:pt>
                <c:pt idx="4424">
                  <c:v>0.88499999999993495</c:v>
                </c:pt>
                <c:pt idx="4425">
                  <c:v>0.88519999999993504</c:v>
                </c:pt>
                <c:pt idx="4426">
                  <c:v>0.88539999999993502</c:v>
                </c:pt>
                <c:pt idx="4427">
                  <c:v>0.88559999999993499</c:v>
                </c:pt>
                <c:pt idx="4428">
                  <c:v>0.88579999999993497</c:v>
                </c:pt>
                <c:pt idx="4429">
                  <c:v>0.88599999999993495</c:v>
                </c:pt>
                <c:pt idx="4430">
                  <c:v>0.88619999999993504</c:v>
                </c:pt>
                <c:pt idx="4431">
                  <c:v>0.88639999999993502</c:v>
                </c:pt>
                <c:pt idx="4432">
                  <c:v>0.886599999999935</c:v>
                </c:pt>
                <c:pt idx="4433">
                  <c:v>0.88679999999993497</c:v>
                </c:pt>
                <c:pt idx="4434">
                  <c:v>0.88699999999993495</c:v>
                </c:pt>
                <c:pt idx="4435">
                  <c:v>0.88719999999993504</c:v>
                </c:pt>
                <c:pt idx="4436">
                  <c:v>0.88739999999993502</c:v>
                </c:pt>
                <c:pt idx="4437">
                  <c:v>0.887599999999935</c:v>
                </c:pt>
                <c:pt idx="4438">
                  <c:v>0.88779999999993497</c:v>
                </c:pt>
                <c:pt idx="4439">
                  <c:v>0.88799999999993495</c:v>
                </c:pt>
                <c:pt idx="4440">
                  <c:v>0.88819999999993504</c:v>
                </c:pt>
                <c:pt idx="4441">
                  <c:v>0.88839999999993502</c:v>
                </c:pt>
                <c:pt idx="4442">
                  <c:v>0.888599999999935</c:v>
                </c:pt>
                <c:pt idx="4443">
                  <c:v>0.88879999999993498</c:v>
                </c:pt>
                <c:pt idx="4444">
                  <c:v>0.88899999999993495</c:v>
                </c:pt>
                <c:pt idx="4445">
                  <c:v>0.88919999999993504</c:v>
                </c:pt>
                <c:pt idx="4446">
                  <c:v>0.88939999999993502</c:v>
                </c:pt>
                <c:pt idx="4447">
                  <c:v>0.889599999999935</c:v>
                </c:pt>
                <c:pt idx="4448">
                  <c:v>0.88979999999993498</c:v>
                </c:pt>
                <c:pt idx="4449">
                  <c:v>0.88999999999993495</c:v>
                </c:pt>
                <c:pt idx="4450">
                  <c:v>0.89019999999993504</c:v>
                </c:pt>
                <c:pt idx="4451">
                  <c:v>0.89039999999993502</c:v>
                </c:pt>
                <c:pt idx="4452">
                  <c:v>0.890599999999935</c:v>
                </c:pt>
                <c:pt idx="4453">
                  <c:v>0.89079999999993498</c:v>
                </c:pt>
                <c:pt idx="4454">
                  <c:v>0.89099999999993496</c:v>
                </c:pt>
                <c:pt idx="4455">
                  <c:v>0.89119999999993404</c:v>
                </c:pt>
                <c:pt idx="4456">
                  <c:v>0.89139999999993402</c:v>
                </c:pt>
                <c:pt idx="4457">
                  <c:v>0.891599999999934</c:v>
                </c:pt>
                <c:pt idx="4458">
                  <c:v>0.89179999999993398</c:v>
                </c:pt>
                <c:pt idx="4459">
                  <c:v>0.89199999999993396</c:v>
                </c:pt>
                <c:pt idx="4460">
                  <c:v>0.89219999999993405</c:v>
                </c:pt>
                <c:pt idx="4461">
                  <c:v>0.89239999999993402</c:v>
                </c:pt>
                <c:pt idx="4462">
                  <c:v>0.892599999999934</c:v>
                </c:pt>
                <c:pt idx="4463">
                  <c:v>0.89279999999993398</c:v>
                </c:pt>
                <c:pt idx="4464">
                  <c:v>0.89299999999993396</c:v>
                </c:pt>
                <c:pt idx="4465">
                  <c:v>0.89319999999993405</c:v>
                </c:pt>
                <c:pt idx="4466">
                  <c:v>0.89339999999993402</c:v>
                </c:pt>
                <c:pt idx="4467">
                  <c:v>0.893599999999934</c:v>
                </c:pt>
                <c:pt idx="4468">
                  <c:v>0.89379999999993398</c:v>
                </c:pt>
                <c:pt idx="4469">
                  <c:v>0.89399999999993396</c:v>
                </c:pt>
                <c:pt idx="4470">
                  <c:v>0.89419999999993405</c:v>
                </c:pt>
                <c:pt idx="4471">
                  <c:v>0.89439999999993403</c:v>
                </c:pt>
                <c:pt idx="4472">
                  <c:v>0.894599999999934</c:v>
                </c:pt>
                <c:pt idx="4473">
                  <c:v>0.89479999999993398</c:v>
                </c:pt>
                <c:pt idx="4474">
                  <c:v>0.89499999999993396</c:v>
                </c:pt>
                <c:pt idx="4475">
                  <c:v>0.89519999999993405</c:v>
                </c:pt>
                <c:pt idx="4476">
                  <c:v>0.89539999999993403</c:v>
                </c:pt>
                <c:pt idx="4477">
                  <c:v>0.895599999999934</c:v>
                </c:pt>
                <c:pt idx="4478">
                  <c:v>0.89579999999993398</c:v>
                </c:pt>
                <c:pt idx="4479">
                  <c:v>0.89599999999993396</c:v>
                </c:pt>
                <c:pt idx="4480">
                  <c:v>0.89619999999993405</c:v>
                </c:pt>
                <c:pt idx="4481">
                  <c:v>0.89639999999993403</c:v>
                </c:pt>
                <c:pt idx="4482">
                  <c:v>0.89659999999993401</c:v>
                </c:pt>
                <c:pt idx="4483">
                  <c:v>0.89679999999993398</c:v>
                </c:pt>
                <c:pt idx="4484">
                  <c:v>0.89699999999993396</c:v>
                </c:pt>
                <c:pt idx="4485">
                  <c:v>0.89719999999993405</c:v>
                </c:pt>
                <c:pt idx="4486">
                  <c:v>0.89739999999993403</c:v>
                </c:pt>
                <c:pt idx="4487">
                  <c:v>0.89759999999993401</c:v>
                </c:pt>
                <c:pt idx="4488">
                  <c:v>0.89779999999993398</c:v>
                </c:pt>
                <c:pt idx="4489">
                  <c:v>0.89799999999993396</c:v>
                </c:pt>
                <c:pt idx="4490">
                  <c:v>0.89819999999993405</c:v>
                </c:pt>
                <c:pt idx="4491">
                  <c:v>0.89839999999993403</c:v>
                </c:pt>
                <c:pt idx="4492">
                  <c:v>0.89859999999993401</c:v>
                </c:pt>
                <c:pt idx="4493">
                  <c:v>0.89879999999993399</c:v>
                </c:pt>
                <c:pt idx="4494">
                  <c:v>0.89899999999993396</c:v>
                </c:pt>
                <c:pt idx="4495">
                  <c:v>0.89919999999993405</c:v>
                </c:pt>
                <c:pt idx="4496">
                  <c:v>0.89939999999993403</c:v>
                </c:pt>
                <c:pt idx="4497">
                  <c:v>0.89959999999993401</c:v>
                </c:pt>
                <c:pt idx="4498">
                  <c:v>0.89979999999993399</c:v>
                </c:pt>
                <c:pt idx="4499">
                  <c:v>0.89999999999993396</c:v>
                </c:pt>
                <c:pt idx="4500">
                  <c:v>0.90019999999993305</c:v>
                </c:pt>
                <c:pt idx="4501">
                  <c:v>0.90039999999993303</c:v>
                </c:pt>
                <c:pt idx="4502">
                  <c:v>0.90059999999993301</c:v>
                </c:pt>
                <c:pt idx="4503">
                  <c:v>0.90079999999993299</c:v>
                </c:pt>
                <c:pt idx="4504">
                  <c:v>0.90099999999993297</c:v>
                </c:pt>
                <c:pt idx="4505">
                  <c:v>0.90119999999993305</c:v>
                </c:pt>
                <c:pt idx="4506">
                  <c:v>0.90139999999993303</c:v>
                </c:pt>
                <c:pt idx="4507">
                  <c:v>0.90159999999993301</c:v>
                </c:pt>
                <c:pt idx="4508">
                  <c:v>0.90179999999993299</c:v>
                </c:pt>
                <c:pt idx="4509">
                  <c:v>0.90199999999993297</c:v>
                </c:pt>
                <c:pt idx="4510">
                  <c:v>0.90219999999993306</c:v>
                </c:pt>
                <c:pt idx="4511">
                  <c:v>0.90239999999993303</c:v>
                </c:pt>
                <c:pt idx="4512">
                  <c:v>0.90259999999993301</c:v>
                </c:pt>
                <c:pt idx="4513">
                  <c:v>0.90279999999993299</c:v>
                </c:pt>
                <c:pt idx="4514">
                  <c:v>0.90299999999993297</c:v>
                </c:pt>
                <c:pt idx="4515">
                  <c:v>0.90319999999993295</c:v>
                </c:pt>
                <c:pt idx="4516">
                  <c:v>0.90339999999993303</c:v>
                </c:pt>
                <c:pt idx="4517">
                  <c:v>0.90359999999993301</c:v>
                </c:pt>
                <c:pt idx="4518">
                  <c:v>0.90379999999993299</c:v>
                </c:pt>
                <c:pt idx="4519">
                  <c:v>0.90399999999993297</c:v>
                </c:pt>
                <c:pt idx="4520">
                  <c:v>0.90419999999993295</c:v>
                </c:pt>
                <c:pt idx="4521">
                  <c:v>0.90439999999993304</c:v>
                </c:pt>
                <c:pt idx="4522">
                  <c:v>0.90459999999993301</c:v>
                </c:pt>
                <c:pt idx="4523">
                  <c:v>0.90479999999993299</c:v>
                </c:pt>
                <c:pt idx="4524">
                  <c:v>0.90499999999993297</c:v>
                </c:pt>
                <c:pt idx="4525">
                  <c:v>0.90519999999993295</c:v>
                </c:pt>
                <c:pt idx="4526">
                  <c:v>0.90539999999993304</c:v>
                </c:pt>
                <c:pt idx="4527">
                  <c:v>0.90559999999993301</c:v>
                </c:pt>
                <c:pt idx="4528">
                  <c:v>0.90579999999993299</c:v>
                </c:pt>
                <c:pt idx="4529">
                  <c:v>0.90599999999993297</c:v>
                </c:pt>
                <c:pt idx="4530">
                  <c:v>0.90619999999993295</c:v>
                </c:pt>
                <c:pt idx="4531">
                  <c:v>0.90639999999993304</c:v>
                </c:pt>
                <c:pt idx="4532">
                  <c:v>0.90659999999993302</c:v>
                </c:pt>
                <c:pt idx="4533">
                  <c:v>0.90679999999993299</c:v>
                </c:pt>
                <c:pt idx="4534">
                  <c:v>0.90699999999993297</c:v>
                </c:pt>
                <c:pt idx="4535">
                  <c:v>0.90719999999993295</c:v>
                </c:pt>
                <c:pt idx="4536">
                  <c:v>0.90739999999993304</c:v>
                </c:pt>
                <c:pt idx="4537">
                  <c:v>0.90759999999993302</c:v>
                </c:pt>
                <c:pt idx="4538">
                  <c:v>0.90779999999993299</c:v>
                </c:pt>
                <c:pt idx="4539">
                  <c:v>0.90799999999993297</c:v>
                </c:pt>
                <c:pt idx="4540">
                  <c:v>0.90819999999993295</c:v>
                </c:pt>
                <c:pt idx="4541">
                  <c:v>0.90839999999993304</c:v>
                </c:pt>
                <c:pt idx="4542">
                  <c:v>0.90859999999993302</c:v>
                </c:pt>
                <c:pt idx="4543">
                  <c:v>0.90879999999993299</c:v>
                </c:pt>
                <c:pt idx="4544">
                  <c:v>0.90899999999993297</c:v>
                </c:pt>
                <c:pt idx="4545">
                  <c:v>0.90919999999993295</c:v>
                </c:pt>
                <c:pt idx="4546">
                  <c:v>0.90939999999993204</c:v>
                </c:pt>
                <c:pt idx="4547">
                  <c:v>0.90959999999993202</c:v>
                </c:pt>
                <c:pt idx="4548">
                  <c:v>0.909799999999932</c:v>
                </c:pt>
                <c:pt idx="4549">
                  <c:v>0.90999999999993197</c:v>
                </c:pt>
                <c:pt idx="4550">
                  <c:v>0.91019999999993195</c:v>
                </c:pt>
                <c:pt idx="4551">
                  <c:v>0.91039999999993204</c:v>
                </c:pt>
                <c:pt idx="4552">
                  <c:v>0.91059999999993202</c:v>
                </c:pt>
                <c:pt idx="4553">
                  <c:v>0.910799999999932</c:v>
                </c:pt>
                <c:pt idx="4554">
                  <c:v>0.91099999999993198</c:v>
                </c:pt>
                <c:pt idx="4555">
                  <c:v>0.91119999999993195</c:v>
                </c:pt>
                <c:pt idx="4556">
                  <c:v>0.91139999999993204</c:v>
                </c:pt>
                <c:pt idx="4557">
                  <c:v>0.91159999999993202</c:v>
                </c:pt>
                <c:pt idx="4558">
                  <c:v>0.911799999999932</c:v>
                </c:pt>
                <c:pt idx="4559">
                  <c:v>0.91199999999993198</c:v>
                </c:pt>
                <c:pt idx="4560">
                  <c:v>0.91219999999993195</c:v>
                </c:pt>
                <c:pt idx="4561">
                  <c:v>0.91239999999993204</c:v>
                </c:pt>
                <c:pt idx="4562">
                  <c:v>0.91259999999993202</c:v>
                </c:pt>
                <c:pt idx="4563">
                  <c:v>0.912799999999932</c:v>
                </c:pt>
                <c:pt idx="4564">
                  <c:v>0.91299999999993198</c:v>
                </c:pt>
                <c:pt idx="4565">
                  <c:v>0.91319999999993196</c:v>
                </c:pt>
                <c:pt idx="4566">
                  <c:v>0.91339999999993204</c:v>
                </c:pt>
                <c:pt idx="4567">
                  <c:v>0.91359999999993202</c:v>
                </c:pt>
                <c:pt idx="4568">
                  <c:v>0.913799999999932</c:v>
                </c:pt>
                <c:pt idx="4569">
                  <c:v>0.91399999999993198</c:v>
                </c:pt>
                <c:pt idx="4570">
                  <c:v>0.91419999999993196</c:v>
                </c:pt>
                <c:pt idx="4571">
                  <c:v>0.91439999999993204</c:v>
                </c:pt>
                <c:pt idx="4572">
                  <c:v>0.91459999999993202</c:v>
                </c:pt>
                <c:pt idx="4573">
                  <c:v>0.914799999999932</c:v>
                </c:pt>
                <c:pt idx="4574">
                  <c:v>0.91499999999993198</c:v>
                </c:pt>
                <c:pt idx="4575">
                  <c:v>0.91519999999993196</c:v>
                </c:pt>
                <c:pt idx="4576">
                  <c:v>0.91539999999993205</c:v>
                </c:pt>
                <c:pt idx="4577">
                  <c:v>0.91559999999993202</c:v>
                </c:pt>
                <c:pt idx="4578">
                  <c:v>0.915799999999932</c:v>
                </c:pt>
                <c:pt idx="4579">
                  <c:v>0.91599999999993198</c:v>
                </c:pt>
                <c:pt idx="4580">
                  <c:v>0.91619999999993196</c:v>
                </c:pt>
                <c:pt idx="4581">
                  <c:v>0.91639999999993205</c:v>
                </c:pt>
                <c:pt idx="4582">
                  <c:v>0.91659999999993202</c:v>
                </c:pt>
                <c:pt idx="4583">
                  <c:v>0.916799999999932</c:v>
                </c:pt>
                <c:pt idx="4584">
                  <c:v>0.91699999999993198</c:v>
                </c:pt>
                <c:pt idx="4585">
                  <c:v>0.91719999999993196</c:v>
                </c:pt>
                <c:pt idx="4586">
                  <c:v>0.91739999999993205</c:v>
                </c:pt>
                <c:pt idx="4587">
                  <c:v>0.91759999999993203</c:v>
                </c:pt>
                <c:pt idx="4588">
                  <c:v>0.917799999999932</c:v>
                </c:pt>
                <c:pt idx="4589">
                  <c:v>0.91799999999993198</c:v>
                </c:pt>
                <c:pt idx="4590">
                  <c:v>0.91819999999993196</c:v>
                </c:pt>
                <c:pt idx="4591">
                  <c:v>0.91839999999993105</c:v>
                </c:pt>
                <c:pt idx="4592">
                  <c:v>0.91859999999993103</c:v>
                </c:pt>
                <c:pt idx="4593">
                  <c:v>0.91879999999993101</c:v>
                </c:pt>
                <c:pt idx="4594">
                  <c:v>0.91899999999993098</c:v>
                </c:pt>
                <c:pt idx="4595">
                  <c:v>0.91919999999993096</c:v>
                </c:pt>
                <c:pt idx="4596">
                  <c:v>0.91939999999993105</c:v>
                </c:pt>
                <c:pt idx="4597">
                  <c:v>0.91959999999993103</c:v>
                </c:pt>
                <c:pt idx="4598">
                  <c:v>0.91979999999993101</c:v>
                </c:pt>
                <c:pt idx="4599">
                  <c:v>0.91999999999993098</c:v>
                </c:pt>
                <c:pt idx="4600">
                  <c:v>0.92019999999993096</c:v>
                </c:pt>
                <c:pt idx="4601">
                  <c:v>0.92039999999993105</c:v>
                </c:pt>
                <c:pt idx="4602">
                  <c:v>0.92059999999993103</c:v>
                </c:pt>
                <c:pt idx="4603">
                  <c:v>0.92079999999993101</c:v>
                </c:pt>
                <c:pt idx="4604">
                  <c:v>0.92099999999993098</c:v>
                </c:pt>
                <c:pt idx="4605">
                  <c:v>0.92119999999993096</c:v>
                </c:pt>
                <c:pt idx="4606">
                  <c:v>0.92139999999993105</c:v>
                </c:pt>
                <c:pt idx="4607">
                  <c:v>0.92159999999993103</c:v>
                </c:pt>
                <c:pt idx="4608">
                  <c:v>0.92179999999993101</c:v>
                </c:pt>
                <c:pt idx="4609">
                  <c:v>0.92199999999993099</c:v>
                </c:pt>
                <c:pt idx="4610">
                  <c:v>0.92219999999993096</c:v>
                </c:pt>
                <c:pt idx="4611">
                  <c:v>0.92239999999993105</c:v>
                </c:pt>
                <c:pt idx="4612">
                  <c:v>0.92259999999993103</c:v>
                </c:pt>
                <c:pt idx="4613">
                  <c:v>0.92279999999993101</c:v>
                </c:pt>
                <c:pt idx="4614">
                  <c:v>0.92299999999993099</c:v>
                </c:pt>
                <c:pt idx="4615">
                  <c:v>0.92319999999993096</c:v>
                </c:pt>
                <c:pt idx="4616">
                  <c:v>0.92339999999993105</c:v>
                </c:pt>
                <c:pt idx="4617">
                  <c:v>0.92359999999993103</c:v>
                </c:pt>
                <c:pt idx="4618">
                  <c:v>0.92379999999993101</c:v>
                </c:pt>
                <c:pt idx="4619">
                  <c:v>0.92399999999993099</c:v>
                </c:pt>
                <c:pt idx="4620">
                  <c:v>0.92419999999993097</c:v>
                </c:pt>
                <c:pt idx="4621">
                  <c:v>0.92439999999993105</c:v>
                </c:pt>
                <c:pt idx="4622">
                  <c:v>0.92459999999993103</c:v>
                </c:pt>
                <c:pt idx="4623">
                  <c:v>0.92479999999993101</c:v>
                </c:pt>
                <c:pt idx="4624">
                  <c:v>0.92499999999993099</c:v>
                </c:pt>
                <c:pt idx="4625">
                  <c:v>0.92519999999993097</c:v>
                </c:pt>
                <c:pt idx="4626">
                  <c:v>0.92539999999993106</c:v>
                </c:pt>
                <c:pt idx="4627">
                  <c:v>0.92559999999993103</c:v>
                </c:pt>
                <c:pt idx="4628">
                  <c:v>0.92579999999993101</c:v>
                </c:pt>
                <c:pt idx="4629">
                  <c:v>0.92599999999993099</c:v>
                </c:pt>
                <c:pt idx="4630">
                  <c:v>0.92619999999993097</c:v>
                </c:pt>
                <c:pt idx="4631">
                  <c:v>0.92639999999993095</c:v>
                </c:pt>
                <c:pt idx="4632">
                  <c:v>0.92659999999993103</c:v>
                </c:pt>
                <c:pt idx="4633">
                  <c:v>0.92679999999993101</c:v>
                </c:pt>
                <c:pt idx="4634">
                  <c:v>0.92699999999993099</c:v>
                </c:pt>
                <c:pt idx="4635">
                  <c:v>0.92719999999993097</c:v>
                </c:pt>
                <c:pt idx="4636">
                  <c:v>0.92739999999993095</c:v>
                </c:pt>
                <c:pt idx="4637">
                  <c:v>0.92759999999993004</c:v>
                </c:pt>
                <c:pt idx="4638">
                  <c:v>0.92779999999993001</c:v>
                </c:pt>
                <c:pt idx="4639">
                  <c:v>0.92799999999992999</c:v>
                </c:pt>
                <c:pt idx="4640">
                  <c:v>0.92819999999992997</c:v>
                </c:pt>
                <c:pt idx="4641">
                  <c:v>0.92839999999992995</c:v>
                </c:pt>
                <c:pt idx="4642">
                  <c:v>0.92859999999993004</c:v>
                </c:pt>
                <c:pt idx="4643">
                  <c:v>0.92879999999993001</c:v>
                </c:pt>
                <c:pt idx="4644">
                  <c:v>0.92899999999992999</c:v>
                </c:pt>
                <c:pt idx="4645">
                  <c:v>0.92919999999992997</c:v>
                </c:pt>
                <c:pt idx="4646">
                  <c:v>0.92939999999992995</c:v>
                </c:pt>
                <c:pt idx="4647">
                  <c:v>0.92959999999993004</c:v>
                </c:pt>
                <c:pt idx="4648">
                  <c:v>0.92979999999993002</c:v>
                </c:pt>
                <c:pt idx="4649">
                  <c:v>0.92999999999992999</c:v>
                </c:pt>
                <c:pt idx="4650">
                  <c:v>0.93019999999992997</c:v>
                </c:pt>
                <c:pt idx="4651">
                  <c:v>0.93039999999992995</c:v>
                </c:pt>
                <c:pt idx="4652">
                  <c:v>0.93059999999993004</c:v>
                </c:pt>
                <c:pt idx="4653">
                  <c:v>0.93079999999993002</c:v>
                </c:pt>
                <c:pt idx="4654">
                  <c:v>0.93099999999992999</c:v>
                </c:pt>
                <c:pt idx="4655">
                  <c:v>0.93119999999992997</c:v>
                </c:pt>
                <c:pt idx="4656">
                  <c:v>0.93139999999992995</c:v>
                </c:pt>
                <c:pt idx="4657">
                  <c:v>0.93159999999993004</c:v>
                </c:pt>
                <c:pt idx="4658">
                  <c:v>0.93179999999993002</c:v>
                </c:pt>
                <c:pt idx="4659">
                  <c:v>0.93199999999993</c:v>
                </c:pt>
                <c:pt idx="4660">
                  <c:v>0.93219999999992997</c:v>
                </c:pt>
                <c:pt idx="4661">
                  <c:v>0.93239999999992995</c:v>
                </c:pt>
                <c:pt idx="4662">
                  <c:v>0.93259999999993004</c:v>
                </c:pt>
                <c:pt idx="4663">
                  <c:v>0.93279999999993002</c:v>
                </c:pt>
                <c:pt idx="4664">
                  <c:v>0.93299999999993</c:v>
                </c:pt>
                <c:pt idx="4665">
                  <c:v>0.93319999999992997</c:v>
                </c:pt>
                <c:pt idx="4666">
                  <c:v>0.93339999999992995</c:v>
                </c:pt>
                <c:pt idx="4667">
                  <c:v>0.93359999999993004</c:v>
                </c:pt>
                <c:pt idx="4668">
                  <c:v>0.93379999999993002</c:v>
                </c:pt>
                <c:pt idx="4669">
                  <c:v>0.93399999999993</c:v>
                </c:pt>
                <c:pt idx="4670">
                  <c:v>0.93419999999992998</c:v>
                </c:pt>
                <c:pt idx="4671">
                  <c:v>0.93439999999992995</c:v>
                </c:pt>
                <c:pt idx="4672">
                  <c:v>0.93459999999993004</c:v>
                </c:pt>
                <c:pt idx="4673">
                  <c:v>0.93479999999993002</c:v>
                </c:pt>
                <c:pt idx="4674">
                  <c:v>0.93499999999993</c:v>
                </c:pt>
                <c:pt idx="4675">
                  <c:v>0.93519999999992998</c:v>
                </c:pt>
                <c:pt idx="4676">
                  <c:v>0.93539999999992995</c:v>
                </c:pt>
                <c:pt idx="4677">
                  <c:v>0.93559999999993004</c:v>
                </c:pt>
                <c:pt idx="4678">
                  <c:v>0.93579999999993002</c:v>
                </c:pt>
                <c:pt idx="4679">
                  <c:v>0.93599999999993</c:v>
                </c:pt>
                <c:pt idx="4680">
                  <c:v>0.93619999999992998</c:v>
                </c:pt>
                <c:pt idx="4681">
                  <c:v>0.93639999999992996</c:v>
                </c:pt>
                <c:pt idx="4682">
                  <c:v>0.93659999999992904</c:v>
                </c:pt>
                <c:pt idx="4683">
                  <c:v>0.93679999999992902</c:v>
                </c:pt>
                <c:pt idx="4684">
                  <c:v>0.936999999999929</c:v>
                </c:pt>
                <c:pt idx="4685">
                  <c:v>0.93719999999992898</c:v>
                </c:pt>
                <c:pt idx="4686">
                  <c:v>0.93739999999992896</c:v>
                </c:pt>
                <c:pt idx="4687">
                  <c:v>0.93759999999992905</c:v>
                </c:pt>
                <c:pt idx="4688">
                  <c:v>0.93779999999992902</c:v>
                </c:pt>
                <c:pt idx="4689">
                  <c:v>0.937999999999929</c:v>
                </c:pt>
                <c:pt idx="4690">
                  <c:v>0.93819999999992898</c:v>
                </c:pt>
                <c:pt idx="4691">
                  <c:v>0.93839999999992896</c:v>
                </c:pt>
                <c:pt idx="4692">
                  <c:v>0.93859999999992905</c:v>
                </c:pt>
                <c:pt idx="4693">
                  <c:v>0.93879999999992902</c:v>
                </c:pt>
                <c:pt idx="4694">
                  <c:v>0.938999999999929</c:v>
                </c:pt>
                <c:pt idx="4695">
                  <c:v>0.93919999999992898</c:v>
                </c:pt>
                <c:pt idx="4696">
                  <c:v>0.93939999999992896</c:v>
                </c:pt>
                <c:pt idx="4697">
                  <c:v>0.93959999999992905</c:v>
                </c:pt>
                <c:pt idx="4698">
                  <c:v>0.93979999999992903</c:v>
                </c:pt>
                <c:pt idx="4699">
                  <c:v>0.939999999999929</c:v>
                </c:pt>
                <c:pt idx="4700">
                  <c:v>0.94019999999992898</c:v>
                </c:pt>
                <c:pt idx="4701">
                  <c:v>0.94039999999992896</c:v>
                </c:pt>
                <c:pt idx="4702">
                  <c:v>0.94059999999992905</c:v>
                </c:pt>
                <c:pt idx="4703">
                  <c:v>0.94079999999992903</c:v>
                </c:pt>
                <c:pt idx="4704">
                  <c:v>0.940999999999929</c:v>
                </c:pt>
                <c:pt idx="4705">
                  <c:v>0.94119999999992898</c:v>
                </c:pt>
                <c:pt idx="4706">
                  <c:v>0.94139999999992896</c:v>
                </c:pt>
                <c:pt idx="4707">
                  <c:v>0.94159999999992905</c:v>
                </c:pt>
                <c:pt idx="4708">
                  <c:v>0.94179999999992903</c:v>
                </c:pt>
                <c:pt idx="4709">
                  <c:v>0.94199999999992901</c:v>
                </c:pt>
                <c:pt idx="4710">
                  <c:v>0.94219999999992898</c:v>
                </c:pt>
                <c:pt idx="4711">
                  <c:v>0.94239999999992896</c:v>
                </c:pt>
                <c:pt idx="4712">
                  <c:v>0.94259999999992905</c:v>
                </c:pt>
                <c:pt idx="4713">
                  <c:v>0.94279999999992903</c:v>
                </c:pt>
                <c:pt idx="4714">
                  <c:v>0.94299999999992901</c:v>
                </c:pt>
                <c:pt idx="4715">
                  <c:v>0.94319999999992898</c:v>
                </c:pt>
                <c:pt idx="4716">
                  <c:v>0.94339999999992896</c:v>
                </c:pt>
                <c:pt idx="4717">
                  <c:v>0.94359999999992905</c:v>
                </c:pt>
                <c:pt idx="4718">
                  <c:v>0.94379999999992903</c:v>
                </c:pt>
                <c:pt idx="4719">
                  <c:v>0.94399999999992901</c:v>
                </c:pt>
                <c:pt idx="4720">
                  <c:v>0.94419999999992898</c:v>
                </c:pt>
                <c:pt idx="4721">
                  <c:v>0.94439999999992896</c:v>
                </c:pt>
                <c:pt idx="4722">
                  <c:v>0.94459999999992905</c:v>
                </c:pt>
                <c:pt idx="4723">
                  <c:v>0.94479999999992903</c:v>
                </c:pt>
                <c:pt idx="4724">
                  <c:v>0.94499999999992901</c:v>
                </c:pt>
                <c:pt idx="4725">
                  <c:v>0.94519999999992899</c:v>
                </c:pt>
                <c:pt idx="4726">
                  <c:v>0.94539999999992896</c:v>
                </c:pt>
                <c:pt idx="4727">
                  <c:v>0.94559999999992805</c:v>
                </c:pt>
                <c:pt idx="4728">
                  <c:v>0.94579999999992803</c:v>
                </c:pt>
                <c:pt idx="4729">
                  <c:v>0.94599999999992801</c:v>
                </c:pt>
                <c:pt idx="4730">
                  <c:v>0.94619999999992799</c:v>
                </c:pt>
                <c:pt idx="4731">
                  <c:v>0.94639999999992797</c:v>
                </c:pt>
                <c:pt idx="4732">
                  <c:v>0.94659999999992805</c:v>
                </c:pt>
                <c:pt idx="4733">
                  <c:v>0.94679999999992803</c:v>
                </c:pt>
                <c:pt idx="4734">
                  <c:v>0.94699999999992801</c:v>
                </c:pt>
                <c:pt idx="4735">
                  <c:v>0.94719999999992799</c:v>
                </c:pt>
                <c:pt idx="4736">
                  <c:v>0.94739999999992797</c:v>
                </c:pt>
                <c:pt idx="4737">
                  <c:v>0.94759999999992806</c:v>
                </c:pt>
                <c:pt idx="4738">
                  <c:v>0.94779999999992803</c:v>
                </c:pt>
                <c:pt idx="4739">
                  <c:v>0.94799999999992801</c:v>
                </c:pt>
                <c:pt idx="4740">
                  <c:v>0.94819999999992799</c:v>
                </c:pt>
                <c:pt idx="4741">
                  <c:v>0.94839999999992797</c:v>
                </c:pt>
                <c:pt idx="4742">
                  <c:v>0.94859999999992795</c:v>
                </c:pt>
                <c:pt idx="4743">
                  <c:v>0.94879999999992803</c:v>
                </c:pt>
                <c:pt idx="4744">
                  <c:v>0.94899999999992801</c:v>
                </c:pt>
                <c:pt idx="4745">
                  <c:v>0.94919999999992799</c:v>
                </c:pt>
                <c:pt idx="4746">
                  <c:v>0.94939999999992797</c:v>
                </c:pt>
                <c:pt idx="4747">
                  <c:v>0.94959999999992795</c:v>
                </c:pt>
                <c:pt idx="4748">
                  <c:v>0.94979999999992804</c:v>
                </c:pt>
                <c:pt idx="4749">
                  <c:v>0.94999999999992801</c:v>
                </c:pt>
                <c:pt idx="4750">
                  <c:v>0.95019999999992799</c:v>
                </c:pt>
                <c:pt idx="4751">
                  <c:v>0.95039999999992797</c:v>
                </c:pt>
                <c:pt idx="4752">
                  <c:v>0.95059999999992795</c:v>
                </c:pt>
                <c:pt idx="4753">
                  <c:v>0.95079999999992804</c:v>
                </c:pt>
                <c:pt idx="4754">
                  <c:v>0.95099999999992801</c:v>
                </c:pt>
                <c:pt idx="4755">
                  <c:v>0.95119999999992799</c:v>
                </c:pt>
                <c:pt idx="4756">
                  <c:v>0.95139999999992797</c:v>
                </c:pt>
                <c:pt idx="4757">
                  <c:v>0.95159999999992795</c:v>
                </c:pt>
                <c:pt idx="4758">
                  <c:v>0.95179999999992804</c:v>
                </c:pt>
                <c:pt idx="4759">
                  <c:v>0.95199999999992801</c:v>
                </c:pt>
                <c:pt idx="4760">
                  <c:v>0.95219999999992799</c:v>
                </c:pt>
                <c:pt idx="4761">
                  <c:v>0.95239999999992797</c:v>
                </c:pt>
                <c:pt idx="4762">
                  <c:v>0.95259999999992795</c:v>
                </c:pt>
                <c:pt idx="4763">
                  <c:v>0.95279999999992804</c:v>
                </c:pt>
                <c:pt idx="4764">
                  <c:v>0.95299999999992802</c:v>
                </c:pt>
                <c:pt idx="4765">
                  <c:v>0.95319999999992799</c:v>
                </c:pt>
                <c:pt idx="4766">
                  <c:v>0.95339999999992797</c:v>
                </c:pt>
                <c:pt idx="4767">
                  <c:v>0.95359999999992795</c:v>
                </c:pt>
                <c:pt idx="4768">
                  <c:v>0.95379999999992804</c:v>
                </c:pt>
                <c:pt idx="4769">
                  <c:v>0.95399999999992802</c:v>
                </c:pt>
                <c:pt idx="4770">
                  <c:v>0.95419999999992799</c:v>
                </c:pt>
                <c:pt idx="4771">
                  <c:v>0.95439999999992797</c:v>
                </c:pt>
                <c:pt idx="4772">
                  <c:v>0.95459999999992795</c:v>
                </c:pt>
                <c:pt idx="4773">
                  <c:v>0.95479999999992704</c:v>
                </c:pt>
                <c:pt idx="4774">
                  <c:v>0.95499999999992702</c:v>
                </c:pt>
                <c:pt idx="4775">
                  <c:v>0.955199999999927</c:v>
                </c:pt>
                <c:pt idx="4776">
                  <c:v>0.95539999999992697</c:v>
                </c:pt>
                <c:pt idx="4777">
                  <c:v>0.95559999999992695</c:v>
                </c:pt>
                <c:pt idx="4778">
                  <c:v>0.95579999999992704</c:v>
                </c:pt>
                <c:pt idx="4779">
                  <c:v>0.95599999999992702</c:v>
                </c:pt>
                <c:pt idx="4780">
                  <c:v>0.956199999999927</c:v>
                </c:pt>
                <c:pt idx="4781">
                  <c:v>0.95639999999992698</c:v>
                </c:pt>
                <c:pt idx="4782">
                  <c:v>0.95659999999992695</c:v>
                </c:pt>
                <c:pt idx="4783">
                  <c:v>0.95679999999992704</c:v>
                </c:pt>
                <c:pt idx="4784">
                  <c:v>0.95699999999992702</c:v>
                </c:pt>
                <c:pt idx="4785">
                  <c:v>0.957199999999927</c:v>
                </c:pt>
                <c:pt idx="4786">
                  <c:v>0.95739999999992698</c:v>
                </c:pt>
                <c:pt idx="4787">
                  <c:v>0.95759999999992695</c:v>
                </c:pt>
                <c:pt idx="4788">
                  <c:v>0.95779999999992704</c:v>
                </c:pt>
                <c:pt idx="4789">
                  <c:v>0.95799999999992702</c:v>
                </c:pt>
                <c:pt idx="4790">
                  <c:v>0.958199999999927</c:v>
                </c:pt>
                <c:pt idx="4791">
                  <c:v>0.95839999999992698</c:v>
                </c:pt>
                <c:pt idx="4792">
                  <c:v>0.95859999999992695</c:v>
                </c:pt>
                <c:pt idx="4793">
                  <c:v>0.95879999999992704</c:v>
                </c:pt>
                <c:pt idx="4794">
                  <c:v>0.95899999999992702</c:v>
                </c:pt>
                <c:pt idx="4795">
                  <c:v>0.959199999999927</c:v>
                </c:pt>
                <c:pt idx="4796">
                  <c:v>0.95939999999992698</c:v>
                </c:pt>
                <c:pt idx="4797">
                  <c:v>0.95959999999992696</c:v>
                </c:pt>
                <c:pt idx="4798">
                  <c:v>0.95979999999992704</c:v>
                </c:pt>
                <c:pt idx="4799">
                  <c:v>0.95999999999992702</c:v>
                </c:pt>
                <c:pt idx="4800">
                  <c:v>0.960199999999927</c:v>
                </c:pt>
                <c:pt idx="4801">
                  <c:v>0.96039999999992698</c:v>
                </c:pt>
                <c:pt idx="4802">
                  <c:v>0.96059999999992696</c:v>
                </c:pt>
                <c:pt idx="4803">
                  <c:v>0.96079999999992705</c:v>
                </c:pt>
                <c:pt idx="4804">
                  <c:v>0.96099999999992702</c:v>
                </c:pt>
                <c:pt idx="4805">
                  <c:v>0.961199999999927</c:v>
                </c:pt>
                <c:pt idx="4806">
                  <c:v>0.96139999999992698</c:v>
                </c:pt>
                <c:pt idx="4807">
                  <c:v>0.96159999999992696</c:v>
                </c:pt>
                <c:pt idx="4808">
                  <c:v>0.96179999999992705</c:v>
                </c:pt>
                <c:pt idx="4809">
                  <c:v>0.96199999999992702</c:v>
                </c:pt>
                <c:pt idx="4810">
                  <c:v>0.962199999999927</c:v>
                </c:pt>
                <c:pt idx="4811">
                  <c:v>0.96239999999992698</c:v>
                </c:pt>
                <c:pt idx="4812">
                  <c:v>0.96259999999992696</c:v>
                </c:pt>
                <c:pt idx="4813">
                  <c:v>0.96279999999992705</c:v>
                </c:pt>
                <c:pt idx="4814">
                  <c:v>0.96299999999992703</c:v>
                </c:pt>
                <c:pt idx="4815">
                  <c:v>0.963199999999927</c:v>
                </c:pt>
                <c:pt idx="4816">
                  <c:v>0.96339999999992698</c:v>
                </c:pt>
                <c:pt idx="4817">
                  <c:v>0.96359999999992696</c:v>
                </c:pt>
                <c:pt idx="4818">
                  <c:v>0.96379999999992605</c:v>
                </c:pt>
                <c:pt idx="4819">
                  <c:v>0.96399999999992603</c:v>
                </c:pt>
                <c:pt idx="4820">
                  <c:v>0.96419999999992601</c:v>
                </c:pt>
                <c:pt idx="4821">
                  <c:v>0.96439999999992598</c:v>
                </c:pt>
                <c:pt idx="4822">
                  <c:v>0.96459999999992596</c:v>
                </c:pt>
                <c:pt idx="4823">
                  <c:v>0.96479999999992605</c:v>
                </c:pt>
                <c:pt idx="4824">
                  <c:v>0.96499999999992603</c:v>
                </c:pt>
                <c:pt idx="4825">
                  <c:v>0.96519999999992601</c:v>
                </c:pt>
                <c:pt idx="4826">
                  <c:v>0.96539999999992598</c:v>
                </c:pt>
                <c:pt idx="4827">
                  <c:v>0.96559999999992596</c:v>
                </c:pt>
                <c:pt idx="4828">
                  <c:v>0.96579999999992605</c:v>
                </c:pt>
                <c:pt idx="4829">
                  <c:v>0.96599999999992603</c:v>
                </c:pt>
                <c:pt idx="4830">
                  <c:v>0.96619999999992601</c:v>
                </c:pt>
                <c:pt idx="4831">
                  <c:v>0.96639999999992598</c:v>
                </c:pt>
                <c:pt idx="4832">
                  <c:v>0.96659999999992596</c:v>
                </c:pt>
                <c:pt idx="4833">
                  <c:v>0.96679999999992605</c:v>
                </c:pt>
                <c:pt idx="4834">
                  <c:v>0.96699999999992603</c:v>
                </c:pt>
                <c:pt idx="4835">
                  <c:v>0.96719999999992601</c:v>
                </c:pt>
                <c:pt idx="4836">
                  <c:v>0.96739999999992599</c:v>
                </c:pt>
                <c:pt idx="4837">
                  <c:v>0.96759999999992596</c:v>
                </c:pt>
                <c:pt idx="4838">
                  <c:v>0.96779999999992605</c:v>
                </c:pt>
                <c:pt idx="4839">
                  <c:v>0.96799999999992603</c:v>
                </c:pt>
                <c:pt idx="4840">
                  <c:v>0.96819999999992601</c:v>
                </c:pt>
                <c:pt idx="4841">
                  <c:v>0.96839999999992599</c:v>
                </c:pt>
                <c:pt idx="4842">
                  <c:v>0.96859999999992596</c:v>
                </c:pt>
                <c:pt idx="4843">
                  <c:v>0.96879999999992605</c:v>
                </c:pt>
                <c:pt idx="4844">
                  <c:v>0.96899999999992603</c:v>
                </c:pt>
                <c:pt idx="4845">
                  <c:v>0.96919999999992601</c:v>
                </c:pt>
                <c:pt idx="4846">
                  <c:v>0.96939999999992599</c:v>
                </c:pt>
                <c:pt idx="4847">
                  <c:v>0.96959999999992597</c:v>
                </c:pt>
                <c:pt idx="4848">
                  <c:v>0.96979999999992605</c:v>
                </c:pt>
                <c:pt idx="4849">
                  <c:v>0.96999999999992603</c:v>
                </c:pt>
                <c:pt idx="4850">
                  <c:v>0.97019999999992601</c:v>
                </c:pt>
                <c:pt idx="4851">
                  <c:v>0.97039999999992599</c:v>
                </c:pt>
                <c:pt idx="4852">
                  <c:v>0.97059999999992597</c:v>
                </c:pt>
                <c:pt idx="4853">
                  <c:v>0.97079999999992606</c:v>
                </c:pt>
                <c:pt idx="4854">
                  <c:v>0.97099999999992603</c:v>
                </c:pt>
                <c:pt idx="4855">
                  <c:v>0.97119999999992601</c:v>
                </c:pt>
                <c:pt idx="4856">
                  <c:v>0.97139999999992599</c:v>
                </c:pt>
                <c:pt idx="4857">
                  <c:v>0.97159999999992597</c:v>
                </c:pt>
                <c:pt idx="4858">
                  <c:v>0.97179999999992595</c:v>
                </c:pt>
                <c:pt idx="4859">
                  <c:v>0.97199999999992603</c:v>
                </c:pt>
                <c:pt idx="4860">
                  <c:v>0.97219999999992601</c:v>
                </c:pt>
                <c:pt idx="4861">
                  <c:v>0.97239999999992599</c:v>
                </c:pt>
                <c:pt idx="4862">
                  <c:v>0.97259999999992597</c:v>
                </c:pt>
                <c:pt idx="4863">
                  <c:v>0.97279999999992595</c:v>
                </c:pt>
                <c:pt idx="4864">
                  <c:v>0.97299999999992504</c:v>
                </c:pt>
                <c:pt idx="4865">
                  <c:v>0.97319999999992501</c:v>
                </c:pt>
                <c:pt idx="4866">
                  <c:v>0.97339999999992499</c:v>
                </c:pt>
                <c:pt idx="4867">
                  <c:v>0.97359999999992497</c:v>
                </c:pt>
                <c:pt idx="4868">
                  <c:v>0.97379999999992495</c:v>
                </c:pt>
                <c:pt idx="4869">
                  <c:v>0.97399999999992504</c:v>
                </c:pt>
                <c:pt idx="4870">
                  <c:v>0.97419999999992501</c:v>
                </c:pt>
                <c:pt idx="4871">
                  <c:v>0.97439999999992499</c:v>
                </c:pt>
                <c:pt idx="4872">
                  <c:v>0.97459999999992497</c:v>
                </c:pt>
                <c:pt idx="4873">
                  <c:v>0.97479999999992495</c:v>
                </c:pt>
                <c:pt idx="4874">
                  <c:v>0.97499999999992504</c:v>
                </c:pt>
                <c:pt idx="4875">
                  <c:v>0.97519999999992502</c:v>
                </c:pt>
                <c:pt idx="4876">
                  <c:v>0.97539999999992499</c:v>
                </c:pt>
                <c:pt idx="4877">
                  <c:v>0.97559999999992497</c:v>
                </c:pt>
                <c:pt idx="4878">
                  <c:v>0.97579999999992495</c:v>
                </c:pt>
                <c:pt idx="4879">
                  <c:v>0.97599999999992504</c:v>
                </c:pt>
                <c:pt idx="4880">
                  <c:v>0.97619999999992502</c:v>
                </c:pt>
                <c:pt idx="4881">
                  <c:v>0.97639999999992499</c:v>
                </c:pt>
                <c:pt idx="4882">
                  <c:v>0.97659999999992497</c:v>
                </c:pt>
                <c:pt idx="4883">
                  <c:v>0.97679999999992495</c:v>
                </c:pt>
                <c:pt idx="4884">
                  <c:v>0.97699999999992504</c:v>
                </c:pt>
                <c:pt idx="4885">
                  <c:v>0.97719999999992502</c:v>
                </c:pt>
                <c:pt idx="4886">
                  <c:v>0.977399999999925</c:v>
                </c:pt>
                <c:pt idx="4887">
                  <c:v>0.97759999999992497</c:v>
                </c:pt>
                <c:pt idx="4888">
                  <c:v>0.97779999999992495</c:v>
                </c:pt>
                <c:pt idx="4889">
                  <c:v>0.97799999999992504</c:v>
                </c:pt>
                <c:pt idx="4890">
                  <c:v>0.97819999999992502</c:v>
                </c:pt>
                <c:pt idx="4891">
                  <c:v>0.978399999999925</c:v>
                </c:pt>
                <c:pt idx="4892">
                  <c:v>0.97859999999992497</c:v>
                </c:pt>
                <c:pt idx="4893">
                  <c:v>0.97879999999992495</c:v>
                </c:pt>
                <c:pt idx="4894">
                  <c:v>0.97899999999992504</c:v>
                </c:pt>
                <c:pt idx="4895">
                  <c:v>0.97919999999992502</c:v>
                </c:pt>
                <c:pt idx="4896">
                  <c:v>0.979399999999925</c:v>
                </c:pt>
                <c:pt idx="4897">
                  <c:v>0.97959999999992498</c:v>
                </c:pt>
                <c:pt idx="4898">
                  <c:v>0.97979999999992495</c:v>
                </c:pt>
                <c:pt idx="4899">
                  <c:v>0.97999999999992504</c:v>
                </c:pt>
                <c:pt idx="4900">
                  <c:v>0.98019999999992502</c:v>
                </c:pt>
                <c:pt idx="4901">
                  <c:v>0.980399999999925</c:v>
                </c:pt>
                <c:pt idx="4902">
                  <c:v>0.98059999999992498</c:v>
                </c:pt>
                <c:pt idx="4903">
                  <c:v>0.98079999999992495</c:v>
                </c:pt>
                <c:pt idx="4904">
                  <c:v>0.98099999999992504</c:v>
                </c:pt>
                <c:pt idx="4905">
                  <c:v>0.98119999999992502</c:v>
                </c:pt>
                <c:pt idx="4906">
                  <c:v>0.981399999999925</c:v>
                </c:pt>
                <c:pt idx="4907">
                  <c:v>0.98159999999992498</c:v>
                </c:pt>
                <c:pt idx="4908">
                  <c:v>0.98179999999992495</c:v>
                </c:pt>
                <c:pt idx="4909">
                  <c:v>0.98199999999992404</c:v>
                </c:pt>
                <c:pt idx="4910">
                  <c:v>0.98219999999992402</c:v>
                </c:pt>
                <c:pt idx="4911">
                  <c:v>0.982399999999924</c:v>
                </c:pt>
                <c:pt idx="4912">
                  <c:v>0.98259999999992398</c:v>
                </c:pt>
                <c:pt idx="4913">
                  <c:v>0.98279999999992396</c:v>
                </c:pt>
                <c:pt idx="4914">
                  <c:v>0.98299999999992405</c:v>
                </c:pt>
                <c:pt idx="4915">
                  <c:v>0.98319999999992402</c:v>
                </c:pt>
                <c:pt idx="4916">
                  <c:v>0.983399999999924</c:v>
                </c:pt>
                <c:pt idx="4917">
                  <c:v>0.98359999999992398</c:v>
                </c:pt>
                <c:pt idx="4918">
                  <c:v>0.98379999999992396</c:v>
                </c:pt>
                <c:pt idx="4919">
                  <c:v>0.98399999999992405</c:v>
                </c:pt>
                <c:pt idx="4920">
                  <c:v>0.98419999999992402</c:v>
                </c:pt>
                <c:pt idx="4921">
                  <c:v>0.984399999999924</c:v>
                </c:pt>
                <c:pt idx="4922">
                  <c:v>0.98459999999992398</c:v>
                </c:pt>
                <c:pt idx="4923">
                  <c:v>0.98479999999992396</c:v>
                </c:pt>
                <c:pt idx="4924">
                  <c:v>0.98499999999992405</c:v>
                </c:pt>
                <c:pt idx="4925">
                  <c:v>0.98519999999992403</c:v>
                </c:pt>
                <c:pt idx="4926">
                  <c:v>0.985399999999924</c:v>
                </c:pt>
                <c:pt idx="4927">
                  <c:v>0.98559999999992398</c:v>
                </c:pt>
                <c:pt idx="4928">
                  <c:v>0.98579999999992396</c:v>
                </c:pt>
                <c:pt idx="4929">
                  <c:v>0.98599999999992405</c:v>
                </c:pt>
                <c:pt idx="4930">
                  <c:v>0.98619999999992403</c:v>
                </c:pt>
                <c:pt idx="4931">
                  <c:v>0.986399999999924</c:v>
                </c:pt>
                <c:pt idx="4932">
                  <c:v>0.98659999999992398</c:v>
                </c:pt>
                <c:pt idx="4933">
                  <c:v>0.98679999999992396</c:v>
                </c:pt>
                <c:pt idx="4934">
                  <c:v>0.98699999999992405</c:v>
                </c:pt>
                <c:pt idx="4935">
                  <c:v>0.98719999999992403</c:v>
                </c:pt>
                <c:pt idx="4936">
                  <c:v>0.98739999999992401</c:v>
                </c:pt>
                <c:pt idx="4937">
                  <c:v>0.98759999999992398</c:v>
                </c:pt>
                <c:pt idx="4938">
                  <c:v>0.98779999999992396</c:v>
                </c:pt>
                <c:pt idx="4939">
                  <c:v>0.98799999999992405</c:v>
                </c:pt>
                <c:pt idx="4940">
                  <c:v>0.98819999999992403</c:v>
                </c:pt>
                <c:pt idx="4941">
                  <c:v>0.98839999999992401</c:v>
                </c:pt>
                <c:pt idx="4942">
                  <c:v>0.98859999999992398</c:v>
                </c:pt>
                <c:pt idx="4943">
                  <c:v>0.98879999999992396</c:v>
                </c:pt>
                <c:pt idx="4944">
                  <c:v>0.98899999999992405</c:v>
                </c:pt>
                <c:pt idx="4945">
                  <c:v>0.98919999999992403</c:v>
                </c:pt>
                <c:pt idx="4946">
                  <c:v>0.98939999999992401</c:v>
                </c:pt>
                <c:pt idx="4947">
                  <c:v>0.98959999999992398</c:v>
                </c:pt>
                <c:pt idx="4948">
                  <c:v>0.98979999999992396</c:v>
                </c:pt>
                <c:pt idx="4949">
                  <c:v>0.98999999999992405</c:v>
                </c:pt>
                <c:pt idx="4950">
                  <c:v>0.99019999999992403</c:v>
                </c:pt>
                <c:pt idx="4951">
                  <c:v>0.99039999999992401</c:v>
                </c:pt>
                <c:pt idx="4952">
                  <c:v>0.99059999999992399</c:v>
                </c:pt>
                <c:pt idx="4953">
                  <c:v>0.99079999999992396</c:v>
                </c:pt>
                <c:pt idx="4954">
                  <c:v>0.99099999999992305</c:v>
                </c:pt>
                <c:pt idx="4955">
                  <c:v>0.99119999999992303</c:v>
                </c:pt>
                <c:pt idx="4956">
                  <c:v>0.99139999999992301</c:v>
                </c:pt>
                <c:pt idx="4957">
                  <c:v>0.99159999999992299</c:v>
                </c:pt>
                <c:pt idx="4958">
                  <c:v>0.99179999999992297</c:v>
                </c:pt>
                <c:pt idx="4959">
                  <c:v>0.99199999999992305</c:v>
                </c:pt>
                <c:pt idx="4960">
                  <c:v>0.99219999999992303</c:v>
                </c:pt>
                <c:pt idx="4961">
                  <c:v>0.99239999999992301</c:v>
                </c:pt>
                <c:pt idx="4962">
                  <c:v>0.99259999999992299</c:v>
                </c:pt>
                <c:pt idx="4963">
                  <c:v>0.99279999999992297</c:v>
                </c:pt>
                <c:pt idx="4964">
                  <c:v>0.99299999999992306</c:v>
                </c:pt>
                <c:pt idx="4965">
                  <c:v>0.99319999999992303</c:v>
                </c:pt>
                <c:pt idx="4966">
                  <c:v>0.99339999999992301</c:v>
                </c:pt>
                <c:pt idx="4967">
                  <c:v>0.99359999999992299</c:v>
                </c:pt>
                <c:pt idx="4968">
                  <c:v>0.99379999999992297</c:v>
                </c:pt>
                <c:pt idx="4969">
                  <c:v>0.99399999999992295</c:v>
                </c:pt>
                <c:pt idx="4970">
                  <c:v>0.99419999999992303</c:v>
                </c:pt>
                <c:pt idx="4971">
                  <c:v>0.99439999999992301</c:v>
                </c:pt>
                <c:pt idx="4972">
                  <c:v>0.99459999999992299</c:v>
                </c:pt>
                <c:pt idx="4973">
                  <c:v>0.99479999999992297</c:v>
                </c:pt>
                <c:pt idx="4974">
                  <c:v>0.99499999999992295</c:v>
                </c:pt>
                <c:pt idx="4975">
                  <c:v>0.99519999999992304</c:v>
                </c:pt>
                <c:pt idx="4976">
                  <c:v>0.99539999999992301</c:v>
                </c:pt>
                <c:pt idx="4977">
                  <c:v>0.99559999999992299</c:v>
                </c:pt>
                <c:pt idx="4978">
                  <c:v>0.99579999999992297</c:v>
                </c:pt>
                <c:pt idx="4979">
                  <c:v>0.99599999999992295</c:v>
                </c:pt>
                <c:pt idx="4980">
                  <c:v>0.99619999999992304</c:v>
                </c:pt>
                <c:pt idx="4981">
                  <c:v>0.99639999999992301</c:v>
                </c:pt>
                <c:pt idx="4982">
                  <c:v>0.99659999999992299</c:v>
                </c:pt>
                <c:pt idx="4983">
                  <c:v>0.99679999999992297</c:v>
                </c:pt>
                <c:pt idx="4984">
                  <c:v>0.99699999999992295</c:v>
                </c:pt>
                <c:pt idx="4985">
                  <c:v>0.99719999999992304</c:v>
                </c:pt>
                <c:pt idx="4986">
                  <c:v>0.99739999999992301</c:v>
                </c:pt>
                <c:pt idx="4987">
                  <c:v>0.99759999999992299</c:v>
                </c:pt>
                <c:pt idx="4988">
                  <c:v>0.99779999999992297</c:v>
                </c:pt>
                <c:pt idx="4989">
                  <c:v>0.99799999999992295</c:v>
                </c:pt>
                <c:pt idx="4990">
                  <c:v>0.99819999999992304</c:v>
                </c:pt>
                <c:pt idx="4991">
                  <c:v>0.99839999999992302</c:v>
                </c:pt>
                <c:pt idx="4992">
                  <c:v>0.99859999999992299</c:v>
                </c:pt>
                <c:pt idx="4993">
                  <c:v>0.99879999999992297</c:v>
                </c:pt>
                <c:pt idx="4994">
                  <c:v>0.99899999999992295</c:v>
                </c:pt>
                <c:pt idx="4995">
                  <c:v>0.99919999999992304</c:v>
                </c:pt>
                <c:pt idx="4996">
                  <c:v>0.99939999999992302</c:v>
                </c:pt>
                <c:pt idx="4997">
                  <c:v>0.99959999999992299</c:v>
                </c:pt>
                <c:pt idx="4998">
                  <c:v>0.99979999999992297</c:v>
                </c:pt>
                <c:pt idx="4999">
                  <c:v>0.99999999999992295</c:v>
                </c:pt>
              </c:numCache>
            </c:numRef>
          </c:xVal>
          <c:yVal>
            <c:numRef>
              <c:f>problem2!$H$2:$H$5001</c:f>
              <c:numCache>
                <c:formatCode>General</c:formatCode>
                <c:ptCount val="5000"/>
                <c:pt idx="0">
                  <c:v>48.3014796</c:v>
                </c:pt>
                <c:pt idx="1">
                  <c:v>48.3014796</c:v>
                </c:pt>
                <c:pt idx="2">
                  <c:v>48.3014796</c:v>
                </c:pt>
                <c:pt idx="3">
                  <c:v>48.3014796</c:v>
                </c:pt>
                <c:pt idx="4">
                  <c:v>48.3014796</c:v>
                </c:pt>
                <c:pt idx="5">
                  <c:v>48.3014796</c:v>
                </c:pt>
                <c:pt idx="6">
                  <c:v>48.3014796</c:v>
                </c:pt>
                <c:pt idx="7">
                  <c:v>48.3014796</c:v>
                </c:pt>
                <c:pt idx="8">
                  <c:v>48.3014796</c:v>
                </c:pt>
                <c:pt idx="9">
                  <c:v>48.3014796</c:v>
                </c:pt>
                <c:pt idx="10">
                  <c:v>48.3014796</c:v>
                </c:pt>
                <c:pt idx="11">
                  <c:v>48.3014796</c:v>
                </c:pt>
                <c:pt idx="12">
                  <c:v>48.3014796</c:v>
                </c:pt>
                <c:pt idx="13">
                  <c:v>48.3014796</c:v>
                </c:pt>
                <c:pt idx="14">
                  <c:v>48.3014796</c:v>
                </c:pt>
                <c:pt idx="15">
                  <c:v>48.3014796</c:v>
                </c:pt>
                <c:pt idx="16">
                  <c:v>48.3014796</c:v>
                </c:pt>
                <c:pt idx="17">
                  <c:v>48.3014796</c:v>
                </c:pt>
                <c:pt idx="18">
                  <c:v>48.3014796</c:v>
                </c:pt>
                <c:pt idx="19">
                  <c:v>48.3014796</c:v>
                </c:pt>
                <c:pt idx="20">
                  <c:v>48.3014796</c:v>
                </c:pt>
                <c:pt idx="21">
                  <c:v>48.3014796</c:v>
                </c:pt>
                <c:pt idx="22">
                  <c:v>48.3014796</c:v>
                </c:pt>
                <c:pt idx="23">
                  <c:v>48.3014796</c:v>
                </c:pt>
                <c:pt idx="24">
                  <c:v>48.3014796</c:v>
                </c:pt>
                <c:pt idx="25">
                  <c:v>48.3014796</c:v>
                </c:pt>
                <c:pt idx="26">
                  <c:v>48.3014796</c:v>
                </c:pt>
                <c:pt idx="27">
                  <c:v>48.3014796</c:v>
                </c:pt>
                <c:pt idx="28">
                  <c:v>48.3014796</c:v>
                </c:pt>
                <c:pt idx="29">
                  <c:v>48.3014796</c:v>
                </c:pt>
                <c:pt idx="30">
                  <c:v>48.3014796</c:v>
                </c:pt>
                <c:pt idx="31">
                  <c:v>48.3014796</c:v>
                </c:pt>
                <c:pt idx="32">
                  <c:v>48.3014796</c:v>
                </c:pt>
                <c:pt idx="33">
                  <c:v>48.3014796</c:v>
                </c:pt>
                <c:pt idx="34">
                  <c:v>48.3014796</c:v>
                </c:pt>
                <c:pt idx="35">
                  <c:v>48.3014796</c:v>
                </c:pt>
                <c:pt idx="36">
                  <c:v>48.3014796</c:v>
                </c:pt>
                <c:pt idx="37">
                  <c:v>48.3014796</c:v>
                </c:pt>
                <c:pt idx="38">
                  <c:v>48.3014796</c:v>
                </c:pt>
                <c:pt idx="39">
                  <c:v>48.3014796</c:v>
                </c:pt>
                <c:pt idx="40">
                  <c:v>48.3014796</c:v>
                </c:pt>
                <c:pt idx="41">
                  <c:v>48.3014796</c:v>
                </c:pt>
                <c:pt idx="42">
                  <c:v>48.3014796</c:v>
                </c:pt>
                <c:pt idx="43">
                  <c:v>48.3014796</c:v>
                </c:pt>
                <c:pt idx="44">
                  <c:v>48.3014796</c:v>
                </c:pt>
                <c:pt idx="45">
                  <c:v>48.3014796</c:v>
                </c:pt>
                <c:pt idx="46">
                  <c:v>48.3014796</c:v>
                </c:pt>
                <c:pt idx="47">
                  <c:v>48.3014796</c:v>
                </c:pt>
                <c:pt idx="48">
                  <c:v>48.3014796</c:v>
                </c:pt>
                <c:pt idx="49">
                  <c:v>48.3014796</c:v>
                </c:pt>
                <c:pt idx="50">
                  <c:v>48.3014796</c:v>
                </c:pt>
                <c:pt idx="51">
                  <c:v>48.3014796</c:v>
                </c:pt>
                <c:pt idx="52">
                  <c:v>48.3014796</c:v>
                </c:pt>
                <c:pt idx="53">
                  <c:v>48.3014796</c:v>
                </c:pt>
                <c:pt idx="54">
                  <c:v>48.3014796</c:v>
                </c:pt>
                <c:pt idx="55">
                  <c:v>48.3014796</c:v>
                </c:pt>
                <c:pt idx="56">
                  <c:v>48.3014796</c:v>
                </c:pt>
                <c:pt idx="57">
                  <c:v>48.3014796</c:v>
                </c:pt>
                <c:pt idx="58">
                  <c:v>48.3014796</c:v>
                </c:pt>
                <c:pt idx="59">
                  <c:v>48.3014796</c:v>
                </c:pt>
                <c:pt idx="60">
                  <c:v>48.3014796</c:v>
                </c:pt>
                <c:pt idx="61">
                  <c:v>48.3014796</c:v>
                </c:pt>
                <c:pt idx="62">
                  <c:v>48.3014796</c:v>
                </c:pt>
                <c:pt idx="63">
                  <c:v>48.3014796</c:v>
                </c:pt>
                <c:pt idx="64">
                  <c:v>48.3014796</c:v>
                </c:pt>
                <c:pt idx="65">
                  <c:v>48.3014796</c:v>
                </c:pt>
                <c:pt idx="66">
                  <c:v>48.3014796</c:v>
                </c:pt>
                <c:pt idx="67">
                  <c:v>48.3014796</c:v>
                </c:pt>
                <c:pt idx="68">
                  <c:v>48.3014796</c:v>
                </c:pt>
                <c:pt idx="69">
                  <c:v>48.3014796</c:v>
                </c:pt>
                <c:pt idx="70">
                  <c:v>48.3014796</c:v>
                </c:pt>
                <c:pt idx="71">
                  <c:v>48.3014796</c:v>
                </c:pt>
                <c:pt idx="72">
                  <c:v>48.3014796</c:v>
                </c:pt>
                <c:pt idx="73">
                  <c:v>48.3014796</c:v>
                </c:pt>
                <c:pt idx="74">
                  <c:v>48.3014796</c:v>
                </c:pt>
                <c:pt idx="75">
                  <c:v>48.3014796</c:v>
                </c:pt>
                <c:pt idx="76">
                  <c:v>48.3014796</c:v>
                </c:pt>
                <c:pt idx="77">
                  <c:v>48.3014796</c:v>
                </c:pt>
                <c:pt idx="78">
                  <c:v>48.3014796</c:v>
                </c:pt>
                <c:pt idx="79">
                  <c:v>48.3014796</c:v>
                </c:pt>
                <c:pt idx="80">
                  <c:v>48.3014796</c:v>
                </c:pt>
                <c:pt idx="81">
                  <c:v>48.3014796</c:v>
                </c:pt>
                <c:pt idx="82">
                  <c:v>48.3014796</c:v>
                </c:pt>
                <c:pt idx="83">
                  <c:v>48.3014796</c:v>
                </c:pt>
                <c:pt idx="84">
                  <c:v>48.3014796</c:v>
                </c:pt>
                <c:pt idx="85">
                  <c:v>48.3014796</c:v>
                </c:pt>
                <c:pt idx="86">
                  <c:v>48.3014796</c:v>
                </c:pt>
                <c:pt idx="87">
                  <c:v>48.3014796</c:v>
                </c:pt>
                <c:pt idx="88">
                  <c:v>48.3014796</c:v>
                </c:pt>
                <c:pt idx="89">
                  <c:v>48.3014796</c:v>
                </c:pt>
                <c:pt idx="90">
                  <c:v>48.3014796</c:v>
                </c:pt>
                <c:pt idx="91">
                  <c:v>48.3014796</c:v>
                </c:pt>
                <c:pt idx="92">
                  <c:v>48.3014796</c:v>
                </c:pt>
                <c:pt idx="93">
                  <c:v>48.3014796</c:v>
                </c:pt>
                <c:pt idx="94">
                  <c:v>48.3014796</c:v>
                </c:pt>
                <c:pt idx="95">
                  <c:v>48.3014796</c:v>
                </c:pt>
                <c:pt idx="96">
                  <c:v>48.3014796</c:v>
                </c:pt>
                <c:pt idx="97">
                  <c:v>48.3014796</c:v>
                </c:pt>
                <c:pt idx="98">
                  <c:v>48.3014796</c:v>
                </c:pt>
                <c:pt idx="99">
                  <c:v>48.3014796</c:v>
                </c:pt>
                <c:pt idx="100">
                  <c:v>48.3014796</c:v>
                </c:pt>
                <c:pt idx="101">
                  <c:v>48.3014796</c:v>
                </c:pt>
                <c:pt idx="102">
                  <c:v>48.3014796</c:v>
                </c:pt>
                <c:pt idx="103">
                  <c:v>48.3014796</c:v>
                </c:pt>
                <c:pt idx="104">
                  <c:v>48.3014796</c:v>
                </c:pt>
                <c:pt idx="105">
                  <c:v>48.3014796</c:v>
                </c:pt>
                <c:pt idx="106">
                  <c:v>48.3014796</c:v>
                </c:pt>
                <c:pt idx="107">
                  <c:v>48.3014796</c:v>
                </c:pt>
                <c:pt idx="108">
                  <c:v>48.3014796</c:v>
                </c:pt>
                <c:pt idx="109">
                  <c:v>48.3014796</c:v>
                </c:pt>
                <c:pt idx="110">
                  <c:v>48.3014796</c:v>
                </c:pt>
                <c:pt idx="111">
                  <c:v>48.3014796</c:v>
                </c:pt>
                <c:pt idx="112">
                  <c:v>48.3014796</c:v>
                </c:pt>
                <c:pt idx="113">
                  <c:v>48.3014796</c:v>
                </c:pt>
                <c:pt idx="114">
                  <c:v>48.3014796</c:v>
                </c:pt>
                <c:pt idx="115">
                  <c:v>48.3014796</c:v>
                </c:pt>
                <c:pt idx="116">
                  <c:v>48.3014796</c:v>
                </c:pt>
                <c:pt idx="117">
                  <c:v>48.3014796</c:v>
                </c:pt>
                <c:pt idx="118">
                  <c:v>48.3014796</c:v>
                </c:pt>
                <c:pt idx="119">
                  <c:v>48.3014796</c:v>
                </c:pt>
                <c:pt idx="120">
                  <c:v>48.3014796</c:v>
                </c:pt>
                <c:pt idx="121">
                  <c:v>48.3014796</c:v>
                </c:pt>
                <c:pt idx="122">
                  <c:v>48.3014796</c:v>
                </c:pt>
                <c:pt idx="123">
                  <c:v>48.3014796</c:v>
                </c:pt>
                <c:pt idx="124">
                  <c:v>48.3014796</c:v>
                </c:pt>
                <c:pt idx="125">
                  <c:v>48.3014796</c:v>
                </c:pt>
                <c:pt idx="126">
                  <c:v>48.3014796</c:v>
                </c:pt>
                <c:pt idx="127">
                  <c:v>48.3014796</c:v>
                </c:pt>
                <c:pt idx="128">
                  <c:v>48.3014796</c:v>
                </c:pt>
                <c:pt idx="129">
                  <c:v>48.3014796</c:v>
                </c:pt>
                <c:pt idx="130">
                  <c:v>48.3014796</c:v>
                </c:pt>
                <c:pt idx="131">
                  <c:v>48.3014796</c:v>
                </c:pt>
                <c:pt idx="132">
                  <c:v>48.3014796</c:v>
                </c:pt>
                <c:pt idx="133">
                  <c:v>48.3014796</c:v>
                </c:pt>
                <c:pt idx="134">
                  <c:v>48.3014796</c:v>
                </c:pt>
                <c:pt idx="135">
                  <c:v>48.3014796</c:v>
                </c:pt>
                <c:pt idx="136">
                  <c:v>48.3014796</c:v>
                </c:pt>
                <c:pt idx="137">
                  <c:v>48.3014796</c:v>
                </c:pt>
                <c:pt idx="138">
                  <c:v>48.3014796</c:v>
                </c:pt>
                <c:pt idx="139">
                  <c:v>48.3014796</c:v>
                </c:pt>
                <c:pt idx="140">
                  <c:v>48.3014796</c:v>
                </c:pt>
                <c:pt idx="141">
                  <c:v>48.3014796</c:v>
                </c:pt>
                <c:pt idx="142">
                  <c:v>48.3014796</c:v>
                </c:pt>
                <c:pt idx="143">
                  <c:v>48.3014796</c:v>
                </c:pt>
                <c:pt idx="144">
                  <c:v>48.3014796</c:v>
                </c:pt>
                <c:pt idx="145">
                  <c:v>48.3014796</c:v>
                </c:pt>
                <c:pt idx="146">
                  <c:v>48.3014796</c:v>
                </c:pt>
                <c:pt idx="147">
                  <c:v>48.3014796</c:v>
                </c:pt>
                <c:pt idx="148">
                  <c:v>48.3014796</c:v>
                </c:pt>
                <c:pt idx="149">
                  <c:v>48.3014796</c:v>
                </c:pt>
                <c:pt idx="150">
                  <c:v>48.3014796</c:v>
                </c:pt>
                <c:pt idx="151">
                  <c:v>48.3014796</c:v>
                </c:pt>
                <c:pt idx="152">
                  <c:v>48.3014796</c:v>
                </c:pt>
                <c:pt idx="153">
                  <c:v>48.3014796</c:v>
                </c:pt>
                <c:pt idx="154">
                  <c:v>48.3014796</c:v>
                </c:pt>
                <c:pt idx="155">
                  <c:v>48.3014796</c:v>
                </c:pt>
                <c:pt idx="156">
                  <c:v>48.3014796</c:v>
                </c:pt>
                <c:pt idx="157">
                  <c:v>48.3014796</c:v>
                </c:pt>
                <c:pt idx="158">
                  <c:v>48.3014796</c:v>
                </c:pt>
                <c:pt idx="159">
                  <c:v>48.3014796</c:v>
                </c:pt>
                <c:pt idx="160">
                  <c:v>48.3014796</c:v>
                </c:pt>
                <c:pt idx="161">
                  <c:v>48.3014796</c:v>
                </c:pt>
                <c:pt idx="162">
                  <c:v>48.3014796</c:v>
                </c:pt>
                <c:pt idx="163">
                  <c:v>48.3014796</c:v>
                </c:pt>
                <c:pt idx="164">
                  <c:v>48.3014796</c:v>
                </c:pt>
                <c:pt idx="165">
                  <c:v>48.3014796</c:v>
                </c:pt>
                <c:pt idx="166">
                  <c:v>48.3014796</c:v>
                </c:pt>
                <c:pt idx="167">
                  <c:v>48.3014796</c:v>
                </c:pt>
                <c:pt idx="168">
                  <c:v>48.3014796</c:v>
                </c:pt>
                <c:pt idx="169">
                  <c:v>48.3014796</c:v>
                </c:pt>
                <c:pt idx="170">
                  <c:v>48.3014796</c:v>
                </c:pt>
                <c:pt idx="171">
                  <c:v>48.3014796</c:v>
                </c:pt>
                <c:pt idx="172">
                  <c:v>48.3014796</c:v>
                </c:pt>
                <c:pt idx="173">
                  <c:v>48.3014796</c:v>
                </c:pt>
                <c:pt idx="174">
                  <c:v>48.3014796</c:v>
                </c:pt>
                <c:pt idx="175">
                  <c:v>48.3014796</c:v>
                </c:pt>
                <c:pt idx="176">
                  <c:v>48.3014796</c:v>
                </c:pt>
                <c:pt idx="177">
                  <c:v>48.3014796</c:v>
                </c:pt>
                <c:pt idx="178">
                  <c:v>48.3014796</c:v>
                </c:pt>
                <c:pt idx="179">
                  <c:v>48.3014796</c:v>
                </c:pt>
                <c:pt idx="180">
                  <c:v>48.3014796</c:v>
                </c:pt>
                <c:pt idx="181">
                  <c:v>48.3014796</c:v>
                </c:pt>
                <c:pt idx="182">
                  <c:v>48.3014796</c:v>
                </c:pt>
                <c:pt idx="183">
                  <c:v>48.3014796</c:v>
                </c:pt>
                <c:pt idx="184">
                  <c:v>48.3014796</c:v>
                </c:pt>
                <c:pt idx="185">
                  <c:v>48.3014796</c:v>
                </c:pt>
                <c:pt idx="186">
                  <c:v>48.3014796</c:v>
                </c:pt>
                <c:pt idx="187">
                  <c:v>48.3014796</c:v>
                </c:pt>
                <c:pt idx="188">
                  <c:v>48.3014796</c:v>
                </c:pt>
                <c:pt idx="189">
                  <c:v>48.3014796</c:v>
                </c:pt>
                <c:pt idx="190">
                  <c:v>48.3014796</c:v>
                </c:pt>
                <c:pt idx="191">
                  <c:v>48.3014796</c:v>
                </c:pt>
                <c:pt idx="192">
                  <c:v>48.3014796</c:v>
                </c:pt>
                <c:pt idx="193">
                  <c:v>48.3014796</c:v>
                </c:pt>
                <c:pt idx="194">
                  <c:v>48.3014796</c:v>
                </c:pt>
                <c:pt idx="195">
                  <c:v>48.3014796</c:v>
                </c:pt>
                <c:pt idx="196">
                  <c:v>48.3014796</c:v>
                </c:pt>
                <c:pt idx="197">
                  <c:v>48.3014796</c:v>
                </c:pt>
                <c:pt idx="198">
                  <c:v>48.3014796</c:v>
                </c:pt>
                <c:pt idx="199">
                  <c:v>48.3014796</c:v>
                </c:pt>
                <c:pt idx="200">
                  <c:v>48.3014796</c:v>
                </c:pt>
                <c:pt idx="201">
                  <c:v>48.3014796</c:v>
                </c:pt>
                <c:pt idx="202">
                  <c:v>48.3014796</c:v>
                </c:pt>
                <c:pt idx="203">
                  <c:v>48.3014796</c:v>
                </c:pt>
                <c:pt idx="204">
                  <c:v>48.3014796</c:v>
                </c:pt>
                <c:pt idx="205">
                  <c:v>48.3014796</c:v>
                </c:pt>
                <c:pt idx="206">
                  <c:v>48.3014796</c:v>
                </c:pt>
                <c:pt idx="207">
                  <c:v>48.3014796</c:v>
                </c:pt>
                <c:pt idx="208">
                  <c:v>48.3014796</c:v>
                </c:pt>
                <c:pt idx="209">
                  <c:v>48.3014796</c:v>
                </c:pt>
                <c:pt idx="210">
                  <c:v>48.3014796</c:v>
                </c:pt>
                <c:pt idx="211">
                  <c:v>48.3014796</c:v>
                </c:pt>
                <c:pt idx="212">
                  <c:v>48.3014796</c:v>
                </c:pt>
                <c:pt idx="213">
                  <c:v>48.3014796</c:v>
                </c:pt>
                <c:pt idx="214">
                  <c:v>48.3014796</c:v>
                </c:pt>
                <c:pt idx="215">
                  <c:v>48.3014796</c:v>
                </c:pt>
                <c:pt idx="216">
                  <c:v>48.3014796</c:v>
                </c:pt>
                <c:pt idx="217">
                  <c:v>48.3014796</c:v>
                </c:pt>
                <c:pt idx="218">
                  <c:v>48.3014796</c:v>
                </c:pt>
                <c:pt idx="219">
                  <c:v>48.3014796</c:v>
                </c:pt>
                <c:pt idx="220">
                  <c:v>48.3014796</c:v>
                </c:pt>
                <c:pt idx="221">
                  <c:v>48.3014796</c:v>
                </c:pt>
                <c:pt idx="222">
                  <c:v>48.3014796</c:v>
                </c:pt>
                <c:pt idx="223">
                  <c:v>48.3014796</c:v>
                </c:pt>
                <c:pt idx="224">
                  <c:v>48.3014796</c:v>
                </c:pt>
                <c:pt idx="225">
                  <c:v>48.3014796</c:v>
                </c:pt>
                <c:pt idx="226">
                  <c:v>48.3014796</c:v>
                </c:pt>
                <c:pt idx="227">
                  <c:v>48.3014796</c:v>
                </c:pt>
                <c:pt idx="228">
                  <c:v>48.3014796</c:v>
                </c:pt>
                <c:pt idx="229">
                  <c:v>48.3014796</c:v>
                </c:pt>
                <c:pt idx="230">
                  <c:v>48.3014796</c:v>
                </c:pt>
                <c:pt idx="231">
                  <c:v>48.3014796</c:v>
                </c:pt>
                <c:pt idx="232">
                  <c:v>48.3014796</c:v>
                </c:pt>
                <c:pt idx="233">
                  <c:v>48.3014796</c:v>
                </c:pt>
                <c:pt idx="234">
                  <c:v>48.3014796</c:v>
                </c:pt>
                <c:pt idx="235">
                  <c:v>48.3014796</c:v>
                </c:pt>
                <c:pt idx="236">
                  <c:v>48.3014796</c:v>
                </c:pt>
                <c:pt idx="237">
                  <c:v>48.3014796</c:v>
                </c:pt>
                <c:pt idx="238">
                  <c:v>48.3014796</c:v>
                </c:pt>
                <c:pt idx="239">
                  <c:v>48.3014796</c:v>
                </c:pt>
                <c:pt idx="240">
                  <c:v>48.3014796</c:v>
                </c:pt>
                <c:pt idx="241">
                  <c:v>48.3014796</c:v>
                </c:pt>
                <c:pt idx="242">
                  <c:v>48.3014796</c:v>
                </c:pt>
                <c:pt idx="243">
                  <c:v>48.3014796</c:v>
                </c:pt>
                <c:pt idx="244">
                  <c:v>48.3014796</c:v>
                </c:pt>
                <c:pt idx="245">
                  <c:v>48.3014796</c:v>
                </c:pt>
                <c:pt idx="246">
                  <c:v>48.3014796</c:v>
                </c:pt>
                <c:pt idx="247">
                  <c:v>48.3014796</c:v>
                </c:pt>
                <c:pt idx="248">
                  <c:v>48.3014796</c:v>
                </c:pt>
                <c:pt idx="249">
                  <c:v>48.3014796</c:v>
                </c:pt>
                <c:pt idx="250">
                  <c:v>48.3014796</c:v>
                </c:pt>
                <c:pt idx="251">
                  <c:v>48.3014796</c:v>
                </c:pt>
                <c:pt idx="252">
                  <c:v>48.3014796</c:v>
                </c:pt>
                <c:pt idx="253">
                  <c:v>48.3014796</c:v>
                </c:pt>
                <c:pt idx="254">
                  <c:v>48.3014796</c:v>
                </c:pt>
                <c:pt idx="255">
                  <c:v>48.3014796</c:v>
                </c:pt>
                <c:pt idx="256">
                  <c:v>48.3014796</c:v>
                </c:pt>
                <c:pt idx="257">
                  <c:v>48.3014796</c:v>
                </c:pt>
                <c:pt idx="258">
                  <c:v>48.3014796</c:v>
                </c:pt>
                <c:pt idx="259">
                  <c:v>48.3014796</c:v>
                </c:pt>
                <c:pt idx="260">
                  <c:v>48.3014796</c:v>
                </c:pt>
                <c:pt idx="261">
                  <c:v>48.3014796</c:v>
                </c:pt>
                <c:pt idx="262">
                  <c:v>48.3014796</c:v>
                </c:pt>
                <c:pt idx="263">
                  <c:v>48.3014796</c:v>
                </c:pt>
                <c:pt idx="264">
                  <c:v>48.3014796</c:v>
                </c:pt>
                <c:pt idx="265">
                  <c:v>48.3014796</c:v>
                </c:pt>
                <c:pt idx="266">
                  <c:v>48.3014796</c:v>
                </c:pt>
                <c:pt idx="267">
                  <c:v>48.3014796</c:v>
                </c:pt>
                <c:pt idx="268">
                  <c:v>48.3014796</c:v>
                </c:pt>
                <c:pt idx="269">
                  <c:v>48.3014796</c:v>
                </c:pt>
                <c:pt idx="270">
                  <c:v>48.3014796</c:v>
                </c:pt>
                <c:pt idx="271">
                  <c:v>48.3014796</c:v>
                </c:pt>
                <c:pt idx="272">
                  <c:v>48.3014796</c:v>
                </c:pt>
                <c:pt idx="273">
                  <c:v>48.3014796</c:v>
                </c:pt>
                <c:pt idx="274">
                  <c:v>48.3014796</c:v>
                </c:pt>
                <c:pt idx="275">
                  <c:v>48.3014796</c:v>
                </c:pt>
                <c:pt idx="276">
                  <c:v>48.3014796</c:v>
                </c:pt>
                <c:pt idx="277">
                  <c:v>48.3014796</c:v>
                </c:pt>
                <c:pt idx="278">
                  <c:v>48.3014796</c:v>
                </c:pt>
                <c:pt idx="279">
                  <c:v>48.3014796</c:v>
                </c:pt>
                <c:pt idx="280">
                  <c:v>48.3014796</c:v>
                </c:pt>
                <c:pt idx="281">
                  <c:v>48.3014796</c:v>
                </c:pt>
                <c:pt idx="282">
                  <c:v>48.3014796</c:v>
                </c:pt>
                <c:pt idx="283">
                  <c:v>48.3014796</c:v>
                </c:pt>
                <c:pt idx="284">
                  <c:v>48.3014796</c:v>
                </c:pt>
                <c:pt idx="285">
                  <c:v>48.3014796</c:v>
                </c:pt>
                <c:pt idx="286">
                  <c:v>48.3014796</c:v>
                </c:pt>
                <c:pt idx="287">
                  <c:v>48.3014796</c:v>
                </c:pt>
                <c:pt idx="288">
                  <c:v>48.3014796</c:v>
                </c:pt>
                <c:pt idx="289">
                  <c:v>48.3014796</c:v>
                </c:pt>
                <c:pt idx="290">
                  <c:v>48.3014796</c:v>
                </c:pt>
                <c:pt idx="291">
                  <c:v>48.3014796</c:v>
                </c:pt>
                <c:pt idx="292">
                  <c:v>48.3014796</c:v>
                </c:pt>
                <c:pt idx="293">
                  <c:v>48.3014796</c:v>
                </c:pt>
                <c:pt idx="294">
                  <c:v>48.3014796</c:v>
                </c:pt>
                <c:pt idx="295">
                  <c:v>48.3014796</c:v>
                </c:pt>
                <c:pt idx="296">
                  <c:v>48.3014796</c:v>
                </c:pt>
                <c:pt idx="297">
                  <c:v>48.3014796</c:v>
                </c:pt>
                <c:pt idx="298">
                  <c:v>48.3014796</c:v>
                </c:pt>
                <c:pt idx="299">
                  <c:v>48.3014796</c:v>
                </c:pt>
                <c:pt idx="300">
                  <c:v>48.3014796</c:v>
                </c:pt>
                <c:pt idx="301">
                  <c:v>48.3014796</c:v>
                </c:pt>
                <c:pt idx="302">
                  <c:v>48.3014796</c:v>
                </c:pt>
                <c:pt idx="303">
                  <c:v>48.3014796</c:v>
                </c:pt>
                <c:pt idx="304">
                  <c:v>48.3014796</c:v>
                </c:pt>
                <c:pt idx="305">
                  <c:v>48.3014796</c:v>
                </c:pt>
                <c:pt idx="306">
                  <c:v>48.3014796</c:v>
                </c:pt>
                <c:pt idx="307">
                  <c:v>48.3014796</c:v>
                </c:pt>
                <c:pt idx="308">
                  <c:v>48.3014796</c:v>
                </c:pt>
                <c:pt idx="309">
                  <c:v>48.3014796</c:v>
                </c:pt>
                <c:pt idx="310">
                  <c:v>48.3014796</c:v>
                </c:pt>
                <c:pt idx="311">
                  <c:v>48.3014796</c:v>
                </c:pt>
                <c:pt idx="312">
                  <c:v>48.3014796</c:v>
                </c:pt>
                <c:pt idx="313">
                  <c:v>48.3014796</c:v>
                </c:pt>
                <c:pt idx="314">
                  <c:v>48.3014796</c:v>
                </c:pt>
                <c:pt idx="315">
                  <c:v>48.3014796</c:v>
                </c:pt>
                <c:pt idx="316">
                  <c:v>48.3014796</c:v>
                </c:pt>
                <c:pt idx="317">
                  <c:v>48.3014796</c:v>
                </c:pt>
                <c:pt idx="318">
                  <c:v>48.3014796</c:v>
                </c:pt>
                <c:pt idx="319">
                  <c:v>48.3014796</c:v>
                </c:pt>
                <c:pt idx="320">
                  <c:v>48.3014796</c:v>
                </c:pt>
                <c:pt idx="321">
                  <c:v>48.3014796</c:v>
                </c:pt>
                <c:pt idx="322">
                  <c:v>48.3014796</c:v>
                </c:pt>
                <c:pt idx="323">
                  <c:v>48.3014796</c:v>
                </c:pt>
                <c:pt idx="324">
                  <c:v>48.3014796</c:v>
                </c:pt>
                <c:pt idx="325">
                  <c:v>48.3014796</c:v>
                </c:pt>
                <c:pt idx="326">
                  <c:v>48.3014796</c:v>
                </c:pt>
                <c:pt idx="327">
                  <c:v>48.3014796</c:v>
                </c:pt>
                <c:pt idx="328">
                  <c:v>48.3014796</c:v>
                </c:pt>
                <c:pt idx="329">
                  <c:v>48.3014796</c:v>
                </c:pt>
                <c:pt idx="330">
                  <c:v>48.3014796</c:v>
                </c:pt>
                <c:pt idx="331">
                  <c:v>48.3014796</c:v>
                </c:pt>
                <c:pt idx="332">
                  <c:v>48.3014796</c:v>
                </c:pt>
                <c:pt idx="333">
                  <c:v>48.3014796</c:v>
                </c:pt>
                <c:pt idx="334">
                  <c:v>48.3014796</c:v>
                </c:pt>
                <c:pt idx="335">
                  <c:v>48.3014796</c:v>
                </c:pt>
                <c:pt idx="336">
                  <c:v>48.3014796</c:v>
                </c:pt>
                <c:pt idx="337">
                  <c:v>48.3014796</c:v>
                </c:pt>
                <c:pt idx="338">
                  <c:v>48.3014796</c:v>
                </c:pt>
                <c:pt idx="339">
                  <c:v>48.3014796</c:v>
                </c:pt>
                <c:pt idx="340">
                  <c:v>48.3014796</c:v>
                </c:pt>
                <c:pt idx="341">
                  <c:v>48.3014796</c:v>
                </c:pt>
                <c:pt idx="342">
                  <c:v>48.3014796</c:v>
                </c:pt>
                <c:pt idx="343">
                  <c:v>48.3014796</c:v>
                </c:pt>
                <c:pt idx="344">
                  <c:v>48.3014796</c:v>
                </c:pt>
                <c:pt idx="345">
                  <c:v>48.3014796</c:v>
                </c:pt>
                <c:pt idx="346">
                  <c:v>48.3014796</c:v>
                </c:pt>
                <c:pt idx="347">
                  <c:v>48.3014796</c:v>
                </c:pt>
                <c:pt idx="348">
                  <c:v>48.3014796</c:v>
                </c:pt>
                <c:pt idx="349">
                  <c:v>48.3014796</c:v>
                </c:pt>
                <c:pt idx="350">
                  <c:v>48.3014796</c:v>
                </c:pt>
                <c:pt idx="351">
                  <c:v>48.3014796</c:v>
                </c:pt>
                <c:pt idx="352">
                  <c:v>48.3014796</c:v>
                </c:pt>
                <c:pt idx="353">
                  <c:v>48.3014796</c:v>
                </c:pt>
                <c:pt idx="354">
                  <c:v>48.3014796</c:v>
                </c:pt>
                <c:pt idx="355">
                  <c:v>48.3014796</c:v>
                </c:pt>
                <c:pt idx="356">
                  <c:v>48.3014796</c:v>
                </c:pt>
                <c:pt idx="357">
                  <c:v>48.3014796</c:v>
                </c:pt>
                <c:pt idx="358">
                  <c:v>48.3014796</c:v>
                </c:pt>
                <c:pt idx="359">
                  <c:v>48.3014796</c:v>
                </c:pt>
                <c:pt idx="360">
                  <c:v>48.3014796</c:v>
                </c:pt>
                <c:pt idx="361">
                  <c:v>48.3014796</c:v>
                </c:pt>
                <c:pt idx="362">
                  <c:v>48.3014796</c:v>
                </c:pt>
                <c:pt idx="363">
                  <c:v>48.3014796</c:v>
                </c:pt>
                <c:pt idx="364">
                  <c:v>48.3014796</c:v>
                </c:pt>
                <c:pt idx="365">
                  <c:v>48.3014796</c:v>
                </c:pt>
                <c:pt idx="366">
                  <c:v>48.3014796</c:v>
                </c:pt>
                <c:pt idx="367">
                  <c:v>48.3014796</c:v>
                </c:pt>
                <c:pt idx="368">
                  <c:v>48.3014796</c:v>
                </c:pt>
                <c:pt idx="369">
                  <c:v>48.3014796</c:v>
                </c:pt>
                <c:pt idx="370">
                  <c:v>48.3014796</c:v>
                </c:pt>
                <c:pt idx="371">
                  <c:v>48.3014796</c:v>
                </c:pt>
                <c:pt idx="372">
                  <c:v>48.3014796</c:v>
                </c:pt>
                <c:pt idx="373">
                  <c:v>48.3014796</c:v>
                </c:pt>
                <c:pt idx="374">
                  <c:v>48.3014796</c:v>
                </c:pt>
                <c:pt idx="375">
                  <c:v>48.3014796</c:v>
                </c:pt>
                <c:pt idx="376">
                  <c:v>48.3014796</c:v>
                </c:pt>
                <c:pt idx="377">
                  <c:v>48.3014796</c:v>
                </c:pt>
                <c:pt idx="378">
                  <c:v>48.3014796</c:v>
                </c:pt>
                <c:pt idx="379">
                  <c:v>48.3014796</c:v>
                </c:pt>
                <c:pt idx="380">
                  <c:v>48.3014796</c:v>
                </c:pt>
                <c:pt idx="381">
                  <c:v>48.3014796</c:v>
                </c:pt>
                <c:pt idx="382">
                  <c:v>48.3014796</c:v>
                </c:pt>
                <c:pt idx="383">
                  <c:v>48.3014796</c:v>
                </c:pt>
                <c:pt idx="384">
                  <c:v>48.3014796</c:v>
                </c:pt>
                <c:pt idx="385">
                  <c:v>48.3014796</c:v>
                </c:pt>
                <c:pt idx="386">
                  <c:v>48.3014796</c:v>
                </c:pt>
                <c:pt idx="387">
                  <c:v>48.3014796</c:v>
                </c:pt>
                <c:pt idx="388">
                  <c:v>48.3014796</c:v>
                </c:pt>
                <c:pt idx="389">
                  <c:v>48.3014796</c:v>
                </c:pt>
                <c:pt idx="390">
                  <c:v>48.3014796</c:v>
                </c:pt>
                <c:pt idx="391">
                  <c:v>48.3014796</c:v>
                </c:pt>
                <c:pt idx="392">
                  <c:v>48.3014796</c:v>
                </c:pt>
                <c:pt idx="393">
                  <c:v>48.3014796</c:v>
                </c:pt>
                <c:pt idx="394">
                  <c:v>48.3014796</c:v>
                </c:pt>
                <c:pt idx="395">
                  <c:v>48.3014796</c:v>
                </c:pt>
                <c:pt idx="396">
                  <c:v>48.3014796</c:v>
                </c:pt>
                <c:pt idx="397">
                  <c:v>48.3014796</c:v>
                </c:pt>
                <c:pt idx="398">
                  <c:v>48.3014796</c:v>
                </c:pt>
                <c:pt idx="399">
                  <c:v>48.3014796</c:v>
                </c:pt>
                <c:pt idx="400">
                  <c:v>48.3014796</c:v>
                </c:pt>
                <c:pt idx="401">
                  <c:v>48.3014796</c:v>
                </c:pt>
                <c:pt idx="402">
                  <c:v>48.3014796</c:v>
                </c:pt>
                <c:pt idx="403">
                  <c:v>48.3014796</c:v>
                </c:pt>
                <c:pt idx="404">
                  <c:v>48.3014796</c:v>
                </c:pt>
                <c:pt idx="405">
                  <c:v>48.3014796</c:v>
                </c:pt>
                <c:pt idx="406">
                  <c:v>48.3014796</c:v>
                </c:pt>
                <c:pt idx="407">
                  <c:v>48.3014796</c:v>
                </c:pt>
                <c:pt idx="408">
                  <c:v>48.3014796</c:v>
                </c:pt>
                <c:pt idx="409">
                  <c:v>48.3014796</c:v>
                </c:pt>
                <c:pt idx="410">
                  <c:v>48.3014796</c:v>
                </c:pt>
                <c:pt idx="411">
                  <c:v>48.3014796</c:v>
                </c:pt>
                <c:pt idx="412">
                  <c:v>48.3014796</c:v>
                </c:pt>
                <c:pt idx="413">
                  <c:v>48.3014796</c:v>
                </c:pt>
                <c:pt idx="414">
                  <c:v>48.3014796</c:v>
                </c:pt>
                <c:pt idx="415">
                  <c:v>48.3014796</c:v>
                </c:pt>
                <c:pt idx="416">
                  <c:v>48.3014796</c:v>
                </c:pt>
                <c:pt idx="417">
                  <c:v>48.3014796</c:v>
                </c:pt>
                <c:pt idx="418">
                  <c:v>48.3014796</c:v>
                </c:pt>
                <c:pt idx="419">
                  <c:v>48.3014796</c:v>
                </c:pt>
                <c:pt idx="420">
                  <c:v>48.3014796</c:v>
                </c:pt>
                <c:pt idx="421">
                  <c:v>48.3014796</c:v>
                </c:pt>
                <c:pt idx="422">
                  <c:v>48.3014796</c:v>
                </c:pt>
                <c:pt idx="423">
                  <c:v>48.3014796</c:v>
                </c:pt>
                <c:pt idx="424">
                  <c:v>48.3014796</c:v>
                </c:pt>
                <c:pt idx="425">
                  <c:v>48.3014796</c:v>
                </c:pt>
                <c:pt idx="426">
                  <c:v>48.3014796</c:v>
                </c:pt>
                <c:pt idx="427">
                  <c:v>48.3014796</c:v>
                </c:pt>
                <c:pt idx="428">
                  <c:v>48.3014796</c:v>
                </c:pt>
                <c:pt idx="429">
                  <c:v>48.3014796</c:v>
                </c:pt>
                <c:pt idx="430">
                  <c:v>48.3014796</c:v>
                </c:pt>
                <c:pt idx="431">
                  <c:v>48.3014796</c:v>
                </c:pt>
                <c:pt idx="432">
                  <c:v>48.3014796</c:v>
                </c:pt>
                <c:pt idx="433">
                  <c:v>48.3014796</c:v>
                </c:pt>
                <c:pt idx="434">
                  <c:v>48.3014796</c:v>
                </c:pt>
                <c:pt idx="435">
                  <c:v>48.3014796</c:v>
                </c:pt>
                <c:pt idx="436">
                  <c:v>48.3014796</c:v>
                </c:pt>
                <c:pt idx="437">
                  <c:v>48.3014796</c:v>
                </c:pt>
                <c:pt idx="438">
                  <c:v>48.3014796</c:v>
                </c:pt>
                <c:pt idx="439">
                  <c:v>48.3014796</c:v>
                </c:pt>
                <c:pt idx="440">
                  <c:v>48.3014796</c:v>
                </c:pt>
                <c:pt idx="441">
                  <c:v>48.3014796</c:v>
                </c:pt>
                <c:pt idx="442">
                  <c:v>48.3014796</c:v>
                </c:pt>
                <c:pt idx="443">
                  <c:v>48.3014796</c:v>
                </c:pt>
                <c:pt idx="444">
                  <c:v>48.3014796</c:v>
                </c:pt>
                <c:pt idx="445">
                  <c:v>48.3014796</c:v>
                </c:pt>
                <c:pt idx="446">
                  <c:v>48.3014796</c:v>
                </c:pt>
                <c:pt idx="447">
                  <c:v>48.3014796</c:v>
                </c:pt>
                <c:pt idx="448">
                  <c:v>48.3014796</c:v>
                </c:pt>
                <c:pt idx="449">
                  <c:v>48.3014796</c:v>
                </c:pt>
                <c:pt idx="450">
                  <c:v>48.3014796</c:v>
                </c:pt>
                <c:pt idx="451">
                  <c:v>48.3014796</c:v>
                </c:pt>
                <c:pt idx="452">
                  <c:v>48.3014796</c:v>
                </c:pt>
                <c:pt idx="453">
                  <c:v>48.3014796</c:v>
                </c:pt>
                <c:pt idx="454">
                  <c:v>48.3014796</c:v>
                </c:pt>
                <c:pt idx="455">
                  <c:v>48.3014796</c:v>
                </c:pt>
                <c:pt idx="456">
                  <c:v>48.3014796</c:v>
                </c:pt>
                <c:pt idx="457">
                  <c:v>48.3014796</c:v>
                </c:pt>
                <c:pt idx="458">
                  <c:v>48.3014796</c:v>
                </c:pt>
                <c:pt idx="459">
                  <c:v>48.3014796</c:v>
                </c:pt>
                <c:pt idx="460">
                  <c:v>48.3014796</c:v>
                </c:pt>
                <c:pt idx="461">
                  <c:v>48.3014796</c:v>
                </c:pt>
                <c:pt idx="462">
                  <c:v>48.3014796</c:v>
                </c:pt>
                <c:pt idx="463">
                  <c:v>48.3014796</c:v>
                </c:pt>
                <c:pt idx="464">
                  <c:v>48.3014796</c:v>
                </c:pt>
                <c:pt idx="465">
                  <c:v>48.3014796</c:v>
                </c:pt>
                <c:pt idx="466">
                  <c:v>48.3014796</c:v>
                </c:pt>
                <c:pt idx="467">
                  <c:v>48.3014796</c:v>
                </c:pt>
                <c:pt idx="468">
                  <c:v>48.3014796</c:v>
                </c:pt>
                <c:pt idx="469">
                  <c:v>48.3014796</c:v>
                </c:pt>
                <c:pt idx="470">
                  <c:v>48.3014796</c:v>
                </c:pt>
                <c:pt idx="471">
                  <c:v>48.3014796</c:v>
                </c:pt>
                <c:pt idx="472">
                  <c:v>48.3014796</c:v>
                </c:pt>
                <c:pt idx="473">
                  <c:v>48.3014796</c:v>
                </c:pt>
                <c:pt idx="474">
                  <c:v>48.3014796</c:v>
                </c:pt>
                <c:pt idx="475">
                  <c:v>48.3014796</c:v>
                </c:pt>
                <c:pt idx="476">
                  <c:v>51.278380810000002</c:v>
                </c:pt>
                <c:pt idx="477">
                  <c:v>51.278380810000002</c:v>
                </c:pt>
                <c:pt idx="478">
                  <c:v>51.278380810000002</c:v>
                </c:pt>
                <c:pt idx="479">
                  <c:v>51.278380810000002</c:v>
                </c:pt>
                <c:pt idx="480">
                  <c:v>51.278380810000002</c:v>
                </c:pt>
                <c:pt idx="481">
                  <c:v>51.278380810000002</c:v>
                </c:pt>
                <c:pt idx="482">
                  <c:v>51.278380810000002</c:v>
                </c:pt>
                <c:pt idx="483">
                  <c:v>51.278380810000002</c:v>
                </c:pt>
                <c:pt idx="484">
                  <c:v>51.278380810000002</c:v>
                </c:pt>
                <c:pt idx="485">
                  <c:v>51.278380810000002</c:v>
                </c:pt>
                <c:pt idx="486">
                  <c:v>51.278380810000002</c:v>
                </c:pt>
                <c:pt idx="487">
                  <c:v>51.278380810000002</c:v>
                </c:pt>
                <c:pt idx="488">
                  <c:v>51.278380810000002</c:v>
                </c:pt>
                <c:pt idx="489">
                  <c:v>51.278380810000002</c:v>
                </c:pt>
                <c:pt idx="490">
                  <c:v>51.278380810000002</c:v>
                </c:pt>
                <c:pt idx="491">
                  <c:v>51.278380810000002</c:v>
                </c:pt>
                <c:pt idx="492">
                  <c:v>51.278380810000002</c:v>
                </c:pt>
                <c:pt idx="493">
                  <c:v>51.278380810000002</c:v>
                </c:pt>
                <c:pt idx="494">
                  <c:v>51.278380810000002</c:v>
                </c:pt>
                <c:pt idx="495">
                  <c:v>51.278380810000002</c:v>
                </c:pt>
                <c:pt idx="496">
                  <c:v>51.278380810000002</c:v>
                </c:pt>
                <c:pt idx="497">
                  <c:v>51.278380810000002</c:v>
                </c:pt>
                <c:pt idx="498">
                  <c:v>51.278380810000002</c:v>
                </c:pt>
                <c:pt idx="499">
                  <c:v>51.278380810000002</c:v>
                </c:pt>
                <c:pt idx="500">
                  <c:v>52.299054599999998</c:v>
                </c:pt>
                <c:pt idx="501">
                  <c:v>52.299054599999998</c:v>
                </c:pt>
                <c:pt idx="502">
                  <c:v>52.299054599999998</c:v>
                </c:pt>
                <c:pt idx="503">
                  <c:v>52.299054599999998</c:v>
                </c:pt>
                <c:pt idx="504">
                  <c:v>52.299054599999998</c:v>
                </c:pt>
                <c:pt idx="505">
                  <c:v>52.299054599999998</c:v>
                </c:pt>
                <c:pt idx="506">
                  <c:v>52.299054599999998</c:v>
                </c:pt>
                <c:pt idx="507">
                  <c:v>52.299054599999998</c:v>
                </c:pt>
                <c:pt idx="508">
                  <c:v>52.299054599999998</c:v>
                </c:pt>
                <c:pt idx="509">
                  <c:v>52.299054599999998</c:v>
                </c:pt>
                <c:pt idx="510">
                  <c:v>52.299054599999998</c:v>
                </c:pt>
                <c:pt idx="511">
                  <c:v>52.299054599999998</c:v>
                </c:pt>
                <c:pt idx="512">
                  <c:v>52.299054599999998</c:v>
                </c:pt>
                <c:pt idx="513">
                  <c:v>52.299054599999998</c:v>
                </c:pt>
                <c:pt idx="514">
                  <c:v>52.299054599999998</c:v>
                </c:pt>
                <c:pt idx="515">
                  <c:v>52.320468779999999</c:v>
                </c:pt>
                <c:pt idx="516">
                  <c:v>52.320468779999999</c:v>
                </c:pt>
                <c:pt idx="517">
                  <c:v>52.320468779999999</c:v>
                </c:pt>
                <c:pt idx="518">
                  <c:v>53.746457399999997</c:v>
                </c:pt>
                <c:pt idx="519">
                  <c:v>53.746457399999997</c:v>
                </c:pt>
                <c:pt idx="520">
                  <c:v>53.746457399999997</c:v>
                </c:pt>
                <c:pt idx="521">
                  <c:v>53.746457399999997</c:v>
                </c:pt>
                <c:pt idx="522">
                  <c:v>53.746457399999997</c:v>
                </c:pt>
                <c:pt idx="523">
                  <c:v>53.746457399999997</c:v>
                </c:pt>
                <c:pt idx="524">
                  <c:v>53.746457399999997</c:v>
                </c:pt>
                <c:pt idx="525">
                  <c:v>53.746457399999997</c:v>
                </c:pt>
                <c:pt idx="526">
                  <c:v>53.746457399999997</c:v>
                </c:pt>
                <c:pt idx="527">
                  <c:v>53.746457399999997</c:v>
                </c:pt>
                <c:pt idx="528">
                  <c:v>53.746457399999997</c:v>
                </c:pt>
                <c:pt idx="529">
                  <c:v>53.746457399999997</c:v>
                </c:pt>
                <c:pt idx="530">
                  <c:v>53.746457399999997</c:v>
                </c:pt>
                <c:pt idx="531">
                  <c:v>53.746457399999997</c:v>
                </c:pt>
                <c:pt idx="532">
                  <c:v>53.746457399999997</c:v>
                </c:pt>
                <c:pt idx="533">
                  <c:v>53.784061199999996</c:v>
                </c:pt>
                <c:pt idx="534">
                  <c:v>53.784061199999996</c:v>
                </c:pt>
                <c:pt idx="535">
                  <c:v>53.784061199999996</c:v>
                </c:pt>
                <c:pt idx="536">
                  <c:v>53.842797599999997</c:v>
                </c:pt>
                <c:pt idx="537">
                  <c:v>53.927431800000001</c:v>
                </c:pt>
                <c:pt idx="538">
                  <c:v>53.927431800000001</c:v>
                </c:pt>
                <c:pt idx="539">
                  <c:v>53.927431800000001</c:v>
                </c:pt>
                <c:pt idx="540">
                  <c:v>53.927431800000001</c:v>
                </c:pt>
                <c:pt idx="541">
                  <c:v>53.927431800000001</c:v>
                </c:pt>
                <c:pt idx="542">
                  <c:v>53.927431800000001</c:v>
                </c:pt>
                <c:pt idx="543">
                  <c:v>53.927431800000001</c:v>
                </c:pt>
                <c:pt idx="544">
                  <c:v>53.927431800000001</c:v>
                </c:pt>
                <c:pt idx="545">
                  <c:v>53.927431800000001</c:v>
                </c:pt>
                <c:pt idx="546">
                  <c:v>54.791467799999999</c:v>
                </c:pt>
                <c:pt idx="547">
                  <c:v>54.791467799999999</c:v>
                </c:pt>
                <c:pt idx="548">
                  <c:v>54.791467799999999</c:v>
                </c:pt>
                <c:pt idx="549">
                  <c:v>54.791467799999999</c:v>
                </c:pt>
                <c:pt idx="550">
                  <c:v>54.791467799999999</c:v>
                </c:pt>
                <c:pt idx="551">
                  <c:v>54.791467799999999</c:v>
                </c:pt>
                <c:pt idx="552">
                  <c:v>57.515504999999997</c:v>
                </c:pt>
                <c:pt idx="553">
                  <c:v>57.515504999999997</c:v>
                </c:pt>
                <c:pt idx="554">
                  <c:v>57.515504999999997</c:v>
                </c:pt>
                <c:pt idx="555">
                  <c:v>57.515504999999997</c:v>
                </c:pt>
                <c:pt idx="556">
                  <c:v>57.515504999999997</c:v>
                </c:pt>
                <c:pt idx="557">
                  <c:v>57.515504999999997</c:v>
                </c:pt>
                <c:pt idx="558">
                  <c:v>57.515504999999997</c:v>
                </c:pt>
                <c:pt idx="559">
                  <c:v>57.515504999999997</c:v>
                </c:pt>
                <c:pt idx="560">
                  <c:v>57.515504999999997</c:v>
                </c:pt>
                <c:pt idx="561">
                  <c:v>57.515504999999997</c:v>
                </c:pt>
                <c:pt idx="562">
                  <c:v>57.515504999999997</c:v>
                </c:pt>
                <c:pt idx="563">
                  <c:v>57.515504999999997</c:v>
                </c:pt>
                <c:pt idx="564">
                  <c:v>57.515504999999997</c:v>
                </c:pt>
                <c:pt idx="565">
                  <c:v>57.515504999999997</c:v>
                </c:pt>
                <c:pt idx="566">
                  <c:v>57.515504999999997</c:v>
                </c:pt>
                <c:pt idx="567">
                  <c:v>57.515504999999997</c:v>
                </c:pt>
                <c:pt idx="568">
                  <c:v>57.515504999999997</c:v>
                </c:pt>
                <c:pt idx="569">
                  <c:v>57.515504999999997</c:v>
                </c:pt>
                <c:pt idx="570">
                  <c:v>57.515504999999997</c:v>
                </c:pt>
                <c:pt idx="571">
                  <c:v>57.515504999999997</c:v>
                </c:pt>
                <c:pt idx="572">
                  <c:v>57.515504999999997</c:v>
                </c:pt>
                <c:pt idx="573">
                  <c:v>57.515504999999997</c:v>
                </c:pt>
                <c:pt idx="574">
                  <c:v>57.515504999999997</c:v>
                </c:pt>
                <c:pt idx="575">
                  <c:v>57.515504999999997</c:v>
                </c:pt>
                <c:pt idx="576">
                  <c:v>57.515504999999997</c:v>
                </c:pt>
                <c:pt idx="577">
                  <c:v>57.515504999999997</c:v>
                </c:pt>
                <c:pt idx="578">
                  <c:v>57.515504999999997</c:v>
                </c:pt>
                <c:pt idx="579">
                  <c:v>57.515504999999997</c:v>
                </c:pt>
                <c:pt idx="580">
                  <c:v>57.515504999999997</c:v>
                </c:pt>
                <c:pt idx="581">
                  <c:v>57.515504999999997</c:v>
                </c:pt>
                <c:pt idx="582">
                  <c:v>57.515504999999997</c:v>
                </c:pt>
                <c:pt idx="583">
                  <c:v>57.515504999999997</c:v>
                </c:pt>
                <c:pt idx="584">
                  <c:v>57.515504999999997</c:v>
                </c:pt>
                <c:pt idx="585">
                  <c:v>57.515504999999997</c:v>
                </c:pt>
                <c:pt idx="586">
                  <c:v>57.515504999999997</c:v>
                </c:pt>
                <c:pt idx="587">
                  <c:v>57.515504999999997</c:v>
                </c:pt>
                <c:pt idx="588">
                  <c:v>57.515504999999997</c:v>
                </c:pt>
                <c:pt idx="589">
                  <c:v>57.515504999999997</c:v>
                </c:pt>
                <c:pt idx="590">
                  <c:v>57.515504999999997</c:v>
                </c:pt>
                <c:pt idx="591">
                  <c:v>57.515504999999997</c:v>
                </c:pt>
                <c:pt idx="592">
                  <c:v>57.515504999999997</c:v>
                </c:pt>
                <c:pt idx="593">
                  <c:v>57.515504999999997</c:v>
                </c:pt>
                <c:pt idx="594">
                  <c:v>57.515504999999997</c:v>
                </c:pt>
                <c:pt idx="595">
                  <c:v>57.515504999999997</c:v>
                </c:pt>
                <c:pt idx="596">
                  <c:v>57.515504999999997</c:v>
                </c:pt>
                <c:pt idx="597">
                  <c:v>57.515504999999997</c:v>
                </c:pt>
                <c:pt idx="598">
                  <c:v>57.515504999999997</c:v>
                </c:pt>
                <c:pt idx="599">
                  <c:v>57.515504999999997</c:v>
                </c:pt>
                <c:pt idx="600">
                  <c:v>57.515504999999997</c:v>
                </c:pt>
                <c:pt idx="601">
                  <c:v>57.515504999999997</c:v>
                </c:pt>
                <c:pt idx="602">
                  <c:v>57.515504999999997</c:v>
                </c:pt>
                <c:pt idx="603">
                  <c:v>57.515504999999997</c:v>
                </c:pt>
                <c:pt idx="604">
                  <c:v>57.515504999999997</c:v>
                </c:pt>
                <c:pt idx="605">
                  <c:v>57.515504999999997</c:v>
                </c:pt>
                <c:pt idx="606">
                  <c:v>57.515504999999997</c:v>
                </c:pt>
                <c:pt idx="607">
                  <c:v>57.515504999999997</c:v>
                </c:pt>
                <c:pt idx="608">
                  <c:v>57.515504999999997</c:v>
                </c:pt>
                <c:pt idx="609">
                  <c:v>57.515504999999997</c:v>
                </c:pt>
                <c:pt idx="610">
                  <c:v>57.515504999999997</c:v>
                </c:pt>
                <c:pt idx="611">
                  <c:v>57.515504999999997</c:v>
                </c:pt>
                <c:pt idx="612">
                  <c:v>57.515504999999997</c:v>
                </c:pt>
                <c:pt idx="613">
                  <c:v>57.515504999999997</c:v>
                </c:pt>
                <c:pt idx="614">
                  <c:v>57.515504999999997</c:v>
                </c:pt>
                <c:pt idx="615">
                  <c:v>57.515504999999997</c:v>
                </c:pt>
                <c:pt idx="616">
                  <c:v>57.515504999999997</c:v>
                </c:pt>
                <c:pt idx="617">
                  <c:v>57.515504999999997</c:v>
                </c:pt>
                <c:pt idx="618">
                  <c:v>57.515504999999997</c:v>
                </c:pt>
                <c:pt idx="619">
                  <c:v>57.515504999999997</c:v>
                </c:pt>
                <c:pt idx="620">
                  <c:v>57.515504999999997</c:v>
                </c:pt>
                <c:pt idx="621">
                  <c:v>57.515504999999997</c:v>
                </c:pt>
                <c:pt idx="622">
                  <c:v>57.515504999999997</c:v>
                </c:pt>
                <c:pt idx="623">
                  <c:v>57.515504999999997</c:v>
                </c:pt>
                <c:pt idx="624">
                  <c:v>57.515504999999997</c:v>
                </c:pt>
                <c:pt idx="625">
                  <c:v>57.515504999999997</c:v>
                </c:pt>
                <c:pt idx="626">
                  <c:v>57.515504999999997</c:v>
                </c:pt>
                <c:pt idx="627">
                  <c:v>57.515504999999997</c:v>
                </c:pt>
                <c:pt idx="628">
                  <c:v>57.515504999999997</c:v>
                </c:pt>
                <c:pt idx="629">
                  <c:v>57.515504999999997</c:v>
                </c:pt>
                <c:pt idx="630">
                  <c:v>57.515504999999997</c:v>
                </c:pt>
                <c:pt idx="631">
                  <c:v>57.515504999999997</c:v>
                </c:pt>
                <c:pt idx="632">
                  <c:v>57.515504999999997</c:v>
                </c:pt>
                <c:pt idx="633">
                  <c:v>57.515504999999997</c:v>
                </c:pt>
                <c:pt idx="634">
                  <c:v>57.515504999999997</c:v>
                </c:pt>
                <c:pt idx="635">
                  <c:v>57.515504999999997</c:v>
                </c:pt>
                <c:pt idx="636">
                  <c:v>57.515504999999997</c:v>
                </c:pt>
                <c:pt idx="637">
                  <c:v>57.515504999999997</c:v>
                </c:pt>
                <c:pt idx="638">
                  <c:v>57.515504999999997</c:v>
                </c:pt>
                <c:pt idx="639">
                  <c:v>57.515504999999997</c:v>
                </c:pt>
                <c:pt idx="640">
                  <c:v>57.515504999999997</c:v>
                </c:pt>
                <c:pt idx="641">
                  <c:v>57.515504999999997</c:v>
                </c:pt>
                <c:pt idx="642">
                  <c:v>57.515504999999997</c:v>
                </c:pt>
                <c:pt idx="643">
                  <c:v>57.515504999999997</c:v>
                </c:pt>
                <c:pt idx="644">
                  <c:v>57.515504999999997</c:v>
                </c:pt>
                <c:pt idx="645">
                  <c:v>57.515504999999997</c:v>
                </c:pt>
                <c:pt idx="646">
                  <c:v>57.515504999999997</c:v>
                </c:pt>
                <c:pt idx="647">
                  <c:v>57.515504999999997</c:v>
                </c:pt>
                <c:pt idx="648">
                  <c:v>57.515504999999997</c:v>
                </c:pt>
                <c:pt idx="649">
                  <c:v>57.515504999999997</c:v>
                </c:pt>
                <c:pt idx="650">
                  <c:v>57.515504999999997</c:v>
                </c:pt>
                <c:pt idx="651">
                  <c:v>57.515504999999997</c:v>
                </c:pt>
                <c:pt idx="652">
                  <c:v>57.515504999999997</c:v>
                </c:pt>
                <c:pt idx="653">
                  <c:v>57.515504999999997</c:v>
                </c:pt>
                <c:pt idx="654">
                  <c:v>57.515504999999997</c:v>
                </c:pt>
                <c:pt idx="655">
                  <c:v>57.515504999999997</c:v>
                </c:pt>
                <c:pt idx="656">
                  <c:v>57.515504999999997</c:v>
                </c:pt>
                <c:pt idx="657">
                  <c:v>57.515504999999997</c:v>
                </c:pt>
                <c:pt idx="658">
                  <c:v>57.515504999999997</c:v>
                </c:pt>
                <c:pt idx="659">
                  <c:v>57.515504999999997</c:v>
                </c:pt>
                <c:pt idx="660">
                  <c:v>57.515504999999997</c:v>
                </c:pt>
                <c:pt idx="661">
                  <c:v>57.515504999999997</c:v>
                </c:pt>
                <c:pt idx="662">
                  <c:v>57.515504999999997</c:v>
                </c:pt>
                <c:pt idx="663">
                  <c:v>57.515504999999997</c:v>
                </c:pt>
                <c:pt idx="664">
                  <c:v>57.515504999999997</c:v>
                </c:pt>
                <c:pt idx="665">
                  <c:v>57.515504999999997</c:v>
                </c:pt>
                <c:pt idx="666">
                  <c:v>57.515504999999997</c:v>
                </c:pt>
                <c:pt idx="667">
                  <c:v>57.515504999999997</c:v>
                </c:pt>
                <c:pt idx="668">
                  <c:v>57.515504999999997</c:v>
                </c:pt>
                <c:pt idx="669">
                  <c:v>57.515504999999997</c:v>
                </c:pt>
                <c:pt idx="670">
                  <c:v>57.515504999999997</c:v>
                </c:pt>
                <c:pt idx="671">
                  <c:v>57.515504999999997</c:v>
                </c:pt>
                <c:pt idx="672">
                  <c:v>57.515504999999997</c:v>
                </c:pt>
                <c:pt idx="673">
                  <c:v>57.515504999999997</c:v>
                </c:pt>
                <c:pt idx="674">
                  <c:v>57.515504999999997</c:v>
                </c:pt>
                <c:pt idx="675">
                  <c:v>57.515504999999997</c:v>
                </c:pt>
                <c:pt idx="676">
                  <c:v>57.515504999999997</c:v>
                </c:pt>
                <c:pt idx="677">
                  <c:v>57.515504999999997</c:v>
                </c:pt>
                <c:pt idx="678">
                  <c:v>57.515504999999997</c:v>
                </c:pt>
                <c:pt idx="679">
                  <c:v>57.515504999999997</c:v>
                </c:pt>
                <c:pt idx="680">
                  <c:v>57.515504999999997</c:v>
                </c:pt>
                <c:pt idx="681">
                  <c:v>57.515504999999997</c:v>
                </c:pt>
                <c:pt idx="682">
                  <c:v>57.515504999999997</c:v>
                </c:pt>
                <c:pt idx="683">
                  <c:v>57.515504999999997</c:v>
                </c:pt>
                <c:pt idx="684">
                  <c:v>57.515504999999997</c:v>
                </c:pt>
                <c:pt idx="685">
                  <c:v>57.515504999999997</c:v>
                </c:pt>
                <c:pt idx="686">
                  <c:v>57.515504999999997</c:v>
                </c:pt>
                <c:pt idx="687">
                  <c:v>57.515504999999997</c:v>
                </c:pt>
                <c:pt idx="688">
                  <c:v>57.515504999999997</c:v>
                </c:pt>
                <c:pt idx="689">
                  <c:v>57.515504999999997</c:v>
                </c:pt>
                <c:pt idx="690">
                  <c:v>57.515504999999997</c:v>
                </c:pt>
                <c:pt idx="691">
                  <c:v>57.515504999999997</c:v>
                </c:pt>
                <c:pt idx="692">
                  <c:v>57.515504999999997</c:v>
                </c:pt>
                <c:pt idx="693">
                  <c:v>57.515504999999997</c:v>
                </c:pt>
                <c:pt idx="694">
                  <c:v>57.515504999999997</c:v>
                </c:pt>
                <c:pt idx="695">
                  <c:v>57.515504999999997</c:v>
                </c:pt>
                <c:pt idx="696">
                  <c:v>57.515504999999997</c:v>
                </c:pt>
                <c:pt idx="697">
                  <c:v>57.515504999999997</c:v>
                </c:pt>
                <c:pt idx="698">
                  <c:v>57.515504999999997</c:v>
                </c:pt>
                <c:pt idx="699">
                  <c:v>57.515504999999997</c:v>
                </c:pt>
                <c:pt idx="700">
                  <c:v>57.515504999999997</c:v>
                </c:pt>
                <c:pt idx="701">
                  <c:v>57.515504999999997</c:v>
                </c:pt>
                <c:pt idx="702">
                  <c:v>57.515504999999997</c:v>
                </c:pt>
                <c:pt idx="703">
                  <c:v>57.515504999999997</c:v>
                </c:pt>
                <c:pt idx="704">
                  <c:v>57.515504999999997</c:v>
                </c:pt>
                <c:pt idx="705">
                  <c:v>57.515504999999997</c:v>
                </c:pt>
                <c:pt idx="706">
                  <c:v>57.515504999999997</c:v>
                </c:pt>
                <c:pt idx="707">
                  <c:v>57.515504999999997</c:v>
                </c:pt>
                <c:pt idx="708">
                  <c:v>57.515504999999997</c:v>
                </c:pt>
                <c:pt idx="709">
                  <c:v>57.515504999999997</c:v>
                </c:pt>
                <c:pt idx="710">
                  <c:v>57.515504999999997</c:v>
                </c:pt>
                <c:pt idx="711">
                  <c:v>57.515504999999997</c:v>
                </c:pt>
                <c:pt idx="712">
                  <c:v>57.515504999999997</c:v>
                </c:pt>
                <c:pt idx="713">
                  <c:v>57.515504999999997</c:v>
                </c:pt>
                <c:pt idx="714">
                  <c:v>57.515504999999997</c:v>
                </c:pt>
                <c:pt idx="715">
                  <c:v>57.515504999999997</c:v>
                </c:pt>
                <c:pt idx="716">
                  <c:v>57.515504999999997</c:v>
                </c:pt>
                <c:pt idx="717">
                  <c:v>57.515504999999997</c:v>
                </c:pt>
                <c:pt idx="718">
                  <c:v>57.515504999999997</c:v>
                </c:pt>
                <c:pt idx="719">
                  <c:v>57.515504999999997</c:v>
                </c:pt>
                <c:pt idx="720">
                  <c:v>57.515504999999997</c:v>
                </c:pt>
                <c:pt idx="721">
                  <c:v>57.515504999999997</c:v>
                </c:pt>
                <c:pt idx="722">
                  <c:v>57.515504999999997</c:v>
                </c:pt>
                <c:pt idx="723">
                  <c:v>57.515504999999997</c:v>
                </c:pt>
                <c:pt idx="724">
                  <c:v>57.515504999999997</c:v>
                </c:pt>
                <c:pt idx="725">
                  <c:v>57.515504999999997</c:v>
                </c:pt>
                <c:pt idx="726">
                  <c:v>57.515504999999997</c:v>
                </c:pt>
                <c:pt idx="727">
                  <c:v>57.515504999999997</c:v>
                </c:pt>
                <c:pt idx="728">
                  <c:v>57.515504999999997</c:v>
                </c:pt>
                <c:pt idx="729">
                  <c:v>57.515504999999997</c:v>
                </c:pt>
                <c:pt idx="730">
                  <c:v>57.515504999999997</c:v>
                </c:pt>
                <c:pt idx="731">
                  <c:v>57.515504999999997</c:v>
                </c:pt>
                <c:pt idx="732">
                  <c:v>57.515504999999997</c:v>
                </c:pt>
                <c:pt idx="733">
                  <c:v>57.515504999999997</c:v>
                </c:pt>
                <c:pt idx="734">
                  <c:v>57.515504999999997</c:v>
                </c:pt>
                <c:pt idx="735">
                  <c:v>57.515504999999997</c:v>
                </c:pt>
                <c:pt idx="736">
                  <c:v>57.515504999999997</c:v>
                </c:pt>
                <c:pt idx="737">
                  <c:v>57.515504999999997</c:v>
                </c:pt>
                <c:pt idx="738">
                  <c:v>57.515504999999997</c:v>
                </c:pt>
                <c:pt idx="739">
                  <c:v>57.515504999999997</c:v>
                </c:pt>
                <c:pt idx="740">
                  <c:v>57.515504999999997</c:v>
                </c:pt>
                <c:pt idx="741">
                  <c:v>57.515504999999997</c:v>
                </c:pt>
                <c:pt idx="742">
                  <c:v>57.515504999999997</c:v>
                </c:pt>
                <c:pt idx="743">
                  <c:v>57.515504999999997</c:v>
                </c:pt>
                <c:pt idx="744">
                  <c:v>57.515504999999997</c:v>
                </c:pt>
                <c:pt idx="745">
                  <c:v>57.515504999999997</c:v>
                </c:pt>
                <c:pt idx="746">
                  <c:v>57.515504999999997</c:v>
                </c:pt>
                <c:pt idx="747">
                  <c:v>57.515504999999997</c:v>
                </c:pt>
                <c:pt idx="748">
                  <c:v>57.515504999999997</c:v>
                </c:pt>
                <c:pt idx="749">
                  <c:v>57.515504999999997</c:v>
                </c:pt>
                <c:pt idx="750">
                  <c:v>57.515504999999997</c:v>
                </c:pt>
                <c:pt idx="751">
                  <c:v>57.515504999999997</c:v>
                </c:pt>
                <c:pt idx="752">
                  <c:v>57.515504999999997</c:v>
                </c:pt>
                <c:pt idx="753">
                  <c:v>57.515504999999997</c:v>
                </c:pt>
                <c:pt idx="754">
                  <c:v>57.515504999999997</c:v>
                </c:pt>
                <c:pt idx="755">
                  <c:v>57.515504999999997</c:v>
                </c:pt>
                <c:pt idx="756">
                  <c:v>57.515504999999997</c:v>
                </c:pt>
                <c:pt idx="757">
                  <c:v>57.515504999999997</c:v>
                </c:pt>
                <c:pt idx="758">
                  <c:v>57.515504999999997</c:v>
                </c:pt>
                <c:pt idx="759">
                  <c:v>57.515504999999997</c:v>
                </c:pt>
                <c:pt idx="760">
                  <c:v>57.515504999999997</c:v>
                </c:pt>
                <c:pt idx="761">
                  <c:v>57.515504999999997</c:v>
                </c:pt>
                <c:pt idx="762">
                  <c:v>57.515504999999997</c:v>
                </c:pt>
                <c:pt idx="763">
                  <c:v>57.515504999999997</c:v>
                </c:pt>
                <c:pt idx="764">
                  <c:v>57.515504999999997</c:v>
                </c:pt>
                <c:pt idx="765">
                  <c:v>57.515504999999997</c:v>
                </c:pt>
                <c:pt idx="766">
                  <c:v>57.515504999999997</c:v>
                </c:pt>
                <c:pt idx="767">
                  <c:v>57.515504999999997</c:v>
                </c:pt>
                <c:pt idx="768">
                  <c:v>57.515504999999997</c:v>
                </c:pt>
                <c:pt idx="769">
                  <c:v>57.515504999999997</c:v>
                </c:pt>
                <c:pt idx="770">
                  <c:v>57.515504999999997</c:v>
                </c:pt>
                <c:pt idx="771">
                  <c:v>57.515504999999997</c:v>
                </c:pt>
                <c:pt idx="772">
                  <c:v>57.515504999999997</c:v>
                </c:pt>
                <c:pt idx="773">
                  <c:v>57.515504999999997</c:v>
                </c:pt>
                <c:pt idx="774">
                  <c:v>57.515504999999997</c:v>
                </c:pt>
                <c:pt idx="775">
                  <c:v>57.515504999999997</c:v>
                </c:pt>
                <c:pt idx="776">
                  <c:v>57.515504999999997</c:v>
                </c:pt>
                <c:pt idx="777">
                  <c:v>57.515504999999997</c:v>
                </c:pt>
                <c:pt idx="778">
                  <c:v>57.515504999999997</c:v>
                </c:pt>
                <c:pt idx="779">
                  <c:v>57.515504999999997</c:v>
                </c:pt>
                <c:pt idx="780">
                  <c:v>57.515504999999997</c:v>
                </c:pt>
                <c:pt idx="781">
                  <c:v>57.515504999999997</c:v>
                </c:pt>
                <c:pt idx="782">
                  <c:v>57.515504999999997</c:v>
                </c:pt>
                <c:pt idx="783">
                  <c:v>57.515504999999997</c:v>
                </c:pt>
                <c:pt idx="784">
                  <c:v>57.515504999999997</c:v>
                </c:pt>
                <c:pt idx="785">
                  <c:v>57.515504999999997</c:v>
                </c:pt>
                <c:pt idx="786">
                  <c:v>57.515504999999997</c:v>
                </c:pt>
                <c:pt idx="787">
                  <c:v>57.515504999999997</c:v>
                </c:pt>
                <c:pt idx="788">
                  <c:v>57.515504999999997</c:v>
                </c:pt>
                <c:pt idx="789">
                  <c:v>57.515504999999997</c:v>
                </c:pt>
                <c:pt idx="790">
                  <c:v>57.515504999999997</c:v>
                </c:pt>
                <c:pt idx="791">
                  <c:v>57.515504999999997</c:v>
                </c:pt>
                <c:pt idx="792">
                  <c:v>57.515504999999997</c:v>
                </c:pt>
                <c:pt idx="793">
                  <c:v>57.515504999999997</c:v>
                </c:pt>
                <c:pt idx="794">
                  <c:v>57.515504999999997</c:v>
                </c:pt>
                <c:pt idx="795">
                  <c:v>57.515504999999997</c:v>
                </c:pt>
                <c:pt idx="796">
                  <c:v>57.515504999999997</c:v>
                </c:pt>
                <c:pt idx="797">
                  <c:v>57.515504999999997</c:v>
                </c:pt>
                <c:pt idx="798">
                  <c:v>57.515504999999997</c:v>
                </c:pt>
                <c:pt idx="799">
                  <c:v>57.515504999999997</c:v>
                </c:pt>
                <c:pt idx="800">
                  <c:v>57.515504999999997</c:v>
                </c:pt>
                <c:pt idx="801">
                  <c:v>57.515504999999997</c:v>
                </c:pt>
                <c:pt idx="802">
                  <c:v>57.515504999999997</c:v>
                </c:pt>
                <c:pt idx="803">
                  <c:v>57.515504999999997</c:v>
                </c:pt>
                <c:pt idx="804">
                  <c:v>57.515504999999997</c:v>
                </c:pt>
                <c:pt idx="805">
                  <c:v>57.515504999999997</c:v>
                </c:pt>
                <c:pt idx="806">
                  <c:v>57.515504999999997</c:v>
                </c:pt>
                <c:pt idx="807">
                  <c:v>57.515504999999997</c:v>
                </c:pt>
                <c:pt idx="808">
                  <c:v>57.515504999999997</c:v>
                </c:pt>
                <c:pt idx="809">
                  <c:v>57.515504999999997</c:v>
                </c:pt>
                <c:pt idx="810">
                  <c:v>57.515504999999997</c:v>
                </c:pt>
                <c:pt idx="811">
                  <c:v>57.515504999999997</c:v>
                </c:pt>
                <c:pt idx="812">
                  <c:v>57.515504999999997</c:v>
                </c:pt>
                <c:pt idx="813">
                  <c:v>57.515504999999997</c:v>
                </c:pt>
                <c:pt idx="814">
                  <c:v>57.515504999999997</c:v>
                </c:pt>
                <c:pt idx="815">
                  <c:v>57.515504999999997</c:v>
                </c:pt>
                <c:pt idx="816">
                  <c:v>57.515504999999997</c:v>
                </c:pt>
                <c:pt idx="817">
                  <c:v>57.515504999999997</c:v>
                </c:pt>
                <c:pt idx="818">
                  <c:v>57.515504999999997</c:v>
                </c:pt>
                <c:pt idx="819">
                  <c:v>57.515504999999997</c:v>
                </c:pt>
                <c:pt idx="820">
                  <c:v>57.515504999999997</c:v>
                </c:pt>
                <c:pt idx="821">
                  <c:v>57.515504999999997</c:v>
                </c:pt>
                <c:pt idx="822">
                  <c:v>57.515504999999997</c:v>
                </c:pt>
                <c:pt idx="823">
                  <c:v>57.515504999999997</c:v>
                </c:pt>
                <c:pt idx="824">
                  <c:v>57.515504999999997</c:v>
                </c:pt>
                <c:pt idx="825">
                  <c:v>57.515504999999997</c:v>
                </c:pt>
                <c:pt idx="826">
                  <c:v>57.515504999999997</c:v>
                </c:pt>
                <c:pt idx="827">
                  <c:v>57.515504999999997</c:v>
                </c:pt>
                <c:pt idx="828">
                  <c:v>57.515504999999997</c:v>
                </c:pt>
                <c:pt idx="829">
                  <c:v>57.515504999999997</c:v>
                </c:pt>
                <c:pt idx="830">
                  <c:v>57.515504999999997</c:v>
                </c:pt>
                <c:pt idx="831">
                  <c:v>57.515504999999997</c:v>
                </c:pt>
                <c:pt idx="832">
                  <c:v>57.515504999999997</c:v>
                </c:pt>
                <c:pt idx="833">
                  <c:v>57.515504999999997</c:v>
                </c:pt>
                <c:pt idx="834">
                  <c:v>57.515504999999997</c:v>
                </c:pt>
                <c:pt idx="835">
                  <c:v>57.515504999999997</c:v>
                </c:pt>
                <c:pt idx="836">
                  <c:v>57.515504999999997</c:v>
                </c:pt>
                <c:pt idx="837">
                  <c:v>57.515504999999997</c:v>
                </c:pt>
                <c:pt idx="838">
                  <c:v>57.515504999999997</c:v>
                </c:pt>
                <c:pt idx="839">
                  <c:v>57.515504999999997</c:v>
                </c:pt>
                <c:pt idx="840">
                  <c:v>57.515504999999997</c:v>
                </c:pt>
                <c:pt idx="841">
                  <c:v>57.515504999999997</c:v>
                </c:pt>
                <c:pt idx="842">
                  <c:v>57.515504999999997</c:v>
                </c:pt>
                <c:pt idx="843">
                  <c:v>57.515504999999997</c:v>
                </c:pt>
                <c:pt idx="844">
                  <c:v>57.515504999999997</c:v>
                </c:pt>
                <c:pt idx="845">
                  <c:v>57.515504999999997</c:v>
                </c:pt>
                <c:pt idx="846">
                  <c:v>57.515504999999997</c:v>
                </c:pt>
                <c:pt idx="847">
                  <c:v>57.515504999999997</c:v>
                </c:pt>
                <c:pt idx="848">
                  <c:v>57.515504999999997</c:v>
                </c:pt>
                <c:pt idx="849">
                  <c:v>57.515504999999997</c:v>
                </c:pt>
                <c:pt idx="850">
                  <c:v>57.515504999999997</c:v>
                </c:pt>
                <c:pt idx="851">
                  <c:v>57.515504999999997</c:v>
                </c:pt>
                <c:pt idx="852">
                  <c:v>57.515504999999997</c:v>
                </c:pt>
                <c:pt idx="853">
                  <c:v>57.515504999999997</c:v>
                </c:pt>
                <c:pt idx="854">
                  <c:v>57.515504999999997</c:v>
                </c:pt>
                <c:pt idx="855">
                  <c:v>57.515504999999997</c:v>
                </c:pt>
                <c:pt idx="856">
                  <c:v>57.515504999999997</c:v>
                </c:pt>
                <c:pt idx="857">
                  <c:v>57.515504999999997</c:v>
                </c:pt>
                <c:pt idx="858">
                  <c:v>57.515504999999997</c:v>
                </c:pt>
                <c:pt idx="859">
                  <c:v>57.515504999999997</c:v>
                </c:pt>
                <c:pt idx="860">
                  <c:v>57.515504999999997</c:v>
                </c:pt>
                <c:pt idx="861">
                  <c:v>57.515504999999997</c:v>
                </c:pt>
                <c:pt idx="862">
                  <c:v>57.515504999999997</c:v>
                </c:pt>
                <c:pt idx="863">
                  <c:v>57.515504999999997</c:v>
                </c:pt>
                <c:pt idx="864">
                  <c:v>57.515504999999997</c:v>
                </c:pt>
                <c:pt idx="865">
                  <c:v>57.515504999999997</c:v>
                </c:pt>
                <c:pt idx="866">
                  <c:v>57.515504999999997</c:v>
                </c:pt>
                <c:pt idx="867">
                  <c:v>57.515504999999997</c:v>
                </c:pt>
                <c:pt idx="868">
                  <c:v>57.515504999999997</c:v>
                </c:pt>
                <c:pt idx="869">
                  <c:v>57.515504999999997</c:v>
                </c:pt>
                <c:pt idx="870">
                  <c:v>57.515504999999997</c:v>
                </c:pt>
                <c:pt idx="871">
                  <c:v>57.515504999999997</c:v>
                </c:pt>
                <c:pt idx="872">
                  <c:v>57.515504999999997</c:v>
                </c:pt>
                <c:pt idx="873">
                  <c:v>57.515504999999997</c:v>
                </c:pt>
                <c:pt idx="874">
                  <c:v>57.515504999999997</c:v>
                </c:pt>
                <c:pt idx="875">
                  <c:v>57.515504999999997</c:v>
                </c:pt>
                <c:pt idx="876">
                  <c:v>57.515504999999997</c:v>
                </c:pt>
                <c:pt idx="877">
                  <c:v>57.515504999999997</c:v>
                </c:pt>
                <c:pt idx="878">
                  <c:v>57.515504999999997</c:v>
                </c:pt>
                <c:pt idx="879">
                  <c:v>57.515504999999997</c:v>
                </c:pt>
                <c:pt idx="880">
                  <c:v>57.515504999999997</c:v>
                </c:pt>
                <c:pt idx="881">
                  <c:v>57.515504999999997</c:v>
                </c:pt>
                <c:pt idx="882">
                  <c:v>57.515504999999997</c:v>
                </c:pt>
                <c:pt idx="883">
                  <c:v>57.515504999999997</c:v>
                </c:pt>
                <c:pt idx="884">
                  <c:v>57.515504999999997</c:v>
                </c:pt>
                <c:pt idx="885">
                  <c:v>57.515504999999997</c:v>
                </c:pt>
                <c:pt idx="886">
                  <c:v>57.515504999999997</c:v>
                </c:pt>
                <c:pt idx="887">
                  <c:v>57.515504999999997</c:v>
                </c:pt>
                <c:pt idx="888">
                  <c:v>57.515504999999997</c:v>
                </c:pt>
                <c:pt idx="889">
                  <c:v>57.515504999999997</c:v>
                </c:pt>
                <c:pt idx="890">
                  <c:v>57.515504999999997</c:v>
                </c:pt>
                <c:pt idx="891">
                  <c:v>57.515504999999997</c:v>
                </c:pt>
                <c:pt idx="892">
                  <c:v>57.515504999999997</c:v>
                </c:pt>
                <c:pt idx="893">
                  <c:v>57.515504999999997</c:v>
                </c:pt>
                <c:pt idx="894">
                  <c:v>57.515504999999997</c:v>
                </c:pt>
                <c:pt idx="895">
                  <c:v>57.515504999999997</c:v>
                </c:pt>
                <c:pt idx="896">
                  <c:v>57.515504999999997</c:v>
                </c:pt>
                <c:pt idx="897">
                  <c:v>57.515504999999997</c:v>
                </c:pt>
                <c:pt idx="898">
                  <c:v>57.515504999999997</c:v>
                </c:pt>
                <c:pt idx="899">
                  <c:v>57.515504999999997</c:v>
                </c:pt>
                <c:pt idx="900">
                  <c:v>57.515504999999997</c:v>
                </c:pt>
                <c:pt idx="901">
                  <c:v>57.515504999999997</c:v>
                </c:pt>
                <c:pt idx="902">
                  <c:v>57.515504999999997</c:v>
                </c:pt>
                <c:pt idx="903">
                  <c:v>57.515504999999997</c:v>
                </c:pt>
                <c:pt idx="904">
                  <c:v>57.515504999999997</c:v>
                </c:pt>
                <c:pt idx="905">
                  <c:v>57.515504999999997</c:v>
                </c:pt>
                <c:pt idx="906">
                  <c:v>57.515504999999997</c:v>
                </c:pt>
                <c:pt idx="907">
                  <c:v>57.515504999999997</c:v>
                </c:pt>
                <c:pt idx="908">
                  <c:v>57.515504999999997</c:v>
                </c:pt>
                <c:pt idx="909">
                  <c:v>57.515504999999997</c:v>
                </c:pt>
                <c:pt idx="910">
                  <c:v>57.515504999999997</c:v>
                </c:pt>
                <c:pt idx="911">
                  <c:v>57.515504999999997</c:v>
                </c:pt>
                <c:pt idx="912">
                  <c:v>57.515504999999997</c:v>
                </c:pt>
                <c:pt idx="913">
                  <c:v>57.515504999999997</c:v>
                </c:pt>
                <c:pt idx="914">
                  <c:v>57.515504999999997</c:v>
                </c:pt>
                <c:pt idx="915">
                  <c:v>57.515504999999997</c:v>
                </c:pt>
                <c:pt idx="916">
                  <c:v>57.515504999999997</c:v>
                </c:pt>
                <c:pt idx="917">
                  <c:v>57.515504999999997</c:v>
                </c:pt>
                <c:pt idx="918">
                  <c:v>57.515504999999997</c:v>
                </c:pt>
                <c:pt idx="919">
                  <c:v>57.515504999999997</c:v>
                </c:pt>
                <c:pt idx="920">
                  <c:v>57.515504999999997</c:v>
                </c:pt>
                <c:pt idx="921">
                  <c:v>57.515504999999997</c:v>
                </c:pt>
                <c:pt idx="922">
                  <c:v>57.515504999999997</c:v>
                </c:pt>
                <c:pt idx="923">
                  <c:v>57.515504999999997</c:v>
                </c:pt>
                <c:pt idx="924">
                  <c:v>57.515504999999997</c:v>
                </c:pt>
                <c:pt idx="925">
                  <c:v>57.515504999999997</c:v>
                </c:pt>
                <c:pt idx="926">
                  <c:v>57.515504999999997</c:v>
                </c:pt>
                <c:pt idx="927">
                  <c:v>57.515504999999997</c:v>
                </c:pt>
                <c:pt idx="928">
                  <c:v>57.515504999999997</c:v>
                </c:pt>
                <c:pt idx="929">
                  <c:v>57.515504999999997</c:v>
                </c:pt>
                <c:pt idx="930">
                  <c:v>57.515504999999997</c:v>
                </c:pt>
                <c:pt idx="931">
                  <c:v>57.515504999999997</c:v>
                </c:pt>
                <c:pt idx="932">
                  <c:v>57.515504999999997</c:v>
                </c:pt>
                <c:pt idx="933">
                  <c:v>57.515504999999997</c:v>
                </c:pt>
                <c:pt idx="934">
                  <c:v>57.515504999999997</c:v>
                </c:pt>
                <c:pt idx="935">
                  <c:v>57.515504999999997</c:v>
                </c:pt>
                <c:pt idx="936">
                  <c:v>57.515504999999997</c:v>
                </c:pt>
                <c:pt idx="937">
                  <c:v>57.515504999999997</c:v>
                </c:pt>
                <c:pt idx="938">
                  <c:v>57.515504999999997</c:v>
                </c:pt>
                <c:pt idx="939">
                  <c:v>57.515504999999997</c:v>
                </c:pt>
                <c:pt idx="940">
                  <c:v>57.515504999999997</c:v>
                </c:pt>
                <c:pt idx="941">
                  <c:v>57.515504999999997</c:v>
                </c:pt>
                <c:pt idx="942">
                  <c:v>57.515504999999997</c:v>
                </c:pt>
                <c:pt idx="943">
                  <c:v>57.515504999999997</c:v>
                </c:pt>
                <c:pt idx="944">
                  <c:v>57.515504999999997</c:v>
                </c:pt>
                <c:pt idx="945">
                  <c:v>57.515504999999997</c:v>
                </c:pt>
                <c:pt idx="946">
                  <c:v>57.515504999999997</c:v>
                </c:pt>
                <c:pt idx="947">
                  <c:v>57.515504999999997</c:v>
                </c:pt>
                <c:pt idx="948">
                  <c:v>57.515504999999997</c:v>
                </c:pt>
                <c:pt idx="949">
                  <c:v>57.515504999999997</c:v>
                </c:pt>
                <c:pt idx="950">
                  <c:v>57.515504999999997</c:v>
                </c:pt>
                <c:pt idx="951">
                  <c:v>57.515504999999997</c:v>
                </c:pt>
                <c:pt idx="952">
                  <c:v>57.515504999999997</c:v>
                </c:pt>
                <c:pt idx="953">
                  <c:v>57.515504999999997</c:v>
                </c:pt>
                <c:pt idx="954">
                  <c:v>57.515504999999997</c:v>
                </c:pt>
                <c:pt idx="955">
                  <c:v>57.515504999999997</c:v>
                </c:pt>
                <c:pt idx="956">
                  <c:v>57.515504999999997</c:v>
                </c:pt>
                <c:pt idx="957">
                  <c:v>57.515504999999997</c:v>
                </c:pt>
                <c:pt idx="958">
                  <c:v>57.515504999999997</c:v>
                </c:pt>
                <c:pt idx="959">
                  <c:v>57.515504999999997</c:v>
                </c:pt>
                <c:pt idx="960">
                  <c:v>57.515504999999997</c:v>
                </c:pt>
                <c:pt idx="961">
                  <c:v>57.515504999999997</c:v>
                </c:pt>
                <c:pt idx="962">
                  <c:v>57.515504999999997</c:v>
                </c:pt>
                <c:pt idx="963">
                  <c:v>57.515504999999997</c:v>
                </c:pt>
                <c:pt idx="964">
                  <c:v>57.515504999999997</c:v>
                </c:pt>
                <c:pt idx="965">
                  <c:v>57.515504999999997</c:v>
                </c:pt>
                <c:pt idx="966">
                  <c:v>57.515504999999997</c:v>
                </c:pt>
                <c:pt idx="967">
                  <c:v>57.515504999999997</c:v>
                </c:pt>
                <c:pt idx="968">
                  <c:v>57.515504999999997</c:v>
                </c:pt>
                <c:pt idx="969">
                  <c:v>57.515504999999997</c:v>
                </c:pt>
                <c:pt idx="970">
                  <c:v>57.515504999999997</c:v>
                </c:pt>
                <c:pt idx="971">
                  <c:v>57.515504999999997</c:v>
                </c:pt>
                <c:pt idx="972">
                  <c:v>57.515504999999997</c:v>
                </c:pt>
                <c:pt idx="973">
                  <c:v>57.515504999999997</c:v>
                </c:pt>
                <c:pt idx="974">
                  <c:v>57.515504999999997</c:v>
                </c:pt>
                <c:pt idx="975">
                  <c:v>57.515504999999997</c:v>
                </c:pt>
                <c:pt idx="976">
                  <c:v>57.515504999999997</c:v>
                </c:pt>
                <c:pt idx="977">
                  <c:v>57.515504999999997</c:v>
                </c:pt>
                <c:pt idx="978">
                  <c:v>57.515504999999997</c:v>
                </c:pt>
                <c:pt idx="979">
                  <c:v>57.515504999999997</c:v>
                </c:pt>
                <c:pt idx="980">
                  <c:v>57.515504999999997</c:v>
                </c:pt>
                <c:pt idx="981">
                  <c:v>57.515504999999997</c:v>
                </c:pt>
                <c:pt idx="982">
                  <c:v>57.515504999999997</c:v>
                </c:pt>
                <c:pt idx="983">
                  <c:v>57.515504999999997</c:v>
                </c:pt>
                <c:pt idx="984">
                  <c:v>57.515504999999997</c:v>
                </c:pt>
                <c:pt idx="985">
                  <c:v>57.515504999999997</c:v>
                </c:pt>
                <c:pt idx="986">
                  <c:v>57.515504999999997</c:v>
                </c:pt>
                <c:pt idx="987">
                  <c:v>57.515504999999997</c:v>
                </c:pt>
                <c:pt idx="988">
                  <c:v>57.515504999999997</c:v>
                </c:pt>
                <c:pt idx="989">
                  <c:v>57.515504999999997</c:v>
                </c:pt>
                <c:pt idx="990">
                  <c:v>57.515504999999997</c:v>
                </c:pt>
                <c:pt idx="991">
                  <c:v>57.515504999999997</c:v>
                </c:pt>
                <c:pt idx="992">
                  <c:v>57.515504999999997</c:v>
                </c:pt>
                <c:pt idx="993">
                  <c:v>57.515504999999997</c:v>
                </c:pt>
                <c:pt idx="994">
                  <c:v>57.515504999999997</c:v>
                </c:pt>
                <c:pt idx="995">
                  <c:v>57.515504999999997</c:v>
                </c:pt>
                <c:pt idx="996">
                  <c:v>57.515504999999997</c:v>
                </c:pt>
                <c:pt idx="997">
                  <c:v>57.515504999999997</c:v>
                </c:pt>
                <c:pt idx="998">
                  <c:v>57.515504999999997</c:v>
                </c:pt>
                <c:pt idx="999">
                  <c:v>57.515504999999997</c:v>
                </c:pt>
                <c:pt idx="1000">
                  <c:v>57.515504999999997</c:v>
                </c:pt>
                <c:pt idx="1001">
                  <c:v>57.515504999999997</c:v>
                </c:pt>
                <c:pt idx="1002">
                  <c:v>57.515504999999997</c:v>
                </c:pt>
                <c:pt idx="1003">
                  <c:v>57.515504999999997</c:v>
                </c:pt>
                <c:pt idx="1004">
                  <c:v>57.515504999999997</c:v>
                </c:pt>
                <c:pt idx="1005">
                  <c:v>57.515504999999997</c:v>
                </c:pt>
                <c:pt idx="1006">
                  <c:v>57.515504999999997</c:v>
                </c:pt>
                <c:pt idx="1007">
                  <c:v>57.515504999999997</c:v>
                </c:pt>
                <c:pt idx="1008">
                  <c:v>57.515504999999997</c:v>
                </c:pt>
                <c:pt idx="1009">
                  <c:v>57.515504999999997</c:v>
                </c:pt>
                <c:pt idx="1010">
                  <c:v>57.515504999999997</c:v>
                </c:pt>
                <c:pt idx="1011">
                  <c:v>57.515504999999997</c:v>
                </c:pt>
                <c:pt idx="1012">
                  <c:v>57.515504999999997</c:v>
                </c:pt>
                <c:pt idx="1013">
                  <c:v>57.515504999999997</c:v>
                </c:pt>
                <c:pt idx="1014">
                  <c:v>57.515504999999997</c:v>
                </c:pt>
                <c:pt idx="1015">
                  <c:v>57.515504999999997</c:v>
                </c:pt>
                <c:pt idx="1016">
                  <c:v>57.515504999999997</c:v>
                </c:pt>
                <c:pt idx="1017">
                  <c:v>57.515504999999997</c:v>
                </c:pt>
                <c:pt idx="1018">
                  <c:v>57.515504999999997</c:v>
                </c:pt>
                <c:pt idx="1019">
                  <c:v>57.515504999999997</c:v>
                </c:pt>
                <c:pt idx="1020">
                  <c:v>57.515504999999997</c:v>
                </c:pt>
                <c:pt idx="1021">
                  <c:v>57.515504999999997</c:v>
                </c:pt>
                <c:pt idx="1022">
                  <c:v>57.515504999999997</c:v>
                </c:pt>
                <c:pt idx="1023">
                  <c:v>57.515504999999997</c:v>
                </c:pt>
                <c:pt idx="1024">
                  <c:v>57.515504999999997</c:v>
                </c:pt>
                <c:pt idx="1025">
                  <c:v>57.515504999999997</c:v>
                </c:pt>
                <c:pt idx="1026">
                  <c:v>57.515504999999997</c:v>
                </c:pt>
                <c:pt idx="1027">
                  <c:v>57.515504999999997</c:v>
                </c:pt>
                <c:pt idx="1028">
                  <c:v>58.256549999999997</c:v>
                </c:pt>
                <c:pt idx="1029">
                  <c:v>58.256549999999997</c:v>
                </c:pt>
                <c:pt idx="1030">
                  <c:v>58.256549999999997</c:v>
                </c:pt>
                <c:pt idx="1031">
                  <c:v>58.256549999999997</c:v>
                </c:pt>
                <c:pt idx="1032">
                  <c:v>58.256549999999997</c:v>
                </c:pt>
                <c:pt idx="1033">
                  <c:v>58.256549999999997</c:v>
                </c:pt>
                <c:pt idx="1034">
                  <c:v>58.256549999999997</c:v>
                </c:pt>
                <c:pt idx="1035">
                  <c:v>58.256549999999997</c:v>
                </c:pt>
                <c:pt idx="1036">
                  <c:v>58.256549999999997</c:v>
                </c:pt>
                <c:pt idx="1037">
                  <c:v>58.256549999999997</c:v>
                </c:pt>
                <c:pt idx="1038">
                  <c:v>58.256549999999997</c:v>
                </c:pt>
                <c:pt idx="1039">
                  <c:v>58.256549999999997</c:v>
                </c:pt>
                <c:pt idx="1040">
                  <c:v>58.256549999999997</c:v>
                </c:pt>
                <c:pt idx="1041">
                  <c:v>58.256549999999997</c:v>
                </c:pt>
                <c:pt idx="1042">
                  <c:v>58.256549999999997</c:v>
                </c:pt>
                <c:pt idx="1043">
                  <c:v>58.256549999999997</c:v>
                </c:pt>
                <c:pt idx="1044">
                  <c:v>58.256549999999997</c:v>
                </c:pt>
                <c:pt idx="1045">
                  <c:v>58.256549999999997</c:v>
                </c:pt>
                <c:pt idx="1046">
                  <c:v>58.256549999999997</c:v>
                </c:pt>
                <c:pt idx="1047">
                  <c:v>58.256549999999997</c:v>
                </c:pt>
                <c:pt idx="1048">
                  <c:v>58.256549999999997</c:v>
                </c:pt>
                <c:pt idx="1049">
                  <c:v>58.256549999999997</c:v>
                </c:pt>
                <c:pt idx="1050">
                  <c:v>58.256549999999997</c:v>
                </c:pt>
                <c:pt idx="1051">
                  <c:v>58.256549999999997</c:v>
                </c:pt>
                <c:pt idx="1052">
                  <c:v>58.256549999999997</c:v>
                </c:pt>
                <c:pt idx="1053">
                  <c:v>58.256549999999997</c:v>
                </c:pt>
                <c:pt idx="1054">
                  <c:v>58.256549999999997</c:v>
                </c:pt>
                <c:pt idx="1055">
                  <c:v>58.256549999999997</c:v>
                </c:pt>
                <c:pt idx="1056">
                  <c:v>58.256549999999997</c:v>
                </c:pt>
                <c:pt idx="1057">
                  <c:v>58.256549999999997</c:v>
                </c:pt>
                <c:pt idx="1058">
                  <c:v>58.256549999999997</c:v>
                </c:pt>
                <c:pt idx="1059">
                  <c:v>58.256549999999997</c:v>
                </c:pt>
                <c:pt idx="1060">
                  <c:v>58.256549999999997</c:v>
                </c:pt>
                <c:pt idx="1061">
                  <c:v>58.256549999999997</c:v>
                </c:pt>
                <c:pt idx="1062">
                  <c:v>58.256549999999997</c:v>
                </c:pt>
                <c:pt idx="1063">
                  <c:v>58.256549999999997</c:v>
                </c:pt>
                <c:pt idx="1064">
                  <c:v>58.256549999999997</c:v>
                </c:pt>
                <c:pt idx="1065">
                  <c:v>58.256549999999997</c:v>
                </c:pt>
                <c:pt idx="1066">
                  <c:v>58.256549999999997</c:v>
                </c:pt>
                <c:pt idx="1067">
                  <c:v>58.256549999999997</c:v>
                </c:pt>
                <c:pt idx="1068">
                  <c:v>58.256549999999997</c:v>
                </c:pt>
                <c:pt idx="1069">
                  <c:v>58.256549999999997</c:v>
                </c:pt>
                <c:pt idx="1070">
                  <c:v>58.256549999999997</c:v>
                </c:pt>
                <c:pt idx="1071">
                  <c:v>58.256549999999997</c:v>
                </c:pt>
                <c:pt idx="1072">
                  <c:v>58.256549999999997</c:v>
                </c:pt>
                <c:pt idx="1073">
                  <c:v>58.256549999999997</c:v>
                </c:pt>
                <c:pt idx="1074">
                  <c:v>58.256549999999997</c:v>
                </c:pt>
                <c:pt idx="1075">
                  <c:v>58.256549999999997</c:v>
                </c:pt>
                <c:pt idx="1076">
                  <c:v>58.256549999999997</c:v>
                </c:pt>
                <c:pt idx="1077">
                  <c:v>58.256549999999997</c:v>
                </c:pt>
                <c:pt idx="1078">
                  <c:v>58.256549999999997</c:v>
                </c:pt>
                <c:pt idx="1079">
                  <c:v>58.256549999999997</c:v>
                </c:pt>
                <c:pt idx="1080">
                  <c:v>58.256549999999997</c:v>
                </c:pt>
                <c:pt idx="1081">
                  <c:v>58.256549999999997</c:v>
                </c:pt>
                <c:pt idx="1082">
                  <c:v>58.256549999999997</c:v>
                </c:pt>
                <c:pt idx="1083">
                  <c:v>58.256549999999997</c:v>
                </c:pt>
                <c:pt idx="1084">
                  <c:v>58.256549999999997</c:v>
                </c:pt>
                <c:pt idx="1085">
                  <c:v>58.256549999999997</c:v>
                </c:pt>
                <c:pt idx="1086">
                  <c:v>58.256549999999997</c:v>
                </c:pt>
                <c:pt idx="1087">
                  <c:v>58.256549999999997</c:v>
                </c:pt>
                <c:pt idx="1088">
                  <c:v>58.256549999999997</c:v>
                </c:pt>
                <c:pt idx="1089">
                  <c:v>58.256549999999997</c:v>
                </c:pt>
                <c:pt idx="1090">
                  <c:v>58.256549999999997</c:v>
                </c:pt>
                <c:pt idx="1091">
                  <c:v>58.256549999999997</c:v>
                </c:pt>
                <c:pt idx="1092">
                  <c:v>58.256549999999997</c:v>
                </c:pt>
                <c:pt idx="1093">
                  <c:v>58.256549999999997</c:v>
                </c:pt>
                <c:pt idx="1094">
                  <c:v>58.256549999999997</c:v>
                </c:pt>
                <c:pt idx="1095">
                  <c:v>58.256549999999997</c:v>
                </c:pt>
                <c:pt idx="1096">
                  <c:v>58.256549999999997</c:v>
                </c:pt>
                <c:pt idx="1097">
                  <c:v>58.256549999999997</c:v>
                </c:pt>
                <c:pt idx="1098">
                  <c:v>58.256549999999997</c:v>
                </c:pt>
                <c:pt idx="1099">
                  <c:v>58.256549999999997</c:v>
                </c:pt>
                <c:pt idx="1100">
                  <c:v>58.256549999999997</c:v>
                </c:pt>
                <c:pt idx="1101">
                  <c:v>58.256549999999997</c:v>
                </c:pt>
                <c:pt idx="1102">
                  <c:v>58.256549999999997</c:v>
                </c:pt>
                <c:pt idx="1103">
                  <c:v>58.256549999999997</c:v>
                </c:pt>
                <c:pt idx="1104">
                  <c:v>58.256549999999997</c:v>
                </c:pt>
                <c:pt idx="1105">
                  <c:v>58.256549999999997</c:v>
                </c:pt>
                <c:pt idx="1106">
                  <c:v>58.256549999999997</c:v>
                </c:pt>
                <c:pt idx="1107">
                  <c:v>58.256549999999997</c:v>
                </c:pt>
                <c:pt idx="1108">
                  <c:v>58.256549999999997</c:v>
                </c:pt>
                <c:pt idx="1109">
                  <c:v>58.256549999999997</c:v>
                </c:pt>
                <c:pt idx="1110">
                  <c:v>58.256549999999997</c:v>
                </c:pt>
                <c:pt idx="1111">
                  <c:v>58.256549999999997</c:v>
                </c:pt>
                <c:pt idx="1112">
                  <c:v>58.256549999999997</c:v>
                </c:pt>
                <c:pt idx="1113">
                  <c:v>58.256549999999997</c:v>
                </c:pt>
                <c:pt idx="1114">
                  <c:v>58.256549999999997</c:v>
                </c:pt>
                <c:pt idx="1115">
                  <c:v>58.256549999999997</c:v>
                </c:pt>
                <c:pt idx="1116">
                  <c:v>58.256549999999997</c:v>
                </c:pt>
                <c:pt idx="1117">
                  <c:v>58.256549999999997</c:v>
                </c:pt>
                <c:pt idx="1118">
                  <c:v>58.256549999999997</c:v>
                </c:pt>
                <c:pt idx="1119">
                  <c:v>58.256549999999997</c:v>
                </c:pt>
                <c:pt idx="1120">
                  <c:v>58.256549999999997</c:v>
                </c:pt>
                <c:pt idx="1121">
                  <c:v>58.256549999999997</c:v>
                </c:pt>
                <c:pt idx="1122">
                  <c:v>58.256549999999997</c:v>
                </c:pt>
                <c:pt idx="1123">
                  <c:v>58.256549999999997</c:v>
                </c:pt>
                <c:pt idx="1124">
                  <c:v>58.256549999999997</c:v>
                </c:pt>
                <c:pt idx="1125">
                  <c:v>58.256549999999997</c:v>
                </c:pt>
                <c:pt idx="1126">
                  <c:v>58.256549999999997</c:v>
                </c:pt>
                <c:pt idx="1127">
                  <c:v>58.256549999999997</c:v>
                </c:pt>
                <c:pt idx="1128">
                  <c:v>58.256549999999997</c:v>
                </c:pt>
                <c:pt idx="1129">
                  <c:v>58.256549999999997</c:v>
                </c:pt>
                <c:pt idx="1130">
                  <c:v>58.256549999999997</c:v>
                </c:pt>
                <c:pt idx="1131">
                  <c:v>58.256549999999997</c:v>
                </c:pt>
                <c:pt idx="1132">
                  <c:v>58.256549999999997</c:v>
                </c:pt>
                <c:pt idx="1133">
                  <c:v>58.256549999999997</c:v>
                </c:pt>
                <c:pt idx="1134">
                  <c:v>58.256549999999997</c:v>
                </c:pt>
                <c:pt idx="1135">
                  <c:v>58.256549999999997</c:v>
                </c:pt>
                <c:pt idx="1136">
                  <c:v>58.256549999999997</c:v>
                </c:pt>
                <c:pt idx="1137">
                  <c:v>58.256549999999997</c:v>
                </c:pt>
                <c:pt idx="1138">
                  <c:v>58.256549999999997</c:v>
                </c:pt>
                <c:pt idx="1139">
                  <c:v>58.256549999999997</c:v>
                </c:pt>
                <c:pt idx="1140">
                  <c:v>58.256549999999997</c:v>
                </c:pt>
                <c:pt idx="1141">
                  <c:v>58.256549999999997</c:v>
                </c:pt>
                <c:pt idx="1142">
                  <c:v>58.256549999999997</c:v>
                </c:pt>
                <c:pt idx="1143">
                  <c:v>58.256549999999997</c:v>
                </c:pt>
                <c:pt idx="1144">
                  <c:v>58.256549999999997</c:v>
                </c:pt>
                <c:pt idx="1145">
                  <c:v>58.256549999999997</c:v>
                </c:pt>
                <c:pt idx="1146">
                  <c:v>58.256549999999997</c:v>
                </c:pt>
                <c:pt idx="1147">
                  <c:v>58.256549999999997</c:v>
                </c:pt>
                <c:pt idx="1148">
                  <c:v>58.256549999999997</c:v>
                </c:pt>
                <c:pt idx="1149">
                  <c:v>58.256549999999997</c:v>
                </c:pt>
                <c:pt idx="1150">
                  <c:v>58.256549999999997</c:v>
                </c:pt>
                <c:pt idx="1151">
                  <c:v>58.256549999999997</c:v>
                </c:pt>
                <c:pt idx="1152">
                  <c:v>58.256549999999997</c:v>
                </c:pt>
                <c:pt idx="1153">
                  <c:v>58.256549999999997</c:v>
                </c:pt>
                <c:pt idx="1154">
                  <c:v>58.256549999999997</c:v>
                </c:pt>
                <c:pt idx="1155">
                  <c:v>58.256549999999997</c:v>
                </c:pt>
                <c:pt idx="1156">
                  <c:v>58.256549999999997</c:v>
                </c:pt>
                <c:pt idx="1157">
                  <c:v>58.256549999999997</c:v>
                </c:pt>
                <c:pt idx="1158">
                  <c:v>58.256549999999997</c:v>
                </c:pt>
                <c:pt idx="1159">
                  <c:v>58.256549999999997</c:v>
                </c:pt>
                <c:pt idx="1160">
                  <c:v>58.256549999999997</c:v>
                </c:pt>
                <c:pt idx="1161">
                  <c:v>58.256549999999997</c:v>
                </c:pt>
                <c:pt idx="1162">
                  <c:v>58.256549999999997</c:v>
                </c:pt>
                <c:pt idx="1163">
                  <c:v>58.256549999999997</c:v>
                </c:pt>
                <c:pt idx="1164">
                  <c:v>58.256549999999997</c:v>
                </c:pt>
                <c:pt idx="1165">
                  <c:v>58.256549999999997</c:v>
                </c:pt>
                <c:pt idx="1166">
                  <c:v>58.256549999999997</c:v>
                </c:pt>
                <c:pt idx="1167">
                  <c:v>58.256549999999997</c:v>
                </c:pt>
                <c:pt idx="1168">
                  <c:v>58.256549999999997</c:v>
                </c:pt>
                <c:pt idx="1169">
                  <c:v>58.256549999999997</c:v>
                </c:pt>
                <c:pt idx="1170">
                  <c:v>58.256549999999997</c:v>
                </c:pt>
                <c:pt idx="1171">
                  <c:v>58.256549999999997</c:v>
                </c:pt>
                <c:pt idx="1172">
                  <c:v>58.256549999999997</c:v>
                </c:pt>
                <c:pt idx="1173">
                  <c:v>58.256549999999997</c:v>
                </c:pt>
                <c:pt idx="1174">
                  <c:v>58.256549999999997</c:v>
                </c:pt>
                <c:pt idx="1175">
                  <c:v>58.256549999999997</c:v>
                </c:pt>
                <c:pt idx="1176">
                  <c:v>58.256549999999997</c:v>
                </c:pt>
                <c:pt idx="1177">
                  <c:v>58.256549999999997</c:v>
                </c:pt>
                <c:pt idx="1178">
                  <c:v>58.256549999999997</c:v>
                </c:pt>
                <c:pt idx="1179">
                  <c:v>58.256549999999997</c:v>
                </c:pt>
                <c:pt idx="1180">
                  <c:v>58.256549999999997</c:v>
                </c:pt>
                <c:pt idx="1181">
                  <c:v>58.256549999999997</c:v>
                </c:pt>
                <c:pt idx="1182">
                  <c:v>58.256549999999997</c:v>
                </c:pt>
                <c:pt idx="1183">
                  <c:v>58.256549999999997</c:v>
                </c:pt>
                <c:pt idx="1184">
                  <c:v>58.256549999999997</c:v>
                </c:pt>
                <c:pt idx="1185">
                  <c:v>58.256549999999997</c:v>
                </c:pt>
                <c:pt idx="1186">
                  <c:v>58.256549999999997</c:v>
                </c:pt>
                <c:pt idx="1187">
                  <c:v>58.256549999999997</c:v>
                </c:pt>
                <c:pt idx="1188">
                  <c:v>58.256549999999997</c:v>
                </c:pt>
                <c:pt idx="1189">
                  <c:v>58.256549999999997</c:v>
                </c:pt>
                <c:pt idx="1190">
                  <c:v>58.256549999999997</c:v>
                </c:pt>
                <c:pt idx="1191">
                  <c:v>58.256549999999997</c:v>
                </c:pt>
                <c:pt idx="1192">
                  <c:v>58.256549999999997</c:v>
                </c:pt>
                <c:pt idx="1193">
                  <c:v>58.256549999999997</c:v>
                </c:pt>
                <c:pt idx="1194">
                  <c:v>58.256549999999997</c:v>
                </c:pt>
                <c:pt idx="1195">
                  <c:v>58.256549999999997</c:v>
                </c:pt>
                <c:pt idx="1196">
                  <c:v>58.256549999999997</c:v>
                </c:pt>
                <c:pt idx="1197">
                  <c:v>58.256549999999997</c:v>
                </c:pt>
                <c:pt idx="1198">
                  <c:v>58.256549999999997</c:v>
                </c:pt>
                <c:pt idx="1199">
                  <c:v>58.256549999999997</c:v>
                </c:pt>
                <c:pt idx="1200">
                  <c:v>58.256549999999997</c:v>
                </c:pt>
                <c:pt idx="1201">
                  <c:v>58.256549999999997</c:v>
                </c:pt>
                <c:pt idx="1202">
                  <c:v>58.256549999999997</c:v>
                </c:pt>
                <c:pt idx="1203">
                  <c:v>58.256549999999997</c:v>
                </c:pt>
                <c:pt idx="1204">
                  <c:v>58.256549999999997</c:v>
                </c:pt>
                <c:pt idx="1205">
                  <c:v>58.256549999999997</c:v>
                </c:pt>
                <c:pt idx="1206">
                  <c:v>58.256549999999997</c:v>
                </c:pt>
                <c:pt idx="1207">
                  <c:v>58.256549999999997</c:v>
                </c:pt>
                <c:pt idx="1208">
                  <c:v>58.256549999999997</c:v>
                </c:pt>
                <c:pt idx="1209">
                  <c:v>58.256549999999997</c:v>
                </c:pt>
                <c:pt idx="1210">
                  <c:v>58.256549999999997</c:v>
                </c:pt>
                <c:pt idx="1211">
                  <c:v>58.256549999999997</c:v>
                </c:pt>
                <c:pt idx="1212">
                  <c:v>58.256549999999997</c:v>
                </c:pt>
                <c:pt idx="1213">
                  <c:v>58.256549999999997</c:v>
                </c:pt>
                <c:pt idx="1214">
                  <c:v>58.256549999999997</c:v>
                </c:pt>
                <c:pt idx="1215">
                  <c:v>58.256549999999997</c:v>
                </c:pt>
                <c:pt idx="1216">
                  <c:v>58.256549999999997</c:v>
                </c:pt>
                <c:pt idx="1217">
                  <c:v>58.256549999999997</c:v>
                </c:pt>
                <c:pt idx="1218">
                  <c:v>58.256549999999997</c:v>
                </c:pt>
                <c:pt idx="1219">
                  <c:v>58.256549999999997</c:v>
                </c:pt>
                <c:pt idx="1220">
                  <c:v>58.256549999999997</c:v>
                </c:pt>
                <c:pt idx="1221">
                  <c:v>58.256549999999997</c:v>
                </c:pt>
                <c:pt idx="1222">
                  <c:v>58.256549999999997</c:v>
                </c:pt>
                <c:pt idx="1223">
                  <c:v>58.256549999999997</c:v>
                </c:pt>
                <c:pt idx="1224">
                  <c:v>58.256549999999997</c:v>
                </c:pt>
                <c:pt idx="1225">
                  <c:v>58.256549999999997</c:v>
                </c:pt>
                <c:pt idx="1226">
                  <c:v>58.256549999999997</c:v>
                </c:pt>
                <c:pt idx="1227">
                  <c:v>58.256549999999997</c:v>
                </c:pt>
                <c:pt idx="1228">
                  <c:v>58.256549999999997</c:v>
                </c:pt>
                <c:pt idx="1229">
                  <c:v>58.256549999999997</c:v>
                </c:pt>
                <c:pt idx="1230">
                  <c:v>58.256549999999997</c:v>
                </c:pt>
                <c:pt idx="1231">
                  <c:v>58.256549999999997</c:v>
                </c:pt>
                <c:pt idx="1232">
                  <c:v>58.256549999999997</c:v>
                </c:pt>
                <c:pt idx="1233">
                  <c:v>58.256549999999997</c:v>
                </c:pt>
                <c:pt idx="1234">
                  <c:v>58.256549999999997</c:v>
                </c:pt>
                <c:pt idx="1235">
                  <c:v>58.256549999999997</c:v>
                </c:pt>
                <c:pt idx="1236">
                  <c:v>58.256549999999997</c:v>
                </c:pt>
                <c:pt idx="1237">
                  <c:v>58.256549999999997</c:v>
                </c:pt>
                <c:pt idx="1238">
                  <c:v>58.256549999999997</c:v>
                </c:pt>
                <c:pt idx="1239">
                  <c:v>58.256549999999997</c:v>
                </c:pt>
                <c:pt idx="1240">
                  <c:v>58.256549999999997</c:v>
                </c:pt>
                <c:pt idx="1241">
                  <c:v>58.256549999999997</c:v>
                </c:pt>
                <c:pt idx="1242">
                  <c:v>58.256549999999997</c:v>
                </c:pt>
                <c:pt idx="1243">
                  <c:v>58.256549999999997</c:v>
                </c:pt>
                <c:pt idx="1244">
                  <c:v>58.256549999999997</c:v>
                </c:pt>
                <c:pt idx="1245">
                  <c:v>58.256549999999997</c:v>
                </c:pt>
                <c:pt idx="1246">
                  <c:v>58.256549999999997</c:v>
                </c:pt>
                <c:pt idx="1247">
                  <c:v>58.256549999999997</c:v>
                </c:pt>
                <c:pt idx="1248">
                  <c:v>58.256549999999997</c:v>
                </c:pt>
                <c:pt idx="1249">
                  <c:v>58.256549999999997</c:v>
                </c:pt>
                <c:pt idx="1250">
                  <c:v>58.256549999999997</c:v>
                </c:pt>
                <c:pt idx="1251">
                  <c:v>58.256549999999997</c:v>
                </c:pt>
                <c:pt idx="1252">
                  <c:v>58.256549999999997</c:v>
                </c:pt>
                <c:pt idx="1253">
                  <c:v>58.256549999999997</c:v>
                </c:pt>
                <c:pt idx="1254">
                  <c:v>58.256549999999997</c:v>
                </c:pt>
                <c:pt idx="1255">
                  <c:v>58.256549999999997</c:v>
                </c:pt>
                <c:pt idx="1256">
                  <c:v>58.256549999999997</c:v>
                </c:pt>
                <c:pt idx="1257">
                  <c:v>58.256549999999997</c:v>
                </c:pt>
                <c:pt idx="1258">
                  <c:v>58.256549999999997</c:v>
                </c:pt>
                <c:pt idx="1259">
                  <c:v>58.256549999999997</c:v>
                </c:pt>
                <c:pt idx="1260">
                  <c:v>58.256549999999997</c:v>
                </c:pt>
                <c:pt idx="1261">
                  <c:v>58.256549999999997</c:v>
                </c:pt>
                <c:pt idx="1262">
                  <c:v>58.256549999999997</c:v>
                </c:pt>
                <c:pt idx="1263">
                  <c:v>58.256549999999997</c:v>
                </c:pt>
                <c:pt idx="1264">
                  <c:v>58.256549999999997</c:v>
                </c:pt>
                <c:pt idx="1265">
                  <c:v>58.256549999999997</c:v>
                </c:pt>
                <c:pt idx="1266">
                  <c:v>58.256549999999997</c:v>
                </c:pt>
                <c:pt idx="1267">
                  <c:v>58.256549999999997</c:v>
                </c:pt>
                <c:pt idx="1268">
                  <c:v>58.256549999999997</c:v>
                </c:pt>
                <c:pt idx="1269">
                  <c:v>58.256549999999997</c:v>
                </c:pt>
                <c:pt idx="1270">
                  <c:v>58.256549999999997</c:v>
                </c:pt>
                <c:pt idx="1271">
                  <c:v>58.256549999999997</c:v>
                </c:pt>
                <c:pt idx="1272">
                  <c:v>58.256549999999997</c:v>
                </c:pt>
                <c:pt idx="1273">
                  <c:v>58.256549999999997</c:v>
                </c:pt>
                <c:pt idx="1274">
                  <c:v>58.256549999999997</c:v>
                </c:pt>
                <c:pt idx="1275">
                  <c:v>58.256549999999997</c:v>
                </c:pt>
                <c:pt idx="1276">
                  <c:v>58.256549999999997</c:v>
                </c:pt>
                <c:pt idx="1277">
                  <c:v>58.256549999999997</c:v>
                </c:pt>
                <c:pt idx="1278">
                  <c:v>58.256549999999997</c:v>
                </c:pt>
                <c:pt idx="1279">
                  <c:v>58.256549999999997</c:v>
                </c:pt>
                <c:pt idx="1280">
                  <c:v>58.256549999999997</c:v>
                </c:pt>
                <c:pt idx="1281">
                  <c:v>58.256549999999997</c:v>
                </c:pt>
                <c:pt idx="1282">
                  <c:v>58.256549999999997</c:v>
                </c:pt>
                <c:pt idx="1283">
                  <c:v>58.256549999999997</c:v>
                </c:pt>
                <c:pt idx="1284">
                  <c:v>58.256549999999997</c:v>
                </c:pt>
                <c:pt idx="1285">
                  <c:v>58.256549999999997</c:v>
                </c:pt>
                <c:pt idx="1286">
                  <c:v>58.256549999999997</c:v>
                </c:pt>
                <c:pt idx="1287">
                  <c:v>58.256549999999997</c:v>
                </c:pt>
                <c:pt idx="1288">
                  <c:v>58.256549999999997</c:v>
                </c:pt>
                <c:pt idx="1289">
                  <c:v>58.256549999999997</c:v>
                </c:pt>
                <c:pt idx="1290">
                  <c:v>58.256549999999997</c:v>
                </c:pt>
                <c:pt idx="1291">
                  <c:v>58.256549999999997</c:v>
                </c:pt>
                <c:pt idx="1292">
                  <c:v>58.256549999999997</c:v>
                </c:pt>
                <c:pt idx="1293">
                  <c:v>58.256549999999997</c:v>
                </c:pt>
                <c:pt idx="1294">
                  <c:v>58.256549999999997</c:v>
                </c:pt>
                <c:pt idx="1295">
                  <c:v>58.256549999999997</c:v>
                </c:pt>
                <c:pt idx="1296">
                  <c:v>58.256549999999997</c:v>
                </c:pt>
                <c:pt idx="1297">
                  <c:v>58.256549999999997</c:v>
                </c:pt>
                <c:pt idx="1298">
                  <c:v>58.256549999999997</c:v>
                </c:pt>
                <c:pt idx="1299">
                  <c:v>58.256549999999997</c:v>
                </c:pt>
                <c:pt idx="1300">
                  <c:v>58.256549999999997</c:v>
                </c:pt>
                <c:pt idx="1301">
                  <c:v>58.256549999999997</c:v>
                </c:pt>
                <c:pt idx="1302">
                  <c:v>58.256549999999997</c:v>
                </c:pt>
                <c:pt idx="1303">
                  <c:v>58.256549999999997</c:v>
                </c:pt>
                <c:pt idx="1304">
                  <c:v>58.256549999999997</c:v>
                </c:pt>
                <c:pt idx="1305">
                  <c:v>58.256549999999997</c:v>
                </c:pt>
                <c:pt idx="1306">
                  <c:v>58.256549999999997</c:v>
                </c:pt>
                <c:pt idx="1307">
                  <c:v>58.256549999999997</c:v>
                </c:pt>
                <c:pt idx="1308">
                  <c:v>58.256549999999997</c:v>
                </c:pt>
                <c:pt idx="1309">
                  <c:v>58.256549999999997</c:v>
                </c:pt>
                <c:pt idx="1310">
                  <c:v>58.256549999999997</c:v>
                </c:pt>
                <c:pt idx="1311">
                  <c:v>58.256549999999997</c:v>
                </c:pt>
                <c:pt idx="1312">
                  <c:v>58.256549999999997</c:v>
                </c:pt>
                <c:pt idx="1313">
                  <c:v>58.256549999999997</c:v>
                </c:pt>
                <c:pt idx="1314">
                  <c:v>58.256549999999997</c:v>
                </c:pt>
                <c:pt idx="1315">
                  <c:v>58.256549999999997</c:v>
                </c:pt>
                <c:pt idx="1316">
                  <c:v>58.256549999999997</c:v>
                </c:pt>
                <c:pt idx="1317">
                  <c:v>58.256549999999997</c:v>
                </c:pt>
                <c:pt idx="1318">
                  <c:v>58.256549999999997</c:v>
                </c:pt>
                <c:pt idx="1319">
                  <c:v>58.256549999999997</c:v>
                </c:pt>
                <c:pt idx="1320">
                  <c:v>58.256549999999997</c:v>
                </c:pt>
                <c:pt idx="1321">
                  <c:v>58.256549999999997</c:v>
                </c:pt>
                <c:pt idx="1322">
                  <c:v>58.256549999999997</c:v>
                </c:pt>
                <c:pt idx="1323">
                  <c:v>58.256549999999997</c:v>
                </c:pt>
                <c:pt idx="1324">
                  <c:v>58.256549999999997</c:v>
                </c:pt>
                <c:pt idx="1325">
                  <c:v>58.256549999999997</c:v>
                </c:pt>
                <c:pt idx="1326">
                  <c:v>58.256549999999997</c:v>
                </c:pt>
                <c:pt idx="1327">
                  <c:v>58.256549999999997</c:v>
                </c:pt>
                <c:pt idx="1328">
                  <c:v>58.256549999999997</c:v>
                </c:pt>
                <c:pt idx="1329">
                  <c:v>58.256549999999997</c:v>
                </c:pt>
                <c:pt idx="1330">
                  <c:v>58.256549999999997</c:v>
                </c:pt>
                <c:pt idx="1331">
                  <c:v>58.256549999999997</c:v>
                </c:pt>
                <c:pt idx="1332">
                  <c:v>58.256549999999997</c:v>
                </c:pt>
                <c:pt idx="1333">
                  <c:v>58.256549999999997</c:v>
                </c:pt>
                <c:pt idx="1334">
                  <c:v>58.256549999999997</c:v>
                </c:pt>
                <c:pt idx="1335">
                  <c:v>58.256549999999997</c:v>
                </c:pt>
                <c:pt idx="1336">
                  <c:v>58.256549999999997</c:v>
                </c:pt>
                <c:pt idx="1337">
                  <c:v>58.256549999999997</c:v>
                </c:pt>
                <c:pt idx="1338">
                  <c:v>58.256549999999997</c:v>
                </c:pt>
                <c:pt idx="1339">
                  <c:v>58.256549999999997</c:v>
                </c:pt>
                <c:pt idx="1340">
                  <c:v>58.256549999999997</c:v>
                </c:pt>
                <c:pt idx="1341">
                  <c:v>58.256549999999997</c:v>
                </c:pt>
                <c:pt idx="1342">
                  <c:v>58.256549999999997</c:v>
                </c:pt>
                <c:pt idx="1343">
                  <c:v>58.256549999999997</c:v>
                </c:pt>
                <c:pt idx="1344">
                  <c:v>58.256549999999997</c:v>
                </c:pt>
                <c:pt idx="1345">
                  <c:v>58.256549999999997</c:v>
                </c:pt>
                <c:pt idx="1346">
                  <c:v>58.256549999999997</c:v>
                </c:pt>
                <c:pt idx="1347">
                  <c:v>58.256549999999997</c:v>
                </c:pt>
                <c:pt idx="1348">
                  <c:v>58.256549999999997</c:v>
                </c:pt>
                <c:pt idx="1349">
                  <c:v>58.256549999999997</c:v>
                </c:pt>
                <c:pt idx="1350">
                  <c:v>58.256549999999997</c:v>
                </c:pt>
                <c:pt idx="1351">
                  <c:v>58.256549999999997</c:v>
                </c:pt>
                <c:pt idx="1352">
                  <c:v>58.256549999999997</c:v>
                </c:pt>
                <c:pt idx="1353">
                  <c:v>58.256549999999997</c:v>
                </c:pt>
                <c:pt idx="1354">
                  <c:v>58.256549999999997</c:v>
                </c:pt>
                <c:pt idx="1355">
                  <c:v>58.256549999999997</c:v>
                </c:pt>
                <c:pt idx="1356">
                  <c:v>58.256549999999997</c:v>
                </c:pt>
                <c:pt idx="1357">
                  <c:v>58.256549999999997</c:v>
                </c:pt>
                <c:pt idx="1358">
                  <c:v>58.256549999999997</c:v>
                </c:pt>
                <c:pt idx="1359">
                  <c:v>58.256549999999997</c:v>
                </c:pt>
                <c:pt idx="1360">
                  <c:v>58.256549999999997</c:v>
                </c:pt>
                <c:pt idx="1361">
                  <c:v>58.256549999999997</c:v>
                </c:pt>
                <c:pt idx="1362">
                  <c:v>58.256549999999997</c:v>
                </c:pt>
                <c:pt idx="1363">
                  <c:v>58.256549999999997</c:v>
                </c:pt>
                <c:pt idx="1364">
                  <c:v>58.256549999999997</c:v>
                </c:pt>
                <c:pt idx="1365">
                  <c:v>58.256549999999997</c:v>
                </c:pt>
                <c:pt idx="1366">
                  <c:v>58.256549999999997</c:v>
                </c:pt>
                <c:pt idx="1367">
                  <c:v>58.256549999999997</c:v>
                </c:pt>
                <c:pt idx="1368">
                  <c:v>58.256549999999997</c:v>
                </c:pt>
                <c:pt idx="1369">
                  <c:v>58.256549999999997</c:v>
                </c:pt>
                <c:pt idx="1370">
                  <c:v>58.256549999999997</c:v>
                </c:pt>
                <c:pt idx="1371">
                  <c:v>58.256549999999997</c:v>
                </c:pt>
                <c:pt idx="1372">
                  <c:v>58.256549999999997</c:v>
                </c:pt>
                <c:pt idx="1373">
                  <c:v>58.256549999999997</c:v>
                </c:pt>
                <c:pt idx="1374">
                  <c:v>58.256549999999997</c:v>
                </c:pt>
                <c:pt idx="1375">
                  <c:v>58.256549999999997</c:v>
                </c:pt>
                <c:pt idx="1376">
                  <c:v>58.256549999999997</c:v>
                </c:pt>
                <c:pt idx="1377">
                  <c:v>58.256549999999997</c:v>
                </c:pt>
                <c:pt idx="1378">
                  <c:v>58.256549999999997</c:v>
                </c:pt>
                <c:pt idx="1379">
                  <c:v>58.256549999999997</c:v>
                </c:pt>
                <c:pt idx="1380">
                  <c:v>58.256549999999997</c:v>
                </c:pt>
                <c:pt idx="1381">
                  <c:v>58.256549999999997</c:v>
                </c:pt>
                <c:pt idx="1382">
                  <c:v>58.256549999999997</c:v>
                </c:pt>
                <c:pt idx="1383">
                  <c:v>58.256549999999997</c:v>
                </c:pt>
                <c:pt idx="1384">
                  <c:v>58.256549999999997</c:v>
                </c:pt>
                <c:pt idx="1385">
                  <c:v>58.256549999999997</c:v>
                </c:pt>
                <c:pt idx="1386">
                  <c:v>58.256549999999997</c:v>
                </c:pt>
                <c:pt idx="1387">
                  <c:v>58.256549999999997</c:v>
                </c:pt>
                <c:pt idx="1388">
                  <c:v>58.256549999999997</c:v>
                </c:pt>
                <c:pt idx="1389">
                  <c:v>58.256549999999997</c:v>
                </c:pt>
                <c:pt idx="1390">
                  <c:v>58.256549999999997</c:v>
                </c:pt>
                <c:pt idx="1391">
                  <c:v>58.256549999999997</c:v>
                </c:pt>
                <c:pt idx="1392">
                  <c:v>58.256549999999997</c:v>
                </c:pt>
                <c:pt idx="1393">
                  <c:v>58.256549999999997</c:v>
                </c:pt>
                <c:pt idx="1394">
                  <c:v>58.256549999999997</c:v>
                </c:pt>
                <c:pt idx="1395">
                  <c:v>58.256549999999997</c:v>
                </c:pt>
                <c:pt idx="1396">
                  <c:v>58.256549999999997</c:v>
                </c:pt>
                <c:pt idx="1397">
                  <c:v>58.256549999999997</c:v>
                </c:pt>
                <c:pt idx="1398">
                  <c:v>58.256549999999997</c:v>
                </c:pt>
                <c:pt idx="1399">
                  <c:v>58.256549999999997</c:v>
                </c:pt>
                <c:pt idx="1400">
                  <c:v>58.256549999999997</c:v>
                </c:pt>
                <c:pt idx="1401">
                  <c:v>58.256549999999997</c:v>
                </c:pt>
                <c:pt idx="1402">
                  <c:v>58.256549999999997</c:v>
                </c:pt>
                <c:pt idx="1403">
                  <c:v>58.256549999999997</c:v>
                </c:pt>
                <c:pt idx="1404">
                  <c:v>58.256549999999997</c:v>
                </c:pt>
                <c:pt idx="1405">
                  <c:v>58.256549999999997</c:v>
                </c:pt>
                <c:pt idx="1406">
                  <c:v>58.256549999999997</c:v>
                </c:pt>
                <c:pt idx="1407">
                  <c:v>58.256549999999997</c:v>
                </c:pt>
                <c:pt idx="1408">
                  <c:v>58.256549999999997</c:v>
                </c:pt>
                <c:pt idx="1409">
                  <c:v>58.256549999999997</c:v>
                </c:pt>
                <c:pt idx="1410">
                  <c:v>58.256549999999997</c:v>
                </c:pt>
                <c:pt idx="1411">
                  <c:v>58.256549999999997</c:v>
                </c:pt>
                <c:pt idx="1412">
                  <c:v>58.256549999999997</c:v>
                </c:pt>
                <c:pt idx="1413">
                  <c:v>58.256549999999997</c:v>
                </c:pt>
                <c:pt idx="1414">
                  <c:v>58.256549999999997</c:v>
                </c:pt>
                <c:pt idx="1415">
                  <c:v>58.256549999999997</c:v>
                </c:pt>
                <c:pt idx="1416">
                  <c:v>58.256549999999997</c:v>
                </c:pt>
                <c:pt idx="1417">
                  <c:v>58.256549999999997</c:v>
                </c:pt>
                <c:pt idx="1418">
                  <c:v>58.256549999999997</c:v>
                </c:pt>
                <c:pt idx="1419">
                  <c:v>58.256549999999997</c:v>
                </c:pt>
                <c:pt idx="1420">
                  <c:v>58.256549999999997</c:v>
                </c:pt>
                <c:pt idx="1421">
                  <c:v>58.256549999999997</c:v>
                </c:pt>
                <c:pt idx="1422">
                  <c:v>58.256549999999997</c:v>
                </c:pt>
                <c:pt idx="1423">
                  <c:v>58.256549999999997</c:v>
                </c:pt>
                <c:pt idx="1424">
                  <c:v>58.256549999999997</c:v>
                </c:pt>
                <c:pt idx="1425">
                  <c:v>58.256549999999997</c:v>
                </c:pt>
                <c:pt idx="1426">
                  <c:v>58.256549999999997</c:v>
                </c:pt>
                <c:pt idx="1427">
                  <c:v>58.256549999999997</c:v>
                </c:pt>
                <c:pt idx="1428">
                  <c:v>58.256549999999997</c:v>
                </c:pt>
                <c:pt idx="1429">
                  <c:v>58.256549999999997</c:v>
                </c:pt>
                <c:pt idx="1430">
                  <c:v>58.256549999999997</c:v>
                </c:pt>
                <c:pt idx="1431">
                  <c:v>58.256549999999997</c:v>
                </c:pt>
                <c:pt idx="1432">
                  <c:v>58.256549999999997</c:v>
                </c:pt>
                <c:pt idx="1433">
                  <c:v>58.256549999999997</c:v>
                </c:pt>
                <c:pt idx="1434">
                  <c:v>58.256549999999997</c:v>
                </c:pt>
                <c:pt idx="1435">
                  <c:v>58.256549999999997</c:v>
                </c:pt>
                <c:pt idx="1436">
                  <c:v>58.256549999999997</c:v>
                </c:pt>
                <c:pt idx="1437">
                  <c:v>58.256549999999997</c:v>
                </c:pt>
                <c:pt idx="1438">
                  <c:v>58.256549999999997</c:v>
                </c:pt>
                <c:pt idx="1439">
                  <c:v>58.256549999999997</c:v>
                </c:pt>
                <c:pt idx="1440">
                  <c:v>58.256549999999997</c:v>
                </c:pt>
                <c:pt idx="1441">
                  <c:v>58.256549999999997</c:v>
                </c:pt>
                <c:pt idx="1442">
                  <c:v>58.256549999999997</c:v>
                </c:pt>
                <c:pt idx="1443">
                  <c:v>58.256549999999997</c:v>
                </c:pt>
                <c:pt idx="1444">
                  <c:v>58.256549999999997</c:v>
                </c:pt>
                <c:pt idx="1445">
                  <c:v>58.256549999999997</c:v>
                </c:pt>
                <c:pt idx="1446">
                  <c:v>58.256549999999997</c:v>
                </c:pt>
                <c:pt idx="1447">
                  <c:v>58.256549999999997</c:v>
                </c:pt>
                <c:pt idx="1448">
                  <c:v>58.256549999999997</c:v>
                </c:pt>
                <c:pt idx="1449">
                  <c:v>58.256549999999997</c:v>
                </c:pt>
                <c:pt idx="1450">
                  <c:v>58.256549999999997</c:v>
                </c:pt>
                <c:pt idx="1451">
                  <c:v>58.256549999999997</c:v>
                </c:pt>
                <c:pt idx="1452">
                  <c:v>58.256549999999997</c:v>
                </c:pt>
                <c:pt idx="1453">
                  <c:v>58.256549999999997</c:v>
                </c:pt>
                <c:pt idx="1454">
                  <c:v>58.256549999999997</c:v>
                </c:pt>
                <c:pt idx="1455">
                  <c:v>58.256549999999997</c:v>
                </c:pt>
                <c:pt idx="1456">
                  <c:v>58.256549999999997</c:v>
                </c:pt>
                <c:pt idx="1457">
                  <c:v>58.256549999999997</c:v>
                </c:pt>
                <c:pt idx="1458">
                  <c:v>58.256549999999997</c:v>
                </c:pt>
                <c:pt idx="1459">
                  <c:v>58.256549999999997</c:v>
                </c:pt>
                <c:pt idx="1460">
                  <c:v>58.256549999999997</c:v>
                </c:pt>
                <c:pt idx="1461">
                  <c:v>58.256549999999997</c:v>
                </c:pt>
                <c:pt idx="1462">
                  <c:v>58.256549999999997</c:v>
                </c:pt>
                <c:pt idx="1463">
                  <c:v>58.256549999999997</c:v>
                </c:pt>
                <c:pt idx="1464">
                  <c:v>58.256549999999997</c:v>
                </c:pt>
                <c:pt idx="1465">
                  <c:v>58.256549999999997</c:v>
                </c:pt>
                <c:pt idx="1466">
                  <c:v>58.256549999999997</c:v>
                </c:pt>
                <c:pt idx="1467">
                  <c:v>58.256549999999997</c:v>
                </c:pt>
                <c:pt idx="1468">
                  <c:v>58.256549999999997</c:v>
                </c:pt>
                <c:pt idx="1469">
                  <c:v>58.256549999999997</c:v>
                </c:pt>
                <c:pt idx="1470">
                  <c:v>58.256549999999997</c:v>
                </c:pt>
                <c:pt idx="1471">
                  <c:v>58.256549999999997</c:v>
                </c:pt>
                <c:pt idx="1472">
                  <c:v>58.256549999999997</c:v>
                </c:pt>
                <c:pt idx="1473">
                  <c:v>58.256549999999997</c:v>
                </c:pt>
                <c:pt idx="1474">
                  <c:v>58.256549999999997</c:v>
                </c:pt>
                <c:pt idx="1475">
                  <c:v>58.256549999999997</c:v>
                </c:pt>
                <c:pt idx="1476">
                  <c:v>58.256549999999997</c:v>
                </c:pt>
                <c:pt idx="1477">
                  <c:v>58.256549999999997</c:v>
                </c:pt>
                <c:pt idx="1478">
                  <c:v>58.256549999999997</c:v>
                </c:pt>
                <c:pt idx="1479">
                  <c:v>58.256549999999997</c:v>
                </c:pt>
                <c:pt idx="1480">
                  <c:v>58.256549999999997</c:v>
                </c:pt>
                <c:pt idx="1481">
                  <c:v>58.256549999999997</c:v>
                </c:pt>
                <c:pt idx="1482">
                  <c:v>58.256549999999997</c:v>
                </c:pt>
                <c:pt idx="1483">
                  <c:v>58.256549999999997</c:v>
                </c:pt>
                <c:pt idx="1484">
                  <c:v>58.256549999999997</c:v>
                </c:pt>
                <c:pt idx="1485">
                  <c:v>58.256549999999997</c:v>
                </c:pt>
                <c:pt idx="1486">
                  <c:v>58.256549999999997</c:v>
                </c:pt>
                <c:pt idx="1487">
                  <c:v>58.256549999999997</c:v>
                </c:pt>
                <c:pt idx="1488">
                  <c:v>58.256549999999997</c:v>
                </c:pt>
                <c:pt idx="1489">
                  <c:v>58.256549999999997</c:v>
                </c:pt>
                <c:pt idx="1490">
                  <c:v>58.256549999999997</c:v>
                </c:pt>
                <c:pt idx="1491">
                  <c:v>58.256549999999997</c:v>
                </c:pt>
                <c:pt idx="1492">
                  <c:v>58.256549999999997</c:v>
                </c:pt>
                <c:pt idx="1493">
                  <c:v>58.256549999999997</c:v>
                </c:pt>
                <c:pt idx="1494">
                  <c:v>58.256549999999997</c:v>
                </c:pt>
                <c:pt idx="1495">
                  <c:v>58.256549999999997</c:v>
                </c:pt>
                <c:pt idx="1496">
                  <c:v>58.256549999999997</c:v>
                </c:pt>
                <c:pt idx="1497">
                  <c:v>58.256549999999997</c:v>
                </c:pt>
                <c:pt idx="1498">
                  <c:v>58.256549999999997</c:v>
                </c:pt>
                <c:pt idx="1499">
                  <c:v>58.256549999999997</c:v>
                </c:pt>
                <c:pt idx="1500">
                  <c:v>58.256549999999997</c:v>
                </c:pt>
                <c:pt idx="1501">
                  <c:v>58.256549999999997</c:v>
                </c:pt>
                <c:pt idx="1502">
                  <c:v>58.256549999999997</c:v>
                </c:pt>
                <c:pt idx="1503">
                  <c:v>58.256549999999997</c:v>
                </c:pt>
                <c:pt idx="1504">
                  <c:v>67.252801779999999</c:v>
                </c:pt>
                <c:pt idx="1505">
                  <c:v>68.393399110000004</c:v>
                </c:pt>
                <c:pt idx="1506">
                  <c:v>68.393399110000004</c:v>
                </c:pt>
                <c:pt idx="1507">
                  <c:v>68.393399110000004</c:v>
                </c:pt>
                <c:pt idx="1508">
                  <c:v>68.393399110000004</c:v>
                </c:pt>
                <c:pt idx="1509">
                  <c:v>68.393399110000004</c:v>
                </c:pt>
                <c:pt idx="1510">
                  <c:v>68.393399110000004</c:v>
                </c:pt>
                <c:pt idx="1511">
                  <c:v>68.393399110000004</c:v>
                </c:pt>
                <c:pt idx="1512">
                  <c:v>68.393399110000004</c:v>
                </c:pt>
                <c:pt idx="1513">
                  <c:v>68.393399110000004</c:v>
                </c:pt>
                <c:pt idx="1514">
                  <c:v>68.393399110000004</c:v>
                </c:pt>
                <c:pt idx="1515">
                  <c:v>68.393399110000004</c:v>
                </c:pt>
                <c:pt idx="1516">
                  <c:v>68.393399110000004</c:v>
                </c:pt>
                <c:pt idx="1517">
                  <c:v>68.393399110000004</c:v>
                </c:pt>
                <c:pt idx="1518">
                  <c:v>68.393399110000004</c:v>
                </c:pt>
                <c:pt idx="1519">
                  <c:v>68.393399110000004</c:v>
                </c:pt>
                <c:pt idx="1520">
                  <c:v>68.393399110000004</c:v>
                </c:pt>
                <c:pt idx="1521">
                  <c:v>68.393399110000004</c:v>
                </c:pt>
                <c:pt idx="1522">
                  <c:v>68.393399110000004</c:v>
                </c:pt>
                <c:pt idx="1523">
                  <c:v>68.393399110000004</c:v>
                </c:pt>
                <c:pt idx="1524">
                  <c:v>68.393399110000004</c:v>
                </c:pt>
                <c:pt idx="1525">
                  <c:v>68.393399110000004</c:v>
                </c:pt>
                <c:pt idx="1526">
                  <c:v>68.393399110000004</c:v>
                </c:pt>
                <c:pt idx="1527">
                  <c:v>68.393399110000004</c:v>
                </c:pt>
                <c:pt idx="1528">
                  <c:v>68.393399110000004</c:v>
                </c:pt>
                <c:pt idx="1529">
                  <c:v>68.502482670000006</c:v>
                </c:pt>
                <c:pt idx="1530">
                  <c:v>68.502482670000006</c:v>
                </c:pt>
                <c:pt idx="1531">
                  <c:v>68.502482670000006</c:v>
                </c:pt>
                <c:pt idx="1532">
                  <c:v>71.43423645</c:v>
                </c:pt>
                <c:pt idx="1533">
                  <c:v>71.43423645</c:v>
                </c:pt>
                <c:pt idx="1534">
                  <c:v>71.43423645</c:v>
                </c:pt>
                <c:pt idx="1535">
                  <c:v>71.43423645</c:v>
                </c:pt>
                <c:pt idx="1536">
                  <c:v>71.43423645</c:v>
                </c:pt>
                <c:pt idx="1537">
                  <c:v>71.43423645</c:v>
                </c:pt>
                <c:pt idx="1538">
                  <c:v>72.499834669999998</c:v>
                </c:pt>
                <c:pt idx="1539">
                  <c:v>72.499834669999998</c:v>
                </c:pt>
                <c:pt idx="1540">
                  <c:v>72.499834669999998</c:v>
                </c:pt>
                <c:pt idx="1541">
                  <c:v>72.499834669999998</c:v>
                </c:pt>
                <c:pt idx="1542">
                  <c:v>72.499834669999998</c:v>
                </c:pt>
                <c:pt idx="1543">
                  <c:v>72.499834669999998</c:v>
                </c:pt>
                <c:pt idx="1544">
                  <c:v>72.499834669999998</c:v>
                </c:pt>
                <c:pt idx="1545">
                  <c:v>72.499834669999998</c:v>
                </c:pt>
                <c:pt idx="1546">
                  <c:v>72.499834669999998</c:v>
                </c:pt>
                <c:pt idx="1547">
                  <c:v>72.499834669999998</c:v>
                </c:pt>
                <c:pt idx="1548">
                  <c:v>72.499834669999998</c:v>
                </c:pt>
                <c:pt idx="1549">
                  <c:v>72.499834669999998</c:v>
                </c:pt>
                <c:pt idx="1550">
                  <c:v>72.499834669999998</c:v>
                </c:pt>
                <c:pt idx="1551">
                  <c:v>72.499834669999998</c:v>
                </c:pt>
                <c:pt idx="1552">
                  <c:v>72.499834669999998</c:v>
                </c:pt>
                <c:pt idx="1553">
                  <c:v>72.499834669999998</c:v>
                </c:pt>
                <c:pt idx="1554">
                  <c:v>72.499834669999998</c:v>
                </c:pt>
                <c:pt idx="1555">
                  <c:v>72.499834669999998</c:v>
                </c:pt>
                <c:pt idx="1556">
                  <c:v>72.499834669999998</c:v>
                </c:pt>
                <c:pt idx="1557">
                  <c:v>72.499834669999998</c:v>
                </c:pt>
                <c:pt idx="1558">
                  <c:v>72.499834669999998</c:v>
                </c:pt>
                <c:pt idx="1559">
                  <c:v>72.499834669999998</c:v>
                </c:pt>
                <c:pt idx="1560">
                  <c:v>72.499834669999998</c:v>
                </c:pt>
                <c:pt idx="1561">
                  <c:v>72.499834669999998</c:v>
                </c:pt>
                <c:pt idx="1562">
                  <c:v>72.499834669999998</c:v>
                </c:pt>
                <c:pt idx="1563">
                  <c:v>72.499834669999998</c:v>
                </c:pt>
                <c:pt idx="1564">
                  <c:v>72.499834669999998</c:v>
                </c:pt>
                <c:pt idx="1565">
                  <c:v>72.499834669999998</c:v>
                </c:pt>
                <c:pt idx="1566">
                  <c:v>72.499834669999998</c:v>
                </c:pt>
                <c:pt idx="1567">
                  <c:v>72.499834669999998</c:v>
                </c:pt>
                <c:pt idx="1568">
                  <c:v>72.499834669999998</c:v>
                </c:pt>
                <c:pt idx="1569">
                  <c:v>72.499834669999998</c:v>
                </c:pt>
                <c:pt idx="1570">
                  <c:v>72.499834669999998</c:v>
                </c:pt>
                <c:pt idx="1571">
                  <c:v>72.499834669999998</c:v>
                </c:pt>
                <c:pt idx="1572">
                  <c:v>72.499834669999998</c:v>
                </c:pt>
                <c:pt idx="1573">
                  <c:v>72.499834669999998</c:v>
                </c:pt>
                <c:pt idx="1574">
                  <c:v>72.499834669999998</c:v>
                </c:pt>
                <c:pt idx="1575">
                  <c:v>72.499834669999998</c:v>
                </c:pt>
                <c:pt idx="1576">
                  <c:v>72.499834669999998</c:v>
                </c:pt>
                <c:pt idx="1577">
                  <c:v>72.499834669999998</c:v>
                </c:pt>
                <c:pt idx="1578">
                  <c:v>72.499834669999998</c:v>
                </c:pt>
                <c:pt idx="1579">
                  <c:v>72.499834669999998</c:v>
                </c:pt>
                <c:pt idx="1580">
                  <c:v>72.499834669999998</c:v>
                </c:pt>
                <c:pt idx="1581">
                  <c:v>72.499834669999998</c:v>
                </c:pt>
                <c:pt idx="1582">
                  <c:v>72.499834669999998</c:v>
                </c:pt>
                <c:pt idx="1583">
                  <c:v>72.499834669999998</c:v>
                </c:pt>
                <c:pt idx="1584">
                  <c:v>72.499834669999998</c:v>
                </c:pt>
                <c:pt idx="1585">
                  <c:v>72.499834669999998</c:v>
                </c:pt>
                <c:pt idx="1586">
                  <c:v>72.499834669999998</c:v>
                </c:pt>
                <c:pt idx="1587">
                  <c:v>72.499834669999998</c:v>
                </c:pt>
                <c:pt idx="1588">
                  <c:v>72.499834669999998</c:v>
                </c:pt>
                <c:pt idx="1589">
                  <c:v>72.499834669999998</c:v>
                </c:pt>
                <c:pt idx="1590">
                  <c:v>72.499834669999998</c:v>
                </c:pt>
                <c:pt idx="1591">
                  <c:v>72.499834669999998</c:v>
                </c:pt>
                <c:pt idx="1592">
                  <c:v>72.499834669999998</c:v>
                </c:pt>
                <c:pt idx="1593">
                  <c:v>72.499834669999998</c:v>
                </c:pt>
                <c:pt idx="1594">
                  <c:v>72.499834669999998</c:v>
                </c:pt>
                <c:pt idx="1595">
                  <c:v>72.499834669999998</c:v>
                </c:pt>
                <c:pt idx="1596">
                  <c:v>72.499834669999998</c:v>
                </c:pt>
                <c:pt idx="1597">
                  <c:v>72.499834669999998</c:v>
                </c:pt>
                <c:pt idx="1598">
                  <c:v>72.499834669999998</c:v>
                </c:pt>
                <c:pt idx="1599">
                  <c:v>72.499834669999998</c:v>
                </c:pt>
                <c:pt idx="1600">
                  <c:v>72.499834669999998</c:v>
                </c:pt>
                <c:pt idx="1601">
                  <c:v>72.499834669999998</c:v>
                </c:pt>
                <c:pt idx="1602">
                  <c:v>72.499834669999998</c:v>
                </c:pt>
                <c:pt idx="1603">
                  <c:v>72.499834669999998</c:v>
                </c:pt>
                <c:pt idx="1604">
                  <c:v>72.499834669999998</c:v>
                </c:pt>
                <c:pt idx="1605">
                  <c:v>72.499834669999998</c:v>
                </c:pt>
                <c:pt idx="1606">
                  <c:v>72.499834669999998</c:v>
                </c:pt>
                <c:pt idx="1607">
                  <c:v>72.499834669999998</c:v>
                </c:pt>
                <c:pt idx="1608">
                  <c:v>72.499834669999998</c:v>
                </c:pt>
                <c:pt idx="1609">
                  <c:v>72.499834669999998</c:v>
                </c:pt>
                <c:pt idx="1610">
                  <c:v>72.499834669999998</c:v>
                </c:pt>
                <c:pt idx="1611">
                  <c:v>72.499834669999998</c:v>
                </c:pt>
                <c:pt idx="1612">
                  <c:v>72.499834669999998</c:v>
                </c:pt>
                <c:pt idx="1613">
                  <c:v>72.499834669999998</c:v>
                </c:pt>
                <c:pt idx="1614">
                  <c:v>72.499834669999998</c:v>
                </c:pt>
                <c:pt idx="1615">
                  <c:v>72.499834669999998</c:v>
                </c:pt>
                <c:pt idx="1616">
                  <c:v>72.499834669999998</c:v>
                </c:pt>
                <c:pt idx="1617">
                  <c:v>72.499834669999998</c:v>
                </c:pt>
                <c:pt idx="1618">
                  <c:v>72.499834669999998</c:v>
                </c:pt>
                <c:pt idx="1619">
                  <c:v>72.499834669999998</c:v>
                </c:pt>
                <c:pt idx="1620">
                  <c:v>72.499834669999998</c:v>
                </c:pt>
                <c:pt idx="1621">
                  <c:v>72.499834669999998</c:v>
                </c:pt>
                <c:pt idx="1622">
                  <c:v>72.499834669999998</c:v>
                </c:pt>
                <c:pt idx="1623">
                  <c:v>72.499834669999998</c:v>
                </c:pt>
                <c:pt idx="1624">
                  <c:v>72.499834669999998</c:v>
                </c:pt>
                <c:pt idx="1625">
                  <c:v>72.499834669999998</c:v>
                </c:pt>
                <c:pt idx="1626">
                  <c:v>72.499834669999998</c:v>
                </c:pt>
                <c:pt idx="1627">
                  <c:v>72.499834669999998</c:v>
                </c:pt>
                <c:pt idx="1628">
                  <c:v>72.499834669999998</c:v>
                </c:pt>
                <c:pt idx="1629">
                  <c:v>72.499834669999998</c:v>
                </c:pt>
                <c:pt idx="1630">
                  <c:v>72.499834669999998</c:v>
                </c:pt>
                <c:pt idx="1631">
                  <c:v>72.499834669999998</c:v>
                </c:pt>
                <c:pt idx="1632">
                  <c:v>72.499834669999998</c:v>
                </c:pt>
                <c:pt idx="1633">
                  <c:v>72.499834669999998</c:v>
                </c:pt>
                <c:pt idx="1634">
                  <c:v>72.499834669999998</c:v>
                </c:pt>
                <c:pt idx="1635">
                  <c:v>72.499834669999998</c:v>
                </c:pt>
                <c:pt idx="1636">
                  <c:v>72.499834669999998</c:v>
                </c:pt>
                <c:pt idx="1637">
                  <c:v>72.499834669999998</c:v>
                </c:pt>
                <c:pt idx="1638">
                  <c:v>72.499834669999998</c:v>
                </c:pt>
                <c:pt idx="1639">
                  <c:v>72.499834669999998</c:v>
                </c:pt>
                <c:pt idx="1640">
                  <c:v>72.499834669999998</c:v>
                </c:pt>
                <c:pt idx="1641">
                  <c:v>72.499834669999998</c:v>
                </c:pt>
                <c:pt idx="1642">
                  <c:v>72.499834669999998</c:v>
                </c:pt>
                <c:pt idx="1643">
                  <c:v>72.499834669999998</c:v>
                </c:pt>
                <c:pt idx="1644">
                  <c:v>72.499834669999998</c:v>
                </c:pt>
                <c:pt idx="1645">
                  <c:v>72.499834669999998</c:v>
                </c:pt>
                <c:pt idx="1646">
                  <c:v>72.499834669999998</c:v>
                </c:pt>
                <c:pt idx="1647">
                  <c:v>72.499834669999998</c:v>
                </c:pt>
                <c:pt idx="1648">
                  <c:v>72.499834669999998</c:v>
                </c:pt>
                <c:pt idx="1649">
                  <c:v>72.499834669999998</c:v>
                </c:pt>
                <c:pt idx="1650">
                  <c:v>72.499834669999998</c:v>
                </c:pt>
                <c:pt idx="1651">
                  <c:v>72.499834669999998</c:v>
                </c:pt>
                <c:pt idx="1652">
                  <c:v>72.499834669999998</c:v>
                </c:pt>
                <c:pt idx="1653">
                  <c:v>72.499834669999998</c:v>
                </c:pt>
                <c:pt idx="1654">
                  <c:v>72.499834669999998</c:v>
                </c:pt>
                <c:pt idx="1655">
                  <c:v>72.499834669999998</c:v>
                </c:pt>
                <c:pt idx="1656">
                  <c:v>72.499834669999998</c:v>
                </c:pt>
                <c:pt idx="1657">
                  <c:v>72.499834669999998</c:v>
                </c:pt>
                <c:pt idx="1658">
                  <c:v>72.499834669999998</c:v>
                </c:pt>
                <c:pt idx="1659">
                  <c:v>72.499834669999998</c:v>
                </c:pt>
                <c:pt idx="1660">
                  <c:v>72.499834669999998</c:v>
                </c:pt>
                <c:pt idx="1661">
                  <c:v>72.499834669999998</c:v>
                </c:pt>
                <c:pt idx="1662">
                  <c:v>72.499834669999998</c:v>
                </c:pt>
                <c:pt idx="1663">
                  <c:v>72.499834669999998</c:v>
                </c:pt>
                <c:pt idx="1664">
                  <c:v>72.499834669999998</c:v>
                </c:pt>
                <c:pt idx="1665">
                  <c:v>72.499834669999998</c:v>
                </c:pt>
                <c:pt idx="1666">
                  <c:v>72.499834669999998</c:v>
                </c:pt>
                <c:pt idx="1667">
                  <c:v>72.499834669999998</c:v>
                </c:pt>
                <c:pt idx="1668">
                  <c:v>72.499834669999998</c:v>
                </c:pt>
                <c:pt idx="1669">
                  <c:v>72.499834669999998</c:v>
                </c:pt>
                <c:pt idx="1670">
                  <c:v>72.499834669999998</c:v>
                </c:pt>
                <c:pt idx="1671">
                  <c:v>72.499834669999998</c:v>
                </c:pt>
                <c:pt idx="1672">
                  <c:v>72.499834669999998</c:v>
                </c:pt>
                <c:pt idx="1673">
                  <c:v>72.499834669999998</c:v>
                </c:pt>
                <c:pt idx="1674">
                  <c:v>72.499834669999998</c:v>
                </c:pt>
                <c:pt idx="1675">
                  <c:v>72.499834669999998</c:v>
                </c:pt>
                <c:pt idx="1676">
                  <c:v>72.499834669999998</c:v>
                </c:pt>
                <c:pt idx="1677">
                  <c:v>72.499834669999998</c:v>
                </c:pt>
                <c:pt idx="1678">
                  <c:v>72.499834669999998</c:v>
                </c:pt>
                <c:pt idx="1679">
                  <c:v>72.499834669999998</c:v>
                </c:pt>
                <c:pt idx="1680">
                  <c:v>72.499834669999998</c:v>
                </c:pt>
                <c:pt idx="1681">
                  <c:v>72.499834669999998</c:v>
                </c:pt>
                <c:pt idx="1682">
                  <c:v>72.499834669999998</c:v>
                </c:pt>
                <c:pt idx="1683">
                  <c:v>72.499834669999998</c:v>
                </c:pt>
                <c:pt idx="1684">
                  <c:v>72.499834669999998</c:v>
                </c:pt>
                <c:pt idx="1685">
                  <c:v>72.499834669999998</c:v>
                </c:pt>
                <c:pt idx="1686">
                  <c:v>72.499834669999998</c:v>
                </c:pt>
                <c:pt idx="1687">
                  <c:v>72.499834669999998</c:v>
                </c:pt>
                <c:pt idx="1688">
                  <c:v>72.499834669999998</c:v>
                </c:pt>
                <c:pt idx="1689">
                  <c:v>72.499834669999998</c:v>
                </c:pt>
                <c:pt idx="1690">
                  <c:v>72.499834669999998</c:v>
                </c:pt>
                <c:pt idx="1691">
                  <c:v>72.499834669999998</c:v>
                </c:pt>
                <c:pt idx="1692">
                  <c:v>72.499834669999998</c:v>
                </c:pt>
                <c:pt idx="1693">
                  <c:v>72.499834669999998</c:v>
                </c:pt>
                <c:pt idx="1694">
                  <c:v>72.499834669999998</c:v>
                </c:pt>
                <c:pt idx="1695">
                  <c:v>72.499834669999998</c:v>
                </c:pt>
                <c:pt idx="1696">
                  <c:v>72.499834669999998</c:v>
                </c:pt>
                <c:pt idx="1697">
                  <c:v>72.499834669999998</c:v>
                </c:pt>
                <c:pt idx="1698">
                  <c:v>72.499834669999998</c:v>
                </c:pt>
                <c:pt idx="1699">
                  <c:v>72.499834669999998</c:v>
                </c:pt>
                <c:pt idx="1700">
                  <c:v>72.499834669999998</c:v>
                </c:pt>
                <c:pt idx="1701">
                  <c:v>72.499834669999998</c:v>
                </c:pt>
                <c:pt idx="1702">
                  <c:v>72.499834669999998</c:v>
                </c:pt>
                <c:pt idx="1703">
                  <c:v>72.499834669999998</c:v>
                </c:pt>
                <c:pt idx="1704">
                  <c:v>72.499834669999998</c:v>
                </c:pt>
                <c:pt idx="1705">
                  <c:v>72.499834669999998</c:v>
                </c:pt>
                <c:pt idx="1706">
                  <c:v>72.499834669999998</c:v>
                </c:pt>
                <c:pt idx="1707">
                  <c:v>72.499834669999998</c:v>
                </c:pt>
                <c:pt idx="1708">
                  <c:v>72.499834669999998</c:v>
                </c:pt>
                <c:pt idx="1709">
                  <c:v>72.499834669999998</c:v>
                </c:pt>
                <c:pt idx="1710">
                  <c:v>72.499834669999998</c:v>
                </c:pt>
                <c:pt idx="1711">
                  <c:v>72.499834669999998</c:v>
                </c:pt>
                <c:pt idx="1712">
                  <c:v>72.499834669999998</c:v>
                </c:pt>
                <c:pt idx="1713">
                  <c:v>72.499834669999998</c:v>
                </c:pt>
                <c:pt idx="1714">
                  <c:v>72.499834669999998</c:v>
                </c:pt>
                <c:pt idx="1715">
                  <c:v>72.499834669999998</c:v>
                </c:pt>
                <c:pt idx="1716">
                  <c:v>72.499834669999998</c:v>
                </c:pt>
                <c:pt idx="1717">
                  <c:v>72.499834669999998</c:v>
                </c:pt>
                <c:pt idx="1718">
                  <c:v>72.499834669999998</c:v>
                </c:pt>
                <c:pt idx="1719">
                  <c:v>72.499834669999998</c:v>
                </c:pt>
                <c:pt idx="1720">
                  <c:v>72.499834669999998</c:v>
                </c:pt>
                <c:pt idx="1721">
                  <c:v>72.499834669999998</c:v>
                </c:pt>
                <c:pt idx="1722">
                  <c:v>72.499834669999998</c:v>
                </c:pt>
                <c:pt idx="1723">
                  <c:v>72.499834669999998</c:v>
                </c:pt>
                <c:pt idx="1724">
                  <c:v>72.499834669999998</c:v>
                </c:pt>
                <c:pt idx="1725">
                  <c:v>72.499834669999998</c:v>
                </c:pt>
                <c:pt idx="1726">
                  <c:v>72.499834669999998</c:v>
                </c:pt>
                <c:pt idx="1727">
                  <c:v>72.499834669999998</c:v>
                </c:pt>
                <c:pt idx="1728">
                  <c:v>72.499834669999998</c:v>
                </c:pt>
                <c:pt idx="1729">
                  <c:v>72.499834669999998</c:v>
                </c:pt>
                <c:pt idx="1730">
                  <c:v>72.499834669999998</c:v>
                </c:pt>
                <c:pt idx="1731">
                  <c:v>72.499834669999998</c:v>
                </c:pt>
                <c:pt idx="1732">
                  <c:v>72.499834669999998</c:v>
                </c:pt>
                <c:pt idx="1733">
                  <c:v>72.499834669999998</c:v>
                </c:pt>
                <c:pt idx="1734">
                  <c:v>72.499834669999998</c:v>
                </c:pt>
                <c:pt idx="1735">
                  <c:v>72.499834669999998</c:v>
                </c:pt>
                <c:pt idx="1736">
                  <c:v>72.499834669999998</c:v>
                </c:pt>
                <c:pt idx="1737">
                  <c:v>72.499834669999998</c:v>
                </c:pt>
                <c:pt idx="1738">
                  <c:v>72.499834669999998</c:v>
                </c:pt>
                <c:pt idx="1739">
                  <c:v>72.499834669999998</c:v>
                </c:pt>
                <c:pt idx="1740">
                  <c:v>72.499834669999998</c:v>
                </c:pt>
                <c:pt idx="1741">
                  <c:v>72.499834669999998</c:v>
                </c:pt>
                <c:pt idx="1742">
                  <c:v>72.499834669999998</c:v>
                </c:pt>
                <c:pt idx="1743">
                  <c:v>72.499834669999998</c:v>
                </c:pt>
                <c:pt idx="1744">
                  <c:v>72.499834669999998</c:v>
                </c:pt>
                <c:pt idx="1745">
                  <c:v>72.499834669999998</c:v>
                </c:pt>
                <c:pt idx="1746">
                  <c:v>72.499834669999998</c:v>
                </c:pt>
                <c:pt idx="1747">
                  <c:v>72.499834669999998</c:v>
                </c:pt>
                <c:pt idx="1748">
                  <c:v>72.499834669999998</c:v>
                </c:pt>
                <c:pt idx="1749">
                  <c:v>72.499834669999998</c:v>
                </c:pt>
                <c:pt idx="1750">
                  <c:v>72.499834669999998</c:v>
                </c:pt>
                <c:pt idx="1751">
                  <c:v>72.499834669999998</c:v>
                </c:pt>
                <c:pt idx="1752">
                  <c:v>72.499834669999998</c:v>
                </c:pt>
                <c:pt idx="1753">
                  <c:v>72.499834669999998</c:v>
                </c:pt>
                <c:pt idx="1754">
                  <c:v>72.499834669999998</c:v>
                </c:pt>
                <c:pt idx="1755">
                  <c:v>72.499834669999998</c:v>
                </c:pt>
                <c:pt idx="1756">
                  <c:v>72.499834669999998</c:v>
                </c:pt>
                <c:pt idx="1757">
                  <c:v>72.499834669999998</c:v>
                </c:pt>
                <c:pt idx="1758">
                  <c:v>72.499834669999998</c:v>
                </c:pt>
                <c:pt idx="1759">
                  <c:v>72.499834669999998</c:v>
                </c:pt>
                <c:pt idx="1760">
                  <c:v>72.499834669999998</c:v>
                </c:pt>
                <c:pt idx="1761">
                  <c:v>72.499834669999998</c:v>
                </c:pt>
                <c:pt idx="1762">
                  <c:v>72.499834669999998</c:v>
                </c:pt>
                <c:pt idx="1763">
                  <c:v>72.499834669999998</c:v>
                </c:pt>
                <c:pt idx="1764">
                  <c:v>72.499834669999998</c:v>
                </c:pt>
                <c:pt idx="1765">
                  <c:v>72.499834669999998</c:v>
                </c:pt>
                <c:pt idx="1766">
                  <c:v>72.499834669999998</c:v>
                </c:pt>
                <c:pt idx="1767">
                  <c:v>72.499834669999998</c:v>
                </c:pt>
                <c:pt idx="1768">
                  <c:v>72.499834669999998</c:v>
                </c:pt>
                <c:pt idx="1769">
                  <c:v>72.499834669999998</c:v>
                </c:pt>
                <c:pt idx="1770">
                  <c:v>72.499834669999998</c:v>
                </c:pt>
                <c:pt idx="1771">
                  <c:v>72.499834669999998</c:v>
                </c:pt>
                <c:pt idx="1772">
                  <c:v>72.499834669999998</c:v>
                </c:pt>
                <c:pt idx="1773">
                  <c:v>72.499834669999998</c:v>
                </c:pt>
                <c:pt idx="1774">
                  <c:v>72.499834669999998</c:v>
                </c:pt>
                <c:pt idx="1775">
                  <c:v>72.499834669999998</c:v>
                </c:pt>
                <c:pt idx="1776">
                  <c:v>72.499834669999998</c:v>
                </c:pt>
                <c:pt idx="1777">
                  <c:v>72.499834669999998</c:v>
                </c:pt>
                <c:pt idx="1778">
                  <c:v>72.499834669999998</c:v>
                </c:pt>
                <c:pt idx="1779">
                  <c:v>72.499834669999998</c:v>
                </c:pt>
                <c:pt idx="1780">
                  <c:v>72.499834669999998</c:v>
                </c:pt>
                <c:pt idx="1781">
                  <c:v>72.499834669999998</c:v>
                </c:pt>
                <c:pt idx="1782">
                  <c:v>72.499834669999998</c:v>
                </c:pt>
                <c:pt idx="1783">
                  <c:v>72.499834669999998</c:v>
                </c:pt>
                <c:pt idx="1784">
                  <c:v>72.499834669999998</c:v>
                </c:pt>
                <c:pt idx="1785">
                  <c:v>72.499834669999998</c:v>
                </c:pt>
                <c:pt idx="1786">
                  <c:v>72.499834669999998</c:v>
                </c:pt>
                <c:pt idx="1787">
                  <c:v>72.499834669999998</c:v>
                </c:pt>
                <c:pt idx="1788">
                  <c:v>72.499834669999998</c:v>
                </c:pt>
                <c:pt idx="1789">
                  <c:v>72.499834669999998</c:v>
                </c:pt>
                <c:pt idx="1790">
                  <c:v>72.499834669999998</c:v>
                </c:pt>
                <c:pt idx="1791">
                  <c:v>72.499834669999998</c:v>
                </c:pt>
                <c:pt idx="1792">
                  <c:v>72.499834669999998</c:v>
                </c:pt>
                <c:pt idx="1793">
                  <c:v>72.499834669999998</c:v>
                </c:pt>
                <c:pt idx="1794">
                  <c:v>72.499834669999998</c:v>
                </c:pt>
                <c:pt idx="1795">
                  <c:v>72.499834669999998</c:v>
                </c:pt>
                <c:pt idx="1796">
                  <c:v>72.499834669999998</c:v>
                </c:pt>
                <c:pt idx="1797">
                  <c:v>72.499834669999998</c:v>
                </c:pt>
                <c:pt idx="1798">
                  <c:v>72.499834669999998</c:v>
                </c:pt>
                <c:pt idx="1799">
                  <c:v>72.499834669999998</c:v>
                </c:pt>
                <c:pt idx="1800">
                  <c:v>72.499834669999998</c:v>
                </c:pt>
                <c:pt idx="1801">
                  <c:v>72.499834669999998</c:v>
                </c:pt>
                <c:pt idx="1802">
                  <c:v>72.499834669999998</c:v>
                </c:pt>
                <c:pt idx="1803">
                  <c:v>72.499834669999998</c:v>
                </c:pt>
                <c:pt idx="1804">
                  <c:v>72.499834669999998</c:v>
                </c:pt>
                <c:pt idx="1805">
                  <c:v>72.499834669999998</c:v>
                </c:pt>
                <c:pt idx="1806">
                  <c:v>72.499834669999998</c:v>
                </c:pt>
                <c:pt idx="1807">
                  <c:v>72.499834669999998</c:v>
                </c:pt>
                <c:pt idx="1808">
                  <c:v>72.499834669999998</c:v>
                </c:pt>
                <c:pt idx="1809">
                  <c:v>72.499834669999998</c:v>
                </c:pt>
                <c:pt idx="1810">
                  <c:v>72.499834669999998</c:v>
                </c:pt>
                <c:pt idx="1811">
                  <c:v>72.499834669999998</c:v>
                </c:pt>
                <c:pt idx="1812">
                  <c:v>72.499834669999998</c:v>
                </c:pt>
                <c:pt idx="1813">
                  <c:v>72.499834669999998</c:v>
                </c:pt>
                <c:pt idx="1814">
                  <c:v>72.499834669999998</c:v>
                </c:pt>
                <c:pt idx="1815">
                  <c:v>72.499834669999998</c:v>
                </c:pt>
                <c:pt idx="1816">
                  <c:v>72.499834669999998</c:v>
                </c:pt>
                <c:pt idx="1817">
                  <c:v>72.499834669999998</c:v>
                </c:pt>
                <c:pt idx="1818">
                  <c:v>72.499834669999998</c:v>
                </c:pt>
                <c:pt idx="1819">
                  <c:v>72.499834669999998</c:v>
                </c:pt>
                <c:pt idx="1820">
                  <c:v>72.499834669999998</c:v>
                </c:pt>
                <c:pt idx="1821">
                  <c:v>72.499834669999998</c:v>
                </c:pt>
                <c:pt idx="1822">
                  <c:v>72.499834669999998</c:v>
                </c:pt>
                <c:pt idx="1823">
                  <c:v>72.499834669999998</c:v>
                </c:pt>
                <c:pt idx="1824">
                  <c:v>72.499834669999998</c:v>
                </c:pt>
                <c:pt idx="1825">
                  <c:v>72.499834669999998</c:v>
                </c:pt>
                <c:pt idx="1826">
                  <c:v>72.499834669999998</c:v>
                </c:pt>
                <c:pt idx="1827">
                  <c:v>72.499834669999998</c:v>
                </c:pt>
                <c:pt idx="1828">
                  <c:v>72.499834669999998</c:v>
                </c:pt>
                <c:pt idx="1829">
                  <c:v>72.499834669999998</c:v>
                </c:pt>
                <c:pt idx="1830">
                  <c:v>72.499834669999998</c:v>
                </c:pt>
                <c:pt idx="1831">
                  <c:v>72.499834669999998</c:v>
                </c:pt>
                <c:pt idx="1832">
                  <c:v>72.499834669999998</c:v>
                </c:pt>
                <c:pt idx="1833">
                  <c:v>72.499834669999998</c:v>
                </c:pt>
                <c:pt idx="1834">
                  <c:v>72.499834669999998</c:v>
                </c:pt>
                <c:pt idx="1835">
                  <c:v>72.499834669999998</c:v>
                </c:pt>
                <c:pt idx="1836">
                  <c:v>72.499834669999998</c:v>
                </c:pt>
                <c:pt idx="1837">
                  <c:v>72.499834669999998</c:v>
                </c:pt>
                <c:pt idx="1838">
                  <c:v>72.499834669999998</c:v>
                </c:pt>
                <c:pt idx="1839">
                  <c:v>72.499834669999998</c:v>
                </c:pt>
                <c:pt idx="1840">
                  <c:v>72.499834669999998</c:v>
                </c:pt>
                <c:pt idx="1841">
                  <c:v>72.499834669999998</c:v>
                </c:pt>
                <c:pt idx="1842">
                  <c:v>72.499834669999998</c:v>
                </c:pt>
                <c:pt idx="1843">
                  <c:v>72.499834669999998</c:v>
                </c:pt>
                <c:pt idx="1844">
                  <c:v>72.499834669999998</c:v>
                </c:pt>
                <c:pt idx="1845">
                  <c:v>72.499834669999998</c:v>
                </c:pt>
                <c:pt idx="1846">
                  <c:v>72.499834669999998</c:v>
                </c:pt>
                <c:pt idx="1847">
                  <c:v>72.499834669999998</c:v>
                </c:pt>
                <c:pt idx="1848">
                  <c:v>72.499834669999998</c:v>
                </c:pt>
                <c:pt idx="1849">
                  <c:v>72.499834669999998</c:v>
                </c:pt>
                <c:pt idx="1850">
                  <c:v>72.499834669999998</c:v>
                </c:pt>
                <c:pt idx="1851">
                  <c:v>72.499834669999998</c:v>
                </c:pt>
                <c:pt idx="1852">
                  <c:v>72.499834669999998</c:v>
                </c:pt>
                <c:pt idx="1853">
                  <c:v>72.499834669999998</c:v>
                </c:pt>
                <c:pt idx="1854">
                  <c:v>72.499834669999998</c:v>
                </c:pt>
                <c:pt idx="1855">
                  <c:v>72.499834669999998</c:v>
                </c:pt>
                <c:pt idx="1856">
                  <c:v>72.499834669999998</c:v>
                </c:pt>
                <c:pt idx="1857">
                  <c:v>72.499834669999998</c:v>
                </c:pt>
                <c:pt idx="1858">
                  <c:v>72.499834669999998</c:v>
                </c:pt>
                <c:pt idx="1859">
                  <c:v>72.499834669999998</c:v>
                </c:pt>
                <c:pt idx="1860">
                  <c:v>72.499834669999998</c:v>
                </c:pt>
                <c:pt idx="1861">
                  <c:v>72.499834669999998</c:v>
                </c:pt>
                <c:pt idx="1862">
                  <c:v>72.499834669999998</c:v>
                </c:pt>
                <c:pt idx="1863">
                  <c:v>72.499834669999998</c:v>
                </c:pt>
                <c:pt idx="1864">
                  <c:v>72.499834669999998</c:v>
                </c:pt>
                <c:pt idx="1865">
                  <c:v>72.499834669999998</c:v>
                </c:pt>
                <c:pt idx="1866">
                  <c:v>72.499834669999998</c:v>
                </c:pt>
                <c:pt idx="1867">
                  <c:v>72.499834669999998</c:v>
                </c:pt>
                <c:pt idx="1868">
                  <c:v>72.499834669999998</c:v>
                </c:pt>
                <c:pt idx="1869">
                  <c:v>72.499834669999998</c:v>
                </c:pt>
                <c:pt idx="1870">
                  <c:v>72.499834669999998</c:v>
                </c:pt>
                <c:pt idx="1871">
                  <c:v>72.499834669999998</c:v>
                </c:pt>
                <c:pt idx="1872">
                  <c:v>72.499834669999998</c:v>
                </c:pt>
                <c:pt idx="1873">
                  <c:v>72.499834669999998</c:v>
                </c:pt>
                <c:pt idx="1874">
                  <c:v>72.499834669999998</c:v>
                </c:pt>
                <c:pt idx="1875">
                  <c:v>72.499834669999998</c:v>
                </c:pt>
                <c:pt idx="1876">
                  <c:v>72.499834669999998</c:v>
                </c:pt>
                <c:pt idx="1877">
                  <c:v>72.499834669999998</c:v>
                </c:pt>
                <c:pt idx="1878">
                  <c:v>72.499834669999998</c:v>
                </c:pt>
                <c:pt idx="1879">
                  <c:v>72.499834669999998</c:v>
                </c:pt>
                <c:pt idx="1880">
                  <c:v>72.499834669999998</c:v>
                </c:pt>
                <c:pt idx="1881">
                  <c:v>72.499834669999998</c:v>
                </c:pt>
                <c:pt idx="1882">
                  <c:v>72.499834669999998</c:v>
                </c:pt>
                <c:pt idx="1883">
                  <c:v>72.499834669999998</c:v>
                </c:pt>
                <c:pt idx="1884">
                  <c:v>72.499834669999998</c:v>
                </c:pt>
                <c:pt idx="1885">
                  <c:v>72.499834669999998</c:v>
                </c:pt>
                <c:pt idx="1886">
                  <c:v>72.499834669999998</c:v>
                </c:pt>
                <c:pt idx="1887">
                  <c:v>72.499834669999998</c:v>
                </c:pt>
                <c:pt idx="1888">
                  <c:v>72.499834669999998</c:v>
                </c:pt>
                <c:pt idx="1889">
                  <c:v>72.499834669999998</c:v>
                </c:pt>
                <c:pt idx="1890">
                  <c:v>72.499834669999998</c:v>
                </c:pt>
                <c:pt idx="1891">
                  <c:v>72.499834669999998</c:v>
                </c:pt>
                <c:pt idx="1892">
                  <c:v>72.499834669999998</c:v>
                </c:pt>
                <c:pt idx="1893">
                  <c:v>72.499834669999998</c:v>
                </c:pt>
                <c:pt idx="1894">
                  <c:v>72.499834669999998</c:v>
                </c:pt>
                <c:pt idx="1895">
                  <c:v>72.499834669999998</c:v>
                </c:pt>
                <c:pt idx="1896">
                  <c:v>72.499834669999998</c:v>
                </c:pt>
                <c:pt idx="1897">
                  <c:v>72.499834669999998</c:v>
                </c:pt>
                <c:pt idx="1898">
                  <c:v>72.499834669999998</c:v>
                </c:pt>
                <c:pt idx="1899">
                  <c:v>72.499834669999998</c:v>
                </c:pt>
                <c:pt idx="1900">
                  <c:v>72.499834669999998</c:v>
                </c:pt>
                <c:pt idx="1901">
                  <c:v>72.499834669999998</c:v>
                </c:pt>
                <c:pt idx="1902">
                  <c:v>72.499834669999998</c:v>
                </c:pt>
                <c:pt idx="1903">
                  <c:v>72.499834669999998</c:v>
                </c:pt>
                <c:pt idx="1904">
                  <c:v>72.499834669999998</c:v>
                </c:pt>
                <c:pt idx="1905">
                  <c:v>72.499834669999998</c:v>
                </c:pt>
                <c:pt idx="1906">
                  <c:v>72.499834669999998</c:v>
                </c:pt>
                <c:pt idx="1907">
                  <c:v>72.499834669999998</c:v>
                </c:pt>
                <c:pt idx="1908">
                  <c:v>72.499834669999998</c:v>
                </c:pt>
                <c:pt idx="1909">
                  <c:v>72.499834669999998</c:v>
                </c:pt>
                <c:pt idx="1910">
                  <c:v>72.499834669999998</c:v>
                </c:pt>
                <c:pt idx="1911">
                  <c:v>72.499834669999998</c:v>
                </c:pt>
                <c:pt idx="1912">
                  <c:v>72.499834669999998</c:v>
                </c:pt>
                <c:pt idx="1913">
                  <c:v>72.499834669999998</c:v>
                </c:pt>
                <c:pt idx="1914">
                  <c:v>72.499834669999998</c:v>
                </c:pt>
                <c:pt idx="1915">
                  <c:v>72.499834669999998</c:v>
                </c:pt>
                <c:pt idx="1916">
                  <c:v>72.499834669999998</c:v>
                </c:pt>
                <c:pt idx="1917">
                  <c:v>72.499834669999998</c:v>
                </c:pt>
                <c:pt idx="1918">
                  <c:v>72.499834669999998</c:v>
                </c:pt>
                <c:pt idx="1919">
                  <c:v>72.499834669999998</c:v>
                </c:pt>
                <c:pt idx="1920">
                  <c:v>72.499834669999998</c:v>
                </c:pt>
                <c:pt idx="1921">
                  <c:v>72.499834669999998</c:v>
                </c:pt>
                <c:pt idx="1922">
                  <c:v>72.499834669999998</c:v>
                </c:pt>
                <c:pt idx="1923">
                  <c:v>72.499834669999998</c:v>
                </c:pt>
                <c:pt idx="1924">
                  <c:v>72.499834669999998</c:v>
                </c:pt>
                <c:pt idx="1925">
                  <c:v>72.499834669999998</c:v>
                </c:pt>
                <c:pt idx="1926">
                  <c:v>72.499834669999998</c:v>
                </c:pt>
                <c:pt idx="1927">
                  <c:v>72.499834669999998</c:v>
                </c:pt>
                <c:pt idx="1928">
                  <c:v>72.499834669999998</c:v>
                </c:pt>
                <c:pt idx="1929">
                  <c:v>72.499834669999998</c:v>
                </c:pt>
                <c:pt idx="1930">
                  <c:v>72.499834669999998</c:v>
                </c:pt>
                <c:pt idx="1931">
                  <c:v>72.499834669999998</c:v>
                </c:pt>
                <c:pt idx="1932">
                  <c:v>72.499834669999998</c:v>
                </c:pt>
                <c:pt idx="1933">
                  <c:v>72.499834669999998</c:v>
                </c:pt>
                <c:pt idx="1934">
                  <c:v>72.499834669999998</c:v>
                </c:pt>
                <c:pt idx="1935">
                  <c:v>72.499834669999998</c:v>
                </c:pt>
                <c:pt idx="1936">
                  <c:v>72.499834669999998</c:v>
                </c:pt>
                <c:pt idx="1937">
                  <c:v>72.499834669999998</c:v>
                </c:pt>
                <c:pt idx="1938">
                  <c:v>72.499834669999998</c:v>
                </c:pt>
                <c:pt idx="1939">
                  <c:v>72.499834669999998</c:v>
                </c:pt>
                <c:pt idx="1940">
                  <c:v>72.499834669999998</c:v>
                </c:pt>
                <c:pt idx="1941">
                  <c:v>72.499834669999998</c:v>
                </c:pt>
                <c:pt idx="1942">
                  <c:v>72.499834669999998</c:v>
                </c:pt>
                <c:pt idx="1943">
                  <c:v>72.499834669999998</c:v>
                </c:pt>
                <c:pt idx="1944">
                  <c:v>72.499834669999998</c:v>
                </c:pt>
                <c:pt idx="1945">
                  <c:v>72.499834669999998</c:v>
                </c:pt>
                <c:pt idx="1946">
                  <c:v>72.499834669999998</c:v>
                </c:pt>
                <c:pt idx="1947">
                  <c:v>72.499834669999998</c:v>
                </c:pt>
                <c:pt idx="1948">
                  <c:v>72.499834669999998</c:v>
                </c:pt>
                <c:pt idx="1949">
                  <c:v>72.499834669999998</c:v>
                </c:pt>
                <c:pt idx="1950">
                  <c:v>72.499834669999998</c:v>
                </c:pt>
                <c:pt idx="1951">
                  <c:v>72.499834669999998</c:v>
                </c:pt>
                <c:pt idx="1952">
                  <c:v>72.499834669999998</c:v>
                </c:pt>
                <c:pt idx="1953">
                  <c:v>72.499834669999998</c:v>
                </c:pt>
                <c:pt idx="1954">
                  <c:v>72.499834669999998</c:v>
                </c:pt>
                <c:pt idx="1955">
                  <c:v>72.499834669999998</c:v>
                </c:pt>
                <c:pt idx="1956">
                  <c:v>72.499834669999998</c:v>
                </c:pt>
                <c:pt idx="1957">
                  <c:v>72.499834669999998</c:v>
                </c:pt>
                <c:pt idx="1958">
                  <c:v>72.499834669999998</c:v>
                </c:pt>
                <c:pt idx="1959">
                  <c:v>72.499834669999998</c:v>
                </c:pt>
                <c:pt idx="1960">
                  <c:v>72.499834669999998</c:v>
                </c:pt>
                <c:pt idx="1961">
                  <c:v>72.499834669999998</c:v>
                </c:pt>
                <c:pt idx="1962">
                  <c:v>72.499834669999998</c:v>
                </c:pt>
                <c:pt idx="1963">
                  <c:v>72.499834669999998</c:v>
                </c:pt>
                <c:pt idx="1964">
                  <c:v>72.499834669999998</c:v>
                </c:pt>
                <c:pt idx="1965">
                  <c:v>72.499834669999998</c:v>
                </c:pt>
                <c:pt idx="1966">
                  <c:v>72.499834669999998</c:v>
                </c:pt>
                <c:pt idx="1967">
                  <c:v>72.499834669999998</c:v>
                </c:pt>
                <c:pt idx="1968">
                  <c:v>72.499834669999998</c:v>
                </c:pt>
                <c:pt idx="1969">
                  <c:v>72.499834669999998</c:v>
                </c:pt>
                <c:pt idx="1970">
                  <c:v>72.499834669999998</c:v>
                </c:pt>
                <c:pt idx="1971">
                  <c:v>72.499834669999998</c:v>
                </c:pt>
                <c:pt idx="1972">
                  <c:v>72.499834669999998</c:v>
                </c:pt>
                <c:pt idx="1973">
                  <c:v>72.499834669999998</c:v>
                </c:pt>
                <c:pt idx="1974">
                  <c:v>72.499834669999998</c:v>
                </c:pt>
                <c:pt idx="1975">
                  <c:v>72.499834669999998</c:v>
                </c:pt>
                <c:pt idx="1976">
                  <c:v>72.499834669999998</c:v>
                </c:pt>
                <c:pt idx="1977">
                  <c:v>72.499834669999998</c:v>
                </c:pt>
                <c:pt idx="1978">
                  <c:v>72.499834669999998</c:v>
                </c:pt>
                <c:pt idx="1979">
                  <c:v>72.499834669999998</c:v>
                </c:pt>
                <c:pt idx="1980">
                  <c:v>72.499834669999998</c:v>
                </c:pt>
                <c:pt idx="1981">
                  <c:v>72.499834669999998</c:v>
                </c:pt>
                <c:pt idx="1982">
                  <c:v>72.499834669999998</c:v>
                </c:pt>
                <c:pt idx="1983">
                  <c:v>72.499834669999998</c:v>
                </c:pt>
                <c:pt idx="1984">
                  <c:v>72.499834669999998</c:v>
                </c:pt>
                <c:pt idx="1985">
                  <c:v>72.499834669999998</c:v>
                </c:pt>
                <c:pt idx="1986">
                  <c:v>72.499834669999998</c:v>
                </c:pt>
                <c:pt idx="1987">
                  <c:v>72.499834669999998</c:v>
                </c:pt>
                <c:pt idx="1988">
                  <c:v>72.499834669999998</c:v>
                </c:pt>
                <c:pt idx="1989">
                  <c:v>72.499834669999998</c:v>
                </c:pt>
                <c:pt idx="1990">
                  <c:v>72.499834669999998</c:v>
                </c:pt>
                <c:pt idx="1991">
                  <c:v>72.499834669999998</c:v>
                </c:pt>
                <c:pt idx="1992">
                  <c:v>72.499834669999998</c:v>
                </c:pt>
                <c:pt idx="1993">
                  <c:v>72.499834669999998</c:v>
                </c:pt>
                <c:pt idx="1994">
                  <c:v>72.499834669999998</c:v>
                </c:pt>
                <c:pt idx="1995">
                  <c:v>72.499834669999998</c:v>
                </c:pt>
                <c:pt idx="1996">
                  <c:v>72.499834669999998</c:v>
                </c:pt>
                <c:pt idx="1997">
                  <c:v>72.499834669999998</c:v>
                </c:pt>
                <c:pt idx="1998">
                  <c:v>72.499834669999998</c:v>
                </c:pt>
                <c:pt idx="1999">
                  <c:v>72.499834669999998</c:v>
                </c:pt>
                <c:pt idx="2000">
                  <c:v>72.499834669999998</c:v>
                </c:pt>
                <c:pt idx="2001">
                  <c:v>72.499834669999998</c:v>
                </c:pt>
                <c:pt idx="2002">
                  <c:v>72.499834669999998</c:v>
                </c:pt>
                <c:pt idx="2003">
                  <c:v>72.499834669999998</c:v>
                </c:pt>
                <c:pt idx="2004">
                  <c:v>72.499834669999998</c:v>
                </c:pt>
                <c:pt idx="2005">
                  <c:v>72.499834669999998</c:v>
                </c:pt>
                <c:pt idx="2006">
                  <c:v>72.499834669999998</c:v>
                </c:pt>
                <c:pt idx="2007">
                  <c:v>72.499834669999998</c:v>
                </c:pt>
                <c:pt idx="2008">
                  <c:v>72.499834669999998</c:v>
                </c:pt>
                <c:pt idx="2009">
                  <c:v>72.499834669999998</c:v>
                </c:pt>
                <c:pt idx="2010">
                  <c:v>72.499834669999998</c:v>
                </c:pt>
                <c:pt idx="2011">
                  <c:v>72.499834669999998</c:v>
                </c:pt>
                <c:pt idx="2012">
                  <c:v>72.499834669999998</c:v>
                </c:pt>
                <c:pt idx="2013">
                  <c:v>72.499834669999998</c:v>
                </c:pt>
                <c:pt idx="2014">
                  <c:v>81.286057999999997</c:v>
                </c:pt>
                <c:pt idx="2015">
                  <c:v>81.286057999999997</c:v>
                </c:pt>
                <c:pt idx="2016">
                  <c:v>81.286057999999997</c:v>
                </c:pt>
                <c:pt idx="2017">
                  <c:v>81.286057999999997</c:v>
                </c:pt>
                <c:pt idx="2018">
                  <c:v>81.286057999999997</c:v>
                </c:pt>
                <c:pt idx="2019">
                  <c:v>81.286057999999997</c:v>
                </c:pt>
                <c:pt idx="2020">
                  <c:v>81.286057999999997</c:v>
                </c:pt>
                <c:pt idx="2021">
                  <c:v>81.286057999999997</c:v>
                </c:pt>
                <c:pt idx="2022">
                  <c:v>81.286057999999997</c:v>
                </c:pt>
                <c:pt idx="2023">
                  <c:v>81.286057999999997</c:v>
                </c:pt>
                <c:pt idx="2024">
                  <c:v>81.286057999999997</c:v>
                </c:pt>
                <c:pt idx="2025">
                  <c:v>81.286057999999997</c:v>
                </c:pt>
                <c:pt idx="2026">
                  <c:v>81.286057999999997</c:v>
                </c:pt>
                <c:pt idx="2027">
                  <c:v>81.286057999999997</c:v>
                </c:pt>
                <c:pt idx="2028">
                  <c:v>81.286057999999997</c:v>
                </c:pt>
                <c:pt idx="2029">
                  <c:v>81.286057999999997</c:v>
                </c:pt>
                <c:pt idx="2030">
                  <c:v>81.286057999999997</c:v>
                </c:pt>
                <c:pt idx="2031">
                  <c:v>81.286057999999997</c:v>
                </c:pt>
                <c:pt idx="2032">
                  <c:v>81.286057999999997</c:v>
                </c:pt>
                <c:pt idx="2033">
                  <c:v>81.286057999999997</c:v>
                </c:pt>
                <c:pt idx="2034">
                  <c:v>81.286057999999997</c:v>
                </c:pt>
                <c:pt idx="2035">
                  <c:v>81.286057999999997</c:v>
                </c:pt>
                <c:pt idx="2036">
                  <c:v>81.286057999999997</c:v>
                </c:pt>
                <c:pt idx="2037">
                  <c:v>81.286057999999997</c:v>
                </c:pt>
                <c:pt idx="2038">
                  <c:v>81.396979000000002</c:v>
                </c:pt>
                <c:pt idx="2039">
                  <c:v>81.396979000000002</c:v>
                </c:pt>
                <c:pt idx="2040">
                  <c:v>81.396979000000002</c:v>
                </c:pt>
                <c:pt idx="2041">
                  <c:v>81.803072999999998</c:v>
                </c:pt>
                <c:pt idx="2042">
                  <c:v>83.153594670000004</c:v>
                </c:pt>
                <c:pt idx="2043">
                  <c:v>83.153594670000004</c:v>
                </c:pt>
                <c:pt idx="2044">
                  <c:v>83.153594670000004</c:v>
                </c:pt>
                <c:pt idx="2045">
                  <c:v>84.266128499999994</c:v>
                </c:pt>
                <c:pt idx="2046">
                  <c:v>84.266128499999994</c:v>
                </c:pt>
                <c:pt idx="2047">
                  <c:v>84.266128499999994</c:v>
                </c:pt>
                <c:pt idx="2048">
                  <c:v>84.266128499999994</c:v>
                </c:pt>
                <c:pt idx="2049">
                  <c:v>84.266128499999994</c:v>
                </c:pt>
                <c:pt idx="2050">
                  <c:v>84.266128499999994</c:v>
                </c:pt>
                <c:pt idx="2051">
                  <c:v>84.266128499999994</c:v>
                </c:pt>
                <c:pt idx="2052">
                  <c:v>84.266128499999994</c:v>
                </c:pt>
                <c:pt idx="2053">
                  <c:v>84.266128499999994</c:v>
                </c:pt>
                <c:pt idx="2054">
                  <c:v>84.266128499999994</c:v>
                </c:pt>
                <c:pt idx="2055">
                  <c:v>84.266128499999994</c:v>
                </c:pt>
                <c:pt idx="2056">
                  <c:v>84.266128499999994</c:v>
                </c:pt>
                <c:pt idx="2057">
                  <c:v>84.266128499999994</c:v>
                </c:pt>
                <c:pt idx="2058">
                  <c:v>84.266128499999994</c:v>
                </c:pt>
                <c:pt idx="2059">
                  <c:v>84.266128499999994</c:v>
                </c:pt>
                <c:pt idx="2060">
                  <c:v>84.266128499999994</c:v>
                </c:pt>
                <c:pt idx="2061">
                  <c:v>84.266128499999994</c:v>
                </c:pt>
                <c:pt idx="2062">
                  <c:v>84.266128499999994</c:v>
                </c:pt>
                <c:pt idx="2063">
                  <c:v>84.266128499999994</c:v>
                </c:pt>
                <c:pt idx="2064">
                  <c:v>84.266128499999994</c:v>
                </c:pt>
                <c:pt idx="2065">
                  <c:v>84.266128499999994</c:v>
                </c:pt>
                <c:pt idx="2066">
                  <c:v>84.266128499999994</c:v>
                </c:pt>
                <c:pt idx="2067">
                  <c:v>84.266128499999994</c:v>
                </c:pt>
                <c:pt idx="2068">
                  <c:v>84.266128499999994</c:v>
                </c:pt>
                <c:pt idx="2069">
                  <c:v>84.266128499999994</c:v>
                </c:pt>
                <c:pt idx="2070">
                  <c:v>84.266128499999994</c:v>
                </c:pt>
                <c:pt idx="2071">
                  <c:v>84.266128499999994</c:v>
                </c:pt>
                <c:pt idx="2072">
                  <c:v>84.266128499999994</c:v>
                </c:pt>
                <c:pt idx="2073">
                  <c:v>84.266128499999994</c:v>
                </c:pt>
                <c:pt idx="2074">
                  <c:v>84.266128499999994</c:v>
                </c:pt>
                <c:pt idx="2075">
                  <c:v>84.266128499999994</c:v>
                </c:pt>
                <c:pt idx="2076">
                  <c:v>84.266128499999994</c:v>
                </c:pt>
                <c:pt idx="2077">
                  <c:v>84.266128499999994</c:v>
                </c:pt>
                <c:pt idx="2078">
                  <c:v>84.266128499999994</c:v>
                </c:pt>
                <c:pt idx="2079">
                  <c:v>84.266128499999994</c:v>
                </c:pt>
                <c:pt idx="2080">
                  <c:v>84.266128499999994</c:v>
                </c:pt>
                <c:pt idx="2081">
                  <c:v>84.266128499999994</c:v>
                </c:pt>
                <c:pt idx="2082">
                  <c:v>84.266128499999994</c:v>
                </c:pt>
                <c:pt idx="2083">
                  <c:v>84.266128499999994</c:v>
                </c:pt>
                <c:pt idx="2084">
                  <c:v>84.266128499999994</c:v>
                </c:pt>
                <c:pt idx="2085">
                  <c:v>84.266128499999994</c:v>
                </c:pt>
                <c:pt idx="2086">
                  <c:v>84.266128499999994</c:v>
                </c:pt>
                <c:pt idx="2087">
                  <c:v>84.266128499999994</c:v>
                </c:pt>
                <c:pt idx="2088">
                  <c:v>84.266128499999994</c:v>
                </c:pt>
                <c:pt idx="2089">
                  <c:v>84.266128499999994</c:v>
                </c:pt>
                <c:pt idx="2090">
                  <c:v>84.266128499999994</c:v>
                </c:pt>
                <c:pt idx="2091">
                  <c:v>84.266128499999994</c:v>
                </c:pt>
                <c:pt idx="2092">
                  <c:v>84.266128499999994</c:v>
                </c:pt>
                <c:pt idx="2093">
                  <c:v>84.266128499999994</c:v>
                </c:pt>
                <c:pt idx="2094">
                  <c:v>84.266128499999994</c:v>
                </c:pt>
                <c:pt idx="2095">
                  <c:v>84.266128499999994</c:v>
                </c:pt>
                <c:pt idx="2096">
                  <c:v>84.266128499999994</c:v>
                </c:pt>
                <c:pt idx="2097">
                  <c:v>84.266128499999994</c:v>
                </c:pt>
                <c:pt idx="2098">
                  <c:v>84.266128499999994</c:v>
                </c:pt>
                <c:pt idx="2099">
                  <c:v>84.266128499999994</c:v>
                </c:pt>
                <c:pt idx="2100">
                  <c:v>84.266128499999994</c:v>
                </c:pt>
                <c:pt idx="2101">
                  <c:v>84.266128499999994</c:v>
                </c:pt>
                <c:pt idx="2102">
                  <c:v>84.266128499999994</c:v>
                </c:pt>
                <c:pt idx="2103">
                  <c:v>84.266128499999994</c:v>
                </c:pt>
                <c:pt idx="2104">
                  <c:v>84.266128499999994</c:v>
                </c:pt>
                <c:pt idx="2105">
                  <c:v>84.266128499999994</c:v>
                </c:pt>
                <c:pt idx="2106">
                  <c:v>84.266128499999994</c:v>
                </c:pt>
                <c:pt idx="2107">
                  <c:v>84.266128499999994</c:v>
                </c:pt>
                <c:pt idx="2108">
                  <c:v>84.266128499999994</c:v>
                </c:pt>
                <c:pt idx="2109">
                  <c:v>84.266128499999994</c:v>
                </c:pt>
                <c:pt idx="2110">
                  <c:v>84.266128499999994</c:v>
                </c:pt>
                <c:pt idx="2111">
                  <c:v>84.266128499999994</c:v>
                </c:pt>
                <c:pt idx="2112">
                  <c:v>84.266128499999994</c:v>
                </c:pt>
                <c:pt idx="2113">
                  <c:v>84.266128499999994</c:v>
                </c:pt>
                <c:pt idx="2114">
                  <c:v>84.266128499999994</c:v>
                </c:pt>
                <c:pt idx="2115">
                  <c:v>84.266128499999994</c:v>
                </c:pt>
                <c:pt idx="2116">
                  <c:v>84.266128499999994</c:v>
                </c:pt>
                <c:pt idx="2117">
                  <c:v>84.266128499999994</c:v>
                </c:pt>
                <c:pt idx="2118">
                  <c:v>84.266128499999994</c:v>
                </c:pt>
                <c:pt idx="2119">
                  <c:v>84.266128499999994</c:v>
                </c:pt>
                <c:pt idx="2120">
                  <c:v>84.266128499999994</c:v>
                </c:pt>
                <c:pt idx="2121">
                  <c:v>84.266128499999994</c:v>
                </c:pt>
                <c:pt idx="2122">
                  <c:v>84.266128499999994</c:v>
                </c:pt>
                <c:pt idx="2123">
                  <c:v>84.266128499999994</c:v>
                </c:pt>
                <c:pt idx="2124">
                  <c:v>84.266128499999994</c:v>
                </c:pt>
                <c:pt idx="2125">
                  <c:v>84.266128499999994</c:v>
                </c:pt>
                <c:pt idx="2126">
                  <c:v>84.266128499999994</c:v>
                </c:pt>
                <c:pt idx="2127">
                  <c:v>84.266128499999994</c:v>
                </c:pt>
                <c:pt idx="2128">
                  <c:v>84.266128499999994</c:v>
                </c:pt>
                <c:pt idx="2129">
                  <c:v>84.266128499999994</c:v>
                </c:pt>
                <c:pt idx="2130">
                  <c:v>84.266128499999994</c:v>
                </c:pt>
                <c:pt idx="2131">
                  <c:v>84.266128499999994</c:v>
                </c:pt>
                <c:pt idx="2132">
                  <c:v>84.266128499999994</c:v>
                </c:pt>
                <c:pt idx="2133">
                  <c:v>84.266128499999994</c:v>
                </c:pt>
                <c:pt idx="2134">
                  <c:v>84.266128499999994</c:v>
                </c:pt>
                <c:pt idx="2135">
                  <c:v>84.266128499999994</c:v>
                </c:pt>
                <c:pt idx="2136">
                  <c:v>84.266128499999994</c:v>
                </c:pt>
                <c:pt idx="2137">
                  <c:v>84.266128499999994</c:v>
                </c:pt>
                <c:pt idx="2138">
                  <c:v>84.266128499999994</c:v>
                </c:pt>
                <c:pt idx="2139">
                  <c:v>84.266128499999994</c:v>
                </c:pt>
                <c:pt idx="2140">
                  <c:v>84.266128499999994</c:v>
                </c:pt>
                <c:pt idx="2141">
                  <c:v>84.266128499999994</c:v>
                </c:pt>
                <c:pt idx="2142">
                  <c:v>84.266128499999994</c:v>
                </c:pt>
                <c:pt idx="2143">
                  <c:v>84.266128499999994</c:v>
                </c:pt>
                <c:pt idx="2144">
                  <c:v>84.266128499999994</c:v>
                </c:pt>
                <c:pt idx="2145">
                  <c:v>84.266128499999994</c:v>
                </c:pt>
                <c:pt idx="2146">
                  <c:v>84.266128499999994</c:v>
                </c:pt>
                <c:pt idx="2147">
                  <c:v>84.266128499999994</c:v>
                </c:pt>
                <c:pt idx="2148">
                  <c:v>84.266128499999994</c:v>
                </c:pt>
                <c:pt idx="2149">
                  <c:v>84.266128499999994</c:v>
                </c:pt>
                <c:pt idx="2150">
                  <c:v>84.266128499999994</c:v>
                </c:pt>
                <c:pt idx="2151">
                  <c:v>84.266128499999994</c:v>
                </c:pt>
                <c:pt idx="2152">
                  <c:v>84.266128499999994</c:v>
                </c:pt>
                <c:pt idx="2153">
                  <c:v>84.266128499999994</c:v>
                </c:pt>
                <c:pt idx="2154">
                  <c:v>84.266128499999994</c:v>
                </c:pt>
                <c:pt idx="2155">
                  <c:v>84.266128499999994</c:v>
                </c:pt>
                <c:pt idx="2156">
                  <c:v>84.266128499999994</c:v>
                </c:pt>
                <c:pt idx="2157">
                  <c:v>84.266128499999994</c:v>
                </c:pt>
                <c:pt idx="2158">
                  <c:v>84.266128499999994</c:v>
                </c:pt>
                <c:pt idx="2159">
                  <c:v>84.266128499999994</c:v>
                </c:pt>
                <c:pt idx="2160">
                  <c:v>84.266128499999994</c:v>
                </c:pt>
                <c:pt idx="2161">
                  <c:v>84.266128499999994</c:v>
                </c:pt>
                <c:pt idx="2162">
                  <c:v>84.266128499999994</c:v>
                </c:pt>
                <c:pt idx="2163">
                  <c:v>84.266128499999994</c:v>
                </c:pt>
                <c:pt idx="2164">
                  <c:v>84.266128499999994</c:v>
                </c:pt>
                <c:pt idx="2165">
                  <c:v>84.266128499999994</c:v>
                </c:pt>
                <c:pt idx="2166">
                  <c:v>84.266128499999994</c:v>
                </c:pt>
                <c:pt idx="2167">
                  <c:v>84.266128499999994</c:v>
                </c:pt>
                <c:pt idx="2168">
                  <c:v>84.266128499999994</c:v>
                </c:pt>
                <c:pt idx="2169">
                  <c:v>84.266128499999994</c:v>
                </c:pt>
                <c:pt idx="2170">
                  <c:v>84.266128499999994</c:v>
                </c:pt>
                <c:pt idx="2171">
                  <c:v>84.266128499999994</c:v>
                </c:pt>
                <c:pt idx="2172">
                  <c:v>84.266128499999994</c:v>
                </c:pt>
                <c:pt idx="2173">
                  <c:v>84.266128499999994</c:v>
                </c:pt>
                <c:pt idx="2174">
                  <c:v>84.266128499999994</c:v>
                </c:pt>
                <c:pt idx="2175">
                  <c:v>84.266128499999994</c:v>
                </c:pt>
                <c:pt idx="2176">
                  <c:v>84.266128499999994</c:v>
                </c:pt>
                <c:pt idx="2177">
                  <c:v>84.266128499999994</c:v>
                </c:pt>
                <c:pt idx="2178">
                  <c:v>84.266128499999994</c:v>
                </c:pt>
                <c:pt idx="2179">
                  <c:v>84.266128499999994</c:v>
                </c:pt>
                <c:pt idx="2180">
                  <c:v>84.266128499999994</c:v>
                </c:pt>
                <c:pt idx="2181">
                  <c:v>84.266128499999994</c:v>
                </c:pt>
                <c:pt idx="2182">
                  <c:v>84.266128499999994</c:v>
                </c:pt>
                <c:pt idx="2183">
                  <c:v>84.266128499999994</c:v>
                </c:pt>
                <c:pt idx="2184">
                  <c:v>84.266128499999994</c:v>
                </c:pt>
                <c:pt idx="2185">
                  <c:v>84.266128499999994</c:v>
                </c:pt>
                <c:pt idx="2186">
                  <c:v>84.266128499999994</c:v>
                </c:pt>
                <c:pt idx="2187">
                  <c:v>84.266128499999994</c:v>
                </c:pt>
                <c:pt idx="2188">
                  <c:v>84.266128499999994</c:v>
                </c:pt>
                <c:pt idx="2189">
                  <c:v>84.266128499999994</c:v>
                </c:pt>
                <c:pt idx="2190">
                  <c:v>84.266128499999994</c:v>
                </c:pt>
                <c:pt idx="2191">
                  <c:v>84.266128499999994</c:v>
                </c:pt>
                <c:pt idx="2192">
                  <c:v>84.266128499999994</c:v>
                </c:pt>
                <c:pt idx="2193">
                  <c:v>84.266128499999994</c:v>
                </c:pt>
                <c:pt idx="2194">
                  <c:v>84.266128499999994</c:v>
                </c:pt>
                <c:pt idx="2195">
                  <c:v>84.266128499999994</c:v>
                </c:pt>
                <c:pt idx="2196">
                  <c:v>84.266128499999994</c:v>
                </c:pt>
                <c:pt idx="2197">
                  <c:v>84.266128499999994</c:v>
                </c:pt>
                <c:pt idx="2198">
                  <c:v>84.266128499999994</c:v>
                </c:pt>
                <c:pt idx="2199">
                  <c:v>84.266128499999994</c:v>
                </c:pt>
                <c:pt idx="2200">
                  <c:v>84.266128499999994</c:v>
                </c:pt>
                <c:pt idx="2201">
                  <c:v>84.266128499999994</c:v>
                </c:pt>
                <c:pt idx="2202">
                  <c:v>84.266128499999994</c:v>
                </c:pt>
                <c:pt idx="2203">
                  <c:v>84.266128499999994</c:v>
                </c:pt>
                <c:pt idx="2204">
                  <c:v>84.266128499999994</c:v>
                </c:pt>
                <c:pt idx="2205">
                  <c:v>84.266128499999994</c:v>
                </c:pt>
                <c:pt idx="2206">
                  <c:v>84.266128499999994</c:v>
                </c:pt>
                <c:pt idx="2207">
                  <c:v>84.266128499999994</c:v>
                </c:pt>
                <c:pt idx="2208">
                  <c:v>84.266128499999994</c:v>
                </c:pt>
                <c:pt idx="2209">
                  <c:v>84.266128499999994</c:v>
                </c:pt>
                <c:pt idx="2210">
                  <c:v>84.266128499999994</c:v>
                </c:pt>
                <c:pt idx="2211">
                  <c:v>84.266128499999994</c:v>
                </c:pt>
                <c:pt idx="2212">
                  <c:v>84.266128499999994</c:v>
                </c:pt>
                <c:pt idx="2213">
                  <c:v>84.266128499999994</c:v>
                </c:pt>
                <c:pt idx="2214">
                  <c:v>84.266128499999994</c:v>
                </c:pt>
                <c:pt idx="2215">
                  <c:v>84.266128499999994</c:v>
                </c:pt>
                <c:pt idx="2216">
                  <c:v>84.266128499999994</c:v>
                </c:pt>
                <c:pt idx="2217">
                  <c:v>84.266128499999994</c:v>
                </c:pt>
                <c:pt idx="2218">
                  <c:v>84.266128499999994</c:v>
                </c:pt>
                <c:pt idx="2219">
                  <c:v>84.266128499999994</c:v>
                </c:pt>
                <c:pt idx="2220">
                  <c:v>84.266128499999994</c:v>
                </c:pt>
                <c:pt idx="2221">
                  <c:v>84.266128499999994</c:v>
                </c:pt>
                <c:pt idx="2222">
                  <c:v>84.266128499999994</c:v>
                </c:pt>
                <c:pt idx="2223">
                  <c:v>84.266128499999994</c:v>
                </c:pt>
                <c:pt idx="2224">
                  <c:v>84.266128499999994</c:v>
                </c:pt>
                <c:pt idx="2225">
                  <c:v>84.266128499999994</c:v>
                </c:pt>
                <c:pt idx="2226">
                  <c:v>84.266128499999994</c:v>
                </c:pt>
                <c:pt idx="2227">
                  <c:v>84.266128499999994</c:v>
                </c:pt>
                <c:pt idx="2228">
                  <c:v>84.266128499999994</c:v>
                </c:pt>
                <c:pt idx="2229">
                  <c:v>84.266128499999994</c:v>
                </c:pt>
                <c:pt idx="2230">
                  <c:v>84.266128499999994</c:v>
                </c:pt>
                <c:pt idx="2231">
                  <c:v>84.266128499999994</c:v>
                </c:pt>
                <c:pt idx="2232">
                  <c:v>84.266128499999994</c:v>
                </c:pt>
                <c:pt idx="2233">
                  <c:v>84.266128499999994</c:v>
                </c:pt>
                <c:pt idx="2234">
                  <c:v>84.266128499999994</c:v>
                </c:pt>
                <c:pt idx="2235">
                  <c:v>84.266128499999994</c:v>
                </c:pt>
                <c:pt idx="2236">
                  <c:v>84.266128499999994</c:v>
                </c:pt>
                <c:pt idx="2237">
                  <c:v>84.266128499999994</c:v>
                </c:pt>
                <c:pt idx="2238">
                  <c:v>84.266128499999994</c:v>
                </c:pt>
                <c:pt idx="2239">
                  <c:v>84.266128499999994</c:v>
                </c:pt>
                <c:pt idx="2240">
                  <c:v>84.266128499999994</c:v>
                </c:pt>
                <c:pt idx="2241">
                  <c:v>84.266128499999994</c:v>
                </c:pt>
                <c:pt idx="2242">
                  <c:v>84.266128499999994</c:v>
                </c:pt>
                <c:pt idx="2243">
                  <c:v>84.266128499999994</c:v>
                </c:pt>
                <c:pt idx="2244">
                  <c:v>84.266128499999994</c:v>
                </c:pt>
                <c:pt idx="2245">
                  <c:v>84.266128499999994</c:v>
                </c:pt>
                <c:pt idx="2246">
                  <c:v>84.266128499999994</c:v>
                </c:pt>
                <c:pt idx="2247">
                  <c:v>84.266128499999994</c:v>
                </c:pt>
                <c:pt idx="2248">
                  <c:v>84.266128499999994</c:v>
                </c:pt>
                <c:pt idx="2249">
                  <c:v>84.266128499999994</c:v>
                </c:pt>
                <c:pt idx="2250">
                  <c:v>84.266128499999994</c:v>
                </c:pt>
                <c:pt idx="2251">
                  <c:v>84.266128499999994</c:v>
                </c:pt>
                <c:pt idx="2252">
                  <c:v>84.266128499999994</c:v>
                </c:pt>
                <c:pt idx="2253">
                  <c:v>84.266128499999994</c:v>
                </c:pt>
                <c:pt idx="2254">
                  <c:v>84.266128499999994</c:v>
                </c:pt>
                <c:pt idx="2255">
                  <c:v>84.266128499999994</c:v>
                </c:pt>
                <c:pt idx="2256">
                  <c:v>84.266128499999994</c:v>
                </c:pt>
                <c:pt idx="2257">
                  <c:v>84.266128499999994</c:v>
                </c:pt>
                <c:pt idx="2258">
                  <c:v>84.266128499999994</c:v>
                </c:pt>
                <c:pt idx="2259">
                  <c:v>84.266128499999994</c:v>
                </c:pt>
                <c:pt idx="2260">
                  <c:v>84.266128499999994</c:v>
                </c:pt>
                <c:pt idx="2261">
                  <c:v>84.266128499999994</c:v>
                </c:pt>
                <c:pt idx="2262">
                  <c:v>84.266128499999994</c:v>
                </c:pt>
                <c:pt idx="2263">
                  <c:v>84.266128499999994</c:v>
                </c:pt>
                <c:pt idx="2264">
                  <c:v>84.266128499999994</c:v>
                </c:pt>
                <c:pt idx="2265">
                  <c:v>84.266128499999994</c:v>
                </c:pt>
                <c:pt idx="2266">
                  <c:v>84.266128499999994</c:v>
                </c:pt>
                <c:pt idx="2267">
                  <c:v>84.266128499999994</c:v>
                </c:pt>
                <c:pt idx="2268">
                  <c:v>84.266128499999994</c:v>
                </c:pt>
                <c:pt idx="2269">
                  <c:v>84.266128499999994</c:v>
                </c:pt>
                <c:pt idx="2270">
                  <c:v>84.266128499999994</c:v>
                </c:pt>
                <c:pt idx="2271">
                  <c:v>84.266128499999994</c:v>
                </c:pt>
                <c:pt idx="2272">
                  <c:v>84.266128499999994</c:v>
                </c:pt>
                <c:pt idx="2273">
                  <c:v>84.266128499999994</c:v>
                </c:pt>
                <c:pt idx="2274">
                  <c:v>84.266128499999994</c:v>
                </c:pt>
                <c:pt idx="2275">
                  <c:v>84.266128499999994</c:v>
                </c:pt>
                <c:pt idx="2276">
                  <c:v>84.266128499999994</c:v>
                </c:pt>
                <c:pt idx="2277">
                  <c:v>84.266128499999994</c:v>
                </c:pt>
                <c:pt idx="2278">
                  <c:v>84.266128499999994</c:v>
                </c:pt>
                <c:pt idx="2279">
                  <c:v>84.266128499999994</c:v>
                </c:pt>
                <c:pt idx="2280">
                  <c:v>84.266128499999994</c:v>
                </c:pt>
                <c:pt idx="2281">
                  <c:v>84.266128499999994</c:v>
                </c:pt>
                <c:pt idx="2282">
                  <c:v>84.266128499999994</c:v>
                </c:pt>
                <c:pt idx="2283">
                  <c:v>84.266128499999994</c:v>
                </c:pt>
                <c:pt idx="2284">
                  <c:v>84.266128499999994</c:v>
                </c:pt>
                <c:pt idx="2285">
                  <c:v>84.266128499999994</c:v>
                </c:pt>
                <c:pt idx="2286">
                  <c:v>84.266128499999994</c:v>
                </c:pt>
                <c:pt idx="2287">
                  <c:v>84.266128499999994</c:v>
                </c:pt>
                <c:pt idx="2288">
                  <c:v>84.266128499999994</c:v>
                </c:pt>
                <c:pt idx="2289">
                  <c:v>84.266128499999994</c:v>
                </c:pt>
                <c:pt idx="2290">
                  <c:v>84.266128499999994</c:v>
                </c:pt>
                <c:pt idx="2291">
                  <c:v>84.266128499999994</c:v>
                </c:pt>
                <c:pt idx="2292">
                  <c:v>84.266128499999994</c:v>
                </c:pt>
                <c:pt idx="2293">
                  <c:v>84.266128499999994</c:v>
                </c:pt>
                <c:pt idx="2294">
                  <c:v>84.266128499999994</c:v>
                </c:pt>
                <c:pt idx="2295">
                  <c:v>84.266128499999994</c:v>
                </c:pt>
                <c:pt idx="2296">
                  <c:v>84.266128499999994</c:v>
                </c:pt>
                <c:pt idx="2297">
                  <c:v>84.266128499999994</c:v>
                </c:pt>
                <c:pt idx="2298">
                  <c:v>84.266128499999994</c:v>
                </c:pt>
                <c:pt idx="2299">
                  <c:v>84.266128499999994</c:v>
                </c:pt>
                <c:pt idx="2300">
                  <c:v>84.266128499999994</c:v>
                </c:pt>
                <c:pt idx="2301">
                  <c:v>84.266128499999994</c:v>
                </c:pt>
                <c:pt idx="2302">
                  <c:v>84.266128499999994</c:v>
                </c:pt>
                <c:pt idx="2303">
                  <c:v>84.266128499999994</c:v>
                </c:pt>
                <c:pt idx="2304">
                  <c:v>84.266128499999994</c:v>
                </c:pt>
                <c:pt idx="2305">
                  <c:v>84.266128499999994</c:v>
                </c:pt>
                <c:pt idx="2306">
                  <c:v>84.266128499999994</c:v>
                </c:pt>
                <c:pt idx="2307">
                  <c:v>84.266128499999994</c:v>
                </c:pt>
                <c:pt idx="2308">
                  <c:v>84.266128499999994</c:v>
                </c:pt>
                <c:pt idx="2309">
                  <c:v>84.266128499999994</c:v>
                </c:pt>
                <c:pt idx="2310">
                  <c:v>84.266128499999994</c:v>
                </c:pt>
                <c:pt idx="2311">
                  <c:v>84.266128499999994</c:v>
                </c:pt>
                <c:pt idx="2312">
                  <c:v>84.266128499999994</c:v>
                </c:pt>
                <c:pt idx="2313">
                  <c:v>84.266128499999994</c:v>
                </c:pt>
                <c:pt idx="2314">
                  <c:v>84.266128499999994</c:v>
                </c:pt>
                <c:pt idx="2315">
                  <c:v>84.266128499999994</c:v>
                </c:pt>
                <c:pt idx="2316">
                  <c:v>84.266128499999994</c:v>
                </c:pt>
                <c:pt idx="2317">
                  <c:v>84.266128499999994</c:v>
                </c:pt>
                <c:pt idx="2318">
                  <c:v>84.266128499999994</c:v>
                </c:pt>
                <c:pt idx="2319">
                  <c:v>84.266128499999994</c:v>
                </c:pt>
                <c:pt idx="2320">
                  <c:v>84.266128499999994</c:v>
                </c:pt>
                <c:pt idx="2321">
                  <c:v>84.266128499999994</c:v>
                </c:pt>
                <c:pt idx="2322">
                  <c:v>84.266128499999994</c:v>
                </c:pt>
                <c:pt idx="2323">
                  <c:v>84.266128499999994</c:v>
                </c:pt>
                <c:pt idx="2324">
                  <c:v>84.266128499999994</c:v>
                </c:pt>
                <c:pt idx="2325">
                  <c:v>84.266128499999994</c:v>
                </c:pt>
                <c:pt idx="2326">
                  <c:v>84.266128499999994</c:v>
                </c:pt>
                <c:pt idx="2327">
                  <c:v>84.266128499999994</c:v>
                </c:pt>
                <c:pt idx="2328">
                  <c:v>84.266128499999994</c:v>
                </c:pt>
                <c:pt idx="2329">
                  <c:v>84.266128499999994</c:v>
                </c:pt>
                <c:pt idx="2330">
                  <c:v>84.266128499999994</c:v>
                </c:pt>
                <c:pt idx="2331">
                  <c:v>84.266128499999994</c:v>
                </c:pt>
                <c:pt idx="2332">
                  <c:v>84.266128499999994</c:v>
                </c:pt>
                <c:pt idx="2333">
                  <c:v>84.266128499999994</c:v>
                </c:pt>
                <c:pt idx="2334">
                  <c:v>84.266128499999994</c:v>
                </c:pt>
                <c:pt idx="2335">
                  <c:v>84.266128499999994</c:v>
                </c:pt>
                <c:pt idx="2336">
                  <c:v>84.266128499999994</c:v>
                </c:pt>
                <c:pt idx="2337">
                  <c:v>84.266128499999994</c:v>
                </c:pt>
                <c:pt idx="2338">
                  <c:v>84.266128499999994</c:v>
                </c:pt>
                <c:pt idx="2339">
                  <c:v>84.266128499999994</c:v>
                </c:pt>
                <c:pt idx="2340">
                  <c:v>84.266128499999994</c:v>
                </c:pt>
                <c:pt idx="2341">
                  <c:v>84.266128499999994</c:v>
                </c:pt>
                <c:pt idx="2342">
                  <c:v>84.266128499999994</c:v>
                </c:pt>
                <c:pt idx="2343">
                  <c:v>84.266128499999994</c:v>
                </c:pt>
                <c:pt idx="2344">
                  <c:v>84.266128499999994</c:v>
                </c:pt>
                <c:pt idx="2345">
                  <c:v>84.266128499999994</c:v>
                </c:pt>
                <c:pt idx="2346">
                  <c:v>84.266128499999994</c:v>
                </c:pt>
                <c:pt idx="2347">
                  <c:v>84.266128499999994</c:v>
                </c:pt>
                <c:pt idx="2348">
                  <c:v>84.266128499999994</c:v>
                </c:pt>
                <c:pt idx="2349">
                  <c:v>84.266128499999994</c:v>
                </c:pt>
                <c:pt idx="2350">
                  <c:v>84.266128499999994</c:v>
                </c:pt>
                <c:pt idx="2351">
                  <c:v>84.266128499999994</c:v>
                </c:pt>
                <c:pt idx="2352">
                  <c:v>84.266128499999994</c:v>
                </c:pt>
                <c:pt idx="2353">
                  <c:v>84.266128499999994</c:v>
                </c:pt>
                <c:pt idx="2354">
                  <c:v>84.266128499999994</c:v>
                </c:pt>
                <c:pt idx="2355">
                  <c:v>84.266128499999994</c:v>
                </c:pt>
                <c:pt idx="2356">
                  <c:v>84.266128499999994</c:v>
                </c:pt>
                <c:pt idx="2357">
                  <c:v>84.266128499999994</c:v>
                </c:pt>
                <c:pt idx="2358">
                  <c:v>84.266128499999994</c:v>
                </c:pt>
                <c:pt idx="2359">
                  <c:v>84.266128499999994</c:v>
                </c:pt>
                <c:pt idx="2360">
                  <c:v>84.266128499999994</c:v>
                </c:pt>
                <c:pt idx="2361">
                  <c:v>84.266128499999994</c:v>
                </c:pt>
                <c:pt idx="2362">
                  <c:v>84.266128499999994</c:v>
                </c:pt>
                <c:pt idx="2363">
                  <c:v>84.266128499999994</c:v>
                </c:pt>
                <c:pt idx="2364">
                  <c:v>84.266128499999994</c:v>
                </c:pt>
                <c:pt idx="2365">
                  <c:v>84.266128499999994</c:v>
                </c:pt>
                <c:pt idx="2366">
                  <c:v>84.266128499999994</c:v>
                </c:pt>
                <c:pt idx="2367">
                  <c:v>84.266128499999994</c:v>
                </c:pt>
                <c:pt idx="2368">
                  <c:v>84.266128499999994</c:v>
                </c:pt>
                <c:pt idx="2369">
                  <c:v>84.266128499999994</c:v>
                </c:pt>
                <c:pt idx="2370">
                  <c:v>84.266128499999994</c:v>
                </c:pt>
                <c:pt idx="2371">
                  <c:v>84.266128499999994</c:v>
                </c:pt>
                <c:pt idx="2372">
                  <c:v>84.266128499999994</c:v>
                </c:pt>
                <c:pt idx="2373">
                  <c:v>84.266128499999994</c:v>
                </c:pt>
                <c:pt idx="2374">
                  <c:v>84.266128499999994</c:v>
                </c:pt>
                <c:pt idx="2375">
                  <c:v>84.266128499999994</c:v>
                </c:pt>
                <c:pt idx="2376">
                  <c:v>84.266128499999994</c:v>
                </c:pt>
                <c:pt idx="2377">
                  <c:v>84.266128499999994</c:v>
                </c:pt>
                <c:pt idx="2378">
                  <c:v>84.266128499999994</c:v>
                </c:pt>
                <c:pt idx="2379">
                  <c:v>84.266128499999994</c:v>
                </c:pt>
                <c:pt idx="2380">
                  <c:v>84.266128499999994</c:v>
                </c:pt>
                <c:pt idx="2381">
                  <c:v>84.266128499999994</c:v>
                </c:pt>
                <c:pt idx="2382">
                  <c:v>84.266128499999994</c:v>
                </c:pt>
                <c:pt idx="2383">
                  <c:v>84.266128499999994</c:v>
                </c:pt>
                <c:pt idx="2384">
                  <c:v>84.266128499999994</c:v>
                </c:pt>
                <c:pt idx="2385">
                  <c:v>84.266128499999994</c:v>
                </c:pt>
                <c:pt idx="2386">
                  <c:v>84.266128499999994</c:v>
                </c:pt>
                <c:pt idx="2387">
                  <c:v>84.266128499999994</c:v>
                </c:pt>
                <c:pt idx="2388">
                  <c:v>84.266128499999994</c:v>
                </c:pt>
                <c:pt idx="2389">
                  <c:v>84.266128499999994</c:v>
                </c:pt>
                <c:pt idx="2390">
                  <c:v>84.266128499999994</c:v>
                </c:pt>
                <c:pt idx="2391">
                  <c:v>84.266128499999994</c:v>
                </c:pt>
                <c:pt idx="2392">
                  <c:v>84.266128499999994</c:v>
                </c:pt>
                <c:pt idx="2393">
                  <c:v>84.266128499999994</c:v>
                </c:pt>
                <c:pt idx="2394">
                  <c:v>84.266128499999994</c:v>
                </c:pt>
                <c:pt idx="2395">
                  <c:v>84.266128499999994</c:v>
                </c:pt>
                <c:pt idx="2396">
                  <c:v>84.266128499999994</c:v>
                </c:pt>
                <c:pt idx="2397">
                  <c:v>84.266128499999994</c:v>
                </c:pt>
                <c:pt idx="2398">
                  <c:v>84.266128499999994</c:v>
                </c:pt>
                <c:pt idx="2399">
                  <c:v>84.266128499999994</c:v>
                </c:pt>
                <c:pt idx="2400">
                  <c:v>84.266128499999994</c:v>
                </c:pt>
                <c:pt idx="2401">
                  <c:v>84.266128499999994</c:v>
                </c:pt>
                <c:pt idx="2402">
                  <c:v>84.266128499999994</c:v>
                </c:pt>
                <c:pt idx="2403">
                  <c:v>84.266128499999994</c:v>
                </c:pt>
                <c:pt idx="2404">
                  <c:v>84.266128499999994</c:v>
                </c:pt>
                <c:pt idx="2405">
                  <c:v>84.266128499999994</c:v>
                </c:pt>
                <c:pt idx="2406">
                  <c:v>84.266128499999994</c:v>
                </c:pt>
                <c:pt idx="2407">
                  <c:v>84.266128499999994</c:v>
                </c:pt>
                <c:pt idx="2408">
                  <c:v>84.266128499999994</c:v>
                </c:pt>
                <c:pt idx="2409">
                  <c:v>84.266128499999994</c:v>
                </c:pt>
                <c:pt idx="2410">
                  <c:v>84.266128499999994</c:v>
                </c:pt>
                <c:pt idx="2411">
                  <c:v>84.266128499999994</c:v>
                </c:pt>
                <c:pt idx="2412">
                  <c:v>84.266128499999994</c:v>
                </c:pt>
                <c:pt idx="2413">
                  <c:v>84.266128499999994</c:v>
                </c:pt>
                <c:pt idx="2414">
                  <c:v>84.266128499999994</c:v>
                </c:pt>
                <c:pt idx="2415">
                  <c:v>84.266128499999994</c:v>
                </c:pt>
                <c:pt idx="2416">
                  <c:v>84.266128499999994</c:v>
                </c:pt>
                <c:pt idx="2417">
                  <c:v>84.266128499999994</c:v>
                </c:pt>
                <c:pt idx="2418">
                  <c:v>84.266128499999994</c:v>
                </c:pt>
                <c:pt idx="2419">
                  <c:v>84.266128499999994</c:v>
                </c:pt>
                <c:pt idx="2420">
                  <c:v>84.266128499999994</c:v>
                </c:pt>
                <c:pt idx="2421">
                  <c:v>84.266128499999994</c:v>
                </c:pt>
                <c:pt idx="2422">
                  <c:v>84.266128499999994</c:v>
                </c:pt>
                <c:pt idx="2423">
                  <c:v>84.266128499999994</c:v>
                </c:pt>
                <c:pt idx="2424">
                  <c:v>84.266128499999994</c:v>
                </c:pt>
                <c:pt idx="2425">
                  <c:v>84.266128499999994</c:v>
                </c:pt>
                <c:pt idx="2426">
                  <c:v>84.266128499999994</c:v>
                </c:pt>
                <c:pt idx="2427">
                  <c:v>84.266128499999994</c:v>
                </c:pt>
                <c:pt idx="2428">
                  <c:v>84.266128499999994</c:v>
                </c:pt>
                <c:pt idx="2429">
                  <c:v>84.266128499999994</c:v>
                </c:pt>
                <c:pt idx="2430">
                  <c:v>84.266128499999994</c:v>
                </c:pt>
                <c:pt idx="2431">
                  <c:v>84.266128499999994</c:v>
                </c:pt>
                <c:pt idx="2432">
                  <c:v>84.266128499999994</c:v>
                </c:pt>
                <c:pt idx="2433">
                  <c:v>84.266128499999994</c:v>
                </c:pt>
                <c:pt idx="2434">
                  <c:v>84.266128499999994</c:v>
                </c:pt>
                <c:pt idx="2435">
                  <c:v>84.266128499999994</c:v>
                </c:pt>
                <c:pt idx="2436">
                  <c:v>84.266128499999994</c:v>
                </c:pt>
                <c:pt idx="2437">
                  <c:v>84.266128499999994</c:v>
                </c:pt>
                <c:pt idx="2438">
                  <c:v>84.266128499999994</c:v>
                </c:pt>
                <c:pt idx="2439">
                  <c:v>84.266128499999994</c:v>
                </c:pt>
                <c:pt idx="2440">
                  <c:v>84.266128499999994</c:v>
                </c:pt>
                <c:pt idx="2441">
                  <c:v>84.266128499999994</c:v>
                </c:pt>
                <c:pt idx="2442">
                  <c:v>84.266128499999994</c:v>
                </c:pt>
                <c:pt idx="2443">
                  <c:v>84.266128499999994</c:v>
                </c:pt>
                <c:pt idx="2444">
                  <c:v>84.266128499999994</c:v>
                </c:pt>
                <c:pt idx="2445">
                  <c:v>84.266128499999994</c:v>
                </c:pt>
                <c:pt idx="2446">
                  <c:v>84.266128499999994</c:v>
                </c:pt>
                <c:pt idx="2447">
                  <c:v>84.266128499999994</c:v>
                </c:pt>
                <c:pt idx="2448">
                  <c:v>84.266128499999994</c:v>
                </c:pt>
                <c:pt idx="2449">
                  <c:v>84.266128499999994</c:v>
                </c:pt>
                <c:pt idx="2450">
                  <c:v>84.266128499999994</c:v>
                </c:pt>
                <c:pt idx="2451">
                  <c:v>84.266128499999994</c:v>
                </c:pt>
                <c:pt idx="2452">
                  <c:v>84.266128499999994</c:v>
                </c:pt>
                <c:pt idx="2453">
                  <c:v>84.266128499999994</c:v>
                </c:pt>
                <c:pt idx="2454">
                  <c:v>84.266128499999994</c:v>
                </c:pt>
                <c:pt idx="2455">
                  <c:v>84.266128499999994</c:v>
                </c:pt>
                <c:pt idx="2456">
                  <c:v>84.266128499999994</c:v>
                </c:pt>
                <c:pt idx="2457">
                  <c:v>84.266128499999994</c:v>
                </c:pt>
                <c:pt idx="2458">
                  <c:v>84.266128499999994</c:v>
                </c:pt>
                <c:pt idx="2459">
                  <c:v>84.266128499999994</c:v>
                </c:pt>
                <c:pt idx="2460">
                  <c:v>84.266128499999994</c:v>
                </c:pt>
                <c:pt idx="2461">
                  <c:v>84.266128499999994</c:v>
                </c:pt>
                <c:pt idx="2462">
                  <c:v>84.266128499999994</c:v>
                </c:pt>
                <c:pt idx="2463">
                  <c:v>84.266128499999994</c:v>
                </c:pt>
                <c:pt idx="2464">
                  <c:v>84.266128499999994</c:v>
                </c:pt>
                <c:pt idx="2465">
                  <c:v>84.266128499999994</c:v>
                </c:pt>
                <c:pt idx="2466">
                  <c:v>84.266128499999994</c:v>
                </c:pt>
                <c:pt idx="2467">
                  <c:v>84.266128499999994</c:v>
                </c:pt>
                <c:pt idx="2468">
                  <c:v>84.266128499999994</c:v>
                </c:pt>
                <c:pt idx="2469">
                  <c:v>84.266128499999994</c:v>
                </c:pt>
                <c:pt idx="2470">
                  <c:v>84.266128499999994</c:v>
                </c:pt>
                <c:pt idx="2471">
                  <c:v>84.266128499999994</c:v>
                </c:pt>
                <c:pt idx="2472">
                  <c:v>84.266128499999994</c:v>
                </c:pt>
                <c:pt idx="2473">
                  <c:v>84.266128499999994</c:v>
                </c:pt>
                <c:pt idx="2474">
                  <c:v>84.266128499999994</c:v>
                </c:pt>
                <c:pt idx="2475">
                  <c:v>84.266128499999994</c:v>
                </c:pt>
                <c:pt idx="2476">
                  <c:v>84.266128499999994</c:v>
                </c:pt>
                <c:pt idx="2477">
                  <c:v>84.266128499999994</c:v>
                </c:pt>
                <c:pt idx="2478">
                  <c:v>84.266128499999994</c:v>
                </c:pt>
                <c:pt idx="2479">
                  <c:v>84.266128499999994</c:v>
                </c:pt>
                <c:pt idx="2480">
                  <c:v>84.266128499999994</c:v>
                </c:pt>
                <c:pt idx="2481">
                  <c:v>84.266128499999994</c:v>
                </c:pt>
                <c:pt idx="2482">
                  <c:v>84.266128499999994</c:v>
                </c:pt>
                <c:pt idx="2483">
                  <c:v>84.266128499999994</c:v>
                </c:pt>
                <c:pt idx="2484">
                  <c:v>84.266128499999994</c:v>
                </c:pt>
                <c:pt idx="2485">
                  <c:v>84.266128499999994</c:v>
                </c:pt>
                <c:pt idx="2486">
                  <c:v>84.266128499999994</c:v>
                </c:pt>
                <c:pt idx="2487">
                  <c:v>84.266128499999994</c:v>
                </c:pt>
                <c:pt idx="2488">
                  <c:v>84.266128499999994</c:v>
                </c:pt>
                <c:pt idx="2489">
                  <c:v>84.266128499999994</c:v>
                </c:pt>
                <c:pt idx="2490">
                  <c:v>84.266128499999994</c:v>
                </c:pt>
                <c:pt idx="2491">
                  <c:v>84.266128499999994</c:v>
                </c:pt>
                <c:pt idx="2492">
                  <c:v>84.266128499999994</c:v>
                </c:pt>
                <c:pt idx="2493">
                  <c:v>84.266128499999994</c:v>
                </c:pt>
                <c:pt idx="2494">
                  <c:v>84.266128499999994</c:v>
                </c:pt>
                <c:pt idx="2495">
                  <c:v>84.266128499999994</c:v>
                </c:pt>
                <c:pt idx="2496">
                  <c:v>84.266128499999994</c:v>
                </c:pt>
                <c:pt idx="2497">
                  <c:v>84.266128499999994</c:v>
                </c:pt>
                <c:pt idx="2498">
                  <c:v>84.266128499999994</c:v>
                </c:pt>
                <c:pt idx="2499">
                  <c:v>84.266128499999994</c:v>
                </c:pt>
                <c:pt idx="2500">
                  <c:v>84.266128499999994</c:v>
                </c:pt>
                <c:pt idx="2501">
                  <c:v>84.266128499999994</c:v>
                </c:pt>
                <c:pt idx="2502">
                  <c:v>84.266128499999994</c:v>
                </c:pt>
                <c:pt idx="2503">
                  <c:v>84.266128499999994</c:v>
                </c:pt>
                <c:pt idx="2504">
                  <c:v>84.266128499999994</c:v>
                </c:pt>
                <c:pt idx="2505">
                  <c:v>84.266128499999994</c:v>
                </c:pt>
                <c:pt idx="2506">
                  <c:v>84.266128499999994</c:v>
                </c:pt>
                <c:pt idx="2507">
                  <c:v>84.266128499999994</c:v>
                </c:pt>
                <c:pt idx="2508">
                  <c:v>84.266128499999994</c:v>
                </c:pt>
                <c:pt idx="2509">
                  <c:v>84.266128499999994</c:v>
                </c:pt>
                <c:pt idx="2510">
                  <c:v>84.266128499999994</c:v>
                </c:pt>
                <c:pt idx="2511">
                  <c:v>84.266128499999994</c:v>
                </c:pt>
                <c:pt idx="2512">
                  <c:v>84.266128499999994</c:v>
                </c:pt>
                <c:pt idx="2513">
                  <c:v>84.266128499999994</c:v>
                </c:pt>
                <c:pt idx="2514">
                  <c:v>84.266128499999994</c:v>
                </c:pt>
                <c:pt idx="2515">
                  <c:v>84.266128499999994</c:v>
                </c:pt>
                <c:pt idx="2516">
                  <c:v>84.266128499999994</c:v>
                </c:pt>
                <c:pt idx="2517">
                  <c:v>84.266128499999994</c:v>
                </c:pt>
                <c:pt idx="2518">
                  <c:v>84.266128499999994</c:v>
                </c:pt>
                <c:pt idx="2519">
                  <c:v>84.266128499999994</c:v>
                </c:pt>
                <c:pt idx="2520">
                  <c:v>84.266128499999994</c:v>
                </c:pt>
                <c:pt idx="2521">
                  <c:v>88.332147820000003</c:v>
                </c:pt>
                <c:pt idx="2522">
                  <c:v>88.332147820000003</c:v>
                </c:pt>
                <c:pt idx="2523">
                  <c:v>88.332147820000003</c:v>
                </c:pt>
                <c:pt idx="2524">
                  <c:v>88.332147820000003</c:v>
                </c:pt>
                <c:pt idx="2525">
                  <c:v>88.332147820000003</c:v>
                </c:pt>
                <c:pt idx="2526">
                  <c:v>88.332147820000003</c:v>
                </c:pt>
                <c:pt idx="2527">
                  <c:v>88.332147820000003</c:v>
                </c:pt>
                <c:pt idx="2528">
                  <c:v>88.332147820000003</c:v>
                </c:pt>
                <c:pt idx="2529">
                  <c:v>88.332147820000003</c:v>
                </c:pt>
                <c:pt idx="2530">
                  <c:v>88.332147820000003</c:v>
                </c:pt>
                <c:pt idx="2531">
                  <c:v>88.332147820000003</c:v>
                </c:pt>
                <c:pt idx="2532">
                  <c:v>88.332147820000003</c:v>
                </c:pt>
                <c:pt idx="2533">
                  <c:v>88.332147820000003</c:v>
                </c:pt>
                <c:pt idx="2534">
                  <c:v>88.332147820000003</c:v>
                </c:pt>
                <c:pt idx="2535">
                  <c:v>88.332147820000003</c:v>
                </c:pt>
                <c:pt idx="2536">
                  <c:v>88.407703600000005</c:v>
                </c:pt>
                <c:pt idx="2537">
                  <c:v>88.407703600000005</c:v>
                </c:pt>
                <c:pt idx="2538">
                  <c:v>88.407703600000005</c:v>
                </c:pt>
                <c:pt idx="2539">
                  <c:v>88.407703600000005</c:v>
                </c:pt>
                <c:pt idx="2540">
                  <c:v>88.407703600000005</c:v>
                </c:pt>
                <c:pt idx="2541">
                  <c:v>88.407703600000005</c:v>
                </c:pt>
                <c:pt idx="2542">
                  <c:v>88.407703600000005</c:v>
                </c:pt>
                <c:pt idx="2543">
                  <c:v>88.407703600000005</c:v>
                </c:pt>
                <c:pt idx="2544">
                  <c:v>88.407703600000005</c:v>
                </c:pt>
                <c:pt idx="2545">
                  <c:v>89.516834000000003</c:v>
                </c:pt>
                <c:pt idx="2546">
                  <c:v>89.516834000000003</c:v>
                </c:pt>
                <c:pt idx="2547">
                  <c:v>89.516834000000003</c:v>
                </c:pt>
                <c:pt idx="2548">
                  <c:v>89.516834000000003</c:v>
                </c:pt>
                <c:pt idx="2549">
                  <c:v>89.516834000000003</c:v>
                </c:pt>
                <c:pt idx="2550">
                  <c:v>89.516834000000003</c:v>
                </c:pt>
                <c:pt idx="2551">
                  <c:v>89.516834000000003</c:v>
                </c:pt>
                <c:pt idx="2552">
                  <c:v>89.516834000000003</c:v>
                </c:pt>
                <c:pt idx="2553">
                  <c:v>89.516834000000003</c:v>
                </c:pt>
                <c:pt idx="2554">
                  <c:v>89.516834000000003</c:v>
                </c:pt>
                <c:pt idx="2555">
                  <c:v>89.516834000000003</c:v>
                </c:pt>
                <c:pt idx="2556">
                  <c:v>89.516834000000003</c:v>
                </c:pt>
                <c:pt idx="2557">
                  <c:v>89.516834000000003</c:v>
                </c:pt>
                <c:pt idx="2558">
                  <c:v>89.516834000000003</c:v>
                </c:pt>
                <c:pt idx="2559">
                  <c:v>89.516834000000003</c:v>
                </c:pt>
                <c:pt idx="2560">
                  <c:v>89.516834000000003</c:v>
                </c:pt>
                <c:pt idx="2561">
                  <c:v>89.516834000000003</c:v>
                </c:pt>
                <c:pt idx="2562">
                  <c:v>89.516834000000003</c:v>
                </c:pt>
                <c:pt idx="2563">
                  <c:v>89.516834000000003</c:v>
                </c:pt>
                <c:pt idx="2564">
                  <c:v>89.516834000000003</c:v>
                </c:pt>
                <c:pt idx="2565">
                  <c:v>89.516834000000003</c:v>
                </c:pt>
                <c:pt idx="2566">
                  <c:v>89.516834000000003</c:v>
                </c:pt>
                <c:pt idx="2567">
                  <c:v>89.516834000000003</c:v>
                </c:pt>
                <c:pt idx="2568">
                  <c:v>89.516834000000003</c:v>
                </c:pt>
                <c:pt idx="2569">
                  <c:v>89.516834000000003</c:v>
                </c:pt>
                <c:pt idx="2570">
                  <c:v>89.516834000000003</c:v>
                </c:pt>
                <c:pt idx="2571">
                  <c:v>89.516834000000003</c:v>
                </c:pt>
                <c:pt idx="2572">
                  <c:v>89.516834000000003</c:v>
                </c:pt>
                <c:pt idx="2573">
                  <c:v>89.516834000000003</c:v>
                </c:pt>
                <c:pt idx="2574">
                  <c:v>89.516834000000003</c:v>
                </c:pt>
                <c:pt idx="2575">
                  <c:v>89.516834000000003</c:v>
                </c:pt>
                <c:pt idx="2576">
                  <c:v>89.516834000000003</c:v>
                </c:pt>
                <c:pt idx="2577">
                  <c:v>89.516834000000003</c:v>
                </c:pt>
                <c:pt idx="2578">
                  <c:v>89.516834000000003</c:v>
                </c:pt>
                <c:pt idx="2579">
                  <c:v>89.516834000000003</c:v>
                </c:pt>
                <c:pt idx="2580">
                  <c:v>89.516834000000003</c:v>
                </c:pt>
                <c:pt idx="2581">
                  <c:v>89.516834000000003</c:v>
                </c:pt>
                <c:pt idx="2582">
                  <c:v>89.516834000000003</c:v>
                </c:pt>
                <c:pt idx="2583">
                  <c:v>89.516834000000003</c:v>
                </c:pt>
                <c:pt idx="2584">
                  <c:v>89.516834000000003</c:v>
                </c:pt>
                <c:pt idx="2585">
                  <c:v>89.516834000000003</c:v>
                </c:pt>
                <c:pt idx="2586">
                  <c:v>89.516834000000003</c:v>
                </c:pt>
                <c:pt idx="2587">
                  <c:v>89.516834000000003</c:v>
                </c:pt>
                <c:pt idx="2588">
                  <c:v>89.516834000000003</c:v>
                </c:pt>
                <c:pt idx="2589">
                  <c:v>89.516834000000003</c:v>
                </c:pt>
                <c:pt idx="2590">
                  <c:v>89.516834000000003</c:v>
                </c:pt>
                <c:pt idx="2591">
                  <c:v>89.516834000000003</c:v>
                </c:pt>
                <c:pt idx="2592">
                  <c:v>89.516834000000003</c:v>
                </c:pt>
                <c:pt idx="2593">
                  <c:v>89.516834000000003</c:v>
                </c:pt>
                <c:pt idx="2594">
                  <c:v>89.516834000000003</c:v>
                </c:pt>
                <c:pt idx="2595">
                  <c:v>89.516834000000003</c:v>
                </c:pt>
                <c:pt idx="2596">
                  <c:v>89.516834000000003</c:v>
                </c:pt>
                <c:pt idx="2597">
                  <c:v>89.516834000000003</c:v>
                </c:pt>
                <c:pt idx="2598">
                  <c:v>89.516834000000003</c:v>
                </c:pt>
                <c:pt idx="2599">
                  <c:v>89.516834000000003</c:v>
                </c:pt>
                <c:pt idx="2600">
                  <c:v>89.516834000000003</c:v>
                </c:pt>
                <c:pt idx="2601">
                  <c:v>89.516834000000003</c:v>
                </c:pt>
                <c:pt idx="2602">
                  <c:v>89.516834000000003</c:v>
                </c:pt>
                <c:pt idx="2603">
                  <c:v>89.516834000000003</c:v>
                </c:pt>
                <c:pt idx="2604">
                  <c:v>89.516834000000003</c:v>
                </c:pt>
                <c:pt idx="2605">
                  <c:v>89.516834000000003</c:v>
                </c:pt>
                <c:pt idx="2606">
                  <c:v>89.516834000000003</c:v>
                </c:pt>
                <c:pt idx="2607">
                  <c:v>89.516834000000003</c:v>
                </c:pt>
                <c:pt idx="2608">
                  <c:v>89.516834000000003</c:v>
                </c:pt>
                <c:pt idx="2609">
                  <c:v>89.516834000000003</c:v>
                </c:pt>
                <c:pt idx="2610">
                  <c:v>89.516834000000003</c:v>
                </c:pt>
                <c:pt idx="2611">
                  <c:v>89.516834000000003</c:v>
                </c:pt>
                <c:pt idx="2612">
                  <c:v>89.516834000000003</c:v>
                </c:pt>
                <c:pt idx="2613">
                  <c:v>89.516834000000003</c:v>
                </c:pt>
                <c:pt idx="2614">
                  <c:v>89.516834000000003</c:v>
                </c:pt>
                <c:pt idx="2615">
                  <c:v>89.516834000000003</c:v>
                </c:pt>
                <c:pt idx="2616">
                  <c:v>89.516834000000003</c:v>
                </c:pt>
                <c:pt idx="2617">
                  <c:v>89.516834000000003</c:v>
                </c:pt>
                <c:pt idx="2618">
                  <c:v>89.516834000000003</c:v>
                </c:pt>
                <c:pt idx="2619">
                  <c:v>89.516834000000003</c:v>
                </c:pt>
                <c:pt idx="2620">
                  <c:v>89.516834000000003</c:v>
                </c:pt>
                <c:pt idx="2621">
                  <c:v>89.516834000000003</c:v>
                </c:pt>
                <c:pt idx="2622">
                  <c:v>89.516834000000003</c:v>
                </c:pt>
                <c:pt idx="2623">
                  <c:v>89.516834000000003</c:v>
                </c:pt>
                <c:pt idx="2624">
                  <c:v>89.516834000000003</c:v>
                </c:pt>
                <c:pt idx="2625">
                  <c:v>89.516834000000003</c:v>
                </c:pt>
                <c:pt idx="2626">
                  <c:v>89.516834000000003</c:v>
                </c:pt>
                <c:pt idx="2627">
                  <c:v>89.516834000000003</c:v>
                </c:pt>
                <c:pt idx="2628">
                  <c:v>89.516834000000003</c:v>
                </c:pt>
                <c:pt idx="2629">
                  <c:v>89.516834000000003</c:v>
                </c:pt>
                <c:pt idx="2630">
                  <c:v>89.516834000000003</c:v>
                </c:pt>
                <c:pt idx="2631">
                  <c:v>89.516834000000003</c:v>
                </c:pt>
                <c:pt idx="2632">
                  <c:v>89.516834000000003</c:v>
                </c:pt>
                <c:pt idx="2633">
                  <c:v>89.516834000000003</c:v>
                </c:pt>
                <c:pt idx="2634">
                  <c:v>89.516834000000003</c:v>
                </c:pt>
                <c:pt idx="2635">
                  <c:v>89.516834000000003</c:v>
                </c:pt>
                <c:pt idx="2636">
                  <c:v>89.516834000000003</c:v>
                </c:pt>
                <c:pt idx="2637">
                  <c:v>89.516834000000003</c:v>
                </c:pt>
                <c:pt idx="2638">
                  <c:v>89.516834000000003</c:v>
                </c:pt>
                <c:pt idx="2639">
                  <c:v>89.516834000000003</c:v>
                </c:pt>
                <c:pt idx="2640">
                  <c:v>89.516834000000003</c:v>
                </c:pt>
                <c:pt idx="2641">
                  <c:v>89.516834000000003</c:v>
                </c:pt>
                <c:pt idx="2642">
                  <c:v>89.516834000000003</c:v>
                </c:pt>
                <c:pt idx="2643">
                  <c:v>89.516834000000003</c:v>
                </c:pt>
                <c:pt idx="2644">
                  <c:v>89.516834000000003</c:v>
                </c:pt>
                <c:pt idx="2645">
                  <c:v>89.516834000000003</c:v>
                </c:pt>
                <c:pt idx="2646">
                  <c:v>89.516834000000003</c:v>
                </c:pt>
                <c:pt idx="2647">
                  <c:v>89.516834000000003</c:v>
                </c:pt>
                <c:pt idx="2648">
                  <c:v>89.516834000000003</c:v>
                </c:pt>
                <c:pt idx="2649">
                  <c:v>89.516834000000003</c:v>
                </c:pt>
                <c:pt idx="2650">
                  <c:v>89.516834000000003</c:v>
                </c:pt>
                <c:pt idx="2651">
                  <c:v>89.516834000000003</c:v>
                </c:pt>
                <c:pt idx="2652">
                  <c:v>89.516834000000003</c:v>
                </c:pt>
                <c:pt idx="2653">
                  <c:v>89.516834000000003</c:v>
                </c:pt>
                <c:pt idx="2654">
                  <c:v>89.516834000000003</c:v>
                </c:pt>
                <c:pt idx="2655">
                  <c:v>89.516834000000003</c:v>
                </c:pt>
                <c:pt idx="2656">
                  <c:v>89.516834000000003</c:v>
                </c:pt>
                <c:pt idx="2657">
                  <c:v>89.516834000000003</c:v>
                </c:pt>
                <c:pt idx="2658">
                  <c:v>89.516834000000003</c:v>
                </c:pt>
                <c:pt idx="2659">
                  <c:v>89.516834000000003</c:v>
                </c:pt>
                <c:pt idx="2660">
                  <c:v>89.516834000000003</c:v>
                </c:pt>
                <c:pt idx="2661">
                  <c:v>89.516834000000003</c:v>
                </c:pt>
                <c:pt idx="2662">
                  <c:v>89.516834000000003</c:v>
                </c:pt>
                <c:pt idx="2663">
                  <c:v>89.516834000000003</c:v>
                </c:pt>
                <c:pt idx="2664">
                  <c:v>89.516834000000003</c:v>
                </c:pt>
                <c:pt idx="2665">
                  <c:v>89.516834000000003</c:v>
                </c:pt>
                <c:pt idx="2666">
                  <c:v>89.516834000000003</c:v>
                </c:pt>
                <c:pt idx="2667">
                  <c:v>89.516834000000003</c:v>
                </c:pt>
                <c:pt idx="2668">
                  <c:v>89.516834000000003</c:v>
                </c:pt>
                <c:pt idx="2669">
                  <c:v>89.516834000000003</c:v>
                </c:pt>
                <c:pt idx="2670">
                  <c:v>89.516834000000003</c:v>
                </c:pt>
                <c:pt idx="2671">
                  <c:v>89.516834000000003</c:v>
                </c:pt>
                <c:pt idx="2672">
                  <c:v>89.516834000000003</c:v>
                </c:pt>
                <c:pt idx="2673">
                  <c:v>89.516834000000003</c:v>
                </c:pt>
                <c:pt idx="2674">
                  <c:v>89.516834000000003</c:v>
                </c:pt>
                <c:pt idx="2675">
                  <c:v>89.516834000000003</c:v>
                </c:pt>
                <c:pt idx="2676">
                  <c:v>89.516834000000003</c:v>
                </c:pt>
                <c:pt idx="2677">
                  <c:v>89.516834000000003</c:v>
                </c:pt>
                <c:pt idx="2678">
                  <c:v>89.516834000000003</c:v>
                </c:pt>
                <c:pt idx="2679">
                  <c:v>89.516834000000003</c:v>
                </c:pt>
                <c:pt idx="2680">
                  <c:v>89.516834000000003</c:v>
                </c:pt>
                <c:pt idx="2681">
                  <c:v>89.516834000000003</c:v>
                </c:pt>
                <c:pt idx="2682">
                  <c:v>89.516834000000003</c:v>
                </c:pt>
                <c:pt idx="2683">
                  <c:v>89.516834000000003</c:v>
                </c:pt>
                <c:pt idx="2684">
                  <c:v>89.516834000000003</c:v>
                </c:pt>
                <c:pt idx="2685">
                  <c:v>89.516834000000003</c:v>
                </c:pt>
                <c:pt idx="2686">
                  <c:v>89.516834000000003</c:v>
                </c:pt>
                <c:pt idx="2687">
                  <c:v>89.516834000000003</c:v>
                </c:pt>
                <c:pt idx="2688">
                  <c:v>89.516834000000003</c:v>
                </c:pt>
                <c:pt idx="2689">
                  <c:v>89.516834000000003</c:v>
                </c:pt>
                <c:pt idx="2690">
                  <c:v>89.516834000000003</c:v>
                </c:pt>
                <c:pt idx="2691">
                  <c:v>89.516834000000003</c:v>
                </c:pt>
                <c:pt idx="2692">
                  <c:v>89.516834000000003</c:v>
                </c:pt>
                <c:pt idx="2693">
                  <c:v>89.516834000000003</c:v>
                </c:pt>
                <c:pt idx="2694">
                  <c:v>89.516834000000003</c:v>
                </c:pt>
                <c:pt idx="2695">
                  <c:v>89.516834000000003</c:v>
                </c:pt>
                <c:pt idx="2696">
                  <c:v>89.516834000000003</c:v>
                </c:pt>
                <c:pt idx="2697">
                  <c:v>89.516834000000003</c:v>
                </c:pt>
                <c:pt idx="2698">
                  <c:v>89.516834000000003</c:v>
                </c:pt>
                <c:pt idx="2699">
                  <c:v>89.516834000000003</c:v>
                </c:pt>
                <c:pt idx="2700">
                  <c:v>89.516834000000003</c:v>
                </c:pt>
                <c:pt idx="2701">
                  <c:v>89.516834000000003</c:v>
                </c:pt>
                <c:pt idx="2702">
                  <c:v>89.516834000000003</c:v>
                </c:pt>
                <c:pt idx="2703">
                  <c:v>89.516834000000003</c:v>
                </c:pt>
                <c:pt idx="2704">
                  <c:v>89.516834000000003</c:v>
                </c:pt>
                <c:pt idx="2705">
                  <c:v>89.516834000000003</c:v>
                </c:pt>
                <c:pt idx="2706">
                  <c:v>89.516834000000003</c:v>
                </c:pt>
                <c:pt idx="2707">
                  <c:v>89.516834000000003</c:v>
                </c:pt>
                <c:pt idx="2708">
                  <c:v>89.516834000000003</c:v>
                </c:pt>
                <c:pt idx="2709">
                  <c:v>89.516834000000003</c:v>
                </c:pt>
                <c:pt idx="2710">
                  <c:v>89.516834000000003</c:v>
                </c:pt>
                <c:pt idx="2711">
                  <c:v>89.516834000000003</c:v>
                </c:pt>
                <c:pt idx="2712">
                  <c:v>89.516834000000003</c:v>
                </c:pt>
                <c:pt idx="2713">
                  <c:v>89.516834000000003</c:v>
                </c:pt>
                <c:pt idx="2714">
                  <c:v>89.516834000000003</c:v>
                </c:pt>
                <c:pt idx="2715">
                  <c:v>89.516834000000003</c:v>
                </c:pt>
                <c:pt idx="2716">
                  <c:v>89.516834000000003</c:v>
                </c:pt>
                <c:pt idx="2717">
                  <c:v>89.516834000000003</c:v>
                </c:pt>
                <c:pt idx="2718">
                  <c:v>89.516834000000003</c:v>
                </c:pt>
                <c:pt idx="2719">
                  <c:v>89.516834000000003</c:v>
                </c:pt>
                <c:pt idx="2720">
                  <c:v>89.516834000000003</c:v>
                </c:pt>
                <c:pt idx="2721">
                  <c:v>89.516834000000003</c:v>
                </c:pt>
                <c:pt idx="2722">
                  <c:v>89.516834000000003</c:v>
                </c:pt>
                <c:pt idx="2723">
                  <c:v>89.516834000000003</c:v>
                </c:pt>
                <c:pt idx="2724">
                  <c:v>89.516834000000003</c:v>
                </c:pt>
                <c:pt idx="2725">
                  <c:v>89.516834000000003</c:v>
                </c:pt>
                <c:pt idx="2726">
                  <c:v>89.516834000000003</c:v>
                </c:pt>
                <c:pt idx="2727">
                  <c:v>89.516834000000003</c:v>
                </c:pt>
                <c:pt idx="2728">
                  <c:v>89.516834000000003</c:v>
                </c:pt>
                <c:pt idx="2729">
                  <c:v>89.516834000000003</c:v>
                </c:pt>
                <c:pt idx="2730">
                  <c:v>89.516834000000003</c:v>
                </c:pt>
                <c:pt idx="2731">
                  <c:v>89.516834000000003</c:v>
                </c:pt>
                <c:pt idx="2732">
                  <c:v>89.516834000000003</c:v>
                </c:pt>
                <c:pt idx="2733">
                  <c:v>89.516834000000003</c:v>
                </c:pt>
                <c:pt idx="2734">
                  <c:v>89.516834000000003</c:v>
                </c:pt>
                <c:pt idx="2735">
                  <c:v>89.516834000000003</c:v>
                </c:pt>
                <c:pt idx="2736">
                  <c:v>89.516834000000003</c:v>
                </c:pt>
                <c:pt idx="2737">
                  <c:v>89.516834000000003</c:v>
                </c:pt>
                <c:pt idx="2738">
                  <c:v>89.516834000000003</c:v>
                </c:pt>
                <c:pt idx="2739">
                  <c:v>89.516834000000003</c:v>
                </c:pt>
                <c:pt idx="2740">
                  <c:v>89.516834000000003</c:v>
                </c:pt>
                <c:pt idx="2741">
                  <c:v>89.516834000000003</c:v>
                </c:pt>
                <c:pt idx="2742">
                  <c:v>89.516834000000003</c:v>
                </c:pt>
                <c:pt idx="2743">
                  <c:v>89.516834000000003</c:v>
                </c:pt>
                <c:pt idx="2744">
                  <c:v>89.516834000000003</c:v>
                </c:pt>
                <c:pt idx="2745">
                  <c:v>89.516834000000003</c:v>
                </c:pt>
                <c:pt idx="2746">
                  <c:v>89.516834000000003</c:v>
                </c:pt>
                <c:pt idx="2747">
                  <c:v>89.516834000000003</c:v>
                </c:pt>
                <c:pt idx="2748">
                  <c:v>89.516834000000003</c:v>
                </c:pt>
                <c:pt idx="2749">
                  <c:v>89.516834000000003</c:v>
                </c:pt>
                <c:pt idx="2750">
                  <c:v>89.516834000000003</c:v>
                </c:pt>
                <c:pt idx="2751">
                  <c:v>89.516834000000003</c:v>
                </c:pt>
                <c:pt idx="2752">
                  <c:v>89.516834000000003</c:v>
                </c:pt>
                <c:pt idx="2753">
                  <c:v>89.516834000000003</c:v>
                </c:pt>
                <c:pt idx="2754">
                  <c:v>89.516834000000003</c:v>
                </c:pt>
                <c:pt idx="2755">
                  <c:v>89.516834000000003</c:v>
                </c:pt>
                <c:pt idx="2756">
                  <c:v>89.516834000000003</c:v>
                </c:pt>
                <c:pt idx="2757">
                  <c:v>89.516834000000003</c:v>
                </c:pt>
                <c:pt idx="2758">
                  <c:v>89.516834000000003</c:v>
                </c:pt>
                <c:pt idx="2759">
                  <c:v>89.516834000000003</c:v>
                </c:pt>
                <c:pt idx="2760">
                  <c:v>89.516834000000003</c:v>
                </c:pt>
                <c:pt idx="2761">
                  <c:v>89.516834000000003</c:v>
                </c:pt>
                <c:pt idx="2762">
                  <c:v>89.516834000000003</c:v>
                </c:pt>
                <c:pt idx="2763">
                  <c:v>89.516834000000003</c:v>
                </c:pt>
                <c:pt idx="2764">
                  <c:v>89.516834000000003</c:v>
                </c:pt>
                <c:pt idx="2765">
                  <c:v>89.516834000000003</c:v>
                </c:pt>
                <c:pt idx="2766">
                  <c:v>89.516834000000003</c:v>
                </c:pt>
                <c:pt idx="2767">
                  <c:v>89.516834000000003</c:v>
                </c:pt>
                <c:pt idx="2768">
                  <c:v>89.516834000000003</c:v>
                </c:pt>
                <c:pt idx="2769">
                  <c:v>89.516834000000003</c:v>
                </c:pt>
                <c:pt idx="2770">
                  <c:v>89.516834000000003</c:v>
                </c:pt>
                <c:pt idx="2771">
                  <c:v>89.516834000000003</c:v>
                </c:pt>
                <c:pt idx="2772">
                  <c:v>89.516834000000003</c:v>
                </c:pt>
                <c:pt idx="2773">
                  <c:v>89.516834000000003</c:v>
                </c:pt>
                <c:pt idx="2774">
                  <c:v>89.516834000000003</c:v>
                </c:pt>
                <c:pt idx="2775">
                  <c:v>89.516834000000003</c:v>
                </c:pt>
                <c:pt idx="2776">
                  <c:v>89.516834000000003</c:v>
                </c:pt>
                <c:pt idx="2777">
                  <c:v>89.516834000000003</c:v>
                </c:pt>
                <c:pt idx="2778">
                  <c:v>89.516834000000003</c:v>
                </c:pt>
                <c:pt idx="2779">
                  <c:v>89.516834000000003</c:v>
                </c:pt>
                <c:pt idx="2780">
                  <c:v>89.516834000000003</c:v>
                </c:pt>
                <c:pt idx="2781">
                  <c:v>89.516834000000003</c:v>
                </c:pt>
                <c:pt idx="2782">
                  <c:v>89.516834000000003</c:v>
                </c:pt>
                <c:pt idx="2783">
                  <c:v>89.516834000000003</c:v>
                </c:pt>
                <c:pt idx="2784">
                  <c:v>89.516834000000003</c:v>
                </c:pt>
                <c:pt idx="2785">
                  <c:v>89.516834000000003</c:v>
                </c:pt>
                <c:pt idx="2786">
                  <c:v>89.516834000000003</c:v>
                </c:pt>
                <c:pt idx="2787">
                  <c:v>89.516834000000003</c:v>
                </c:pt>
                <c:pt idx="2788">
                  <c:v>89.516834000000003</c:v>
                </c:pt>
                <c:pt idx="2789">
                  <c:v>89.516834000000003</c:v>
                </c:pt>
                <c:pt idx="2790">
                  <c:v>89.516834000000003</c:v>
                </c:pt>
                <c:pt idx="2791">
                  <c:v>89.516834000000003</c:v>
                </c:pt>
                <c:pt idx="2792">
                  <c:v>89.516834000000003</c:v>
                </c:pt>
                <c:pt idx="2793">
                  <c:v>89.516834000000003</c:v>
                </c:pt>
                <c:pt idx="2794">
                  <c:v>89.516834000000003</c:v>
                </c:pt>
                <c:pt idx="2795">
                  <c:v>89.516834000000003</c:v>
                </c:pt>
                <c:pt idx="2796">
                  <c:v>89.516834000000003</c:v>
                </c:pt>
                <c:pt idx="2797">
                  <c:v>89.516834000000003</c:v>
                </c:pt>
                <c:pt idx="2798">
                  <c:v>89.516834000000003</c:v>
                </c:pt>
                <c:pt idx="2799">
                  <c:v>89.516834000000003</c:v>
                </c:pt>
                <c:pt idx="2800">
                  <c:v>89.516834000000003</c:v>
                </c:pt>
                <c:pt idx="2801">
                  <c:v>89.516834000000003</c:v>
                </c:pt>
                <c:pt idx="2802">
                  <c:v>89.516834000000003</c:v>
                </c:pt>
                <c:pt idx="2803">
                  <c:v>89.516834000000003</c:v>
                </c:pt>
                <c:pt idx="2804">
                  <c:v>89.516834000000003</c:v>
                </c:pt>
                <c:pt idx="2805">
                  <c:v>89.516834000000003</c:v>
                </c:pt>
                <c:pt idx="2806">
                  <c:v>89.516834000000003</c:v>
                </c:pt>
                <c:pt idx="2807">
                  <c:v>89.516834000000003</c:v>
                </c:pt>
                <c:pt idx="2808">
                  <c:v>89.516834000000003</c:v>
                </c:pt>
                <c:pt idx="2809">
                  <c:v>89.516834000000003</c:v>
                </c:pt>
                <c:pt idx="2810">
                  <c:v>89.516834000000003</c:v>
                </c:pt>
                <c:pt idx="2811">
                  <c:v>89.516834000000003</c:v>
                </c:pt>
                <c:pt idx="2812">
                  <c:v>89.516834000000003</c:v>
                </c:pt>
                <c:pt idx="2813">
                  <c:v>89.516834000000003</c:v>
                </c:pt>
                <c:pt idx="2814">
                  <c:v>89.516834000000003</c:v>
                </c:pt>
                <c:pt idx="2815">
                  <c:v>89.516834000000003</c:v>
                </c:pt>
                <c:pt idx="2816">
                  <c:v>89.516834000000003</c:v>
                </c:pt>
                <c:pt idx="2817">
                  <c:v>89.516834000000003</c:v>
                </c:pt>
                <c:pt idx="2818">
                  <c:v>89.516834000000003</c:v>
                </c:pt>
                <c:pt idx="2819">
                  <c:v>89.516834000000003</c:v>
                </c:pt>
                <c:pt idx="2820">
                  <c:v>89.516834000000003</c:v>
                </c:pt>
                <c:pt idx="2821">
                  <c:v>89.516834000000003</c:v>
                </c:pt>
                <c:pt idx="2822">
                  <c:v>89.516834000000003</c:v>
                </c:pt>
                <c:pt idx="2823">
                  <c:v>89.516834000000003</c:v>
                </c:pt>
                <c:pt idx="2824">
                  <c:v>89.516834000000003</c:v>
                </c:pt>
                <c:pt idx="2825">
                  <c:v>89.516834000000003</c:v>
                </c:pt>
                <c:pt idx="2826">
                  <c:v>89.516834000000003</c:v>
                </c:pt>
                <c:pt idx="2827">
                  <c:v>89.516834000000003</c:v>
                </c:pt>
                <c:pt idx="2828">
                  <c:v>89.516834000000003</c:v>
                </c:pt>
                <c:pt idx="2829">
                  <c:v>89.516834000000003</c:v>
                </c:pt>
                <c:pt idx="2830">
                  <c:v>89.516834000000003</c:v>
                </c:pt>
                <c:pt idx="2831">
                  <c:v>89.516834000000003</c:v>
                </c:pt>
                <c:pt idx="2832">
                  <c:v>89.516834000000003</c:v>
                </c:pt>
                <c:pt idx="2833">
                  <c:v>89.516834000000003</c:v>
                </c:pt>
                <c:pt idx="2834">
                  <c:v>89.516834000000003</c:v>
                </c:pt>
                <c:pt idx="2835">
                  <c:v>89.516834000000003</c:v>
                </c:pt>
                <c:pt idx="2836">
                  <c:v>89.516834000000003</c:v>
                </c:pt>
                <c:pt idx="2837">
                  <c:v>89.516834000000003</c:v>
                </c:pt>
                <c:pt idx="2838">
                  <c:v>89.516834000000003</c:v>
                </c:pt>
                <c:pt idx="2839">
                  <c:v>89.516834000000003</c:v>
                </c:pt>
                <c:pt idx="2840">
                  <c:v>89.516834000000003</c:v>
                </c:pt>
                <c:pt idx="2841">
                  <c:v>89.516834000000003</c:v>
                </c:pt>
                <c:pt idx="2842">
                  <c:v>89.516834000000003</c:v>
                </c:pt>
                <c:pt idx="2843">
                  <c:v>89.516834000000003</c:v>
                </c:pt>
                <c:pt idx="2844">
                  <c:v>89.516834000000003</c:v>
                </c:pt>
                <c:pt idx="2845">
                  <c:v>89.516834000000003</c:v>
                </c:pt>
                <c:pt idx="2846">
                  <c:v>89.516834000000003</c:v>
                </c:pt>
                <c:pt idx="2847">
                  <c:v>89.516834000000003</c:v>
                </c:pt>
                <c:pt idx="2848">
                  <c:v>89.516834000000003</c:v>
                </c:pt>
                <c:pt idx="2849">
                  <c:v>89.516834000000003</c:v>
                </c:pt>
                <c:pt idx="2850">
                  <c:v>89.516834000000003</c:v>
                </c:pt>
                <c:pt idx="2851">
                  <c:v>89.516834000000003</c:v>
                </c:pt>
                <c:pt idx="2852">
                  <c:v>89.516834000000003</c:v>
                </c:pt>
                <c:pt idx="2853">
                  <c:v>89.516834000000003</c:v>
                </c:pt>
                <c:pt idx="2854">
                  <c:v>89.516834000000003</c:v>
                </c:pt>
                <c:pt idx="2855">
                  <c:v>89.516834000000003</c:v>
                </c:pt>
                <c:pt idx="2856">
                  <c:v>89.516834000000003</c:v>
                </c:pt>
                <c:pt idx="2857">
                  <c:v>89.516834000000003</c:v>
                </c:pt>
                <c:pt idx="2858">
                  <c:v>89.516834000000003</c:v>
                </c:pt>
                <c:pt idx="2859">
                  <c:v>89.516834000000003</c:v>
                </c:pt>
                <c:pt idx="2860">
                  <c:v>89.516834000000003</c:v>
                </c:pt>
                <c:pt idx="2861">
                  <c:v>89.516834000000003</c:v>
                </c:pt>
                <c:pt idx="2862">
                  <c:v>89.516834000000003</c:v>
                </c:pt>
                <c:pt idx="2863">
                  <c:v>89.516834000000003</c:v>
                </c:pt>
                <c:pt idx="2864">
                  <c:v>89.516834000000003</c:v>
                </c:pt>
                <c:pt idx="2865">
                  <c:v>89.516834000000003</c:v>
                </c:pt>
                <c:pt idx="2866">
                  <c:v>89.516834000000003</c:v>
                </c:pt>
                <c:pt idx="2867">
                  <c:v>89.516834000000003</c:v>
                </c:pt>
                <c:pt idx="2868">
                  <c:v>89.516834000000003</c:v>
                </c:pt>
                <c:pt idx="2869">
                  <c:v>89.516834000000003</c:v>
                </c:pt>
                <c:pt idx="2870">
                  <c:v>89.516834000000003</c:v>
                </c:pt>
                <c:pt idx="2871">
                  <c:v>89.516834000000003</c:v>
                </c:pt>
                <c:pt idx="2872">
                  <c:v>89.516834000000003</c:v>
                </c:pt>
                <c:pt idx="2873">
                  <c:v>89.516834000000003</c:v>
                </c:pt>
                <c:pt idx="2874">
                  <c:v>89.516834000000003</c:v>
                </c:pt>
                <c:pt idx="2875">
                  <c:v>89.516834000000003</c:v>
                </c:pt>
                <c:pt idx="2876">
                  <c:v>89.516834000000003</c:v>
                </c:pt>
                <c:pt idx="2877">
                  <c:v>89.516834000000003</c:v>
                </c:pt>
                <c:pt idx="2878">
                  <c:v>89.516834000000003</c:v>
                </c:pt>
                <c:pt idx="2879">
                  <c:v>89.516834000000003</c:v>
                </c:pt>
                <c:pt idx="2880">
                  <c:v>89.516834000000003</c:v>
                </c:pt>
                <c:pt idx="2881">
                  <c:v>89.516834000000003</c:v>
                </c:pt>
                <c:pt idx="2882">
                  <c:v>89.516834000000003</c:v>
                </c:pt>
                <c:pt idx="2883">
                  <c:v>89.516834000000003</c:v>
                </c:pt>
                <c:pt idx="2884">
                  <c:v>89.516834000000003</c:v>
                </c:pt>
                <c:pt idx="2885">
                  <c:v>89.516834000000003</c:v>
                </c:pt>
                <c:pt idx="2886">
                  <c:v>89.516834000000003</c:v>
                </c:pt>
                <c:pt idx="2887">
                  <c:v>89.516834000000003</c:v>
                </c:pt>
                <c:pt idx="2888">
                  <c:v>89.516834000000003</c:v>
                </c:pt>
                <c:pt idx="2889">
                  <c:v>89.516834000000003</c:v>
                </c:pt>
                <c:pt idx="2890">
                  <c:v>89.516834000000003</c:v>
                </c:pt>
                <c:pt idx="2891">
                  <c:v>89.516834000000003</c:v>
                </c:pt>
                <c:pt idx="2892">
                  <c:v>89.516834000000003</c:v>
                </c:pt>
                <c:pt idx="2893">
                  <c:v>89.516834000000003</c:v>
                </c:pt>
                <c:pt idx="2894">
                  <c:v>89.516834000000003</c:v>
                </c:pt>
                <c:pt idx="2895">
                  <c:v>89.516834000000003</c:v>
                </c:pt>
                <c:pt idx="2896">
                  <c:v>89.516834000000003</c:v>
                </c:pt>
                <c:pt idx="2897">
                  <c:v>89.516834000000003</c:v>
                </c:pt>
                <c:pt idx="2898">
                  <c:v>89.516834000000003</c:v>
                </c:pt>
                <c:pt idx="2899">
                  <c:v>89.516834000000003</c:v>
                </c:pt>
                <c:pt idx="2900">
                  <c:v>89.516834000000003</c:v>
                </c:pt>
                <c:pt idx="2901">
                  <c:v>89.516834000000003</c:v>
                </c:pt>
                <c:pt idx="2902">
                  <c:v>89.516834000000003</c:v>
                </c:pt>
                <c:pt idx="2903">
                  <c:v>89.516834000000003</c:v>
                </c:pt>
                <c:pt idx="2904">
                  <c:v>89.516834000000003</c:v>
                </c:pt>
                <c:pt idx="2905">
                  <c:v>89.516834000000003</c:v>
                </c:pt>
                <c:pt idx="2906">
                  <c:v>89.516834000000003</c:v>
                </c:pt>
                <c:pt idx="2907">
                  <c:v>89.516834000000003</c:v>
                </c:pt>
                <c:pt idx="2908">
                  <c:v>89.516834000000003</c:v>
                </c:pt>
                <c:pt idx="2909">
                  <c:v>89.516834000000003</c:v>
                </c:pt>
                <c:pt idx="2910">
                  <c:v>89.516834000000003</c:v>
                </c:pt>
                <c:pt idx="2911">
                  <c:v>89.516834000000003</c:v>
                </c:pt>
                <c:pt idx="2912">
                  <c:v>89.516834000000003</c:v>
                </c:pt>
                <c:pt idx="2913">
                  <c:v>89.516834000000003</c:v>
                </c:pt>
                <c:pt idx="2914">
                  <c:v>89.516834000000003</c:v>
                </c:pt>
                <c:pt idx="2915">
                  <c:v>89.516834000000003</c:v>
                </c:pt>
                <c:pt idx="2916">
                  <c:v>89.516834000000003</c:v>
                </c:pt>
                <c:pt idx="2917">
                  <c:v>89.516834000000003</c:v>
                </c:pt>
                <c:pt idx="2918">
                  <c:v>89.516834000000003</c:v>
                </c:pt>
                <c:pt idx="2919">
                  <c:v>89.516834000000003</c:v>
                </c:pt>
                <c:pt idx="2920">
                  <c:v>89.516834000000003</c:v>
                </c:pt>
                <c:pt idx="2921">
                  <c:v>89.516834000000003</c:v>
                </c:pt>
                <c:pt idx="2922">
                  <c:v>89.516834000000003</c:v>
                </c:pt>
                <c:pt idx="2923">
                  <c:v>89.516834000000003</c:v>
                </c:pt>
                <c:pt idx="2924">
                  <c:v>89.516834000000003</c:v>
                </c:pt>
                <c:pt idx="2925">
                  <c:v>89.516834000000003</c:v>
                </c:pt>
                <c:pt idx="2926">
                  <c:v>89.516834000000003</c:v>
                </c:pt>
                <c:pt idx="2927">
                  <c:v>89.516834000000003</c:v>
                </c:pt>
                <c:pt idx="2928">
                  <c:v>89.516834000000003</c:v>
                </c:pt>
                <c:pt idx="2929">
                  <c:v>89.516834000000003</c:v>
                </c:pt>
                <c:pt idx="2930">
                  <c:v>89.516834000000003</c:v>
                </c:pt>
                <c:pt idx="2931">
                  <c:v>89.516834000000003</c:v>
                </c:pt>
                <c:pt idx="2932">
                  <c:v>89.516834000000003</c:v>
                </c:pt>
                <c:pt idx="2933">
                  <c:v>89.516834000000003</c:v>
                </c:pt>
                <c:pt idx="2934">
                  <c:v>89.516834000000003</c:v>
                </c:pt>
                <c:pt idx="2935">
                  <c:v>89.516834000000003</c:v>
                </c:pt>
                <c:pt idx="2936">
                  <c:v>89.516834000000003</c:v>
                </c:pt>
                <c:pt idx="2937">
                  <c:v>89.516834000000003</c:v>
                </c:pt>
                <c:pt idx="2938">
                  <c:v>89.516834000000003</c:v>
                </c:pt>
                <c:pt idx="2939">
                  <c:v>89.516834000000003</c:v>
                </c:pt>
                <c:pt idx="2940">
                  <c:v>89.516834000000003</c:v>
                </c:pt>
                <c:pt idx="2941">
                  <c:v>89.516834000000003</c:v>
                </c:pt>
                <c:pt idx="2942">
                  <c:v>89.516834000000003</c:v>
                </c:pt>
                <c:pt idx="2943">
                  <c:v>89.516834000000003</c:v>
                </c:pt>
                <c:pt idx="2944">
                  <c:v>89.516834000000003</c:v>
                </c:pt>
                <c:pt idx="2945">
                  <c:v>89.516834000000003</c:v>
                </c:pt>
                <c:pt idx="2946">
                  <c:v>89.516834000000003</c:v>
                </c:pt>
                <c:pt idx="2947">
                  <c:v>89.516834000000003</c:v>
                </c:pt>
                <c:pt idx="2948">
                  <c:v>89.516834000000003</c:v>
                </c:pt>
                <c:pt idx="2949">
                  <c:v>89.516834000000003</c:v>
                </c:pt>
                <c:pt idx="2950">
                  <c:v>89.516834000000003</c:v>
                </c:pt>
                <c:pt idx="2951">
                  <c:v>89.516834000000003</c:v>
                </c:pt>
                <c:pt idx="2952">
                  <c:v>89.516834000000003</c:v>
                </c:pt>
                <c:pt idx="2953">
                  <c:v>89.516834000000003</c:v>
                </c:pt>
                <c:pt idx="2954">
                  <c:v>89.516834000000003</c:v>
                </c:pt>
                <c:pt idx="2955">
                  <c:v>89.516834000000003</c:v>
                </c:pt>
                <c:pt idx="2956">
                  <c:v>89.516834000000003</c:v>
                </c:pt>
                <c:pt idx="2957">
                  <c:v>89.516834000000003</c:v>
                </c:pt>
                <c:pt idx="2958">
                  <c:v>89.516834000000003</c:v>
                </c:pt>
                <c:pt idx="2959">
                  <c:v>89.516834000000003</c:v>
                </c:pt>
                <c:pt idx="2960">
                  <c:v>89.516834000000003</c:v>
                </c:pt>
                <c:pt idx="2961">
                  <c:v>89.516834000000003</c:v>
                </c:pt>
                <c:pt idx="2962">
                  <c:v>89.516834000000003</c:v>
                </c:pt>
                <c:pt idx="2963">
                  <c:v>89.516834000000003</c:v>
                </c:pt>
                <c:pt idx="2964">
                  <c:v>89.516834000000003</c:v>
                </c:pt>
                <c:pt idx="2965">
                  <c:v>89.516834000000003</c:v>
                </c:pt>
                <c:pt idx="2966">
                  <c:v>89.516834000000003</c:v>
                </c:pt>
                <c:pt idx="2967">
                  <c:v>89.516834000000003</c:v>
                </c:pt>
                <c:pt idx="2968">
                  <c:v>89.516834000000003</c:v>
                </c:pt>
                <c:pt idx="2969">
                  <c:v>89.516834000000003</c:v>
                </c:pt>
                <c:pt idx="2970">
                  <c:v>89.516834000000003</c:v>
                </c:pt>
                <c:pt idx="2971">
                  <c:v>89.516834000000003</c:v>
                </c:pt>
                <c:pt idx="2972">
                  <c:v>89.516834000000003</c:v>
                </c:pt>
                <c:pt idx="2973">
                  <c:v>89.516834000000003</c:v>
                </c:pt>
                <c:pt idx="2974">
                  <c:v>89.516834000000003</c:v>
                </c:pt>
                <c:pt idx="2975">
                  <c:v>89.516834000000003</c:v>
                </c:pt>
                <c:pt idx="2976">
                  <c:v>89.516834000000003</c:v>
                </c:pt>
                <c:pt idx="2977">
                  <c:v>89.516834000000003</c:v>
                </c:pt>
                <c:pt idx="2978">
                  <c:v>89.516834000000003</c:v>
                </c:pt>
                <c:pt idx="2979">
                  <c:v>89.516834000000003</c:v>
                </c:pt>
                <c:pt idx="2980">
                  <c:v>89.516834000000003</c:v>
                </c:pt>
                <c:pt idx="2981">
                  <c:v>89.516834000000003</c:v>
                </c:pt>
                <c:pt idx="2982">
                  <c:v>89.516834000000003</c:v>
                </c:pt>
                <c:pt idx="2983">
                  <c:v>89.516834000000003</c:v>
                </c:pt>
                <c:pt idx="2984">
                  <c:v>89.516834000000003</c:v>
                </c:pt>
                <c:pt idx="2985">
                  <c:v>89.516834000000003</c:v>
                </c:pt>
                <c:pt idx="2986">
                  <c:v>89.516834000000003</c:v>
                </c:pt>
                <c:pt idx="2987">
                  <c:v>89.516834000000003</c:v>
                </c:pt>
                <c:pt idx="2988">
                  <c:v>89.516834000000003</c:v>
                </c:pt>
                <c:pt idx="2989">
                  <c:v>89.516834000000003</c:v>
                </c:pt>
                <c:pt idx="2990">
                  <c:v>89.516834000000003</c:v>
                </c:pt>
                <c:pt idx="2991">
                  <c:v>89.516834000000003</c:v>
                </c:pt>
                <c:pt idx="2992">
                  <c:v>89.516834000000003</c:v>
                </c:pt>
                <c:pt idx="2993">
                  <c:v>89.516834000000003</c:v>
                </c:pt>
                <c:pt idx="2994">
                  <c:v>89.516834000000003</c:v>
                </c:pt>
                <c:pt idx="2995">
                  <c:v>89.516834000000003</c:v>
                </c:pt>
                <c:pt idx="2996">
                  <c:v>89.516834000000003</c:v>
                </c:pt>
                <c:pt idx="2997">
                  <c:v>89.516834000000003</c:v>
                </c:pt>
                <c:pt idx="2998">
                  <c:v>89.516834000000003</c:v>
                </c:pt>
                <c:pt idx="2999">
                  <c:v>89.516834000000003</c:v>
                </c:pt>
                <c:pt idx="3000">
                  <c:v>89.516834000000003</c:v>
                </c:pt>
                <c:pt idx="3001">
                  <c:v>89.516834000000003</c:v>
                </c:pt>
                <c:pt idx="3002">
                  <c:v>89.516834000000003</c:v>
                </c:pt>
                <c:pt idx="3003">
                  <c:v>89.516834000000003</c:v>
                </c:pt>
                <c:pt idx="3004">
                  <c:v>89.516834000000003</c:v>
                </c:pt>
                <c:pt idx="3005">
                  <c:v>89.516834000000003</c:v>
                </c:pt>
                <c:pt idx="3006">
                  <c:v>89.516834000000003</c:v>
                </c:pt>
                <c:pt idx="3007">
                  <c:v>89.516834000000003</c:v>
                </c:pt>
                <c:pt idx="3008">
                  <c:v>89.516834000000003</c:v>
                </c:pt>
                <c:pt idx="3009">
                  <c:v>89.516834000000003</c:v>
                </c:pt>
                <c:pt idx="3010">
                  <c:v>89.516834000000003</c:v>
                </c:pt>
                <c:pt idx="3011">
                  <c:v>89.516834000000003</c:v>
                </c:pt>
                <c:pt idx="3012">
                  <c:v>89.516834000000003</c:v>
                </c:pt>
                <c:pt idx="3013">
                  <c:v>89.516834000000003</c:v>
                </c:pt>
                <c:pt idx="3014">
                  <c:v>89.516834000000003</c:v>
                </c:pt>
                <c:pt idx="3015">
                  <c:v>89.516834000000003</c:v>
                </c:pt>
                <c:pt idx="3016">
                  <c:v>89.516834000000003</c:v>
                </c:pt>
                <c:pt idx="3017">
                  <c:v>89.516834000000003</c:v>
                </c:pt>
                <c:pt idx="3018">
                  <c:v>89.516834000000003</c:v>
                </c:pt>
                <c:pt idx="3019">
                  <c:v>89.516834000000003</c:v>
                </c:pt>
                <c:pt idx="3020">
                  <c:v>89.516834000000003</c:v>
                </c:pt>
                <c:pt idx="3021">
                  <c:v>89.893471199999993</c:v>
                </c:pt>
                <c:pt idx="3022">
                  <c:v>89.893471199999993</c:v>
                </c:pt>
                <c:pt idx="3023">
                  <c:v>89.893471199999993</c:v>
                </c:pt>
                <c:pt idx="3024">
                  <c:v>89.893471199999993</c:v>
                </c:pt>
                <c:pt idx="3025">
                  <c:v>89.893471199999993</c:v>
                </c:pt>
                <c:pt idx="3026">
                  <c:v>89.893471199999993</c:v>
                </c:pt>
                <c:pt idx="3027">
                  <c:v>89.893471199999993</c:v>
                </c:pt>
                <c:pt idx="3028">
                  <c:v>89.893471199999993</c:v>
                </c:pt>
                <c:pt idx="3029">
                  <c:v>89.893471199999993</c:v>
                </c:pt>
                <c:pt idx="3030">
                  <c:v>89.893471199999993</c:v>
                </c:pt>
                <c:pt idx="3031">
                  <c:v>89.893471199999993</c:v>
                </c:pt>
                <c:pt idx="3032">
                  <c:v>89.893471199999993</c:v>
                </c:pt>
                <c:pt idx="3033">
                  <c:v>89.893471199999993</c:v>
                </c:pt>
                <c:pt idx="3034">
                  <c:v>89.893471199999993</c:v>
                </c:pt>
                <c:pt idx="3035">
                  <c:v>89.893471199999993</c:v>
                </c:pt>
                <c:pt idx="3036">
                  <c:v>89.893471199999993</c:v>
                </c:pt>
                <c:pt idx="3037">
                  <c:v>89.893471199999993</c:v>
                </c:pt>
                <c:pt idx="3038">
                  <c:v>89.893471199999993</c:v>
                </c:pt>
                <c:pt idx="3039">
                  <c:v>89.893471199999993</c:v>
                </c:pt>
                <c:pt idx="3040">
                  <c:v>89.893471199999993</c:v>
                </c:pt>
                <c:pt idx="3041">
                  <c:v>89.893471199999993</c:v>
                </c:pt>
                <c:pt idx="3042">
                  <c:v>89.893471199999993</c:v>
                </c:pt>
                <c:pt idx="3043">
                  <c:v>89.893471199999993</c:v>
                </c:pt>
                <c:pt idx="3044">
                  <c:v>89.893471199999993</c:v>
                </c:pt>
                <c:pt idx="3045">
                  <c:v>89.893471199999993</c:v>
                </c:pt>
                <c:pt idx="3046">
                  <c:v>89.893471199999993</c:v>
                </c:pt>
                <c:pt idx="3047">
                  <c:v>89.893471199999993</c:v>
                </c:pt>
                <c:pt idx="3048">
                  <c:v>93.631739999999994</c:v>
                </c:pt>
                <c:pt idx="3049">
                  <c:v>98.744609999999994</c:v>
                </c:pt>
                <c:pt idx="3050">
                  <c:v>98.744609999999994</c:v>
                </c:pt>
                <c:pt idx="3051">
                  <c:v>98.744609999999994</c:v>
                </c:pt>
                <c:pt idx="3052">
                  <c:v>98.744609999999994</c:v>
                </c:pt>
                <c:pt idx="3053">
                  <c:v>98.744609999999994</c:v>
                </c:pt>
                <c:pt idx="3054">
                  <c:v>98.744609999999994</c:v>
                </c:pt>
                <c:pt idx="3055">
                  <c:v>98.744609999999994</c:v>
                </c:pt>
                <c:pt idx="3056">
                  <c:v>98.744609999999994</c:v>
                </c:pt>
                <c:pt idx="3057">
                  <c:v>98.744609999999994</c:v>
                </c:pt>
                <c:pt idx="3058">
                  <c:v>98.744609999999994</c:v>
                </c:pt>
                <c:pt idx="3059">
                  <c:v>98.744609999999994</c:v>
                </c:pt>
                <c:pt idx="3060">
                  <c:v>98.744609999999994</c:v>
                </c:pt>
                <c:pt idx="3061">
                  <c:v>98.744609999999994</c:v>
                </c:pt>
                <c:pt idx="3062">
                  <c:v>98.744609999999994</c:v>
                </c:pt>
                <c:pt idx="3063">
                  <c:v>98.744609999999994</c:v>
                </c:pt>
                <c:pt idx="3064">
                  <c:v>98.744609999999994</c:v>
                </c:pt>
                <c:pt idx="3065">
                  <c:v>98.744609999999994</c:v>
                </c:pt>
                <c:pt idx="3066">
                  <c:v>98.744609999999994</c:v>
                </c:pt>
                <c:pt idx="3067">
                  <c:v>98.744609999999994</c:v>
                </c:pt>
                <c:pt idx="3068">
                  <c:v>98.744609999999994</c:v>
                </c:pt>
                <c:pt idx="3069">
                  <c:v>98.744609999999994</c:v>
                </c:pt>
                <c:pt idx="3070">
                  <c:v>98.744609999999994</c:v>
                </c:pt>
                <c:pt idx="3071">
                  <c:v>98.744609999999994</c:v>
                </c:pt>
                <c:pt idx="3072">
                  <c:v>98.744609999999994</c:v>
                </c:pt>
                <c:pt idx="3073">
                  <c:v>98.744609999999994</c:v>
                </c:pt>
                <c:pt idx="3074">
                  <c:v>98.744609999999994</c:v>
                </c:pt>
                <c:pt idx="3075">
                  <c:v>98.744609999999994</c:v>
                </c:pt>
                <c:pt idx="3076">
                  <c:v>98.744609999999994</c:v>
                </c:pt>
                <c:pt idx="3077">
                  <c:v>98.744609999999994</c:v>
                </c:pt>
                <c:pt idx="3078">
                  <c:v>98.744609999999994</c:v>
                </c:pt>
                <c:pt idx="3079">
                  <c:v>98.744609999999994</c:v>
                </c:pt>
                <c:pt idx="3080">
                  <c:v>98.744609999999994</c:v>
                </c:pt>
                <c:pt idx="3081">
                  <c:v>98.744609999999994</c:v>
                </c:pt>
                <c:pt idx="3082">
                  <c:v>98.744609999999994</c:v>
                </c:pt>
                <c:pt idx="3083">
                  <c:v>98.744609999999994</c:v>
                </c:pt>
                <c:pt idx="3084">
                  <c:v>98.744609999999994</c:v>
                </c:pt>
                <c:pt idx="3085">
                  <c:v>98.744609999999994</c:v>
                </c:pt>
                <c:pt idx="3086">
                  <c:v>98.744609999999994</c:v>
                </c:pt>
                <c:pt idx="3087">
                  <c:v>98.744609999999994</c:v>
                </c:pt>
                <c:pt idx="3088">
                  <c:v>98.744609999999994</c:v>
                </c:pt>
                <c:pt idx="3089">
                  <c:v>98.744609999999994</c:v>
                </c:pt>
                <c:pt idx="3090">
                  <c:v>98.744609999999994</c:v>
                </c:pt>
                <c:pt idx="3091">
                  <c:v>98.744609999999994</c:v>
                </c:pt>
                <c:pt idx="3092">
                  <c:v>98.744609999999994</c:v>
                </c:pt>
                <c:pt idx="3093">
                  <c:v>98.744609999999994</c:v>
                </c:pt>
                <c:pt idx="3094">
                  <c:v>98.744609999999994</c:v>
                </c:pt>
                <c:pt idx="3095">
                  <c:v>98.744609999999994</c:v>
                </c:pt>
                <c:pt idx="3096">
                  <c:v>98.744609999999994</c:v>
                </c:pt>
                <c:pt idx="3097">
                  <c:v>98.744609999999994</c:v>
                </c:pt>
                <c:pt idx="3098">
                  <c:v>98.744609999999994</c:v>
                </c:pt>
                <c:pt idx="3099">
                  <c:v>98.744609999999994</c:v>
                </c:pt>
                <c:pt idx="3100">
                  <c:v>98.744609999999994</c:v>
                </c:pt>
                <c:pt idx="3101">
                  <c:v>98.744609999999994</c:v>
                </c:pt>
                <c:pt idx="3102">
                  <c:v>98.744609999999994</c:v>
                </c:pt>
                <c:pt idx="3103">
                  <c:v>98.744609999999994</c:v>
                </c:pt>
                <c:pt idx="3104">
                  <c:v>98.744609999999994</c:v>
                </c:pt>
                <c:pt idx="3105">
                  <c:v>98.744609999999994</c:v>
                </c:pt>
                <c:pt idx="3106">
                  <c:v>98.744609999999994</c:v>
                </c:pt>
                <c:pt idx="3107">
                  <c:v>98.744609999999994</c:v>
                </c:pt>
                <c:pt idx="3108">
                  <c:v>98.744609999999994</c:v>
                </c:pt>
                <c:pt idx="3109">
                  <c:v>98.744609999999994</c:v>
                </c:pt>
                <c:pt idx="3110">
                  <c:v>98.744609999999994</c:v>
                </c:pt>
                <c:pt idx="3111">
                  <c:v>98.744609999999994</c:v>
                </c:pt>
                <c:pt idx="3112">
                  <c:v>98.744609999999994</c:v>
                </c:pt>
                <c:pt idx="3113">
                  <c:v>98.744609999999994</c:v>
                </c:pt>
                <c:pt idx="3114">
                  <c:v>98.744609999999994</c:v>
                </c:pt>
                <c:pt idx="3115">
                  <c:v>98.744609999999994</c:v>
                </c:pt>
                <c:pt idx="3116">
                  <c:v>98.744609999999994</c:v>
                </c:pt>
                <c:pt idx="3117">
                  <c:v>98.744609999999994</c:v>
                </c:pt>
                <c:pt idx="3118">
                  <c:v>98.744609999999994</c:v>
                </c:pt>
                <c:pt idx="3119">
                  <c:v>98.744609999999994</c:v>
                </c:pt>
                <c:pt idx="3120">
                  <c:v>98.744609999999994</c:v>
                </c:pt>
                <c:pt idx="3121">
                  <c:v>98.744609999999994</c:v>
                </c:pt>
                <c:pt idx="3122">
                  <c:v>98.744609999999994</c:v>
                </c:pt>
                <c:pt idx="3123">
                  <c:v>98.744609999999994</c:v>
                </c:pt>
                <c:pt idx="3124">
                  <c:v>98.744609999999994</c:v>
                </c:pt>
                <c:pt idx="3125">
                  <c:v>98.744609999999994</c:v>
                </c:pt>
                <c:pt idx="3126">
                  <c:v>98.744609999999994</c:v>
                </c:pt>
                <c:pt idx="3127">
                  <c:v>98.744609999999994</c:v>
                </c:pt>
                <c:pt idx="3128">
                  <c:v>98.744609999999994</c:v>
                </c:pt>
                <c:pt idx="3129">
                  <c:v>98.744609999999994</c:v>
                </c:pt>
                <c:pt idx="3130">
                  <c:v>98.744609999999994</c:v>
                </c:pt>
                <c:pt idx="3131">
                  <c:v>98.744609999999994</c:v>
                </c:pt>
                <c:pt idx="3132">
                  <c:v>98.744609999999994</c:v>
                </c:pt>
                <c:pt idx="3133">
                  <c:v>98.744609999999994</c:v>
                </c:pt>
                <c:pt idx="3134">
                  <c:v>98.744609999999994</c:v>
                </c:pt>
                <c:pt idx="3135">
                  <c:v>98.744609999999994</c:v>
                </c:pt>
                <c:pt idx="3136">
                  <c:v>98.744609999999994</c:v>
                </c:pt>
                <c:pt idx="3137">
                  <c:v>98.744609999999994</c:v>
                </c:pt>
                <c:pt idx="3138">
                  <c:v>98.744609999999994</c:v>
                </c:pt>
                <c:pt idx="3139">
                  <c:v>98.744609999999994</c:v>
                </c:pt>
                <c:pt idx="3140">
                  <c:v>98.744609999999994</c:v>
                </c:pt>
                <c:pt idx="3141">
                  <c:v>98.744609999999994</c:v>
                </c:pt>
                <c:pt idx="3142">
                  <c:v>98.744609999999994</c:v>
                </c:pt>
                <c:pt idx="3143">
                  <c:v>98.744609999999994</c:v>
                </c:pt>
                <c:pt idx="3144">
                  <c:v>98.744609999999994</c:v>
                </c:pt>
                <c:pt idx="3145">
                  <c:v>98.744609999999994</c:v>
                </c:pt>
                <c:pt idx="3146">
                  <c:v>98.744609999999994</c:v>
                </c:pt>
                <c:pt idx="3147">
                  <c:v>98.744609999999994</c:v>
                </c:pt>
                <c:pt idx="3148">
                  <c:v>98.744609999999994</c:v>
                </c:pt>
                <c:pt idx="3149">
                  <c:v>98.744609999999994</c:v>
                </c:pt>
                <c:pt idx="3150">
                  <c:v>98.744609999999994</c:v>
                </c:pt>
                <c:pt idx="3151">
                  <c:v>98.744609999999994</c:v>
                </c:pt>
                <c:pt idx="3152">
                  <c:v>98.744609999999994</c:v>
                </c:pt>
                <c:pt idx="3153">
                  <c:v>98.744609999999994</c:v>
                </c:pt>
                <c:pt idx="3154">
                  <c:v>98.744609999999994</c:v>
                </c:pt>
                <c:pt idx="3155">
                  <c:v>98.744609999999994</c:v>
                </c:pt>
                <c:pt idx="3156">
                  <c:v>98.744609999999994</c:v>
                </c:pt>
                <c:pt idx="3157">
                  <c:v>98.744609999999994</c:v>
                </c:pt>
                <c:pt idx="3158">
                  <c:v>98.744609999999994</c:v>
                </c:pt>
                <c:pt idx="3159">
                  <c:v>98.744609999999994</c:v>
                </c:pt>
                <c:pt idx="3160">
                  <c:v>98.744609999999994</c:v>
                </c:pt>
                <c:pt idx="3161">
                  <c:v>98.744609999999994</c:v>
                </c:pt>
                <c:pt idx="3162">
                  <c:v>98.744609999999994</c:v>
                </c:pt>
                <c:pt idx="3163">
                  <c:v>98.744609999999994</c:v>
                </c:pt>
                <c:pt idx="3164">
                  <c:v>98.744609999999994</c:v>
                </c:pt>
                <c:pt idx="3165">
                  <c:v>98.744609999999994</c:v>
                </c:pt>
                <c:pt idx="3166">
                  <c:v>98.744609999999994</c:v>
                </c:pt>
                <c:pt idx="3167">
                  <c:v>98.744609999999994</c:v>
                </c:pt>
                <c:pt idx="3168">
                  <c:v>98.744609999999994</c:v>
                </c:pt>
                <c:pt idx="3169">
                  <c:v>98.744609999999994</c:v>
                </c:pt>
                <c:pt idx="3170">
                  <c:v>98.744609999999994</c:v>
                </c:pt>
                <c:pt idx="3171">
                  <c:v>98.744609999999994</c:v>
                </c:pt>
                <c:pt idx="3172">
                  <c:v>98.744609999999994</c:v>
                </c:pt>
                <c:pt idx="3173">
                  <c:v>98.744609999999994</c:v>
                </c:pt>
                <c:pt idx="3174">
                  <c:v>98.744609999999994</c:v>
                </c:pt>
                <c:pt idx="3175">
                  <c:v>98.744609999999994</c:v>
                </c:pt>
                <c:pt idx="3176">
                  <c:v>98.744609999999994</c:v>
                </c:pt>
                <c:pt idx="3177">
                  <c:v>98.744609999999994</c:v>
                </c:pt>
                <c:pt idx="3178">
                  <c:v>98.744609999999994</c:v>
                </c:pt>
                <c:pt idx="3179">
                  <c:v>98.744609999999994</c:v>
                </c:pt>
                <c:pt idx="3180">
                  <c:v>98.744609999999994</c:v>
                </c:pt>
                <c:pt idx="3181">
                  <c:v>98.744609999999994</c:v>
                </c:pt>
                <c:pt idx="3182">
                  <c:v>98.744609999999994</c:v>
                </c:pt>
                <c:pt idx="3183">
                  <c:v>98.744609999999994</c:v>
                </c:pt>
                <c:pt idx="3184">
                  <c:v>98.744609999999994</c:v>
                </c:pt>
                <c:pt idx="3185">
                  <c:v>98.744609999999994</c:v>
                </c:pt>
                <c:pt idx="3186">
                  <c:v>98.744609999999994</c:v>
                </c:pt>
                <c:pt idx="3187">
                  <c:v>98.744609999999994</c:v>
                </c:pt>
                <c:pt idx="3188">
                  <c:v>98.744609999999994</c:v>
                </c:pt>
                <c:pt idx="3189">
                  <c:v>98.744609999999994</c:v>
                </c:pt>
                <c:pt idx="3190">
                  <c:v>98.744609999999994</c:v>
                </c:pt>
                <c:pt idx="3191">
                  <c:v>98.744609999999994</c:v>
                </c:pt>
                <c:pt idx="3192">
                  <c:v>98.744609999999994</c:v>
                </c:pt>
                <c:pt idx="3193">
                  <c:v>98.744609999999994</c:v>
                </c:pt>
                <c:pt idx="3194">
                  <c:v>98.744609999999994</c:v>
                </c:pt>
                <c:pt idx="3195">
                  <c:v>98.744609999999994</c:v>
                </c:pt>
                <c:pt idx="3196">
                  <c:v>98.744609999999994</c:v>
                </c:pt>
                <c:pt idx="3197">
                  <c:v>98.744609999999994</c:v>
                </c:pt>
                <c:pt idx="3198">
                  <c:v>98.744609999999994</c:v>
                </c:pt>
                <c:pt idx="3199">
                  <c:v>98.744609999999994</c:v>
                </c:pt>
                <c:pt idx="3200">
                  <c:v>98.744609999999994</c:v>
                </c:pt>
                <c:pt idx="3201">
                  <c:v>98.744609999999994</c:v>
                </c:pt>
                <c:pt idx="3202">
                  <c:v>98.744609999999994</c:v>
                </c:pt>
                <c:pt idx="3203">
                  <c:v>98.744609999999994</c:v>
                </c:pt>
                <c:pt idx="3204">
                  <c:v>98.744609999999994</c:v>
                </c:pt>
                <c:pt idx="3205">
                  <c:v>98.744609999999994</c:v>
                </c:pt>
                <c:pt idx="3206">
                  <c:v>98.744609999999994</c:v>
                </c:pt>
                <c:pt idx="3207">
                  <c:v>98.744609999999994</c:v>
                </c:pt>
                <c:pt idx="3208">
                  <c:v>98.744609999999994</c:v>
                </c:pt>
                <c:pt idx="3209">
                  <c:v>98.744609999999994</c:v>
                </c:pt>
                <c:pt idx="3210">
                  <c:v>98.744609999999994</c:v>
                </c:pt>
                <c:pt idx="3211">
                  <c:v>98.744609999999994</c:v>
                </c:pt>
                <c:pt idx="3212">
                  <c:v>98.744609999999994</c:v>
                </c:pt>
                <c:pt idx="3213">
                  <c:v>98.744609999999994</c:v>
                </c:pt>
                <c:pt idx="3214">
                  <c:v>98.744609999999994</c:v>
                </c:pt>
                <c:pt idx="3215">
                  <c:v>98.744609999999994</c:v>
                </c:pt>
                <c:pt idx="3216">
                  <c:v>98.744609999999994</c:v>
                </c:pt>
                <c:pt idx="3217">
                  <c:v>98.744609999999994</c:v>
                </c:pt>
                <c:pt idx="3218">
                  <c:v>98.744609999999994</c:v>
                </c:pt>
                <c:pt idx="3219">
                  <c:v>98.744609999999994</c:v>
                </c:pt>
                <c:pt idx="3220">
                  <c:v>98.744609999999994</c:v>
                </c:pt>
                <c:pt idx="3221">
                  <c:v>98.744609999999994</c:v>
                </c:pt>
                <c:pt idx="3222">
                  <c:v>98.744609999999994</c:v>
                </c:pt>
                <c:pt idx="3223">
                  <c:v>98.744609999999994</c:v>
                </c:pt>
                <c:pt idx="3224">
                  <c:v>98.744609999999994</c:v>
                </c:pt>
                <c:pt idx="3225">
                  <c:v>98.744609999999994</c:v>
                </c:pt>
                <c:pt idx="3226">
                  <c:v>98.744609999999994</c:v>
                </c:pt>
                <c:pt idx="3227">
                  <c:v>98.744609999999994</c:v>
                </c:pt>
                <c:pt idx="3228">
                  <c:v>98.744609999999994</c:v>
                </c:pt>
                <c:pt idx="3229">
                  <c:v>98.744609999999994</c:v>
                </c:pt>
                <c:pt idx="3230">
                  <c:v>98.744609999999994</c:v>
                </c:pt>
                <c:pt idx="3231">
                  <c:v>98.744609999999994</c:v>
                </c:pt>
                <c:pt idx="3232">
                  <c:v>98.744609999999994</c:v>
                </c:pt>
                <c:pt idx="3233">
                  <c:v>98.744609999999994</c:v>
                </c:pt>
                <c:pt idx="3234">
                  <c:v>98.744609999999994</c:v>
                </c:pt>
                <c:pt idx="3235">
                  <c:v>98.744609999999994</c:v>
                </c:pt>
                <c:pt idx="3236">
                  <c:v>98.744609999999994</c:v>
                </c:pt>
                <c:pt idx="3237">
                  <c:v>98.744609999999994</c:v>
                </c:pt>
                <c:pt idx="3238">
                  <c:v>98.744609999999994</c:v>
                </c:pt>
                <c:pt idx="3239">
                  <c:v>98.744609999999994</c:v>
                </c:pt>
                <c:pt idx="3240">
                  <c:v>98.744609999999994</c:v>
                </c:pt>
                <c:pt idx="3241">
                  <c:v>98.744609999999994</c:v>
                </c:pt>
                <c:pt idx="3242">
                  <c:v>98.744609999999994</c:v>
                </c:pt>
                <c:pt idx="3243">
                  <c:v>98.744609999999994</c:v>
                </c:pt>
                <c:pt idx="3244">
                  <c:v>98.744609999999994</c:v>
                </c:pt>
                <c:pt idx="3245">
                  <c:v>98.744609999999994</c:v>
                </c:pt>
                <c:pt idx="3246">
                  <c:v>98.744609999999994</c:v>
                </c:pt>
                <c:pt idx="3247">
                  <c:v>98.744609999999994</c:v>
                </c:pt>
                <c:pt idx="3248">
                  <c:v>98.744609999999994</c:v>
                </c:pt>
                <c:pt idx="3249">
                  <c:v>98.744609999999994</c:v>
                </c:pt>
                <c:pt idx="3250">
                  <c:v>98.744609999999994</c:v>
                </c:pt>
                <c:pt idx="3251">
                  <c:v>98.744609999999994</c:v>
                </c:pt>
                <c:pt idx="3252">
                  <c:v>98.744609999999994</c:v>
                </c:pt>
                <c:pt idx="3253">
                  <c:v>98.744609999999994</c:v>
                </c:pt>
                <c:pt idx="3254">
                  <c:v>98.744609999999994</c:v>
                </c:pt>
                <c:pt idx="3255">
                  <c:v>98.744609999999994</c:v>
                </c:pt>
                <c:pt idx="3256">
                  <c:v>98.744609999999994</c:v>
                </c:pt>
                <c:pt idx="3257">
                  <c:v>98.744609999999994</c:v>
                </c:pt>
                <c:pt idx="3258">
                  <c:v>98.744609999999994</c:v>
                </c:pt>
                <c:pt idx="3259">
                  <c:v>98.744609999999994</c:v>
                </c:pt>
                <c:pt idx="3260">
                  <c:v>98.744609999999994</c:v>
                </c:pt>
                <c:pt idx="3261">
                  <c:v>98.744609999999994</c:v>
                </c:pt>
                <c:pt idx="3262">
                  <c:v>98.744609999999994</c:v>
                </c:pt>
                <c:pt idx="3263">
                  <c:v>98.744609999999994</c:v>
                </c:pt>
                <c:pt idx="3264">
                  <c:v>98.744609999999994</c:v>
                </c:pt>
                <c:pt idx="3265">
                  <c:v>98.744609999999994</c:v>
                </c:pt>
                <c:pt idx="3266">
                  <c:v>98.744609999999994</c:v>
                </c:pt>
                <c:pt idx="3267">
                  <c:v>98.744609999999994</c:v>
                </c:pt>
                <c:pt idx="3268">
                  <c:v>98.744609999999994</c:v>
                </c:pt>
                <c:pt idx="3269">
                  <c:v>98.744609999999994</c:v>
                </c:pt>
                <c:pt idx="3270">
                  <c:v>98.744609999999994</c:v>
                </c:pt>
                <c:pt idx="3271">
                  <c:v>98.744609999999994</c:v>
                </c:pt>
                <c:pt idx="3272">
                  <c:v>98.744609999999994</c:v>
                </c:pt>
                <c:pt idx="3273">
                  <c:v>98.744609999999994</c:v>
                </c:pt>
                <c:pt idx="3274">
                  <c:v>98.744609999999994</c:v>
                </c:pt>
                <c:pt idx="3275">
                  <c:v>98.744609999999994</c:v>
                </c:pt>
                <c:pt idx="3276">
                  <c:v>98.744609999999994</c:v>
                </c:pt>
                <c:pt idx="3277">
                  <c:v>98.744609999999994</c:v>
                </c:pt>
                <c:pt idx="3278">
                  <c:v>98.744609999999994</c:v>
                </c:pt>
                <c:pt idx="3279">
                  <c:v>98.744609999999994</c:v>
                </c:pt>
                <c:pt idx="3280">
                  <c:v>98.744609999999994</c:v>
                </c:pt>
                <c:pt idx="3281">
                  <c:v>98.744609999999994</c:v>
                </c:pt>
                <c:pt idx="3282">
                  <c:v>98.744609999999994</c:v>
                </c:pt>
                <c:pt idx="3283">
                  <c:v>98.744609999999994</c:v>
                </c:pt>
                <c:pt idx="3284">
                  <c:v>98.744609999999994</c:v>
                </c:pt>
                <c:pt idx="3285">
                  <c:v>98.744609999999994</c:v>
                </c:pt>
                <c:pt idx="3286">
                  <c:v>98.744609999999994</c:v>
                </c:pt>
                <c:pt idx="3287">
                  <c:v>98.744609999999994</c:v>
                </c:pt>
                <c:pt idx="3288">
                  <c:v>98.744609999999994</c:v>
                </c:pt>
                <c:pt idx="3289">
                  <c:v>98.744609999999994</c:v>
                </c:pt>
                <c:pt idx="3290">
                  <c:v>98.744609999999994</c:v>
                </c:pt>
                <c:pt idx="3291">
                  <c:v>98.744609999999994</c:v>
                </c:pt>
                <c:pt idx="3292">
                  <c:v>98.744609999999994</c:v>
                </c:pt>
                <c:pt idx="3293">
                  <c:v>98.744609999999994</c:v>
                </c:pt>
                <c:pt idx="3294">
                  <c:v>98.744609999999994</c:v>
                </c:pt>
                <c:pt idx="3295">
                  <c:v>98.744609999999994</c:v>
                </c:pt>
                <c:pt idx="3296">
                  <c:v>98.744609999999994</c:v>
                </c:pt>
                <c:pt idx="3297">
                  <c:v>98.744609999999994</c:v>
                </c:pt>
                <c:pt idx="3298">
                  <c:v>98.744609999999994</c:v>
                </c:pt>
                <c:pt idx="3299">
                  <c:v>98.744609999999994</c:v>
                </c:pt>
                <c:pt idx="3300">
                  <c:v>98.744609999999994</c:v>
                </c:pt>
                <c:pt idx="3301">
                  <c:v>98.744609999999994</c:v>
                </c:pt>
                <c:pt idx="3302">
                  <c:v>98.744609999999994</c:v>
                </c:pt>
                <c:pt idx="3303">
                  <c:v>98.744609999999994</c:v>
                </c:pt>
                <c:pt idx="3304">
                  <c:v>98.744609999999994</c:v>
                </c:pt>
                <c:pt idx="3305">
                  <c:v>98.744609999999994</c:v>
                </c:pt>
                <c:pt idx="3306">
                  <c:v>98.744609999999994</c:v>
                </c:pt>
                <c:pt idx="3307">
                  <c:v>98.744609999999994</c:v>
                </c:pt>
                <c:pt idx="3308">
                  <c:v>98.744609999999994</c:v>
                </c:pt>
                <c:pt idx="3309">
                  <c:v>98.744609999999994</c:v>
                </c:pt>
                <c:pt idx="3310">
                  <c:v>98.744609999999994</c:v>
                </c:pt>
                <c:pt idx="3311">
                  <c:v>98.744609999999994</c:v>
                </c:pt>
                <c:pt idx="3312">
                  <c:v>98.744609999999994</c:v>
                </c:pt>
                <c:pt idx="3313">
                  <c:v>98.744609999999994</c:v>
                </c:pt>
                <c:pt idx="3314">
                  <c:v>98.744609999999994</c:v>
                </c:pt>
                <c:pt idx="3315">
                  <c:v>98.744609999999994</c:v>
                </c:pt>
                <c:pt idx="3316">
                  <c:v>98.744609999999994</c:v>
                </c:pt>
                <c:pt idx="3317">
                  <c:v>98.744609999999994</c:v>
                </c:pt>
                <c:pt idx="3318">
                  <c:v>98.744609999999994</c:v>
                </c:pt>
                <c:pt idx="3319">
                  <c:v>98.744609999999994</c:v>
                </c:pt>
                <c:pt idx="3320">
                  <c:v>98.744609999999994</c:v>
                </c:pt>
                <c:pt idx="3321">
                  <c:v>98.744609999999994</c:v>
                </c:pt>
                <c:pt idx="3322">
                  <c:v>98.744609999999994</c:v>
                </c:pt>
                <c:pt idx="3323">
                  <c:v>98.744609999999994</c:v>
                </c:pt>
                <c:pt idx="3324">
                  <c:v>98.744609999999994</c:v>
                </c:pt>
                <c:pt idx="3325">
                  <c:v>98.744609999999994</c:v>
                </c:pt>
                <c:pt idx="3326">
                  <c:v>98.744609999999994</c:v>
                </c:pt>
                <c:pt idx="3327">
                  <c:v>98.744609999999994</c:v>
                </c:pt>
                <c:pt idx="3328">
                  <c:v>98.744609999999994</c:v>
                </c:pt>
                <c:pt idx="3329">
                  <c:v>98.744609999999994</c:v>
                </c:pt>
                <c:pt idx="3330">
                  <c:v>98.744609999999994</c:v>
                </c:pt>
                <c:pt idx="3331">
                  <c:v>98.744609999999994</c:v>
                </c:pt>
                <c:pt idx="3332">
                  <c:v>98.744609999999994</c:v>
                </c:pt>
                <c:pt idx="3333">
                  <c:v>98.744609999999994</c:v>
                </c:pt>
                <c:pt idx="3334">
                  <c:v>98.744609999999994</c:v>
                </c:pt>
                <c:pt idx="3335">
                  <c:v>98.744609999999994</c:v>
                </c:pt>
                <c:pt idx="3336">
                  <c:v>98.744609999999994</c:v>
                </c:pt>
                <c:pt idx="3337">
                  <c:v>98.744609999999994</c:v>
                </c:pt>
                <c:pt idx="3338">
                  <c:v>98.744609999999994</c:v>
                </c:pt>
                <c:pt idx="3339">
                  <c:v>98.744609999999994</c:v>
                </c:pt>
                <c:pt idx="3340">
                  <c:v>98.744609999999994</c:v>
                </c:pt>
                <c:pt idx="3341">
                  <c:v>98.744609999999994</c:v>
                </c:pt>
                <c:pt idx="3342">
                  <c:v>98.744609999999994</c:v>
                </c:pt>
                <c:pt idx="3343">
                  <c:v>98.744609999999994</c:v>
                </c:pt>
                <c:pt idx="3344">
                  <c:v>98.744609999999994</c:v>
                </c:pt>
                <c:pt idx="3345">
                  <c:v>98.744609999999994</c:v>
                </c:pt>
                <c:pt idx="3346">
                  <c:v>98.744609999999994</c:v>
                </c:pt>
                <c:pt idx="3347">
                  <c:v>98.744609999999994</c:v>
                </c:pt>
                <c:pt idx="3348">
                  <c:v>98.744609999999994</c:v>
                </c:pt>
                <c:pt idx="3349">
                  <c:v>98.744609999999994</c:v>
                </c:pt>
                <c:pt idx="3350">
                  <c:v>98.744609999999994</c:v>
                </c:pt>
                <c:pt idx="3351">
                  <c:v>98.744609999999994</c:v>
                </c:pt>
                <c:pt idx="3352">
                  <c:v>98.744609999999994</c:v>
                </c:pt>
                <c:pt idx="3353">
                  <c:v>98.744609999999994</c:v>
                </c:pt>
                <c:pt idx="3354">
                  <c:v>98.744609999999994</c:v>
                </c:pt>
                <c:pt idx="3355">
                  <c:v>98.744609999999994</c:v>
                </c:pt>
                <c:pt idx="3356">
                  <c:v>98.744609999999994</c:v>
                </c:pt>
                <c:pt idx="3357">
                  <c:v>98.744609999999994</c:v>
                </c:pt>
                <c:pt idx="3358">
                  <c:v>98.744609999999994</c:v>
                </c:pt>
                <c:pt idx="3359">
                  <c:v>98.744609999999994</c:v>
                </c:pt>
                <c:pt idx="3360">
                  <c:v>98.744609999999994</c:v>
                </c:pt>
                <c:pt idx="3361">
                  <c:v>98.744609999999994</c:v>
                </c:pt>
                <c:pt idx="3362">
                  <c:v>98.744609999999994</c:v>
                </c:pt>
                <c:pt idx="3363">
                  <c:v>98.744609999999994</c:v>
                </c:pt>
                <c:pt idx="3364">
                  <c:v>98.744609999999994</c:v>
                </c:pt>
                <c:pt idx="3365">
                  <c:v>98.744609999999994</c:v>
                </c:pt>
                <c:pt idx="3366">
                  <c:v>98.744609999999994</c:v>
                </c:pt>
                <c:pt idx="3367">
                  <c:v>98.744609999999994</c:v>
                </c:pt>
                <c:pt idx="3368">
                  <c:v>98.744609999999994</c:v>
                </c:pt>
                <c:pt idx="3369">
                  <c:v>98.744609999999994</c:v>
                </c:pt>
                <c:pt idx="3370">
                  <c:v>98.744609999999994</c:v>
                </c:pt>
                <c:pt idx="3371">
                  <c:v>98.744609999999994</c:v>
                </c:pt>
                <c:pt idx="3372">
                  <c:v>98.744609999999994</c:v>
                </c:pt>
                <c:pt idx="3373">
                  <c:v>98.744609999999994</c:v>
                </c:pt>
                <c:pt idx="3374">
                  <c:v>98.744609999999994</c:v>
                </c:pt>
                <c:pt idx="3375">
                  <c:v>98.744609999999994</c:v>
                </c:pt>
                <c:pt idx="3376">
                  <c:v>98.744609999999994</c:v>
                </c:pt>
                <c:pt idx="3377">
                  <c:v>98.744609999999994</c:v>
                </c:pt>
                <c:pt idx="3378">
                  <c:v>98.744609999999994</c:v>
                </c:pt>
                <c:pt idx="3379">
                  <c:v>98.744609999999994</c:v>
                </c:pt>
                <c:pt idx="3380">
                  <c:v>98.744609999999994</c:v>
                </c:pt>
                <c:pt idx="3381">
                  <c:v>98.744609999999994</c:v>
                </c:pt>
                <c:pt idx="3382">
                  <c:v>98.744609999999994</c:v>
                </c:pt>
                <c:pt idx="3383">
                  <c:v>98.744609999999994</c:v>
                </c:pt>
                <c:pt idx="3384">
                  <c:v>98.744609999999994</c:v>
                </c:pt>
                <c:pt idx="3385">
                  <c:v>98.744609999999994</c:v>
                </c:pt>
                <c:pt idx="3386">
                  <c:v>98.744609999999994</c:v>
                </c:pt>
                <c:pt idx="3387">
                  <c:v>98.744609999999994</c:v>
                </c:pt>
                <c:pt idx="3388">
                  <c:v>98.744609999999994</c:v>
                </c:pt>
                <c:pt idx="3389">
                  <c:v>98.744609999999994</c:v>
                </c:pt>
                <c:pt idx="3390">
                  <c:v>98.744609999999994</c:v>
                </c:pt>
                <c:pt idx="3391">
                  <c:v>98.744609999999994</c:v>
                </c:pt>
                <c:pt idx="3392">
                  <c:v>98.744609999999994</c:v>
                </c:pt>
                <c:pt idx="3393">
                  <c:v>98.744609999999994</c:v>
                </c:pt>
                <c:pt idx="3394">
                  <c:v>98.744609999999994</c:v>
                </c:pt>
                <c:pt idx="3395">
                  <c:v>98.744609999999994</c:v>
                </c:pt>
                <c:pt idx="3396">
                  <c:v>98.744609999999994</c:v>
                </c:pt>
                <c:pt idx="3397">
                  <c:v>98.744609999999994</c:v>
                </c:pt>
                <c:pt idx="3398">
                  <c:v>98.744609999999994</c:v>
                </c:pt>
                <c:pt idx="3399">
                  <c:v>98.744609999999994</c:v>
                </c:pt>
                <c:pt idx="3400">
                  <c:v>98.744609999999994</c:v>
                </c:pt>
                <c:pt idx="3401">
                  <c:v>98.744609999999994</c:v>
                </c:pt>
                <c:pt idx="3402">
                  <c:v>98.744609999999994</c:v>
                </c:pt>
                <c:pt idx="3403">
                  <c:v>98.744609999999994</c:v>
                </c:pt>
                <c:pt idx="3404">
                  <c:v>98.744609999999994</c:v>
                </c:pt>
                <c:pt idx="3405">
                  <c:v>98.744609999999994</c:v>
                </c:pt>
                <c:pt idx="3406">
                  <c:v>98.744609999999994</c:v>
                </c:pt>
                <c:pt idx="3407">
                  <c:v>98.744609999999994</c:v>
                </c:pt>
                <c:pt idx="3408">
                  <c:v>98.744609999999994</c:v>
                </c:pt>
                <c:pt idx="3409">
                  <c:v>98.744609999999994</c:v>
                </c:pt>
                <c:pt idx="3410">
                  <c:v>98.744609999999994</c:v>
                </c:pt>
                <c:pt idx="3411">
                  <c:v>98.744609999999994</c:v>
                </c:pt>
                <c:pt idx="3412">
                  <c:v>98.744609999999994</c:v>
                </c:pt>
                <c:pt idx="3413">
                  <c:v>98.744609999999994</c:v>
                </c:pt>
                <c:pt idx="3414">
                  <c:v>98.744609999999994</c:v>
                </c:pt>
                <c:pt idx="3415">
                  <c:v>98.744609999999994</c:v>
                </c:pt>
                <c:pt idx="3416">
                  <c:v>98.744609999999994</c:v>
                </c:pt>
                <c:pt idx="3417">
                  <c:v>98.744609999999994</c:v>
                </c:pt>
                <c:pt idx="3418">
                  <c:v>98.744609999999994</c:v>
                </c:pt>
                <c:pt idx="3419">
                  <c:v>98.744609999999994</c:v>
                </c:pt>
                <c:pt idx="3420">
                  <c:v>98.744609999999994</c:v>
                </c:pt>
                <c:pt idx="3421">
                  <c:v>98.744609999999994</c:v>
                </c:pt>
                <c:pt idx="3422">
                  <c:v>98.744609999999994</c:v>
                </c:pt>
                <c:pt idx="3423">
                  <c:v>98.744609999999994</c:v>
                </c:pt>
                <c:pt idx="3424">
                  <c:v>98.744609999999994</c:v>
                </c:pt>
                <c:pt idx="3425">
                  <c:v>98.744609999999994</c:v>
                </c:pt>
                <c:pt idx="3426">
                  <c:v>98.744609999999994</c:v>
                </c:pt>
                <c:pt idx="3427">
                  <c:v>98.744609999999994</c:v>
                </c:pt>
                <c:pt idx="3428">
                  <c:v>98.744609999999994</c:v>
                </c:pt>
                <c:pt idx="3429">
                  <c:v>98.744609999999994</c:v>
                </c:pt>
                <c:pt idx="3430">
                  <c:v>98.744609999999994</c:v>
                </c:pt>
                <c:pt idx="3431">
                  <c:v>98.744609999999994</c:v>
                </c:pt>
                <c:pt idx="3432">
                  <c:v>98.744609999999994</c:v>
                </c:pt>
                <c:pt idx="3433">
                  <c:v>98.744609999999994</c:v>
                </c:pt>
                <c:pt idx="3434">
                  <c:v>98.744609999999994</c:v>
                </c:pt>
                <c:pt idx="3435">
                  <c:v>98.744609999999994</c:v>
                </c:pt>
                <c:pt idx="3436">
                  <c:v>98.744609999999994</c:v>
                </c:pt>
                <c:pt idx="3437">
                  <c:v>98.744609999999994</c:v>
                </c:pt>
                <c:pt idx="3438">
                  <c:v>98.744609999999994</c:v>
                </c:pt>
                <c:pt idx="3439">
                  <c:v>98.744609999999994</c:v>
                </c:pt>
                <c:pt idx="3440">
                  <c:v>98.744609999999994</c:v>
                </c:pt>
                <c:pt idx="3441">
                  <c:v>98.744609999999994</c:v>
                </c:pt>
                <c:pt idx="3442">
                  <c:v>98.744609999999994</c:v>
                </c:pt>
                <c:pt idx="3443">
                  <c:v>98.744609999999994</c:v>
                </c:pt>
                <c:pt idx="3444">
                  <c:v>98.744609999999994</c:v>
                </c:pt>
                <c:pt idx="3445">
                  <c:v>98.744609999999994</c:v>
                </c:pt>
                <c:pt idx="3446">
                  <c:v>98.744609999999994</c:v>
                </c:pt>
                <c:pt idx="3447">
                  <c:v>98.744609999999994</c:v>
                </c:pt>
                <c:pt idx="3448">
                  <c:v>98.744609999999994</c:v>
                </c:pt>
                <c:pt idx="3449">
                  <c:v>98.744609999999994</c:v>
                </c:pt>
                <c:pt idx="3450">
                  <c:v>98.744609999999994</c:v>
                </c:pt>
                <c:pt idx="3451">
                  <c:v>98.744609999999994</c:v>
                </c:pt>
                <c:pt idx="3452">
                  <c:v>98.744609999999994</c:v>
                </c:pt>
                <c:pt idx="3453">
                  <c:v>98.744609999999994</c:v>
                </c:pt>
                <c:pt idx="3454">
                  <c:v>98.744609999999994</c:v>
                </c:pt>
                <c:pt idx="3455">
                  <c:v>98.744609999999994</c:v>
                </c:pt>
                <c:pt idx="3456">
                  <c:v>98.744609999999994</c:v>
                </c:pt>
                <c:pt idx="3457">
                  <c:v>98.744609999999994</c:v>
                </c:pt>
                <c:pt idx="3458">
                  <c:v>98.744609999999994</c:v>
                </c:pt>
                <c:pt idx="3459">
                  <c:v>98.744609999999994</c:v>
                </c:pt>
                <c:pt idx="3460">
                  <c:v>98.744609999999994</c:v>
                </c:pt>
                <c:pt idx="3461">
                  <c:v>98.744609999999994</c:v>
                </c:pt>
                <c:pt idx="3462">
                  <c:v>98.744609999999994</c:v>
                </c:pt>
                <c:pt idx="3463">
                  <c:v>98.744609999999994</c:v>
                </c:pt>
                <c:pt idx="3464">
                  <c:v>98.744609999999994</c:v>
                </c:pt>
                <c:pt idx="3465">
                  <c:v>98.744609999999994</c:v>
                </c:pt>
                <c:pt idx="3466">
                  <c:v>98.744609999999994</c:v>
                </c:pt>
                <c:pt idx="3467">
                  <c:v>98.744609999999994</c:v>
                </c:pt>
                <c:pt idx="3468">
                  <c:v>98.744609999999994</c:v>
                </c:pt>
                <c:pt idx="3469">
                  <c:v>98.744609999999994</c:v>
                </c:pt>
                <c:pt idx="3470">
                  <c:v>98.744609999999994</c:v>
                </c:pt>
                <c:pt idx="3471">
                  <c:v>98.744609999999994</c:v>
                </c:pt>
                <c:pt idx="3472">
                  <c:v>98.744609999999994</c:v>
                </c:pt>
                <c:pt idx="3473">
                  <c:v>98.744609999999994</c:v>
                </c:pt>
                <c:pt idx="3474">
                  <c:v>98.744609999999994</c:v>
                </c:pt>
                <c:pt idx="3475">
                  <c:v>98.744609999999994</c:v>
                </c:pt>
                <c:pt idx="3476">
                  <c:v>98.744609999999994</c:v>
                </c:pt>
                <c:pt idx="3477">
                  <c:v>98.744609999999994</c:v>
                </c:pt>
                <c:pt idx="3478">
                  <c:v>98.744609999999994</c:v>
                </c:pt>
                <c:pt idx="3479">
                  <c:v>98.744609999999994</c:v>
                </c:pt>
                <c:pt idx="3480">
                  <c:v>98.744609999999994</c:v>
                </c:pt>
                <c:pt idx="3481">
                  <c:v>98.744609999999994</c:v>
                </c:pt>
                <c:pt idx="3482">
                  <c:v>98.744609999999994</c:v>
                </c:pt>
                <c:pt idx="3483">
                  <c:v>98.744609999999994</c:v>
                </c:pt>
                <c:pt idx="3484">
                  <c:v>98.744609999999994</c:v>
                </c:pt>
                <c:pt idx="3485">
                  <c:v>98.744609999999994</c:v>
                </c:pt>
                <c:pt idx="3486">
                  <c:v>98.744609999999994</c:v>
                </c:pt>
                <c:pt idx="3487">
                  <c:v>98.744609999999994</c:v>
                </c:pt>
                <c:pt idx="3488">
                  <c:v>98.744609999999994</c:v>
                </c:pt>
                <c:pt idx="3489">
                  <c:v>98.744609999999994</c:v>
                </c:pt>
                <c:pt idx="3490">
                  <c:v>98.744609999999994</c:v>
                </c:pt>
                <c:pt idx="3491">
                  <c:v>98.744609999999994</c:v>
                </c:pt>
                <c:pt idx="3492">
                  <c:v>98.744609999999994</c:v>
                </c:pt>
                <c:pt idx="3493">
                  <c:v>98.744609999999994</c:v>
                </c:pt>
                <c:pt idx="3494">
                  <c:v>98.744609999999994</c:v>
                </c:pt>
                <c:pt idx="3495">
                  <c:v>98.744609999999994</c:v>
                </c:pt>
                <c:pt idx="3496">
                  <c:v>98.744609999999994</c:v>
                </c:pt>
                <c:pt idx="3497">
                  <c:v>98.744609999999994</c:v>
                </c:pt>
                <c:pt idx="3498">
                  <c:v>98.744609999999994</c:v>
                </c:pt>
                <c:pt idx="3499">
                  <c:v>98.744609999999994</c:v>
                </c:pt>
                <c:pt idx="3500">
                  <c:v>98.744609999999994</c:v>
                </c:pt>
                <c:pt idx="3501">
                  <c:v>98.744609999999994</c:v>
                </c:pt>
                <c:pt idx="3502">
                  <c:v>98.744609999999994</c:v>
                </c:pt>
                <c:pt idx="3503">
                  <c:v>98.744609999999994</c:v>
                </c:pt>
                <c:pt idx="3504">
                  <c:v>98.744609999999994</c:v>
                </c:pt>
                <c:pt idx="3505">
                  <c:v>98.744609999999994</c:v>
                </c:pt>
                <c:pt idx="3506">
                  <c:v>98.744609999999994</c:v>
                </c:pt>
                <c:pt idx="3507">
                  <c:v>98.744609999999994</c:v>
                </c:pt>
                <c:pt idx="3508">
                  <c:v>98.744609999999994</c:v>
                </c:pt>
                <c:pt idx="3509">
                  <c:v>98.744609999999994</c:v>
                </c:pt>
                <c:pt idx="3510">
                  <c:v>98.744609999999994</c:v>
                </c:pt>
                <c:pt idx="3511">
                  <c:v>98.744609999999994</c:v>
                </c:pt>
                <c:pt idx="3512">
                  <c:v>98.744609999999994</c:v>
                </c:pt>
                <c:pt idx="3513">
                  <c:v>98.744609999999994</c:v>
                </c:pt>
                <c:pt idx="3514">
                  <c:v>98.744609999999994</c:v>
                </c:pt>
                <c:pt idx="3515">
                  <c:v>98.744609999999994</c:v>
                </c:pt>
                <c:pt idx="3516">
                  <c:v>98.744609999999994</c:v>
                </c:pt>
                <c:pt idx="3517">
                  <c:v>98.744609999999994</c:v>
                </c:pt>
                <c:pt idx="3518">
                  <c:v>98.744609999999994</c:v>
                </c:pt>
                <c:pt idx="3519">
                  <c:v>98.744609999999994</c:v>
                </c:pt>
                <c:pt idx="3520">
                  <c:v>98.744609999999994</c:v>
                </c:pt>
                <c:pt idx="3521">
                  <c:v>98.744609999999994</c:v>
                </c:pt>
                <c:pt idx="3522">
                  <c:v>98.744609999999994</c:v>
                </c:pt>
                <c:pt idx="3523">
                  <c:v>98.744609999999994</c:v>
                </c:pt>
                <c:pt idx="3524">
                  <c:v>98.744609999999994</c:v>
                </c:pt>
                <c:pt idx="3525">
                  <c:v>100.695438</c:v>
                </c:pt>
                <c:pt idx="3526">
                  <c:v>100.695438</c:v>
                </c:pt>
                <c:pt idx="3527">
                  <c:v>100.695438</c:v>
                </c:pt>
                <c:pt idx="3528">
                  <c:v>100.695438</c:v>
                </c:pt>
                <c:pt idx="3529">
                  <c:v>100.695438</c:v>
                </c:pt>
                <c:pt idx="3530">
                  <c:v>100.695438</c:v>
                </c:pt>
                <c:pt idx="3531">
                  <c:v>103.2316692</c:v>
                </c:pt>
                <c:pt idx="3532">
                  <c:v>103.2316692</c:v>
                </c:pt>
                <c:pt idx="3533">
                  <c:v>103.2316692</c:v>
                </c:pt>
                <c:pt idx="3534">
                  <c:v>103.2316692</c:v>
                </c:pt>
                <c:pt idx="3535">
                  <c:v>103.2316692</c:v>
                </c:pt>
                <c:pt idx="3536">
                  <c:v>103.2316692</c:v>
                </c:pt>
                <c:pt idx="3537">
                  <c:v>103.2316692</c:v>
                </c:pt>
                <c:pt idx="3538">
                  <c:v>103.2316692</c:v>
                </c:pt>
                <c:pt idx="3539">
                  <c:v>103.2316692</c:v>
                </c:pt>
                <c:pt idx="3540">
                  <c:v>103.2316692</c:v>
                </c:pt>
                <c:pt idx="3541">
                  <c:v>103.2316692</c:v>
                </c:pt>
                <c:pt idx="3542">
                  <c:v>103.2316692</c:v>
                </c:pt>
                <c:pt idx="3543">
                  <c:v>103.2316692</c:v>
                </c:pt>
                <c:pt idx="3544">
                  <c:v>103.2316692</c:v>
                </c:pt>
                <c:pt idx="3545">
                  <c:v>103.2316692</c:v>
                </c:pt>
                <c:pt idx="3546">
                  <c:v>103.2316692</c:v>
                </c:pt>
                <c:pt idx="3547">
                  <c:v>103.2316692</c:v>
                </c:pt>
                <c:pt idx="3548">
                  <c:v>103.2316692</c:v>
                </c:pt>
                <c:pt idx="3549">
                  <c:v>103.2316692</c:v>
                </c:pt>
                <c:pt idx="3550">
                  <c:v>103.2316692</c:v>
                </c:pt>
                <c:pt idx="3551">
                  <c:v>103.2316692</c:v>
                </c:pt>
                <c:pt idx="3552">
                  <c:v>103.2316692</c:v>
                </c:pt>
                <c:pt idx="3553">
                  <c:v>103.2316692</c:v>
                </c:pt>
                <c:pt idx="3554">
                  <c:v>103.2316692</c:v>
                </c:pt>
                <c:pt idx="3555">
                  <c:v>103.2316692</c:v>
                </c:pt>
                <c:pt idx="3556">
                  <c:v>103.2316692</c:v>
                </c:pt>
                <c:pt idx="3557">
                  <c:v>103.2316692</c:v>
                </c:pt>
                <c:pt idx="3558">
                  <c:v>103.2316692</c:v>
                </c:pt>
                <c:pt idx="3559">
                  <c:v>103.2316692</c:v>
                </c:pt>
                <c:pt idx="3560">
                  <c:v>103.2316692</c:v>
                </c:pt>
                <c:pt idx="3561">
                  <c:v>103.2316692</c:v>
                </c:pt>
                <c:pt idx="3562">
                  <c:v>103.2316692</c:v>
                </c:pt>
                <c:pt idx="3563">
                  <c:v>103.2316692</c:v>
                </c:pt>
                <c:pt idx="3564">
                  <c:v>103.2316692</c:v>
                </c:pt>
                <c:pt idx="3565">
                  <c:v>103.2316692</c:v>
                </c:pt>
                <c:pt idx="3566">
                  <c:v>103.2316692</c:v>
                </c:pt>
                <c:pt idx="3567">
                  <c:v>103.2316692</c:v>
                </c:pt>
                <c:pt idx="3568">
                  <c:v>103.2316692</c:v>
                </c:pt>
                <c:pt idx="3569">
                  <c:v>103.2316692</c:v>
                </c:pt>
                <c:pt idx="3570">
                  <c:v>103.2316692</c:v>
                </c:pt>
                <c:pt idx="3571">
                  <c:v>103.2316692</c:v>
                </c:pt>
                <c:pt idx="3572">
                  <c:v>103.2316692</c:v>
                </c:pt>
                <c:pt idx="3573">
                  <c:v>103.2316692</c:v>
                </c:pt>
                <c:pt idx="3574">
                  <c:v>103.2316692</c:v>
                </c:pt>
                <c:pt idx="3575">
                  <c:v>103.2316692</c:v>
                </c:pt>
                <c:pt idx="3576">
                  <c:v>103.2316692</c:v>
                </c:pt>
                <c:pt idx="3577">
                  <c:v>103.2316692</c:v>
                </c:pt>
                <c:pt idx="3578">
                  <c:v>103.2316692</c:v>
                </c:pt>
                <c:pt idx="3579">
                  <c:v>103.2316692</c:v>
                </c:pt>
                <c:pt idx="3580">
                  <c:v>103.2316692</c:v>
                </c:pt>
                <c:pt idx="3581">
                  <c:v>103.2316692</c:v>
                </c:pt>
                <c:pt idx="3582">
                  <c:v>103.2316692</c:v>
                </c:pt>
                <c:pt idx="3583">
                  <c:v>103.2316692</c:v>
                </c:pt>
                <c:pt idx="3584">
                  <c:v>103.2316692</c:v>
                </c:pt>
                <c:pt idx="3585">
                  <c:v>103.2316692</c:v>
                </c:pt>
                <c:pt idx="3586">
                  <c:v>103.2316692</c:v>
                </c:pt>
                <c:pt idx="3587">
                  <c:v>103.2316692</c:v>
                </c:pt>
                <c:pt idx="3588">
                  <c:v>103.2316692</c:v>
                </c:pt>
                <c:pt idx="3589">
                  <c:v>103.2316692</c:v>
                </c:pt>
                <c:pt idx="3590">
                  <c:v>103.2316692</c:v>
                </c:pt>
                <c:pt idx="3591">
                  <c:v>103.2316692</c:v>
                </c:pt>
                <c:pt idx="3592">
                  <c:v>103.2316692</c:v>
                </c:pt>
                <c:pt idx="3593">
                  <c:v>103.2316692</c:v>
                </c:pt>
                <c:pt idx="3594">
                  <c:v>103.2316692</c:v>
                </c:pt>
                <c:pt idx="3595">
                  <c:v>103.2316692</c:v>
                </c:pt>
                <c:pt idx="3596">
                  <c:v>103.2316692</c:v>
                </c:pt>
                <c:pt idx="3597">
                  <c:v>103.2316692</c:v>
                </c:pt>
                <c:pt idx="3598">
                  <c:v>103.2316692</c:v>
                </c:pt>
                <c:pt idx="3599">
                  <c:v>103.2316692</c:v>
                </c:pt>
                <c:pt idx="3600">
                  <c:v>103.2316692</c:v>
                </c:pt>
                <c:pt idx="3601">
                  <c:v>103.2316692</c:v>
                </c:pt>
                <c:pt idx="3602">
                  <c:v>103.2316692</c:v>
                </c:pt>
                <c:pt idx="3603">
                  <c:v>103.2316692</c:v>
                </c:pt>
                <c:pt idx="3604">
                  <c:v>103.2316692</c:v>
                </c:pt>
                <c:pt idx="3605">
                  <c:v>103.2316692</c:v>
                </c:pt>
                <c:pt idx="3606">
                  <c:v>103.2316692</c:v>
                </c:pt>
                <c:pt idx="3607">
                  <c:v>103.2316692</c:v>
                </c:pt>
                <c:pt idx="3608">
                  <c:v>103.2316692</c:v>
                </c:pt>
                <c:pt idx="3609">
                  <c:v>103.2316692</c:v>
                </c:pt>
                <c:pt idx="3610">
                  <c:v>103.2316692</c:v>
                </c:pt>
                <c:pt idx="3611">
                  <c:v>103.2316692</c:v>
                </c:pt>
                <c:pt idx="3612">
                  <c:v>103.2316692</c:v>
                </c:pt>
                <c:pt idx="3613">
                  <c:v>103.2316692</c:v>
                </c:pt>
                <c:pt idx="3614">
                  <c:v>103.2316692</c:v>
                </c:pt>
                <c:pt idx="3615">
                  <c:v>103.2316692</c:v>
                </c:pt>
                <c:pt idx="3616">
                  <c:v>103.2316692</c:v>
                </c:pt>
                <c:pt idx="3617">
                  <c:v>103.2316692</c:v>
                </c:pt>
                <c:pt idx="3618">
                  <c:v>103.2316692</c:v>
                </c:pt>
                <c:pt idx="3619">
                  <c:v>103.2316692</c:v>
                </c:pt>
                <c:pt idx="3620">
                  <c:v>103.2316692</c:v>
                </c:pt>
                <c:pt idx="3621">
                  <c:v>103.2316692</c:v>
                </c:pt>
                <c:pt idx="3622">
                  <c:v>103.2316692</c:v>
                </c:pt>
                <c:pt idx="3623">
                  <c:v>103.2316692</c:v>
                </c:pt>
                <c:pt idx="3624">
                  <c:v>103.2316692</c:v>
                </c:pt>
                <c:pt idx="3625">
                  <c:v>103.2316692</c:v>
                </c:pt>
                <c:pt idx="3626">
                  <c:v>103.2316692</c:v>
                </c:pt>
                <c:pt idx="3627">
                  <c:v>103.2316692</c:v>
                </c:pt>
                <c:pt idx="3628">
                  <c:v>103.2316692</c:v>
                </c:pt>
                <c:pt idx="3629">
                  <c:v>103.2316692</c:v>
                </c:pt>
                <c:pt idx="3630">
                  <c:v>103.2316692</c:v>
                </c:pt>
                <c:pt idx="3631">
                  <c:v>103.2316692</c:v>
                </c:pt>
                <c:pt idx="3632">
                  <c:v>103.2316692</c:v>
                </c:pt>
                <c:pt idx="3633">
                  <c:v>103.2316692</c:v>
                </c:pt>
                <c:pt idx="3634">
                  <c:v>103.2316692</c:v>
                </c:pt>
                <c:pt idx="3635">
                  <c:v>103.2316692</c:v>
                </c:pt>
                <c:pt idx="3636">
                  <c:v>103.2316692</c:v>
                </c:pt>
                <c:pt idx="3637">
                  <c:v>103.2316692</c:v>
                </c:pt>
                <c:pt idx="3638">
                  <c:v>103.2316692</c:v>
                </c:pt>
                <c:pt idx="3639">
                  <c:v>103.2316692</c:v>
                </c:pt>
                <c:pt idx="3640">
                  <c:v>103.2316692</c:v>
                </c:pt>
                <c:pt idx="3641">
                  <c:v>103.2316692</c:v>
                </c:pt>
                <c:pt idx="3642">
                  <c:v>103.2316692</c:v>
                </c:pt>
                <c:pt idx="3643">
                  <c:v>103.2316692</c:v>
                </c:pt>
                <c:pt idx="3644">
                  <c:v>103.2316692</c:v>
                </c:pt>
                <c:pt idx="3645">
                  <c:v>103.2316692</c:v>
                </c:pt>
                <c:pt idx="3646">
                  <c:v>103.2316692</c:v>
                </c:pt>
                <c:pt idx="3647">
                  <c:v>103.2316692</c:v>
                </c:pt>
                <c:pt idx="3648">
                  <c:v>103.2316692</c:v>
                </c:pt>
                <c:pt idx="3649">
                  <c:v>103.2316692</c:v>
                </c:pt>
                <c:pt idx="3650">
                  <c:v>103.2316692</c:v>
                </c:pt>
                <c:pt idx="3651">
                  <c:v>103.2316692</c:v>
                </c:pt>
                <c:pt idx="3652">
                  <c:v>103.2316692</c:v>
                </c:pt>
                <c:pt idx="3653">
                  <c:v>103.2316692</c:v>
                </c:pt>
                <c:pt idx="3654">
                  <c:v>103.2316692</c:v>
                </c:pt>
                <c:pt idx="3655">
                  <c:v>103.2316692</c:v>
                </c:pt>
                <c:pt idx="3656">
                  <c:v>103.2316692</c:v>
                </c:pt>
                <c:pt idx="3657">
                  <c:v>103.2316692</c:v>
                </c:pt>
                <c:pt idx="3658">
                  <c:v>103.2316692</c:v>
                </c:pt>
                <c:pt idx="3659">
                  <c:v>103.2316692</c:v>
                </c:pt>
                <c:pt idx="3660">
                  <c:v>103.2316692</c:v>
                </c:pt>
                <c:pt idx="3661">
                  <c:v>103.2316692</c:v>
                </c:pt>
                <c:pt idx="3662">
                  <c:v>103.2316692</c:v>
                </c:pt>
                <c:pt idx="3663">
                  <c:v>103.2316692</c:v>
                </c:pt>
                <c:pt idx="3664">
                  <c:v>103.2316692</c:v>
                </c:pt>
                <c:pt idx="3665">
                  <c:v>103.2316692</c:v>
                </c:pt>
                <c:pt idx="3666">
                  <c:v>103.2316692</c:v>
                </c:pt>
                <c:pt idx="3667">
                  <c:v>103.2316692</c:v>
                </c:pt>
                <c:pt idx="3668">
                  <c:v>103.2316692</c:v>
                </c:pt>
                <c:pt idx="3669">
                  <c:v>103.2316692</c:v>
                </c:pt>
                <c:pt idx="3670">
                  <c:v>103.2316692</c:v>
                </c:pt>
                <c:pt idx="3671">
                  <c:v>103.2316692</c:v>
                </c:pt>
                <c:pt idx="3672">
                  <c:v>103.2316692</c:v>
                </c:pt>
                <c:pt idx="3673">
                  <c:v>103.2316692</c:v>
                </c:pt>
                <c:pt idx="3674">
                  <c:v>103.2316692</c:v>
                </c:pt>
                <c:pt idx="3675">
                  <c:v>103.2316692</c:v>
                </c:pt>
                <c:pt idx="3676">
                  <c:v>103.2316692</c:v>
                </c:pt>
                <c:pt idx="3677">
                  <c:v>103.2316692</c:v>
                </c:pt>
                <c:pt idx="3678">
                  <c:v>103.2316692</c:v>
                </c:pt>
                <c:pt idx="3679">
                  <c:v>103.2316692</c:v>
                </c:pt>
                <c:pt idx="3680">
                  <c:v>103.2316692</c:v>
                </c:pt>
                <c:pt idx="3681">
                  <c:v>103.2316692</c:v>
                </c:pt>
                <c:pt idx="3682">
                  <c:v>103.2316692</c:v>
                </c:pt>
                <c:pt idx="3683">
                  <c:v>103.2316692</c:v>
                </c:pt>
                <c:pt idx="3684">
                  <c:v>103.2316692</c:v>
                </c:pt>
                <c:pt idx="3685">
                  <c:v>103.2316692</c:v>
                </c:pt>
                <c:pt idx="3686">
                  <c:v>103.2316692</c:v>
                </c:pt>
                <c:pt idx="3687">
                  <c:v>103.2316692</c:v>
                </c:pt>
                <c:pt idx="3688">
                  <c:v>103.2316692</c:v>
                </c:pt>
                <c:pt idx="3689">
                  <c:v>103.2316692</c:v>
                </c:pt>
                <c:pt idx="3690">
                  <c:v>103.2316692</c:v>
                </c:pt>
                <c:pt idx="3691">
                  <c:v>103.2316692</c:v>
                </c:pt>
                <c:pt idx="3692">
                  <c:v>103.2316692</c:v>
                </c:pt>
                <c:pt idx="3693">
                  <c:v>103.2316692</c:v>
                </c:pt>
                <c:pt idx="3694">
                  <c:v>103.2316692</c:v>
                </c:pt>
                <c:pt idx="3695">
                  <c:v>103.2316692</c:v>
                </c:pt>
                <c:pt idx="3696">
                  <c:v>103.2316692</c:v>
                </c:pt>
                <c:pt idx="3697">
                  <c:v>103.2316692</c:v>
                </c:pt>
                <c:pt idx="3698">
                  <c:v>103.2316692</c:v>
                </c:pt>
                <c:pt idx="3699">
                  <c:v>103.2316692</c:v>
                </c:pt>
                <c:pt idx="3700">
                  <c:v>103.2316692</c:v>
                </c:pt>
                <c:pt idx="3701">
                  <c:v>103.2316692</c:v>
                </c:pt>
                <c:pt idx="3702">
                  <c:v>103.2316692</c:v>
                </c:pt>
                <c:pt idx="3703">
                  <c:v>103.2316692</c:v>
                </c:pt>
                <c:pt idx="3704">
                  <c:v>103.2316692</c:v>
                </c:pt>
                <c:pt idx="3705">
                  <c:v>103.2316692</c:v>
                </c:pt>
                <c:pt idx="3706">
                  <c:v>103.2316692</c:v>
                </c:pt>
                <c:pt idx="3707">
                  <c:v>103.2316692</c:v>
                </c:pt>
                <c:pt idx="3708">
                  <c:v>103.2316692</c:v>
                </c:pt>
                <c:pt idx="3709">
                  <c:v>103.2316692</c:v>
                </c:pt>
                <c:pt idx="3710">
                  <c:v>103.2316692</c:v>
                </c:pt>
                <c:pt idx="3711">
                  <c:v>103.2316692</c:v>
                </c:pt>
                <c:pt idx="3712">
                  <c:v>103.2316692</c:v>
                </c:pt>
                <c:pt idx="3713">
                  <c:v>103.2316692</c:v>
                </c:pt>
                <c:pt idx="3714">
                  <c:v>103.2316692</c:v>
                </c:pt>
                <c:pt idx="3715">
                  <c:v>103.2316692</c:v>
                </c:pt>
                <c:pt idx="3716">
                  <c:v>103.2316692</c:v>
                </c:pt>
                <c:pt idx="3717">
                  <c:v>103.2316692</c:v>
                </c:pt>
                <c:pt idx="3718">
                  <c:v>103.2316692</c:v>
                </c:pt>
                <c:pt idx="3719">
                  <c:v>103.2316692</c:v>
                </c:pt>
                <c:pt idx="3720">
                  <c:v>103.2316692</c:v>
                </c:pt>
                <c:pt idx="3721">
                  <c:v>103.2316692</c:v>
                </c:pt>
                <c:pt idx="3722">
                  <c:v>103.2316692</c:v>
                </c:pt>
                <c:pt idx="3723">
                  <c:v>103.2316692</c:v>
                </c:pt>
                <c:pt idx="3724">
                  <c:v>103.2316692</c:v>
                </c:pt>
                <c:pt idx="3725">
                  <c:v>103.2316692</c:v>
                </c:pt>
                <c:pt idx="3726">
                  <c:v>103.2316692</c:v>
                </c:pt>
                <c:pt idx="3727">
                  <c:v>103.2316692</c:v>
                </c:pt>
                <c:pt idx="3728">
                  <c:v>103.2316692</c:v>
                </c:pt>
                <c:pt idx="3729">
                  <c:v>103.2316692</c:v>
                </c:pt>
                <c:pt idx="3730">
                  <c:v>103.2316692</c:v>
                </c:pt>
                <c:pt idx="3731">
                  <c:v>103.2316692</c:v>
                </c:pt>
                <c:pt idx="3732">
                  <c:v>103.2316692</c:v>
                </c:pt>
                <c:pt idx="3733">
                  <c:v>103.2316692</c:v>
                </c:pt>
                <c:pt idx="3734">
                  <c:v>103.2316692</c:v>
                </c:pt>
                <c:pt idx="3735">
                  <c:v>103.2316692</c:v>
                </c:pt>
                <c:pt idx="3736">
                  <c:v>103.2316692</c:v>
                </c:pt>
                <c:pt idx="3737">
                  <c:v>103.2316692</c:v>
                </c:pt>
                <c:pt idx="3738">
                  <c:v>103.2316692</c:v>
                </c:pt>
                <c:pt idx="3739">
                  <c:v>103.2316692</c:v>
                </c:pt>
                <c:pt idx="3740">
                  <c:v>103.2316692</c:v>
                </c:pt>
                <c:pt idx="3741">
                  <c:v>103.2316692</c:v>
                </c:pt>
                <c:pt idx="3742">
                  <c:v>103.2316692</c:v>
                </c:pt>
                <c:pt idx="3743">
                  <c:v>103.2316692</c:v>
                </c:pt>
                <c:pt idx="3744">
                  <c:v>103.2316692</c:v>
                </c:pt>
                <c:pt idx="3745">
                  <c:v>103.2316692</c:v>
                </c:pt>
                <c:pt idx="3746">
                  <c:v>103.2316692</c:v>
                </c:pt>
                <c:pt idx="3747">
                  <c:v>103.2316692</c:v>
                </c:pt>
                <c:pt idx="3748">
                  <c:v>103.2316692</c:v>
                </c:pt>
                <c:pt idx="3749">
                  <c:v>103.2316692</c:v>
                </c:pt>
                <c:pt idx="3750">
                  <c:v>103.2316692</c:v>
                </c:pt>
                <c:pt idx="3751">
                  <c:v>103.2316692</c:v>
                </c:pt>
                <c:pt idx="3752">
                  <c:v>103.2316692</c:v>
                </c:pt>
                <c:pt idx="3753">
                  <c:v>103.2316692</c:v>
                </c:pt>
                <c:pt idx="3754">
                  <c:v>103.2316692</c:v>
                </c:pt>
                <c:pt idx="3755">
                  <c:v>103.2316692</c:v>
                </c:pt>
                <c:pt idx="3756">
                  <c:v>103.2316692</c:v>
                </c:pt>
                <c:pt idx="3757">
                  <c:v>103.2316692</c:v>
                </c:pt>
                <c:pt idx="3758">
                  <c:v>103.2316692</c:v>
                </c:pt>
                <c:pt idx="3759">
                  <c:v>103.2316692</c:v>
                </c:pt>
                <c:pt idx="3760">
                  <c:v>103.2316692</c:v>
                </c:pt>
                <c:pt idx="3761">
                  <c:v>103.2316692</c:v>
                </c:pt>
                <c:pt idx="3762">
                  <c:v>103.2316692</c:v>
                </c:pt>
                <c:pt idx="3763">
                  <c:v>103.2316692</c:v>
                </c:pt>
                <c:pt idx="3764">
                  <c:v>103.2316692</c:v>
                </c:pt>
                <c:pt idx="3765">
                  <c:v>103.2316692</c:v>
                </c:pt>
                <c:pt idx="3766">
                  <c:v>103.2316692</c:v>
                </c:pt>
                <c:pt idx="3767">
                  <c:v>103.2316692</c:v>
                </c:pt>
                <c:pt idx="3768">
                  <c:v>103.2316692</c:v>
                </c:pt>
                <c:pt idx="3769">
                  <c:v>103.2316692</c:v>
                </c:pt>
                <c:pt idx="3770">
                  <c:v>103.2316692</c:v>
                </c:pt>
                <c:pt idx="3771">
                  <c:v>103.2316692</c:v>
                </c:pt>
                <c:pt idx="3772">
                  <c:v>103.2316692</c:v>
                </c:pt>
                <c:pt idx="3773">
                  <c:v>103.2316692</c:v>
                </c:pt>
                <c:pt idx="3774">
                  <c:v>103.2316692</c:v>
                </c:pt>
                <c:pt idx="3775">
                  <c:v>103.2316692</c:v>
                </c:pt>
                <c:pt idx="3776">
                  <c:v>103.2316692</c:v>
                </c:pt>
                <c:pt idx="3777">
                  <c:v>103.2316692</c:v>
                </c:pt>
                <c:pt idx="3778">
                  <c:v>103.2316692</c:v>
                </c:pt>
                <c:pt idx="3779">
                  <c:v>103.2316692</c:v>
                </c:pt>
                <c:pt idx="3780">
                  <c:v>103.2316692</c:v>
                </c:pt>
                <c:pt idx="3781">
                  <c:v>103.2316692</c:v>
                </c:pt>
                <c:pt idx="3782">
                  <c:v>103.2316692</c:v>
                </c:pt>
                <c:pt idx="3783">
                  <c:v>103.2316692</c:v>
                </c:pt>
                <c:pt idx="3784">
                  <c:v>103.2316692</c:v>
                </c:pt>
                <c:pt idx="3785">
                  <c:v>103.2316692</c:v>
                </c:pt>
                <c:pt idx="3786">
                  <c:v>103.2316692</c:v>
                </c:pt>
                <c:pt idx="3787">
                  <c:v>103.2316692</c:v>
                </c:pt>
                <c:pt idx="3788">
                  <c:v>103.2316692</c:v>
                </c:pt>
                <c:pt idx="3789">
                  <c:v>103.2316692</c:v>
                </c:pt>
                <c:pt idx="3790">
                  <c:v>103.2316692</c:v>
                </c:pt>
                <c:pt idx="3791">
                  <c:v>103.2316692</c:v>
                </c:pt>
                <c:pt idx="3792">
                  <c:v>103.2316692</c:v>
                </c:pt>
                <c:pt idx="3793">
                  <c:v>103.2316692</c:v>
                </c:pt>
                <c:pt idx="3794">
                  <c:v>103.2316692</c:v>
                </c:pt>
                <c:pt idx="3795">
                  <c:v>103.2316692</c:v>
                </c:pt>
                <c:pt idx="3796">
                  <c:v>103.2316692</c:v>
                </c:pt>
                <c:pt idx="3797">
                  <c:v>103.2316692</c:v>
                </c:pt>
                <c:pt idx="3798">
                  <c:v>103.2316692</c:v>
                </c:pt>
                <c:pt idx="3799">
                  <c:v>103.2316692</c:v>
                </c:pt>
                <c:pt idx="3800">
                  <c:v>103.2316692</c:v>
                </c:pt>
                <c:pt idx="3801">
                  <c:v>103.2316692</c:v>
                </c:pt>
                <c:pt idx="3802">
                  <c:v>103.2316692</c:v>
                </c:pt>
                <c:pt idx="3803">
                  <c:v>103.2316692</c:v>
                </c:pt>
                <c:pt idx="3804">
                  <c:v>103.2316692</c:v>
                </c:pt>
                <c:pt idx="3805">
                  <c:v>103.2316692</c:v>
                </c:pt>
                <c:pt idx="3806">
                  <c:v>103.2316692</c:v>
                </c:pt>
                <c:pt idx="3807">
                  <c:v>103.2316692</c:v>
                </c:pt>
                <c:pt idx="3808">
                  <c:v>103.2316692</c:v>
                </c:pt>
                <c:pt idx="3809">
                  <c:v>103.2316692</c:v>
                </c:pt>
                <c:pt idx="3810">
                  <c:v>103.2316692</c:v>
                </c:pt>
                <c:pt idx="3811">
                  <c:v>103.2316692</c:v>
                </c:pt>
                <c:pt idx="3812">
                  <c:v>103.2316692</c:v>
                </c:pt>
                <c:pt idx="3813">
                  <c:v>103.2316692</c:v>
                </c:pt>
                <c:pt idx="3814">
                  <c:v>103.2316692</c:v>
                </c:pt>
                <c:pt idx="3815">
                  <c:v>103.2316692</c:v>
                </c:pt>
                <c:pt idx="3816">
                  <c:v>103.2316692</c:v>
                </c:pt>
                <c:pt idx="3817">
                  <c:v>103.2316692</c:v>
                </c:pt>
                <c:pt idx="3818">
                  <c:v>103.2316692</c:v>
                </c:pt>
                <c:pt idx="3819">
                  <c:v>103.2316692</c:v>
                </c:pt>
                <c:pt idx="3820">
                  <c:v>103.2316692</c:v>
                </c:pt>
                <c:pt idx="3821">
                  <c:v>103.2316692</c:v>
                </c:pt>
                <c:pt idx="3822">
                  <c:v>103.2316692</c:v>
                </c:pt>
                <c:pt idx="3823">
                  <c:v>103.2316692</c:v>
                </c:pt>
                <c:pt idx="3824">
                  <c:v>103.2316692</c:v>
                </c:pt>
                <c:pt idx="3825">
                  <c:v>103.2316692</c:v>
                </c:pt>
                <c:pt idx="3826">
                  <c:v>103.2316692</c:v>
                </c:pt>
                <c:pt idx="3827">
                  <c:v>103.2316692</c:v>
                </c:pt>
                <c:pt idx="3828">
                  <c:v>103.2316692</c:v>
                </c:pt>
                <c:pt idx="3829">
                  <c:v>103.2316692</c:v>
                </c:pt>
                <c:pt idx="3830">
                  <c:v>103.2316692</c:v>
                </c:pt>
                <c:pt idx="3831">
                  <c:v>103.2316692</c:v>
                </c:pt>
                <c:pt idx="3832">
                  <c:v>103.2316692</c:v>
                </c:pt>
                <c:pt idx="3833">
                  <c:v>103.2316692</c:v>
                </c:pt>
                <c:pt idx="3834">
                  <c:v>103.2316692</c:v>
                </c:pt>
                <c:pt idx="3835">
                  <c:v>103.2316692</c:v>
                </c:pt>
                <c:pt idx="3836">
                  <c:v>103.2316692</c:v>
                </c:pt>
                <c:pt idx="3837">
                  <c:v>103.2316692</c:v>
                </c:pt>
                <c:pt idx="3838">
                  <c:v>103.2316692</c:v>
                </c:pt>
                <c:pt idx="3839">
                  <c:v>103.2316692</c:v>
                </c:pt>
                <c:pt idx="3840">
                  <c:v>103.2316692</c:v>
                </c:pt>
                <c:pt idx="3841">
                  <c:v>103.2316692</c:v>
                </c:pt>
                <c:pt idx="3842">
                  <c:v>103.2316692</c:v>
                </c:pt>
                <c:pt idx="3843">
                  <c:v>103.2316692</c:v>
                </c:pt>
                <c:pt idx="3844">
                  <c:v>103.2316692</c:v>
                </c:pt>
                <c:pt idx="3845">
                  <c:v>103.2316692</c:v>
                </c:pt>
                <c:pt idx="3846">
                  <c:v>103.2316692</c:v>
                </c:pt>
                <c:pt idx="3847">
                  <c:v>103.2316692</c:v>
                </c:pt>
                <c:pt idx="3848">
                  <c:v>103.2316692</c:v>
                </c:pt>
                <c:pt idx="3849">
                  <c:v>103.2316692</c:v>
                </c:pt>
                <c:pt idx="3850">
                  <c:v>103.2316692</c:v>
                </c:pt>
                <c:pt idx="3851">
                  <c:v>103.2316692</c:v>
                </c:pt>
                <c:pt idx="3852">
                  <c:v>103.2316692</c:v>
                </c:pt>
                <c:pt idx="3853">
                  <c:v>103.2316692</c:v>
                </c:pt>
                <c:pt idx="3854">
                  <c:v>103.2316692</c:v>
                </c:pt>
                <c:pt idx="3855">
                  <c:v>103.2316692</c:v>
                </c:pt>
                <c:pt idx="3856">
                  <c:v>103.2316692</c:v>
                </c:pt>
                <c:pt idx="3857">
                  <c:v>103.2316692</c:v>
                </c:pt>
                <c:pt idx="3858">
                  <c:v>103.2316692</c:v>
                </c:pt>
                <c:pt idx="3859">
                  <c:v>103.2316692</c:v>
                </c:pt>
                <c:pt idx="3860">
                  <c:v>103.2316692</c:v>
                </c:pt>
                <c:pt idx="3861">
                  <c:v>103.2316692</c:v>
                </c:pt>
                <c:pt idx="3862">
                  <c:v>103.2316692</c:v>
                </c:pt>
                <c:pt idx="3863">
                  <c:v>103.2316692</c:v>
                </c:pt>
                <c:pt idx="3864">
                  <c:v>103.2316692</c:v>
                </c:pt>
                <c:pt idx="3865">
                  <c:v>103.2316692</c:v>
                </c:pt>
                <c:pt idx="3866">
                  <c:v>103.2316692</c:v>
                </c:pt>
                <c:pt idx="3867">
                  <c:v>103.2316692</c:v>
                </c:pt>
                <c:pt idx="3868">
                  <c:v>103.2316692</c:v>
                </c:pt>
                <c:pt idx="3869">
                  <c:v>103.2316692</c:v>
                </c:pt>
                <c:pt idx="3870">
                  <c:v>103.2316692</c:v>
                </c:pt>
                <c:pt idx="3871">
                  <c:v>103.2316692</c:v>
                </c:pt>
                <c:pt idx="3872">
                  <c:v>103.2316692</c:v>
                </c:pt>
                <c:pt idx="3873">
                  <c:v>103.2316692</c:v>
                </c:pt>
                <c:pt idx="3874">
                  <c:v>103.2316692</c:v>
                </c:pt>
                <c:pt idx="3875">
                  <c:v>103.2316692</c:v>
                </c:pt>
                <c:pt idx="3876">
                  <c:v>103.2316692</c:v>
                </c:pt>
                <c:pt idx="3877">
                  <c:v>103.2316692</c:v>
                </c:pt>
                <c:pt idx="3878">
                  <c:v>103.2316692</c:v>
                </c:pt>
                <c:pt idx="3879">
                  <c:v>103.2316692</c:v>
                </c:pt>
                <c:pt idx="3880">
                  <c:v>103.2316692</c:v>
                </c:pt>
                <c:pt idx="3881">
                  <c:v>103.2316692</c:v>
                </c:pt>
                <c:pt idx="3882">
                  <c:v>103.2316692</c:v>
                </c:pt>
                <c:pt idx="3883">
                  <c:v>103.2316692</c:v>
                </c:pt>
                <c:pt idx="3884">
                  <c:v>103.2316692</c:v>
                </c:pt>
                <c:pt idx="3885">
                  <c:v>103.2316692</c:v>
                </c:pt>
                <c:pt idx="3886">
                  <c:v>103.2316692</c:v>
                </c:pt>
                <c:pt idx="3887">
                  <c:v>103.2316692</c:v>
                </c:pt>
                <c:pt idx="3888">
                  <c:v>103.2316692</c:v>
                </c:pt>
                <c:pt idx="3889">
                  <c:v>103.2316692</c:v>
                </c:pt>
                <c:pt idx="3890">
                  <c:v>103.2316692</c:v>
                </c:pt>
                <c:pt idx="3891">
                  <c:v>103.2316692</c:v>
                </c:pt>
                <c:pt idx="3892">
                  <c:v>103.2316692</c:v>
                </c:pt>
                <c:pt idx="3893">
                  <c:v>103.2316692</c:v>
                </c:pt>
                <c:pt idx="3894">
                  <c:v>103.2316692</c:v>
                </c:pt>
                <c:pt idx="3895">
                  <c:v>103.2316692</c:v>
                </c:pt>
                <c:pt idx="3896">
                  <c:v>103.2316692</c:v>
                </c:pt>
                <c:pt idx="3897">
                  <c:v>103.2316692</c:v>
                </c:pt>
                <c:pt idx="3898">
                  <c:v>103.2316692</c:v>
                </c:pt>
                <c:pt idx="3899">
                  <c:v>103.2316692</c:v>
                </c:pt>
                <c:pt idx="3900">
                  <c:v>103.2316692</c:v>
                </c:pt>
                <c:pt idx="3901">
                  <c:v>103.2316692</c:v>
                </c:pt>
                <c:pt idx="3902">
                  <c:v>103.2316692</c:v>
                </c:pt>
                <c:pt idx="3903">
                  <c:v>103.2316692</c:v>
                </c:pt>
                <c:pt idx="3904">
                  <c:v>103.2316692</c:v>
                </c:pt>
                <c:pt idx="3905">
                  <c:v>103.2316692</c:v>
                </c:pt>
                <c:pt idx="3906">
                  <c:v>103.2316692</c:v>
                </c:pt>
                <c:pt idx="3907">
                  <c:v>103.2316692</c:v>
                </c:pt>
                <c:pt idx="3908">
                  <c:v>103.2316692</c:v>
                </c:pt>
                <c:pt idx="3909">
                  <c:v>103.2316692</c:v>
                </c:pt>
                <c:pt idx="3910">
                  <c:v>103.2316692</c:v>
                </c:pt>
                <c:pt idx="3911">
                  <c:v>103.2316692</c:v>
                </c:pt>
                <c:pt idx="3912">
                  <c:v>103.2316692</c:v>
                </c:pt>
                <c:pt idx="3913">
                  <c:v>103.2316692</c:v>
                </c:pt>
                <c:pt idx="3914">
                  <c:v>103.2316692</c:v>
                </c:pt>
                <c:pt idx="3915">
                  <c:v>103.2316692</c:v>
                </c:pt>
                <c:pt idx="3916">
                  <c:v>103.2316692</c:v>
                </c:pt>
                <c:pt idx="3917">
                  <c:v>103.2316692</c:v>
                </c:pt>
                <c:pt idx="3918">
                  <c:v>103.2316692</c:v>
                </c:pt>
                <c:pt idx="3919">
                  <c:v>103.2316692</c:v>
                </c:pt>
                <c:pt idx="3920">
                  <c:v>103.2316692</c:v>
                </c:pt>
                <c:pt idx="3921">
                  <c:v>103.2316692</c:v>
                </c:pt>
                <c:pt idx="3922">
                  <c:v>103.2316692</c:v>
                </c:pt>
                <c:pt idx="3923">
                  <c:v>103.2316692</c:v>
                </c:pt>
                <c:pt idx="3924">
                  <c:v>103.2316692</c:v>
                </c:pt>
                <c:pt idx="3925">
                  <c:v>103.2316692</c:v>
                </c:pt>
                <c:pt idx="3926">
                  <c:v>103.2316692</c:v>
                </c:pt>
                <c:pt idx="3927">
                  <c:v>103.2316692</c:v>
                </c:pt>
                <c:pt idx="3928">
                  <c:v>103.2316692</c:v>
                </c:pt>
                <c:pt idx="3929">
                  <c:v>103.2316692</c:v>
                </c:pt>
                <c:pt idx="3930">
                  <c:v>103.2316692</c:v>
                </c:pt>
                <c:pt idx="3931">
                  <c:v>103.2316692</c:v>
                </c:pt>
                <c:pt idx="3932">
                  <c:v>103.2316692</c:v>
                </c:pt>
                <c:pt idx="3933">
                  <c:v>103.2316692</c:v>
                </c:pt>
                <c:pt idx="3934">
                  <c:v>103.2316692</c:v>
                </c:pt>
                <c:pt idx="3935">
                  <c:v>103.2316692</c:v>
                </c:pt>
                <c:pt idx="3936">
                  <c:v>103.2316692</c:v>
                </c:pt>
                <c:pt idx="3937">
                  <c:v>103.2316692</c:v>
                </c:pt>
                <c:pt idx="3938">
                  <c:v>103.2316692</c:v>
                </c:pt>
                <c:pt idx="3939">
                  <c:v>103.2316692</c:v>
                </c:pt>
                <c:pt idx="3940">
                  <c:v>103.2316692</c:v>
                </c:pt>
                <c:pt idx="3941">
                  <c:v>103.2316692</c:v>
                </c:pt>
                <c:pt idx="3942">
                  <c:v>103.2316692</c:v>
                </c:pt>
                <c:pt idx="3943">
                  <c:v>103.2316692</c:v>
                </c:pt>
                <c:pt idx="3944">
                  <c:v>103.2316692</c:v>
                </c:pt>
                <c:pt idx="3945">
                  <c:v>103.2316692</c:v>
                </c:pt>
                <c:pt idx="3946">
                  <c:v>103.2316692</c:v>
                </c:pt>
                <c:pt idx="3947">
                  <c:v>103.2316692</c:v>
                </c:pt>
                <c:pt idx="3948">
                  <c:v>103.2316692</c:v>
                </c:pt>
                <c:pt idx="3949">
                  <c:v>103.2316692</c:v>
                </c:pt>
                <c:pt idx="3950">
                  <c:v>103.2316692</c:v>
                </c:pt>
                <c:pt idx="3951">
                  <c:v>103.2316692</c:v>
                </c:pt>
                <c:pt idx="3952">
                  <c:v>103.2316692</c:v>
                </c:pt>
                <c:pt idx="3953">
                  <c:v>103.2316692</c:v>
                </c:pt>
                <c:pt idx="3954">
                  <c:v>103.2316692</c:v>
                </c:pt>
                <c:pt idx="3955">
                  <c:v>103.2316692</c:v>
                </c:pt>
                <c:pt idx="3956">
                  <c:v>103.2316692</c:v>
                </c:pt>
                <c:pt idx="3957">
                  <c:v>103.2316692</c:v>
                </c:pt>
                <c:pt idx="3958">
                  <c:v>103.2316692</c:v>
                </c:pt>
                <c:pt idx="3959">
                  <c:v>103.2316692</c:v>
                </c:pt>
                <c:pt idx="3960">
                  <c:v>103.2316692</c:v>
                </c:pt>
                <c:pt idx="3961">
                  <c:v>103.2316692</c:v>
                </c:pt>
                <c:pt idx="3962">
                  <c:v>103.2316692</c:v>
                </c:pt>
                <c:pt idx="3963">
                  <c:v>103.2316692</c:v>
                </c:pt>
                <c:pt idx="3964">
                  <c:v>103.2316692</c:v>
                </c:pt>
                <c:pt idx="3965">
                  <c:v>103.2316692</c:v>
                </c:pt>
                <c:pt idx="3966">
                  <c:v>103.2316692</c:v>
                </c:pt>
                <c:pt idx="3967">
                  <c:v>103.2316692</c:v>
                </c:pt>
                <c:pt idx="3968">
                  <c:v>103.2316692</c:v>
                </c:pt>
                <c:pt idx="3969">
                  <c:v>103.2316692</c:v>
                </c:pt>
                <c:pt idx="3970">
                  <c:v>103.2316692</c:v>
                </c:pt>
                <c:pt idx="3971">
                  <c:v>103.2316692</c:v>
                </c:pt>
                <c:pt idx="3972">
                  <c:v>103.2316692</c:v>
                </c:pt>
                <c:pt idx="3973">
                  <c:v>103.2316692</c:v>
                </c:pt>
                <c:pt idx="3974">
                  <c:v>103.2316692</c:v>
                </c:pt>
                <c:pt idx="3975">
                  <c:v>103.2316692</c:v>
                </c:pt>
                <c:pt idx="3976">
                  <c:v>103.2316692</c:v>
                </c:pt>
                <c:pt idx="3977">
                  <c:v>103.2316692</c:v>
                </c:pt>
                <c:pt idx="3978">
                  <c:v>103.2316692</c:v>
                </c:pt>
                <c:pt idx="3979">
                  <c:v>103.2316692</c:v>
                </c:pt>
                <c:pt idx="3980">
                  <c:v>103.2316692</c:v>
                </c:pt>
                <c:pt idx="3981">
                  <c:v>103.2316692</c:v>
                </c:pt>
                <c:pt idx="3982">
                  <c:v>103.2316692</c:v>
                </c:pt>
                <c:pt idx="3983">
                  <c:v>103.2316692</c:v>
                </c:pt>
                <c:pt idx="3984">
                  <c:v>103.2316692</c:v>
                </c:pt>
                <c:pt idx="3985">
                  <c:v>103.2316692</c:v>
                </c:pt>
                <c:pt idx="3986">
                  <c:v>103.2316692</c:v>
                </c:pt>
                <c:pt idx="3987">
                  <c:v>103.2316692</c:v>
                </c:pt>
                <c:pt idx="3988">
                  <c:v>103.2316692</c:v>
                </c:pt>
                <c:pt idx="3989">
                  <c:v>103.2316692</c:v>
                </c:pt>
                <c:pt idx="3990">
                  <c:v>103.2316692</c:v>
                </c:pt>
                <c:pt idx="3991">
                  <c:v>103.2316692</c:v>
                </c:pt>
                <c:pt idx="3992">
                  <c:v>103.2316692</c:v>
                </c:pt>
                <c:pt idx="3993">
                  <c:v>103.2316692</c:v>
                </c:pt>
                <c:pt idx="3994">
                  <c:v>103.2316692</c:v>
                </c:pt>
                <c:pt idx="3995">
                  <c:v>103.2316692</c:v>
                </c:pt>
                <c:pt idx="3996">
                  <c:v>103.2316692</c:v>
                </c:pt>
                <c:pt idx="3997">
                  <c:v>103.2316692</c:v>
                </c:pt>
                <c:pt idx="3998">
                  <c:v>103.2316692</c:v>
                </c:pt>
                <c:pt idx="3999">
                  <c:v>103.2316692</c:v>
                </c:pt>
                <c:pt idx="4000">
                  <c:v>103.2316692</c:v>
                </c:pt>
                <c:pt idx="4001">
                  <c:v>103.2316692</c:v>
                </c:pt>
                <c:pt idx="4002">
                  <c:v>103.2316692</c:v>
                </c:pt>
                <c:pt idx="4003">
                  <c:v>103.2316692</c:v>
                </c:pt>
                <c:pt idx="4004">
                  <c:v>103.2316692</c:v>
                </c:pt>
                <c:pt idx="4005">
                  <c:v>103.2316692</c:v>
                </c:pt>
                <c:pt idx="4006">
                  <c:v>103.2316692</c:v>
                </c:pt>
                <c:pt idx="4007">
                  <c:v>104.15606270000001</c:v>
                </c:pt>
                <c:pt idx="4008">
                  <c:v>104.15606270000001</c:v>
                </c:pt>
                <c:pt idx="4009">
                  <c:v>104.15606270000001</c:v>
                </c:pt>
                <c:pt idx="4010">
                  <c:v>104.15606270000001</c:v>
                </c:pt>
                <c:pt idx="4011">
                  <c:v>104.15606270000001</c:v>
                </c:pt>
                <c:pt idx="4012">
                  <c:v>104.15606270000001</c:v>
                </c:pt>
                <c:pt idx="4013">
                  <c:v>104.15606270000001</c:v>
                </c:pt>
                <c:pt idx="4014">
                  <c:v>104.15606270000001</c:v>
                </c:pt>
                <c:pt idx="4015">
                  <c:v>104.15606270000001</c:v>
                </c:pt>
                <c:pt idx="4016">
                  <c:v>104.15606270000001</c:v>
                </c:pt>
                <c:pt idx="4017">
                  <c:v>104.15606270000001</c:v>
                </c:pt>
                <c:pt idx="4018">
                  <c:v>104.15606270000001</c:v>
                </c:pt>
                <c:pt idx="4019">
                  <c:v>104.15606270000001</c:v>
                </c:pt>
                <c:pt idx="4020">
                  <c:v>104.15606270000001</c:v>
                </c:pt>
                <c:pt idx="4021">
                  <c:v>104.15606270000001</c:v>
                </c:pt>
                <c:pt idx="4022">
                  <c:v>104.15606270000001</c:v>
                </c:pt>
                <c:pt idx="4023">
                  <c:v>104.15606270000001</c:v>
                </c:pt>
                <c:pt idx="4024">
                  <c:v>104.15606270000001</c:v>
                </c:pt>
                <c:pt idx="4025">
                  <c:v>104.15606270000001</c:v>
                </c:pt>
                <c:pt idx="4026">
                  <c:v>104.15606270000001</c:v>
                </c:pt>
                <c:pt idx="4027">
                  <c:v>104.15606270000001</c:v>
                </c:pt>
                <c:pt idx="4028">
                  <c:v>104.15606270000001</c:v>
                </c:pt>
                <c:pt idx="4029">
                  <c:v>104.15606270000001</c:v>
                </c:pt>
                <c:pt idx="4030">
                  <c:v>104.15606270000001</c:v>
                </c:pt>
                <c:pt idx="4031">
                  <c:v>104.15606270000001</c:v>
                </c:pt>
                <c:pt idx="4032">
                  <c:v>104.15606270000001</c:v>
                </c:pt>
                <c:pt idx="4033">
                  <c:v>104.15606270000001</c:v>
                </c:pt>
                <c:pt idx="4034">
                  <c:v>104.15606270000001</c:v>
                </c:pt>
                <c:pt idx="4035">
                  <c:v>104.15606270000001</c:v>
                </c:pt>
                <c:pt idx="4036">
                  <c:v>104.15606270000001</c:v>
                </c:pt>
                <c:pt idx="4037">
                  <c:v>104.15606270000001</c:v>
                </c:pt>
                <c:pt idx="4038">
                  <c:v>104.15606270000001</c:v>
                </c:pt>
                <c:pt idx="4039">
                  <c:v>104.15606270000001</c:v>
                </c:pt>
                <c:pt idx="4040">
                  <c:v>104.15606270000001</c:v>
                </c:pt>
                <c:pt idx="4041">
                  <c:v>104.15606270000001</c:v>
                </c:pt>
                <c:pt idx="4042">
                  <c:v>104.15606270000001</c:v>
                </c:pt>
                <c:pt idx="4043">
                  <c:v>104.15606270000001</c:v>
                </c:pt>
                <c:pt idx="4044">
                  <c:v>104.15606270000001</c:v>
                </c:pt>
                <c:pt idx="4045">
                  <c:v>104.15606270000001</c:v>
                </c:pt>
                <c:pt idx="4046">
                  <c:v>104.15606270000001</c:v>
                </c:pt>
                <c:pt idx="4047">
                  <c:v>104.15606270000001</c:v>
                </c:pt>
                <c:pt idx="4048">
                  <c:v>104.15606270000001</c:v>
                </c:pt>
                <c:pt idx="4049">
                  <c:v>104.15606270000001</c:v>
                </c:pt>
                <c:pt idx="4050">
                  <c:v>104.15606270000001</c:v>
                </c:pt>
                <c:pt idx="4051">
                  <c:v>104.15606270000001</c:v>
                </c:pt>
                <c:pt idx="4052">
                  <c:v>104.15606270000001</c:v>
                </c:pt>
                <c:pt idx="4053">
                  <c:v>104.15606270000001</c:v>
                </c:pt>
                <c:pt idx="4054">
                  <c:v>104.15606270000001</c:v>
                </c:pt>
                <c:pt idx="4055">
                  <c:v>104.15606270000001</c:v>
                </c:pt>
                <c:pt idx="4056">
                  <c:v>104.15606270000001</c:v>
                </c:pt>
                <c:pt idx="4057">
                  <c:v>104.15606270000001</c:v>
                </c:pt>
                <c:pt idx="4058">
                  <c:v>104.15606270000001</c:v>
                </c:pt>
                <c:pt idx="4059">
                  <c:v>104.15606270000001</c:v>
                </c:pt>
                <c:pt idx="4060">
                  <c:v>104.15606270000001</c:v>
                </c:pt>
                <c:pt idx="4061">
                  <c:v>104.15606270000001</c:v>
                </c:pt>
                <c:pt idx="4062">
                  <c:v>104.15606270000001</c:v>
                </c:pt>
                <c:pt idx="4063">
                  <c:v>104.15606270000001</c:v>
                </c:pt>
                <c:pt idx="4064">
                  <c:v>104.15606270000001</c:v>
                </c:pt>
                <c:pt idx="4065">
                  <c:v>104.15606270000001</c:v>
                </c:pt>
                <c:pt idx="4066">
                  <c:v>104.15606270000001</c:v>
                </c:pt>
                <c:pt idx="4067">
                  <c:v>104.15606270000001</c:v>
                </c:pt>
                <c:pt idx="4068">
                  <c:v>104.15606270000001</c:v>
                </c:pt>
                <c:pt idx="4069">
                  <c:v>104.15606270000001</c:v>
                </c:pt>
                <c:pt idx="4070">
                  <c:v>104.15606270000001</c:v>
                </c:pt>
                <c:pt idx="4071">
                  <c:v>104.15606270000001</c:v>
                </c:pt>
                <c:pt idx="4072">
                  <c:v>104.15606270000001</c:v>
                </c:pt>
                <c:pt idx="4073">
                  <c:v>104.15606270000001</c:v>
                </c:pt>
                <c:pt idx="4074">
                  <c:v>104.15606270000001</c:v>
                </c:pt>
                <c:pt idx="4075">
                  <c:v>104.15606270000001</c:v>
                </c:pt>
                <c:pt idx="4076">
                  <c:v>104.15606270000001</c:v>
                </c:pt>
                <c:pt idx="4077">
                  <c:v>104.15606270000001</c:v>
                </c:pt>
                <c:pt idx="4078">
                  <c:v>104.15606270000001</c:v>
                </c:pt>
                <c:pt idx="4079">
                  <c:v>104.15606270000001</c:v>
                </c:pt>
                <c:pt idx="4080">
                  <c:v>104.15606270000001</c:v>
                </c:pt>
                <c:pt idx="4081">
                  <c:v>104.15606270000001</c:v>
                </c:pt>
                <c:pt idx="4082">
                  <c:v>104.15606270000001</c:v>
                </c:pt>
                <c:pt idx="4083">
                  <c:v>104.15606270000001</c:v>
                </c:pt>
                <c:pt idx="4084">
                  <c:v>104.15606270000001</c:v>
                </c:pt>
                <c:pt idx="4085">
                  <c:v>104.15606270000001</c:v>
                </c:pt>
                <c:pt idx="4086">
                  <c:v>104.15606270000001</c:v>
                </c:pt>
                <c:pt idx="4087">
                  <c:v>104.15606270000001</c:v>
                </c:pt>
                <c:pt idx="4088">
                  <c:v>104.15606270000001</c:v>
                </c:pt>
                <c:pt idx="4089">
                  <c:v>104.15606270000001</c:v>
                </c:pt>
                <c:pt idx="4090">
                  <c:v>104.15606270000001</c:v>
                </c:pt>
                <c:pt idx="4091">
                  <c:v>104.15606270000001</c:v>
                </c:pt>
                <c:pt idx="4092">
                  <c:v>104.15606270000001</c:v>
                </c:pt>
                <c:pt idx="4093">
                  <c:v>104.15606270000001</c:v>
                </c:pt>
                <c:pt idx="4094">
                  <c:v>104.15606270000001</c:v>
                </c:pt>
                <c:pt idx="4095">
                  <c:v>104.15606270000001</c:v>
                </c:pt>
                <c:pt idx="4096">
                  <c:v>104.15606270000001</c:v>
                </c:pt>
                <c:pt idx="4097">
                  <c:v>104.15606270000001</c:v>
                </c:pt>
                <c:pt idx="4098">
                  <c:v>104.15606270000001</c:v>
                </c:pt>
                <c:pt idx="4099">
                  <c:v>104.15606270000001</c:v>
                </c:pt>
                <c:pt idx="4100">
                  <c:v>104.15606270000001</c:v>
                </c:pt>
                <c:pt idx="4101">
                  <c:v>104.15606270000001</c:v>
                </c:pt>
                <c:pt idx="4102">
                  <c:v>104.15606270000001</c:v>
                </c:pt>
                <c:pt idx="4103">
                  <c:v>104.15606270000001</c:v>
                </c:pt>
                <c:pt idx="4104">
                  <c:v>104.15606270000001</c:v>
                </c:pt>
                <c:pt idx="4105">
                  <c:v>104.15606270000001</c:v>
                </c:pt>
                <c:pt idx="4106">
                  <c:v>104.15606270000001</c:v>
                </c:pt>
                <c:pt idx="4107">
                  <c:v>104.15606270000001</c:v>
                </c:pt>
                <c:pt idx="4108">
                  <c:v>104.15606270000001</c:v>
                </c:pt>
                <c:pt idx="4109">
                  <c:v>104.15606270000001</c:v>
                </c:pt>
                <c:pt idx="4110">
                  <c:v>104.15606270000001</c:v>
                </c:pt>
                <c:pt idx="4111">
                  <c:v>104.15606270000001</c:v>
                </c:pt>
                <c:pt idx="4112">
                  <c:v>104.15606270000001</c:v>
                </c:pt>
                <c:pt idx="4113">
                  <c:v>104.15606270000001</c:v>
                </c:pt>
                <c:pt idx="4114">
                  <c:v>104.15606270000001</c:v>
                </c:pt>
                <c:pt idx="4115">
                  <c:v>104.15606270000001</c:v>
                </c:pt>
                <c:pt idx="4116">
                  <c:v>104.15606270000001</c:v>
                </c:pt>
                <c:pt idx="4117">
                  <c:v>104.15606270000001</c:v>
                </c:pt>
                <c:pt idx="4118">
                  <c:v>104.15606270000001</c:v>
                </c:pt>
                <c:pt idx="4119">
                  <c:v>104.15606270000001</c:v>
                </c:pt>
                <c:pt idx="4120">
                  <c:v>104.15606270000001</c:v>
                </c:pt>
                <c:pt idx="4121">
                  <c:v>104.15606270000001</c:v>
                </c:pt>
                <c:pt idx="4122">
                  <c:v>104.15606270000001</c:v>
                </c:pt>
                <c:pt idx="4123">
                  <c:v>104.15606270000001</c:v>
                </c:pt>
                <c:pt idx="4124">
                  <c:v>104.15606270000001</c:v>
                </c:pt>
                <c:pt idx="4125">
                  <c:v>104.15606270000001</c:v>
                </c:pt>
                <c:pt idx="4126">
                  <c:v>104.15606270000001</c:v>
                </c:pt>
                <c:pt idx="4127">
                  <c:v>104.15606270000001</c:v>
                </c:pt>
                <c:pt idx="4128">
                  <c:v>104.15606270000001</c:v>
                </c:pt>
                <c:pt idx="4129">
                  <c:v>104.15606270000001</c:v>
                </c:pt>
                <c:pt idx="4130">
                  <c:v>104.15606270000001</c:v>
                </c:pt>
                <c:pt idx="4131">
                  <c:v>104.15606270000001</c:v>
                </c:pt>
                <c:pt idx="4132">
                  <c:v>104.15606270000001</c:v>
                </c:pt>
                <c:pt idx="4133">
                  <c:v>104.15606270000001</c:v>
                </c:pt>
                <c:pt idx="4134">
                  <c:v>104.15606270000001</c:v>
                </c:pt>
                <c:pt idx="4135">
                  <c:v>104.15606270000001</c:v>
                </c:pt>
                <c:pt idx="4136">
                  <c:v>104.15606270000001</c:v>
                </c:pt>
                <c:pt idx="4137">
                  <c:v>104.15606270000001</c:v>
                </c:pt>
                <c:pt idx="4138">
                  <c:v>104.15606270000001</c:v>
                </c:pt>
                <c:pt idx="4139">
                  <c:v>104.15606270000001</c:v>
                </c:pt>
                <c:pt idx="4140">
                  <c:v>104.15606270000001</c:v>
                </c:pt>
                <c:pt idx="4141">
                  <c:v>104.15606270000001</c:v>
                </c:pt>
                <c:pt idx="4142">
                  <c:v>104.15606270000001</c:v>
                </c:pt>
                <c:pt idx="4143">
                  <c:v>104.15606270000001</c:v>
                </c:pt>
                <c:pt idx="4144">
                  <c:v>104.15606270000001</c:v>
                </c:pt>
                <c:pt idx="4145">
                  <c:v>104.15606270000001</c:v>
                </c:pt>
                <c:pt idx="4146">
                  <c:v>104.15606270000001</c:v>
                </c:pt>
                <c:pt idx="4147">
                  <c:v>104.15606270000001</c:v>
                </c:pt>
                <c:pt idx="4148">
                  <c:v>104.15606270000001</c:v>
                </c:pt>
                <c:pt idx="4149">
                  <c:v>104.15606270000001</c:v>
                </c:pt>
                <c:pt idx="4150">
                  <c:v>104.15606270000001</c:v>
                </c:pt>
                <c:pt idx="4151">
                  <c:v>104.15606270000001</c:v>
                </c:pt>
                <c:pt idx="4152">
                  <c:v>104.15606270000001</c:v>
                </c:pt>
                <c:pt idx="4153">
                  <c:v>104.15606270000001</c:v>
                </c:pt>
                <c:pt idx="4154">
                  <c:v>104.15606270000001</c:v>
                </c:pt>
                <c:pt idx="4155">
                  <c:v>104.15606270000001</c:v>
                </c:pt>
                <c:pt idx="4156">
                  <c:v>104.15606270000001</c:v>
                </c:pt>
                <c:pt idx="4157">
                  <c:v>104.15606270000001</c:v>
                </c:pt>
                <c:pt idx="4158">
                  <c:v>104.15606270000001</c:v>
                </c:pt>
                <c:pt idx="4159">
                  <c:v>104.15606270000001</c:v>
                </c:pt>
                <c:pt idx="4160">
                  <c:v>104.15606270000001</c:v>
                </c:pt>
                <c:pt idx="4161">
                  <c:v>104.15606270000001</c:v>
                </c:pt>
                <c:pt idx="4162">
                  <c:v>104.15606270000001</c:v>
                </c:pt>
                <c:pt idx="4163">
                  <c:v>104.15606270000001</c:v>
                </c:pt>
                <c:pt idx="4164">
                  <c:v>104.15606270000001</c:v>
                </c:pt>
                <c:pt idx="4165">
                  <c:v>104.15606270000001</c:v>
                </c:pt>
                <c:pt idx="4166">
                  <c:v>104.15606270000001</c:v>
                </c:pt>
                <c:pt idx="4167">
                  <c:v>104.15606270000001</c:v>
                </c:pt>
                <c:pt idx="4168">
                  <c:v>104.15606270000001</c:v>
                </c:pt>
                <c:pt idx="4169">
                  <c:v>104.15606270000001</c:v>
                </c:pt>
                <c:pt idx="4170">
                  <c:v>104.15606270000001</c:v>
                </c:pt>
                <c:pt idx="4171">
                  <c:v>104.15606270000001</c:v>
                </c:pt>
                <c:pt idx="4172">
                  <c:v>104.15606270000001</c:v>
                </c:pt>
                <c:pt idx="4173">
                  <c:v>104.15606270000001</c:v>
                </c:pt>
                <c:pt idx="4174">
                  <c:v>104.15606270000001</c:v>
                </c:pt>
                <c:pt idx="4175">
                  <c:v>104.15606270000001</c:v>
                </c:pt>
                <c:pt idx="4176">
                  <c:v>104.15606270000001</c:v>
                </c:pt>
                <c:pt idx="4177">
                  <c:v>104.15606270000001</c:v>
                </c:pt>
                <c:pt idx="4178">
                  <c:v>104.15606270000001</c:v>
                </c:pt>
                <c:pt idx="4179">
                  <c:v>104.15606270000001</c:v>
                </c:pt>
                <c:pt idx="4180">
                  <c:v>104.15606270000001</c:v>
                </c:pt>
                <c:pt idx="4181">
                  <c:v>104.15606270000001</c:v>
                </c:pt>
                <c:pt idx="4182">
                  <c:v>104.15606270000001</c:v>
                </c:pt>
                <c:pt idx="4183">
                  <c:v>104.15606270000001</c:v>
                </c:pt>
                <c:pt idx="4184">
                  <c:v>104.15606270000001</c:v>
                </c:pt>
                <c:pt idx="4185">
                  <c:v>104.15606270000001</c:v>
                </c:pt>
                <c:pt idx="4186">
                  <c:v>104.15606270000001</c:v>
                </c:pt>
                <c:pt idx="4187">
                  <c:v>104.15606270000001</c:v>
                </c:pt>
                <c:pt idx="4188">
                  <c:v>104.15606270000001</c:v>
                </c:pt>
                <c:pt idx="4189">
                  <c:v>104.15606270000001</c:v>
                </c:pt>
                <c:pt idx="4190">
                  <c:v>104.15606270000001</c:v>
                </c:pt>
                <c:pt idx="4191">
                  <c:v>104.15606270000001</c:v>
                </c:pt>
                <c:pt idx="4192">
                  <c:v>104.15606270000001</c:v>
                </c:pt>
                <c:pt idx="4193">
                  <c:v>104.15606270000001</c:v>
                </c:pt>
                <c:pt idx="4194">
                  <c:v>104.15606270000001</c:v>
                </c:pt>
                <c:pt idx="4195">
                  <c:v>104.15606270000001</c:v>
                </c:pt>
                <c:pt idx="4196">
                  <c:v>104.15606270000001</c:v>
                </c:pt>
                <c:pt idx="4197">
                  <c:v>104.15606270000001</c:v>
                </c:pt>
                <c:pt idx="4198">
                  <c:v>104.15606270000001</c:v>
                </c:pt>
                <c:pt idx="4199">
                  <c:v>104.15606270000001</c:v>
                </c:pt>
                <c:pt idx="4200">
                  <c:v>104.15606270000001</c:v>
                </c:pt>
                <c:pt idx="4201">
                  <c:v>104.15606270000001</c:v>
                </c:pt>
                <c:pt idx="4202">
                  <c:v>104.15606270000001</c:v>
                </c:pt>
                <c:pt idx="4203">
                  <c:v>104.15606270000001</c:v>
                </c:pt>
                <c:pt idx="4204">
                  <c:v>104.15606270000001</c:v>
                </c:pt>
                <c:pt idx="4205">
                  <c:v>104.15606270000001</c:v>
                </c:pt>
                <c:pt idx="4206">
                  <c:v>104.15606270000001</c:v>
                </c:pt>
                <c:pt idx="4207">
                  <c:v>104.15606270000001</c:v>
                </c:pt>
                <c:pt idx="4208">
                  <c:v>104.15606270000001</c:v>
                </c:pt>
                <c:pt idx="4209">
                  <c:v>104.15606270000001</c:v>
                </c:pt>
                <c:pt idx="4210">
                  <c:v>104.15606270000001</c:v>
                </c:pt>
                <c:pt idx="4211">
                  <c:v>104.15606270000001</c:v>
                </c:pt>
                <c:pt idx="4212">
                  <c:v>104.15606270000001</c:v>
                </c:pt>
                <c:pt idx="4213">
                  <c:v>104.15606270000001</c:v>
                </c:pt>
                <c:pt idx="4214">
                  <c:v>104.15606270000001</c:v>
                </c:pt>
                <c:pt idx="4215">
                  <c:v>104.15606270000001</c:v>
                </c:pt>
                <c:pt idx="4216">
                  <c:v>104.15606270000001</c:v>
                </c:pt>
                <c:pt idx="4217">
                  <c:v>104.15606270000001</c:v>
                </c:pt>
                <c:pt idx="4218">
                  <c:v>104.15606270000001</c:v>
                </c:pt>
                <c:pt idx="4219">
                  <c:v>104.15606270000001</c:v>
                </c:pt>
                <c:pt idx="4220">
                  <c:v>104.15606270000001</c:v>
                </c:pt>
                <c:pt idx="4221">
                  <c:v>104.15606270000001</c:v>
                </c:pt>
                <c:pt idx="4222">
                  <c:v>104.15606270000001</c:v>
                </c:pt>
                <c:pt idx="4223">
                  <c:v>104.15606270000001</c:v>
                </c:pt>
                <c:pt idx="4224">
                  <c:v>104.15606270000001</c:v>
                </c:pt>
                <c:pt idx="4225">
                  <c:v>104.15606270000001</c:v>
                </c:pt>
                <c:pt idx="4226">
                  <c:v>104.15606270000001</c:v>
                </c:pt>
                <c:pt idx="4227">
                  <c:v>104.15606270000001</c:v>
                </c:pt>
                <c:pt idx="4228">
                  <c:v>104.15606270000001</c:v>
                </c:pt>
                <c:pt idx="4229">
                  <c:v>104.15606270000001</c:v>
                </c:pt>
                <c:pt idx="4230">
                  <c:v>104.15606270000001</c:v>
                </c:pt>
                <c:pt idx="4231">
                  <c:v>104.15606270000001</c:v>
                </c:pt>
                <c:pt idx="4232">
                  <c:v>104.15606270000001</c:v>
                </c:pt>
                <c:pt idx="4233">
                  <c:v>104.15606270000001</c:v>
                </c:pt>
                <c:pt idx="4234">
                  <c:v>104.15606270000001</c:v>
                </c:pt>
                <c:pt idx="4235">
                  <c:v>104.15606270000001</c:v>
                </c:pt>
                <c:pt idx="4236">
                  <c:v>104.15606270000001</c:v>
                </c:pt>
                <c:pt idx="4237">
                  <c:v>104.15606270000001</c:v>
                </c:pt>
                <c:pt idx="4238">
                  <c:v>104.15606270000001</c:v>
                </c:pt>
                <c:pt idx="4239">
                  <c:v>104.15606270000001</c:v>
                </c:pt>
                <c:pt idx="4240">
                  <c:v>104.15606270000001</c:v>
                </c:pt>
                <c:pt idx="4241">
                  <c:v>104.15606270000001</c:v>
                </c:pt>
                <c:pt idx="4242">
                  <c:v>104.15606270000001</c:v>
                </c:pt>
                <c:pt idx="4243">
                  <c:v>104.15606270000001</c:v>
                </c:pt>
                <c:pt idx="4244">
                  <c:v>104.15606270000001</c:v>
                </c:pt>
                <c:pt idx="4245">
                  <c:v>104.15606270000001</c:v>
                </c:pt>
                <c:pt idx="4246">
                  <c:v>104.15606270000001</c:v>
                </c:pt>
                <c:pt idx="4247">
                  <c:v>104.15606270000001</c:v>
                </c:pt>
                <c:pt idx="4248">
                  <c:v>104.15606270000001</c:v>
                </c:pt>
                <c:pt idx="4249">
                  <c:v>104.15606270000001</c:v>
                </c:pt>
                <c:pt idx="4250">
                  <c:v>104.15606270000001</c:v>
                </c:pt>
                <c:pt idx="4251">
                  <c:v>104.15606270000001</c:v>
                </c:pt>
                <c:pt idx="4252">
                  <c:v>104.15606270000001</c:v>
                </c:pt>
                <c:pt idx="4253">
                  <c:v>104.15606270000001</c:v>
                </c:pt>
                <c:pt idx="4254">
                  <c:v>104.15606270000001</c:v>
                </c:pt>
                <c:pt idx="4255">
                  <c:v>104.15606270000001</c:v>
                </c:pt>
                <c:pt idx="4256">
                  <c:v>104.15606270000001</c:v>
                </c:pt>
                <c:pt idx="4257">
                  <c:v>104.15606270000001</c:v>
                </c:pt>
                <c:pt idx="4258">
                  <c:v>104.15606270000001</c:v>
                </c:pt>
                <c:pt idx="4259">
                  <c:v>104.15606270000001</c:v>
                </c:pt>
                <c:pt idx="4260">
                  <c:v>104.15606270000001</c:v>
                </c:pt>
                <c:pt idx="4261">
                  <c:v>104.15606270000001</c:v>
                </c:pt>
                <c:pt idx="4262">
                  <c:v>104.15606270000001</c:v>
                </c:pt>
                <c:pt idx="4263">
                  <c:v>104.15606270000001</c:v>
                </c:pt>
                <c:pt idx="4264">
                  <c:v>104.15606270000001</c:v>
                </c:pt>
                <c:pt idx="4265">
                  <c:v>104.15606270000001</c:v>
                </c:pt>
                <c:pt idx="4266">
                  <c:v>104.15606270000001</c:v>
                </c:pt>
                <c:pt idx="4267">
                  <c:v>104.15606270000001</c:v>
                </c:pt>
                <c:pt idx="4268">
                  <c:v>104.15606270000001</c:v>
                </c:pt>
                <c:pt idx="4269">
                  <c:v>104.15606270000001</c:v>
                </c:pt>
                <c:pt idx="4270">
                  <c:v>104.15606270000001</c:v>
                </c:pt>
                <c:pt idx="4271">
                  <c:v>104.15606270000001</c:v>
                </c:pt>
                <c:pt idx="4272">
                  <c:v>104.15606270000001</c:v>
                </c:pt>
                <c:pt idx="4273">
                  <c:v>104.15606270000001</c:v>
                </c:pt>
                <c:pt idx="4274">
                  <c:v>104.15606270000001</c:v>
                </c:pt>
                <c:pt idx="4275">
                  <c:v>104.15606270000001</c:v>
                </c:pt>
                <c:pt idx="4276">
                  <c:v>104.15606270000001</c:v>
                </c:pt>
                <c:pt idx="4277">
                  <c:v>104.15606270000001</c:v>
                </c:pt>
                <c:pt idx="4278">
                  <c:v>104.15606270000001</c:v>
                </c:pt>
                <c:pt idx="4279">
                  <c:v>104.15606270000001</c:v>
                </c:pt>
                <c:pt idx="4280">
                  <c:v>104.15606270000001</c:v>
                </c:pt>
                <c:pt idx="4281">
                  <c:v>104.15606270000001</c:v>
                </c:pt>
                <c:pt idx="4282">
                  <c:v>104.15606270000001</c:v>
                </c:pt>
                <c:pt idx="4283">
                  <c:v>104.15606270000001</c:v>
                </c:pt>
                <c:pt idx="4284">
                  <c:v>104.15606270000001</c:v>
                </c:pt>
                <c:pt idx="4285">
                  <c:v>104.15606270000001</c:v>
                </c:pt>
                <c:pt idx="4286">
                  <c:v>104.15606270000001</c:v>
                </c:pt>
                <c:pt idx="4287">
                  <c:v>104.15606270000001</c:v>
                </c:pt>
                <c:pt idx="4288">
                  <c:v>104.15606270000001</c:v>
                </c:pt>
                <c:pt idx="4289">
                  <c:v>104.15606270000001</c:v>
                </c:pt>
                <c:pt idx="4290">
                  <c:v>104.15606270000001</c:v>
                </c:pt>
                <c:pt idx="4291">
                  <c:v>104.15606270000001</c:v>
                </c:pt>
                <c:pt idx="4292">
                  <c:v>104.15606270000001</c:v>
                </c:pt>
                <c:pt idx="4293">
                  <c:v>104.15606270000001</c:v>
                </c:pt>
                <c:pt idx="4294">
                  <c:v>104.15606270000001</c:v>
                </c:pt>
                <c:pt idx="4295">
                  <c:v>104.15606270000001</c:v>
                </c:pt>
                <c:pt idx="4296">
                  <c:v>104.15606270000001</c:v>
                </c:pt>
                <c:pt idx="4297">
                  <c:v>104.15606270000001</c:v>
                </c:pt>
                <c:pt idx="4298">
                  <c:v>104.15606270000001</c:v>
                </c:pt>
                <c:pt idx="4299">
                  <c:v>104.15606270000001</c:v>
                </c:pt>
                <c:pt idx="4300">
                  <c:v>104.15606270000001</c:v>
                </c:pt>
                <c:pt idx="4301">
                  <c:v>104.15606270000001</c:v>
                </c:pt>
                <c:pt idx="4302">
                  <c:v>104.15606270000001</c:v>
                </c:pt>
                <c:pt idx="4303">
                  <c:v>104.15606270000001</c:v>
                </c:pt>
                <c:pt idx="4304">
                  <c:v>104.15606270000001</c:v>
                </c:pt>
                <c:pt idx="4305">
                  <c:v>104.15606270000001</c:v>
                </c:pt>
                <c:pt idx="4306">
                  <c:v>104.15606270000001</c:v>
                </c:pt>
                <c:pt idx="4307">
                  <c:v>104.15606270000001</c:v>
                </c:pt>
                <c:pt idx="4308">
                  <c:v>104.15606270000001</c:v>
                </c:pt>
                <c:pt idx="4309">
                  <c:v>104.15606270000001</c:v>
                </c:pt>
                <c:pt idx="4310">
                  <c:v>104.15606270000001</c:v>
                </c:pt>
                <c:pt idx="4311">
                  <c:v>104.15606270000001</c:v>
                </c:pt>
                <c:pt idx="4312">
                  <c:v>104.15606270000001</c:v>
                </c:pt>
                <c:pt idx="4313">
                  <c:v>104.15606270000001</c:v>
                </c:pt>
                <c:pt idx="4314">
                  <c:v>104.15606270000001</c:v>
                </c:pt>
                <c:pt idx="4315">
                  <c:v>104.15606270000001</c:v>
                </c:pt>
                <c:pt idx="4316">
                  <c:v>104.15606270000001</c:v>
                </c:pt>
                <c:pt idx="4317">
                  <c:v>104.15606270000001</c:v>
                </c:pt>
                <c:pt idx="4318">
                  <c:v>104.15606270000001</c:v>
                </c:pt>
                <c:pt idx="4319">
                  <c:v>104.15606270000001</c:v>
                </c:pt>
                <c:pt idx="4320">
                  <c:v>104.15606270000001</c:v>
                </c:pt>
                <c:pt idx="4321">
                  <c:v>104.15606270000001</c:v>
                </c:pt>
                <c:pt idx="4322">
                  <c:v>104.15606270000001</c:v>
                </c:pt>
                <c:pt idx="4323">
                  <c:v>104.15606270000001</c:v>
                </c:pt>
                <c:pt idx="4324">
                  <c:v>104.15606270000001</c:v>
                </c:pt>
                <c:pt idx="4325">
                  <c:v>104.15606270000001</c:v>
                </c:pt>
                <c:pt idx="4326">
                  <c:v>104.15606270000001</c:v>
                </c:pt>
                <c:pt idx="4327">
                  <c:v>104.15606270000001</c:v>
                </c:pt>
                <c:pt idx="4328">
                  <c:v>104.15606270000001</c:v>
                </c:pt>
                <c:pt idx="4329">
                  <c:v>104.15606270000001</c:v>
                </c:pt>
                <c:pt idx="4330">
                  <c:v>104.15606270000001</c:v>
                </c:pt>
                <c:pt idx="4331">
                  <c:v>104.15606270000001</c:v>
                </c:pt>
                <c:pt idx="4332">
                  <c:v>104.15606270000001</c:v>
                </c:pt>
                <c:pt idx="4333">
                  <c:v>104.15606270000001</c:v>
                </c:pt>
                <c:pt idx="4334">
                  <c:v>104.15606270000001</c:v>
                </c:pt>
                <c:pt idx="4335">
                  <c:v>104.15606270000001</c:v>
                </c:pt>
                <c:pt idx="4336">
                  <c:v>104.15606270000001</c:v>
                </c:pt>
                <c:pt idx="4337">
                  <c:v>104.15606270000001</c:v>
                </c:pt>
                <c:pt idx="4338">
                  <c:v>104.15606270000001</c:v>
                </c:pt>
                <c:pt idx="4339">
                  <c:v>104.15606270000001</c:v>
                </c:pt>
                <c:pt idx="4340">
                  <c:v>104.15606270000001</c:v>
                </c:pt>
                <c:pt idx="4341">
                  <c:v>104.15606270000001</c:v>
                </c:pt>
                <c:pt idx="4342">
                  <c:v>104.15606270000001</c:v>
                </c:pt>
                <c:pt idx="4343">
                  <c:v>104.15606270000001</c:v>
                </c:pt>
                <c:pt idx="4344">
                  <c:v>104.15606270000001</c:v>
                </c:pt>
                <c:pt idx="4345">
                  <c:v>104.15606270000001</c:v>
                </c:pt>
                <c:pt idx="4346">
                  <c:v>104.15606270000001</c:v>
                </c:pt>
                <c:pt idx="4347">
                  <c:v>104.15606270000001</c:v>
                </c:pt>
                <c:pt idx="4348">
                  <c:v>104.15606270000001</c:v>
                </c:pt>
                <c:pt idx="4349">
                  <c:v>104.15606270000001</c:v>
                </c:pt>
                <c:pt idx="4350">
                  <c:v>104.15606270000001</c:v>
                </c:pt>
                <c:pt idx="4351">
                  <c:v>104.15606270000001</c:v>
                </c:pt>
                <c:pt idx="4352">
                  <c:v>104.15606270000001</c:v>
                </c:pt>
                <c:pt idx="4353">
                  <c:v>104.15606270000001</c:v>
                </c:pt>
                <c:pt idx="4354">
                  <c:v>104.15606270000001</c:v>
                </c:pt>
                <c:pt idx="4355">
                  <c:v>104.15606270000001</c:v>
                </c:pt>
                <c:pt idx="4356">
                  <c:v>104.15606270000001</c:v>
                </c:pt>
                <c:pt idx="4357">
                  <c:v>104.15606270000001</c:v>
                </c:pt>
                <c:pt idx="4358">
                  <c:v>104.15606270000001</c:v>
                </c:pt>
                <c:pt idx="4359">
                  <c:v>104.15606270000001</c:v>
                </c:pt>
                <c:pt idx="4360">
                  <c:v>104.15606270000001</c:v>
                </c:pt>
                <c:pt idx="4361">
                  <c:v>104.15606270000001</c:v>
                </c:pt>
                <c:pt idx="4362">
                  <c:v>104.15606270000001</c:v>
                </c:pt>
                <c:pt idx="4363">
                  <c:v>104.15606270000001</c:v>
                </c:pt>
                <c:pt idx="4364">
                  <c:v>104.15606270000001</c:v>
                </c:pt>
                <c:pt idx="4365">
                  <c:v>104.15606270000001</c:v>
                </c:pt>
                <c:pt idx="4366">
                  <c:v>104.15606270000001</c:v>
                </c:pt>
                <c:pt idx="4367">
                  <c:v>104.15606270000001</c:v>
                </c:pt>
                <c:pt idx="4368">
                  <c:v>104.15606270000001</c:v>
                </c:pt>
                <c:pt idx="4369">
                  <c:v>104.15606270000001</c:v>
                </c:pt>
                <c:pt idx="4370">
                  <c:v>104.15606270000001</c:v>
                </c:pt>
                <c:pt idx="4371">
                  <c:v>104.15606270000001</c:v>
                </c:pt>
                <c:pt idx="4372">
                  <c:v>104.15606270000001</c:v>
                </c:pt>
                <c:pt idx="4373">
                  <c:v>104.15606270000001</c:v>
                </c:pt>
                <c:pt idx="4374">
                  <c:v>104.15606270000001</c:v>
                </c:pt>
                <c:pt idx="4375">
                  <c:v>104.15606270000001</c:v>
                </c:pt>
                <c:pt idx="4376">
                  <c:v>104.15606270000001</c:v>
                </c:pt>
                <c:pt idx="4377">
                  <c:v>104.15606270000001</c:v>
                </c:pt>
                <c:pt idx="4378">
                  <c:v>104.15606270000001</c:v>
                </c:pt>
                <c:pt idx="4379">
                  <c:v>104.15606270000001</c:v>
                </c:pt>
                <c:pt idx="4380">
                  <c:v>104.15606270000001</c:v>
                </c:pt>
                <c:pt idx="4381">
                  <c:v>104.15606270000001</c:v>
                </c:pt>
                <c:pt idx="4382">
                  <c:v>104.15606270000001</c:v>
                </c:pt>
                <c:pt idx="4383">
                  <c:v>104.15606270000001</c:v>
                </c:pt>
                <c:pt idx="4384">
                  <c:v>104.15606270000001</c:v>
                </c:pt>
                <c:pt idx="4385">
                  <c:v>104.15606270000001</c:v>
                </c:pt>
                <c:pt idx="4386">
                  <c:v>104.15606270000001</c:v>
                </c:pt>
                <c:pt idx="4387">
                  <c:v>104.15606270000001</c:v>
                </c:pt>
                <c:pt idx="4388">
                  <c:v>104.15606270000001</c:v>
                </c:pt>
                <c:pt idx="4389">
                  <c:v>104.15606270000001</c:v>
                </c:pt>
                <c:pt idx="4390">
                  <c:v>104.15606270000001</c:v>
                </c:pt>
                <c:pt idx="4391">
                  <c:v>104.15606270000001</c:v>
                </c:pt>
                <c:pt idx="4392">
                  <c:v>104.15606270000001</c:v>
                </c:pt>
                <c:pt idx="4393">
                  <c:v>104.15606270000001</c:v>
                </c:pt>
                <c:pt idx="4394">
                  <c:v>104.15606270000001</c:v>
                </c:pt>
                <c:pt idx="4395">
                  <c:v>104.15606270000001</c:v>
                </c:pt>
                <c:pt idx="4396">
                  <c:v>104.15606270000001</c:v>
                </c:pt>
                <c:pt idx="4397">
                  <c:v>104.15606270000001</c:v>
                </c:pt>
                <c:pt idx="4398">
                  <c:v>104.15606270000001</c:v>
                </c:pt>
                <c:pt idx="4399">
                  <c:v>104.15606270000001</c:v>
                </c:pt>
                <c:pt idx="4400">
                  <c:v>104.15606270000001</c:v>
                </c:pt>
                <c:pt idx="4401">
                  <c:v>104.15606270000001</c:v>
                </c:pt>
                <c:pt idx="4402">
                  <c:v>104.15606270000001</c:v>
                </c:pt>
                <c:pt idx="4403">
                  <c:v>104.15606270000001</c:v>
                </c:pt>
                <c:pt idx="4404">
                  <c:v>104.15606270000001</c:v>
                </c:pt>
                <c:pt idx="4405">
                  <c:v>104.15606270000001</c:v>
                </c:pt>
                <c:pt idx="4406">
                  <c:v>104.15606270000001</c:v>
                </c:pt>
                <c:pt idx="4407">
                  <c:v>104.15606270000001</c:v>
                </c:pt>
                <c:pt idx="4408">
                  <c:v>104.15606270000001</c:v>
                </c:pt>
                <c:pt idx="4409">
                  <c:v>104.15606270000001</c:v>
                </c:pt>
                <c:pt idx="4410">
                  <c:v>104.15606270000001</c:v>
                </c:pt>
                <c:pt idx="4411">
                  <c:v>104.15606270000001</c:v>
                </c:pt>
                <c:pt idx="4412">
                  <c:v>104.15606270000001</c:v>
                </c:pt>
                <c:pt idx="4413">
                  <c:v>104.15606270000001</c:v>
                </c:pt>
                <c:pt idx="4414">
                  <c:v>104.15606270000001</c:v>
                </c:pt>
                <c:pt idx="4415">
                  <c:v>104.15606270000001</c:v>
                </c:pt>
                <c:pt idx="4416">
                  <c:v>104.15606270000001</c:v>
                </c:pt>
                <c:pt idx="4417">
                  <c:v>104.15606270000001</c:v>
                </c:pt>
                <c:pt idx="4418">
                  <c:v>104.15606270000001</c:v>
                </c:pt>
                <c:pt idx="4419">
                  <c:v>104.15606270000001</c:v>
                </c:pt>
                <c:pt idx="4420">
                  <c:v>104.15606270000001</c:v>
                </c:pt>
                <c:pt idx="4421">
                  <c:v>104.15606270000001</c:v>
                </c:pt>
                <c:pt idx="4422">
                  <c:v>104.15606270000001</c:v>
                </c:pt>
                <c:pt idx="4423">
                  <c:v>104.15606270000001</c:v>
                </c:pt>
                <c:pt idx="4424">
                  <c:v>104.15606270000001</c:v>
                </c:pt>
                <c:pt idx="4425">
                  <c:v>104.15606270000001</c:v>
                </c:pt>
                <c:pt idx="4426">
                  <c:v>104.15606270000001</c:v>
                </c:pt>
                <c:pt idx="4427">
                  <c:v>104.15606270000001</c:v>
                </c:pt>
                <c:pt idx="4428">
                  <c:v>104.15606270000001</c:v>
                </c:pt>
                <c:pt idx="4429">
                  <c:v>104.15606270000001</c:v>
                </c:pt>
                <c:pt idx="4430">
                  <c:v>104.15606270000001</c:v>
                </c:pt>
                <c:pt idx="4431">
                  <c:v>104.15606270000001</c:v>
                </c:pt>
                <c:pt idx="4432">
                  <c:v>104.15606270000001</c:v>
                </c:pt>
                <c:pt idx="4433">
                  <c:v>104.15606270000001</c:v>
                </c:pt>
                <c:pt idx="4434">
                  <c:v>104.15606270000001</c:v>
                </c:pt>
                <c:pt idx="4435">
                  <c:v>104.15606270000001</c:v>
                </c:pt>
                <c:pt idx="4436">
                  <c:v>104.15606270000001</c:v>
                </c:pt>
                <c:pt idx="4437">
                  <c:v>104.15606270000001</c:v>
                </c:pt>
                <c:pt idx="4438">
                  <c:v>104.15606270000001</c:v>
                </c:pt>
                <c:pt idx="4439">
                  <c:v>104.15606270000001</c:v>
                </c:pt>
                <c:pt idx="4440">
                  <c:v>104.15606270000001</c:v>
                </c:pt>
                <c:pt idx="4441">
                  <c:v>104.15606270000001</c:v>
                </c:pt>
                <c:pt idx="4442">
                  <c:v>104.15606270000001</c:v>
                </c:pt>
                <c:pt idx="4443">
                  <c:v>104.15606270000001</c:v>
                </c:pt>
                <c:pt idx="4444">
                  <c:v>104.15606270000001</c:v>
                </c:pt>
                <c:pt idx="4445">
                  <c:v>104.15606270000001</c:v>
                </c:pt>
                <c:pt idx="4446">
                  <c:v>104.15606270000001</c:v>
                </c:pt>
                <c:pt idx="4447">
                  <c:v>104.15606270000001</c:v>
                </c:pt>
                <c:pt idx="4448">
                  <c:v>104.15606270000001</c:v>
                </c:pt>
                <c:pt idx="4449">
                  <c:v>104.15606270000001</c:v>
                </c:pt>
                <c:pt idx="4450">
                  <c:v>104.15606270000001</c:v>
                </c:pt>
                <c:pt idx="4451">
                  <c:v>104.15606270000001</c:v>
                </c:pt>
                <c:pt idx="4452">
                  <c:v>104.15606270000001</c:v>
                </c:pt>
                <c:pt idx="4453">
                  <c:v>104.15606270000001</c:v>
                </c:pt>
                <c:pt idx="4454">
                  <c:v>104.15606270000001</c:v>
                </c:pt>
                <c:pt idx="4455">
                  <c:v>104.15606270000001</c:v>
                </c:pt>
                <c:pt idx="4456">
                  <c:v>104.15606270000001</c:v>
                </c:pt>
                <c:pt idx="4457">
                  <c:v>104.15606270000001</c:v>
                </c:pt>
                <c:pt idx="4458">
                  <c:v>104.15606270000001</c:v>
                </c:pt>
                <c:pt idx="4459">
                  <c:v>104.15606270000001</c:v>
                </c:pt>
                <c:pt idx="4460">
                  <c:v>104.15606270000001</c:v>
                </c:pt>
                <c:pt idx="4461">
                  <c:v>104.15606270000001</c:v>
                </c:pt>
                <c:pt idx="4462">
                  <c:v>104.15606270000001</c:v>
                </c:pt>
                <c:pt idx="4463">
                  <c:v>104.15606270000001</c:v>
                </c:pt>
                <c:pt idx="4464">
                  <c:v>104.15606270000001</c:v>
                </c:pt>
                <c:pt idx="4465">
                  <c:v>104.15606270000001</c:v>
                </c:pt>
                <c:pt idx="4466">
                  <c:v>104.15606270000001</c:v>
                </c:pt>
                <c:pt idx="4467">
                  <c:v>104.15606270000001</c:v>
                </c:pt>
                <c:pt idx="4468">
                  <c:v>104.15606270000001</c:v>
                </c:pt>
                <c:pt idx="4469">
                  <c:v>104.15606270000001</c:v>
                </c:pt>
                <c:pt idx="4470">
                  <c:v>104.15606270000001</c:v>
                </c:pt>
                <c:pt idx="4471">
                  <c:v>104.15606270000001</c:v>
                </c:pt>
                <c:pt idx="4472">
                  <c:v>104.15606270000001</c:v>
                </c:pt>
                <c:pt idx="4473">
                  <c:v>104.15606270000001</c:v>
                </c:pt>
                <c:pt idx="4474">
                  <c:v>104.15606270000001</c:v>
                </c:pt>
                <c:pt idx="4475">
                  <c:v>104.15606270000001</c:v>
                </c:pt>
                <c:pt idx="4476">
                  <c:v>104.15606270000001</c:v>
                </c:pt>
                <c:pt idx="4477">
                  <c:v>104.15606270000001</c:v>
                </c:pt>
                <c:pt idx="4478">
                  <c:v>104.15606270000001</c:v>
                </c:pt>
                <c:pt idx="4479">
                  <c:v>104.15606270000001</c:v>
                </c:pt>
                <c:pt idx="4480">
                  <c:v>104.15606270000001</c:v>
                </c:pt>
                <c:pt idx="4481">
                  <c:v>104.15606270000001</c:v>
                </c:pt>
                <c:pt idx="4482">
                  <c:v>104.15606270000001</c:v>
                </c:pt>
                <c:pt idx="4483">
                  <c:v>115.41330360000001</c:v>
                </c:pt>
                <c:pt idx="4484">
                  <c:v>115.41330360000001</c:v>
                </c:pt>
                <c:pt idx="4485">
                  <c:v>115.41330360000001</c:v>
                </c:pt>
                <c:pt idx="4486">
                  <c:v>116.880306</c:v>
                </c:pt>
                <c:pt idx="4487">
                  <c:v>116.880306</c:v>
                </c:pt>
                <c:pt idx="4488">
                  <c:v>116.880306</c:v>
                </c:pt>
                <c:pt idx="4489">
                  <c:v>116.880306</c:v>
                </c:pt>
                <c:pt idx="4490">
                  <c:v>116.880306</c:v>
                </c:pt>
                <c:pt idx="4491">
                  <c:v>116.880306</c:v>
                </c:pt>
                <c:pt idx="4492">
                  <c:v>116.880306</c:v>
                </c:pt>
                <c:pt idx="4493">
                  <c:v>116.880306</c:v>
                </c:pt>
                <c:pt idx="4494">
                  <c:v>116.880306</c:v>
                </c:pt>
                <c:pt idx="4495">
                  <c:v>116.880306</c:v>
                </c:pt>
                <c:pt idx="4496">
                  <c:v>116.880306</c:v>
                </c:pt>
                <c:pt idx="4497">
                  <c:v>116.880306</c:v>
                </c:pt>
                <c:pt idx="4498">
                  <c:v>116.880306</c:v>
                </c:pt>
                <c:pt idx="4499">
                  <c:v>116.880306</c:v>
                </c:pt>
                <c:pt idx="4500">
                  <c:v>116.880306</c:v>
                </c:pt>
                <c:pt idx="4501">
                  <c:v>116.880306</c:v>
                </c:pt>
                <c:pt idx="4502">
                  <c:v>116.880306</c:v>
                </c:pt>
                <c:pt idx="4503">
                  <c:v>116.880306</c:v>
                </c:pt>
                <c:pt idx="4504">
                  <c:v>116.880306</c:v>
                </c:pt>
                <c:pt idx="4505">
                  <c:v>116.880306</c:v>
                </c:pt>
                <c:pt idx="4506">
                  <c:v>116.880306</c:v>
                </c:pt>
                <c:pt idx="4507">
                  <c:v>116.880306</c:v>
                </c:pt>
                <c:pt idx="4508">
                  <c:v>116.880306</c:v>
                </c:pt>
                <c:pt idx="4509">
                  <c:v>116.880306</c:v>
                </c:pt>
                <c:pt idx="4510">
                  <c:v>117.06438300000001</c:v>
                </c:pt>
                <c:pt idx="4511">
                  <c:v>117.06438300000001</c:v>
                </c:pt>
                <c:pt idx="4512">
                  <c:v>117.06438300000001</c:v>
                </c:pt>
                <c:pt idx="4513">
                  <c:v>120</c:v>
                </c:pt>
                <c:pt idx="4514">
                  <c:v>120</c:v>
                </c:pt>
                <c:pt idx="4515">
                  <c:v>120</c:v>
                </c:pt>
                <c:pt idx="4516">
                  <c:v>120</c:v>
                </c:pt>
                <c:pt idx="4517">
                  <c:v>128.05239599999999</c:v>
                </c:pt>
                <c:pt idx="4518">
                  <c:v>128.05239599999999</c:v>
                </c:pt>
                <c:pt idx="4519">
                  <c:v>128.05239599999999</c:v>
                </c:pt>
                <c:pt idx="4520">
                  <c:v>128.05239599999999</c:v>
                </c:pt>
                <c:pt idx="4521">
                  <c:v>128.05239599999999</c:v>
                </c:pt>
                <c:pt idx="4522">
                  <c:v>128.05239599999999</c:v>
                </c:pt>
                <c:pt idx="4523">
                  <c:v>128.05239599999999</c:v>
                </c:pt>
                <c:pt idx="4524">
                  <c:v>128.05239599999999</c:v>
                </c:pt>
                <c:pt idx="4525">
                  <c:v>128.05239599999999</c:v>
                </c:pt>
                <c:pt idx="4526">
                  <c:v>128.05239599999999</c:v>
                </c:pt>
                <c:pt idx="4527">
                  <c:v>128.05239599999999</c:v>
                </c:pt>
                <c:pt idx="4528">
                  <c:v>128.05239599999999</c:v>
                </c:pt>
                <c:pt idx="4529">
                  <c:v>128.05239599999999</c:v>
                </c:pt>
                <c:pt idx="4530">
                  <c:v>128.05239599999999</c:v>
                </c:pt>
                <c:pt idx="4531">
                  <c:v>128.05239599999999</c:v>
                </c:pt>
                <c:pt idx="4532">
                  <c:v>128.05239599999999</c:v>
                </c:pt>
                <c:pt idx="4533">
                  <c:v>128.05239599999999</c:v>
                </c:pt>
                <c:pt idx="4534">
                  <c:v>128.05239599999999</c:v>
                </c:pt>
                <c:pt idx="4535">
                  <c:v>128.05239599999999</c:v>
                </c:pt>
                <c:pt idx="4536">
                  <c:v>128.05239599999999</c:v>
                </c:pt>
                <c:pt idx="4537">
                  <c:v>128.05239599999999</c:v>
                </c:pt>
                <c:pt idx="4538">
                  <c:v>128.05239599999999</c:v>
                </c:pt>
                <c:pt idx="4539">
                  <c:v>128.05239599999999</c:v>
                </c:pt>
                <c:pt idx="4540">
                  <c:v>128.05239599999999</c:v>
                </c:pt>
                <c:pt idx="4541">
                  <c:v>128.05239599999999</c:v>
                </c:pt>
                <c:pt idx="4542">
                  <c:v>128.05239599999999</c:v>
                </c:pt>
                <c:pt idx="4543">
                  <c:v>128.05239599999999</c:v>
                </c:pt>
                <c:pt idx="4544">
                  <c:v>128.05239599999999</c:v>
                </c:pt>
                <c:pt idx="4545">
                  <c:v>128.05239599999999</c:v>
                </c:pt>
                <c:pt idx="4546">
                  <c:v>128.05239599999999</c:v>
                </c:pt>
                <c:pt idx="4547">
                  <c:v>128.05239599999999</c:v>
                </c:pt>
                <c:pt idx="4548">
                  <c:v>128.05239599999999</c:v>
                </c:pt>
                <c:pt idx="4549">
                  <c:v>128.05239599999999</c:v>
                </c:pt>
                <c:pt idx="4550">
                  <c:v>128.05239599999999</c:v>
                </c:pt>
                <c:pt idx="4551">
                  <c:v>128.05239599999999</c:v>
                </c:pt>
                <c:pt idx="4552">
                  <c:v>128.05239599999999</c:v>
                </c:pt>
                <c:pt idx="4553">
                  <c:v>128.05239599999999</c:v>
                </c:pt>
                <c:pt idx="4554">
                  <c:v>128.05239599999999</c:v>
                </c:pt>
                <c:pt idx="4555">
                  <c:v>128.05239599999999</c:v>
                </c:pt>
                <c:pt idx="4556">
                  <c:v>128.05239599999999</c:v>
                </c:pt>
                <c:pt idx="4557">
                  <c:v>128.05239599999999</c:v>
                </c:pt>
                <c:pt idx="4558">
                  <c:v>128.05239599999999</c:v>
                </c:pt>
                <c:pt idx="4559">
                  <c:v>128.05239599999999</c:v>
                </c:pt>
                <c:pt idx="4560">
                  <c:v>128.05239599999999</c:v>
                </c:pt>
                <c:pt idx="4561">
                  <c:v>128.05239599999999</c:v>
                </c:pt>
                <c:pt idx="4562">
                  <c:v>128.05239599999999</c:v>
                </c:pt>
                <c:pt idx="4563">
                  <c:v>128.05239599999999</c:v>
                </c:pt>
                <c:pt idx="4564">
                  <c:v>128.05239599999999</c:v>
                </c:pt>
                <c:pt idx="4565">
                  <c:v>128.05239599999999</c:v>
                </c:pt>
                <c:pt idx="4566">
                  <c:v>128.05239599999999</c:v>
                </c:pt>
                <c:pt idx="4567">
                  <c:v>128.05239599999999</c:v>
                </c:pt>
                <c:pt idx="4568">
                  <c:v>128.05239599999999</c:v>
                </c:pt>
                <c:pt idx="4569">
                  <c:v>128.05239599999999</c:v>
                </c:pt>
                <c:pt idx="4570">
                  <c:v>128.05239599999999</c:v>
                </c:pt>
                <c:pt idx="4571">
                  <c:v>128.05239599999999</c:v>
                </c:pt>
                <c:pt idx="4572">
                  <c:v>128.05239599999999</c:v>
                </c:pt>
                <c:pt idx="4573">
                  <c:v>128.05239599999999</c:v>
                </c:pt>
                <c:pt idx="4574">
                  <c:v>128.05239599999999</c:v>
                </c:pt>
                <c:pt idx="4575">
                  <c:v>128.05239599999999</c:v>
                </c:pt>
                <c:pt idx="4576">
                  <c:v>128.05239599999999</c:v>
                </c:pt>
                <c:pt idx="4577">
                  <c:v>128.05239599999999</c:v>
                </c:pt>
                <c:pt idx="4578">
                  <c:v>128.05239599999999</c:v>
                </c:pt>
                <c:pt idx="4579">
                  <c:v>128.05239599999999</c:v>
                </c:pt>
                <c:pt idx="4580">
                  <c:v>128.05239599999999</c:v>
                </c:pt>
                <c:pt idx="4581">
                  <c:v>128.05239599999999</c:v>
                </c:pt>
                <c:pt idx="4582">
                  <c:v>128.05239599999999</c:v>
                </c:pt>
                <c:pt idx="4583">
                  <c:v>128.05239599999999</c:v>
                </c:pt>
                <c:pt idx="4584">
                  <c:v>128.05239599999999</c:v>
                </c:pt>
                <c:pt idx="4585">
                  <c:v>128.05239599999999</c:v>
                </c:pt>
                <c:pt idx="4586">
                  <c:v>128.05239599999999</c:v>
                </c:pt>
                <c:pt idx="4587">
                  <c:v>128.05239599999999</c:v>
                </c:pt>
                <c:pt idx="4588">
                  <c:v>128.05239599999999</c:v>
                </c:pt>
                <c:pt idx="4589">
                  <c:v>128.05239599999999</c:v>
                </c:pt>
                <c:pt idx="4590">
                  <c:v>128.05239599999999</c:v>
                </c:pt>
                <c:pt idx="4591">
                  <c:v>128.05239599999999</c:v>
                </c:pt>
                <c:pt idx="4592">
                  <c:v>128.05239599999999</c:v>
                </c:pt>
                <c:pt idx="4593">
                  <c:v>128.05239599999999</c:v>
                </c:pt>
                <c:pt idx="4594">
                  <c:v>128.05239599999999</c:v>
                </c:pt>
                <c:pt idx="4595">
                  <c:v>128.05239599999999</c:v>
                </c:pt>
                <c:pt idx="4596">
                  <c:v>128.05239599999999</c:v>
                </c:pt>
                <c:pt idx="4597">
                  <c:v>128.05239599999999</c:v>
                </c:pt>
                <c:pt idx="4598">
                  <c:v>128.05239599999999</c:v>
                </c:pt>
                <c:pt idx="4599">
                  <c:v>128.05239599999999</c:v>
                </c:pt>
                <c:pt idx="4600">
                  <c:v>128.05239599999999</c:v>
                </c:pt>
                <c:pt idx="4601">
                  <c:v>128.05239599999999</c:v>
                </c:pt>
                <c:pt idx="4602">
                  <c:v>128.05239599999999</c:v>
                </c:pt>
                <c:pt idx="4603">
                  <c:v>128.05239599999999</c:v>
                </c:pt>
                <c:pt idx="4604">
                  <c:v>128.05239599999999</c:v>
                </c:pt>
                <c:pt idx="4605">
                  <c:v>128.05239599999999</c:v>
                </c:pt>
                <c:pt idx="4606">
                  <c:v>128.05239599999999</c:v>
                </c:pt>
                <c:pt idx="4607">
                  <c:v>128.05239599999999</c:v>
                </c:pt>
                <c:pt idx="4608">
                  <c:v>128.05239599999999</c:v>
                </c:pt>
                <c:pt idx="4609">
                  <c:v>128.05239599999999</c:v>
                </c:pt>
                <c:pt idx="4610">
                  <c:v>128.05239599999999</c:v>
                </c:pt>
                <c:pt idx="4611">
                  <c:v>128.05239599999999</c:v>
                </c:pt>
                <c:pt idx="4612">
                  <c:v>128.05239599999999</c:v>
                </c:pt>
                <c:pt idx="4613">
                  <c:v>128.05239599999999</c:v>
                </c:pt>
                <c:pt idx="4614">
                  <c:v>128.05239599999999</c:v>
                </c:pt>
                <c:pt idx="4615">
                  <c:v>128.05239599999999</c:v>
                </c:pt>
                <c:pt idx="4616">
                  <c:v>128.05239599999999</c:v>
                </c:pt>
                <c:pt idx="4617">
                  <c:v>128.05239599999999</c:v>
                </c:pt>
                <c:pt idx="4618">
                  <c:v>128.05239599999999</c:v>
                </c:pt>
                <c:pt idx="4619">
                  <c:v>128.05239599999999</c:v>
                </c:pt>
                <c:pt idx="4620">
                  <c:v>128.05239599999999</c:v>
                </c:pt>
                <c:pt idx="4621">
                  <c:v>128.05239599999999</c:v>
                </c:pt>
                <c:pt idx="4622">
                  <c:v>128.05239599999999</c:v>
                </c:pt>
                <c:pt idx="4623">
                  <c:v>128.05239599999999</c:v>
                </c:pt>
                <c:pt idx="4624">
                  <c:v>128.05239599999999</c:v>
                </c:pt>
                <c:pt idx="4625">
                  <c:v>128.05239599999999</c:v>
                </c:pt>
                <c:pt idx="4626">
                  <c:v>128.05239599999999</c:v>
                </c:pt>
                <c:pt idx="4627">
                  <c:v>128.05239599999999</c:v>
                </c:pt>
                <c:pt idx="4628">
                  <c:v>128.05239599999999</c:v>
                </c:pt>
                <c:pt idx="4629">
                  <c:v>128.05239599999999</c:v>
                </c:pt>
                <c:pt idx="4630">
                  <c:v>128.05239599999999</c:v>
                </c:pt>
                <c:pt idx="4631">
                  <c:v>128.05239599999999</c:v>
                </c:pt>
                <c:pt idx="4632">
                  <c:v>128.05239599999999</c:v>
                </c:pt>
                <c:pt idx="4633">
                  <c:v>128.05239599999999</c:v>
                </c:pt>
                <c:pt idx="4634">
                  <c:v>128.05239599999999</c:v>
                </c:pt>
                <c:pt idx="4635">
                  <c:v>128.05239599999999</c:v>
                </c:pt>
                <c:pt idx="4636">
                  <c:v>128.05239599999999</c:v>
                </c:pt>
                <c:pt idx="4637">
                  <c:v>128.05239599999999</c:v>
                </c:pt>
                <c:pt idx="4638">
                  <c:v>128.05239599999999</c:v>
                </c:pt>
                <c:pt idx="4639">
                  <c:v>128.05239599999999</c:v>
                </c:pt>
                <c:pt idx="4640">
                  <c:v>128.05239599999999</c:v>
                </c:pt>
                <c:pt idx="4641">
                  <c:v>128.05239599999999</c:v>
                </c:pt>
                <c:pt idx="4642">
                  <c:v>128.05239599999999</c:v>
                </c:pt>
                <c:pt idx="4643">
                  <c:v>128.05239599999999</c:v>
                </c:pt>
                <c:pt idx="4644">
                  <c:v>128.05239599999999</c:v>
                </c:pt>
                <c:pt idx="4645">
                  <c:v>128.05239599999999</c:v>
                </c:pt>
                <c:pt idx="4646">
                  <c:v>128.05239599999999</c:v>
                </c:pt>
                <c:pt idx="4647">
                  <c:v>128.05239599999999</c:v>
                </c:pt>
                <c:pt idx="4648">
                  <c:v>128.05239599999999</c:v>
                </c:pt>
                <c:pt idx="4649">
                  <c:v>128.05239599999999</c:v>
                </c:pt>
                <c:pt idx="4650">
                  <c:v>128.05239599999999</c:v>
                </c:pt>
                <c:pt idx="4651">
                  <c:v>128.05239599999999</c:v>
                </c:pt>
                <c:pt idx="4652">
                  <c:v>128.05239599999999</c:v>
                </c:pt>
                <c:pt idx="4653">
                  <c:v>128.05239599999999</c:v>
                </c:pt>
                <c:pt idx="4654">
                  <c:v>128.05239599999999</c:v>
                </c:pt>
                <c:pt idx="4655">
                  <c:v>128.05239599999999</c:v>
                </c:pt>
                <c:pt idx="4656">
                  <c:v>128.05239599999999</c:v>
                </c:pt>
                <c:pt idx="4657">
                  <c:v>128.05239599999999</c:v>
                </c:pt>
                <c:pt idx="4658">
                  <c:v>128.05239599999999</c:v>
                </c:pt>
                <c:pt idx="4659">
                  <c:v>128.05239599999999</c:v>
                </c:pt>
                <c:pt idx="4660">
                  <c:v>128.05239599999999</c:v>
                </c:pt>
                <c:pt idx="4661">
                  <c:v>128.05239599999999</c:v>
                </c:pt>
                <c:pt idx="4662">
                  <c:v>128.05239599999999</c:v>
                </c:pt>
                <c:pt idx="4663">
                  <c:v>128.05239599999999</c:v>
                </c:pt>
                <c:pt idx="4664">
                  <c:v>128.05239599999999</c:v>
                </c:pt>
                <c:pt idx="4665">
                  <c:v>128.05239599999999</c:v>
                </c:pt>
                <c:pt idx="4666">
                  <c:v>128.05239599999999</c:v>
                </c:pt>
                <c:pt idx="4667">
                  <c:v>128.05239599999999</c:v>
                </c:pt>
                <c:pt idx="4668">
                  <c:v>128.05239599999999</c:v>
                </c:pt>
                <c:pt idx="4669">
                  <c:v>128.05239599999999</c:v>
                </c:pt>
                <c:pt idx="4670">
                  <c:v>128.05239599999999</c:v>
                </c:pt>
                <c:pt idx="4671">
                  <c:v>128.05239599999999</c:v>
                </c:pt>
                <c:pt idx="4672">
                  <c:v>128.05239599999999</c:v>
                </c:pt>
                <c:pt idx="4673">
                  <c:v>128.05239599999999</c:v>
                </c:pt>
                <c:pt idx="4674">
                  <c:v>128.05239599999999</c:v>
                </c:pt>
                <c:pt idx="4675">
                  <c:v>128.05239599999999</c:v>
                </c:pt>
                <c:pt idx="4676">
                  <c:v>128.05239599999999</c:v>
                </c:pt>
                <c:pt idx="4677">
                  <c:v>128.05239599999999</c:v>
                </c:pt>
                <c:pt idx="4678">
                  <c:v>128.05239599999999</c:v>
                </c:pt>
                <c:pt idx="4679">
                  <c:v>128.05239599999999</c:v>
                </c:pt>
                <c:pt idx="4680">
                  <c:v>128.05239599999999</c:v>
                </c:pt>
                <c:pt idx="4681">
                  <c:v>128.05239599999999</c:v>
                </c:pt>
                <c:pt idx="4682">
                  <c:v>128.05239599999999</c:v>
                </c:pt>
                <c:pt idx="4683">
                  <c:v>128.05239599999999</c:v>
                </c:pt>
                <c:pt idx="4684">
                  <c:v>128.05239599999999</c:v>
                </c:pt>
                <c:pt idx="4685">
                  <c:v>128.05239599999999</c:v>
                </c:pt>
                <c:pt idx="4686">
                  <c:v>128.05239599999999</c:v>
                </c:pt>
                <c:pt idx="4687">
                  <c:v>128.05239599999999</c:v>
                </c:pt>
                <c:pt idx="4688">
                  <c:v>128.05239599999999</c:v>
                </c:pt>
                <c:pt idx="4689">
                  <c:v>128.05239599999999</c:v>
                </c:pt>
                <c:pt idx="4690">
                  <c:v>128.05239599999999</c:v>
                </c:pt>
                <c:pt idx="4691">
                  <c:v>128.05239599999999</c:v>
                </c:pt>
                <c:pt idx="4692">
                  <c:v>128.05239599999999</c:v>
                </c:pt>
                <c:pt idx="4693">
                  <c:v>128.05239599999999</c:v>
                </c:pt>
                <c:pt idx="4694">
                  <c:v>128.05239599999999</c:v>
                </c:pt>
                <c:pt idx="4695">
                  <c:v>128.05239599999999</c:v>
                </c:pt>
                <c:pt idx="4696">
                  <c:v>128.05239599999999</c:v>
                </c:pt>
                <c:pt idx="4697">
                  <c:v>128.05239599999999</c:v>
                </c:pt>
                <c:pt idx="4698">
                  <c:v>128.05239599999999</c:v>
                </c:pt>
                <c:pt idx="4699">
                  <c:v>128.05239599999999</c:v>
                </c:pt>
                <c:pt idx="4700">
                  <c:v>128.05239599999999</c:v>
                </c:pt>
                <c:pt idx="4701">
                  <c:v>128.05239599999999</c:v>
                </c:pt>
                <c:pt idx="4702">
                  <c:v>128.05239599999999</c:v>
                </c:pt>
                <c:pt idx="4703">
                  <c:v>128.05239599999999</c:v>
                </c:pt>
                <c:pt idx="4704">
                  <c:v>128.05239599999999</c:v>
                </c:pt>
                <c:pt idx="4705">
                  <c:v>128.05239599999999</c:v>
                </c:pt>
                <c:pt idx="4706">
                  <c:v>128.05239599999999</c:v>
                </c:pt>
                <c:pt idx="4707">
                  <c:v>128.05239599999999</c:v>
                </c:pt>
                <c:pt idx="4708">
                  <c:v>128.05239599999999</c:v>
                </c:pt>
                <c:pt idx="4709">
                  <c:v>128.05239599999999</c:v>
                </c:pt>
                <c:pt idx="4710">
                  <c:v>128.05239599999999</c:v>
                </c:pt>
                <c:pt idx="4711">
                  <c:v>128.05239599999999</c:v>
                </c:pt>
                <c:pt idx="4712">
                  <c:v>128.05239599999999</c:v>
                </c:pt>
                <c:pt idx="4713">
                  <c:v>128.05239599999999</c:v>
                </c:pt>
                <c:pt idx="4714">
                  <c:v>128.05239599999999</c:v>
                </c:pt>
                <c:pt idx="4715">
                  <c:v>128.05239599999999</c:v>
                </c:pt>
                <c:pt idx="4716">
                  <c:v>128.05239599999999</c:v>
                </c:pt>
                <c:pt idx="4717">
                  <c:v>128.05239599999999</c:v>
                </c:pt>
                <c:pt idx="4718">
                  <c:v>128.05239599999999</c:v>
                </c:pt>
                <c:pt idx="4719">
                  <c:v>128.05239599999999</c:v>
                </c:pt>
                <c:pt idx="4720">
                  <c:v>128.05239599999999</c:v>
                </c:pt>
                <c:pt idx="4721">
                  <c:v>128.05239599999999</c:v>
                </c:pt>
                <c:pt idx="4722">
                  <c:v>128.05239599999999</c:v>
                </c:pt>
                <c:pt idx="4723">
                  <c:v>128.05239599999999</c:v>
                </c:pt>
                <c:pt idx="4724">
                  <c:v>128.05239599999999</c:v>
                </c:pt>
                <c:pt idx="4725">
                  <c:v>128.05239599999999</c:v>
                </c:pt>
                <c:pt idx="4726">
                  <c:v>128.05239599999999</c:v>
                </c:pt>
                <c:pt idx="4727">
                  <c:v>128.05239599999999</c:v>
                </c:pt>
                <c:pt idx="4728">
                  <c:v>128.05239599999999</c:v>
                </c:pt>
                <c:pt idx="4729">
                  <c:v>128.05239599999999</c:v>
                </c:pt>
                <c:pt idx="4730">
                  <c:v>128.05239599999999</c:v>
                </c:pt>
                <c:pt idx="4731">
                  <c:v>128.05239599999999</c:v>
                </c:pt>
                <c:pt idx="4732">
                  <c:v>128.05239599999999</c:v>
                </c:pt>
                <c:pt idx="4733">
                  <c:v>128.05239599999999</c:v>
                </c:pt>
                <c:pt idx="4734">
                  <c:v>128.05239599999999</c:v>
                </c:pt>
                <c:pt idx="4735">
                  <c:v>128.05239599999999</c:v>
                </c:pt>
                <c:pt idx="4736">
                  <c:v>128.05239599999999</c:v>
                </c:pt>
                <c:pt idx="4737">
                  <c:v>128.05239599999999</c:v>
                </c:pt>
                <c:pt idx="4738">
                  <c:v>128.05239599999999</c:v>
                </c:pt>
                <c:pt idx="4739">
                  <c:v>128.05239599999999</c:v>
                </c:pt>
                <c:pt idx="4740">
                  <c:v>128.05239599999999</c:v>
                </c:pt>
                <c:pt idx="4741">
                  <c:v>128.05239599999999</c:v>
                </c:pt>
                <c:pt idx="4742">
                  <c:v>128.05239599999999</c:v>
                </c:pt>
                <c:pt idx="4743">
                  <c:v>128.05239599999999</c:v>
                </c:pt>
                <c:pt idx="4744">
                  <c:v>128.05239599999999</c:v>
                </c:pt>
                <c:pt idx="4745">
                  <c:v>128.05239599999999</c:v>
                </c:pt>
                <c:pt idx="4746">
                  <c:v>128.05239599999999</c:v>
                </c:pt>
                <c:pt idx="4747">
                  <c:v>128.05239599999999</c:v>
                </c:pt>
                <c:pt idx="4748">
                  <c:v>128.05239599999999</c:v>
                </c:pt>
                <c:pt idx="4749">
                  <c:v>128.05239599999999</c:v>
                </c:pt>
                <c:pt idx="4750">
                  <c:v>128.05239599999999</c:v>
                </c:pt>
                <c:pt idx="4751">
                  <c:v>128.05239599999999</c:v>
                </c:pt>
                <c:pt idx="4752">
                  <c:v>128.05239599999999</c:v>
                </c:pt>
                <c:pt idx="4753">
                  <c:v>128.05239599999999</c:v>
                </c:pt>
                <c:pt idx="4754">
                  <c:v>128.05239599999999</c:v>
                </c:pt>
                <c:pt idx="4755">
                  <c:v>128.05239599999999</c:v>
                </c:pt>
                <c:pt idx="4756">
                  <c:v>128.05239599999999</c:v>
                </c:pt>
                <c:pt idx="4757">
                  <c:v>128.05239599999999</c:v>
                </c:pt>
                <c:pt idx="4758">
                  <c:v>128.05239599999999</c:v>
                </c:pt>
                <c:pt idx="4759">
                  <c:v>128.05239599999999</c:v>
                </c:pt>
                <c:pt idx="4760">
                  <c:v>128.05239599999999</c:v>
                </c:pt>
                <c:pt idx="4761">
                  <c:v>128.05239599999999</c:v>
                </c:pt>
                <c:pt idx="4762">
                  <c:v>128.05239599999999</c:v>
                </c:pt>
                <c:pt idx="4763">
                  <c:v>128.05239599999999</c:v>
                </c:pt>
                <c:pt idx="4764">
                  <c:v>128.05239599999999</c:v>
                </c:pt>
                <c:pt idx="4765">
                  <c:v>128.05239599999999</c:v>
                </c:pt>
                <c:pt idx="4766">
                  <c:v>128.05239599999999</c:v>
                </c:pt>
                <c:pt idx="4767">
                  <c:v>128.05239599999999</c:v>
                </c:pt>
                <c:pt idx="4768">
                  <c:v>128.05239599999999</c:v>
                </c:pt>
                <c:pt idx="4769">
                  <c:v>128.05239599999999</c:v>
                </c:pt>
                <c:pt idx="4770">
                  <c:v>128.05239599999999</c:v>
                </c:pt>
                <c:pt idx="4771">
                  <c:v>128.05239599999999</c:v>
                </c:pt>
                <c:pt idx="4772">
                  <c:v>128.05239599999999</c:v>
                </c:pt>
                <c:pt idx="4773">
                  <c:v>128.05239599999999</c:v>
                </c:pt>
                <c:pt idx="4774">
                  <c:v>128.05239599999999</c:v>
                </c:pt>
                <c:pt idx="4775">
                  <c:v>128.05239599999999</c:v>
                </c:pt>
                <c:pt idx="4776">
                  <c:v>128.05239599999999</c:v>
                </c:pt>
                <c:pt idx="4777">
                  <c:v>128.05239599999999</c:v>
                </c:pt>
                <c:pt idx="4778">
                  <c:v>128.05239599999999</c:v>
                </c:pt>
                <c:pt idx="4779">
                  <c:v>128.05239599999999</c:v>
                </c:pt>
                <c:pt idx="4780">
                  <c:v>128.05239599999999</c:v>
                </c:pt>
                <c:pt idx="4781">
                  <c:v>128.05239599999999</c:v>
                </c:pt>
                <c:pt idx="4782">
                  <c:v>128.05239599999999</c:v>
                </c:pt>
                <c:pt idx="4783">
                  <c:v>128.05239599999999</c:v>
                </c:pt>
                <c:pt idx="4784">
                  <c:v>128.05239599999999</c:v>
                </c:pt>
                <c:pt idx="4785">
                  <c:v>128.05239599999999</c:v>
                </c:pt>
                <c:pt idx="4786">
                  <c:v>128.05239599999999</c:v>
                </c:pt>
                <c:pt idx="4787">
                  <c:v>128.05239599999999</c:v>
                </c:pt>
                <c:pt idx="4788">
                  <c:v>128.05239599999999</c:v>
                </c:pt>
                <c:pt idx="4789">
                  <c:v>128.05239599999999</c:v>
                </c:pt>
                <c:pt idx="4790">
                  <c:v>128.05239599999999</c:v>
                </c:pt>
                <c:pt idx="4791">
                  <c:v>128.05239599999999</c:v>
                </c:pt>
                <c:pt idx="4792">
                  <c:v>128.05239599999999</c:v>
                </c:pt>
                <c:pt idx="4793">
                  <c:v>128.05239599999999</c:v>
                </c:pt>
                <c:pt idx="4794">
                  <c:v>128.05239599999999</c:v>
                </c:pt>
                <c:pt idx="4795">
                  <c:v>128.05239599999999</c:v>
                </c:pt>
                <c:pt idx="4796">
                  <c:v>128.05239599999999</c:v>
                </c:pt>
                <c:pt idx="4797">
                  <c:v>128.05239599999999</c:v>
                </c:pt>
                <c:pt idx="4798">
                  <c:v>128.05239599999999</c:v>
                </c:pt>
                <c:pt idx="4799">
                  <c:v>128.05239599999999</c:v>
                </c:pt>
                <c:pt idx="4800">
                  <c:v>128.05239599999999</c:v>
                </c:pt>
                <c:pt idx="4801">
                  <c:v>128.05239599999999</c:v>
                </c:pt>
                <c:pt idx="4802">
                  <c:v>128.05239599999999</c:v>
                </c:pt>
                <c:pt idx="4803">
                  <c:v>128.05239599999999</c:v>
                </c:pt>
                <c:pt idx="4804">
                  <c:v>128.05239599999999</c:v>
                </c:pt>
                <c:pt idx="4805">
                  <c:v>128.05239599999999</c:v>
                </c:pt>
                <c:pt idx="4806">
                  <c:v>128.05239599999999</c:v>
                </c:pt>
                <c:pt idx="4807">
                  <c:v>128.05239599999999</c:v>
                </c:pt>
                <c:pt idx="4808">
                  <c:v>128.05239599999999</c:v>
                </c:pt>
                <c:pt idx="4809">
                  <c:v>128.05239599999999</c:v>
                </c:pt>
                <c:pt idx="4810">
                  <c:v>128.05239599999999</c:v>
                </c:pt>
                <c:pt idx="4811">
                  <c:v>128.05239599999999</c:v>
                </c:pt>
                <c:pt idx="4812">
                  <c:v>128.05239599999999</c:v>
                </c:pt>
                <c:pt idx="4813">
                  <c:v>128.05239599999999</c:v>
                </c:pt>
                <c:pt idx="4814">
                  <c:v>128.05239599999999</c:v>
                </c:pt>
                <c:pt idx="4815">
                  <c:v>128.05239599999999</c:v>
                </c:pt>
                <c:pt idx="4816">
                  <c:v>128.05239599999999</c:v>
                </c:pt>
                <c:pt idx="4817">
                  <c:v>128.05239599999999</c:v>
                </c:pt>
                <c:pt idx="4818">
                  <c:v>128.05239599999999</c:v>
                </c:pt>
                <c:pt idx="4819">
                  <c:v>128.05239599999999</c:v>
                </c:pt>
                <c:pt idx="4820">
                  <c:v>128.05239599999999</c:v>
                </c:pt>
                <c:pt idx="4821">
                  <c:v>128.05239599999999</c:v>
                </c:pt>
                <c:pt idx="4822">
                  <c:v>128.05239599999999</c:v>
                </c:pt>
                <c:pt idx="4823">
                  <c:v>128.05239599999999</c:v>
                </c:pt>
                <c:pt idx="4824">
                  <c:v>128.05239599999999</c:v>
                </c:pt>
                <c:pt idx="4825">
                  <c:v>128.05239599999999</c:v>
                </c:pt>
                <c:pt idx="4826">
                  <c:v>128.05239599999999</c:v>
                </c:pt>
                <c:pt idx="4827">
                  <c:v>128.05239599999999</c:v>
                </c:pt>
                <c:pt idx="4828">
                  <c:v>128.05239599999999</c:v>
                </c:pt>
                <c:pt idx="4829">
                  <c:v>128.05239599999999</c:v>
                </c:pt>
                <c:pt idx="4830">
                  <c:v>128.05239599999999</c:v>
                </c:pt>
                <c:pt idx="4831">
                  <c:v>128.05239599999999</c:v>
                </c:pt>
                <c:pt idx="4832">
                  <c:v>128.05239599999999</c:v>
                </c:pt>
                <c:pt idx="4833">
                  <c:v>128.05239599999999</c:v>
                </c:pt>
                <c:pt idx="4834">
                  <c:v>128.05239599999999</c:v>
                </c:pt>
                <c:pt idx="4835">
                  <c:v>128.05239599999999</c:v>
                </c:pt>
                <c:pt idx="4836">
                  <c:v>128.05239599999999</c:v>
                </c:pt>
                <c:pt idx="4837">
                  <c:v>128.05239599999999</c:v>
                </c:pt>
                <c:pt idx="4838">
                  <c:v>128.05239599999999</c:v>
                </c:pt>
                <c:pt idx="4839">
                  <c:v>128.05239599999999</c:v>
                </c:pt>
                <c:pt idx="4840">
                  <c:v>128.05239599999999</c:v>
                </c:pt>
                <c:pt idx="4841">
                  <c:v>128.05239599999999</c:v>
                </c:pt>
                <c:pt idx="4842">
                  <c:v>128.05239599999999</c:v>
                </c:pt>
                <c:pt idx="4843">
                  <c:v>128.05239599999999</c:v>
                </c:pt>
                <c:pt idx="4844">
                  <c:v>128.05239599999999</c:v>
                </c:pt>
                <c:pt idx="4845">
                  <c:v>128.05239599999999</c:v>
                </c:pt>
                <c:pt idx="4846">
                  <c:v>128.05239599999999</c:v>
                </c:pt>
                <c:pt idx="4847">
                  <c:v>128.05239599999999</c:v>
                </c:pt>
                <c:pt idx="4848">
                  <c:v>128.05239599999999</c:v>
                </c:pt>
                <c:pt idx="4849">
                  <c:v>128.05239599999999</c:v>
                </c:pt>
                <c:pt idx="4850">
                  <c:v>128.05239599999999</c:v>
                </c:pt>
                <c:pt idx="4851">
                  <c:v>128.05239599999999</c:v>
                </c:pt>
                <c:pt idx="4852">
                  <c:v>128.05239599999999</c:v>
                </c:pt>
                <c:pt idx="4853">
                  <c:v>128.05239599999999</c:v>
                </c:pt>
                <c:pt idx="4854">
                  <c:v>128.05239599999999</c:v>
                </c:pt>
                <c:pt idx="4855">
                  <c:v>128.05239599999999</c:v>
                </c:pt>
                <c:pt idx="4856">
                  <c:v>128.05239599999999</c:v>
                </c:pt>
                <c:pt idx="4857">
                  <c:v>128.05239599999999</c:v>
                </c:pt>
                <c:pt idx="4858">
                  <c:v>128.05239599999999</c:v>
                </c:pt>
                <c:pt idx="4859">
                  <c:v>128.05239599999999</c:v>
                </c:pt>
                <c:pt idx="4860">
                  <c:v>128.05239599999999</c:v>
                </c:pt>
                <c:pt idx="4861">
                  <c:v>128.05239599999999</c:v>
                </c:pt>
                <c:pt idx="4862">
                  <c:v>128.05239599999999</c:v>
                </c:pt>
                <c:pt idx="4863">
                  <c:v>128.05239599999999</c:v>
                </c:pt>
                <c:pt idx="4864">
                  <c:v>128.05239599999999</c:v>
                </c:pt>
                <c:pt idx="4865">
                  <c:v>128.05239599999999</c:v>
                </c:pt>
                <c:pt idx="4866">
                  <c:v>128.05239599999999</c:v>
                </c:pt>
                <c:pt idx="4867">
                  <c:v>128.05239599999999</c:v>
                </c:pt>
                <c:pt idx="4868">
                  <c:v>128.05239599999999</c:v>
                </c:pt>
                <c:pt idx="4869">
                  <c:v>128.05239599999999</c:v>
                </c:pt>
                <c:pt idx="4870">
                  <c:v>128.05239599999999</c:v>
                </c:pt>
                <c:pt idx="4871">
                  <c:v>128.05239599999999</c:v>
                </c:pt>
                <c:pt idx="4872">
                  <c:v>128.05239599999999</c:v>
                </c:pt>
                <c:pt idx="4873">
                  <c:v>128.05239599999999</c:v>
                </c:pt>
                <c:pt idx="4874">
                  <c:v>128.05239599999999</c:v>
                </c:pt>
                <c:pt idx="4875">
                  <c:v>128.05239599999999</c:v>
                </c:pt>
                <c:pt idx="4876">
                  <c:v>128.05239599999999</c:v>
                </c:pt>
                <c:pt idx="4877">
                  <c:v>128.05239599999999</c:v>
                </c:pt>
                <c:pt idx="4878">
                  <c:v>128.05239599999999</c:v>
                </c:pt>
                <c:pt idx="4879">
                  <c:v>128.05239599999999</c:v>
                </c:pt>
                <c:pt idx="4880">
                  <c:v>128.05239599999999</c:v>
                </c:pt>
                <c:pt idx="4881">
                  <c:v>128.05239599999999</c:v>
                </c:pt>
                <c:pt idx="4882">
                  <c:v>128.05239599999999</c:v>
                </c:pt>
                <c:pt idx="4883">
                  <c:v>128.05239599999999</c:v>
                </c:pt>
                <c:pt idx="4884">
                  <c:v>128.05239599999999</c:v>
                </c:pt>
                <c:pt idx="4885">
                  <c:v>128.05239599999999</c:v>
                </c:pt>
                <c:pt idx="4886">
                  <c:v>128.05239599999999</c:v>
                </c:pt>
                <c:pt idx="4887">
                  <c:v>128.05239599999999</c:v>
                </c:pt>
                <c:pt idx="4888">
                  <c:v>128.05239599999999</c:v>
                </c:pt>
                <c:pt idx="4889">
                  <c:v>128.05239599999999</c:v>
                </c:pt>
                <c:pt idx="4890">
                  <c:v>128.05239599999999</c:v>
                </c:pt>
                <c:pt idx="4891">
                  <c:v>128.05239599999999</c:v>
                </c:pt>
                <c:pt idx="4892">
                  <c:v>128.05239599999999</c:v>
                </c:pt>
                <c:pt idx="4893">
                  <c:v>128.05239599999999</c:v>
                </c:pt>
                <c:pt idx="4894">
                  <c:v>128.05239599999999</c:v>
                </c:pt>
                <c:pt idx="4895">
                  <c:v>128.05239599999999</c:v>
                </c:pt>
                <c:pt idx="4896">
                  <c:v>128.05239599999999</c:v>
                </c:pt>
                <c:pt idx="4897">
                  <c:v>128.05239599999999</c:v>
                </c:pt>
                <c:pt idx="4898">
                  <c:v>128.05239599999999</c:v>
                </c:pt>
                <c:pt idx="4899">
                  <c:v>128.05239599999999</c:v>
                </c:pt>
                <c:pt idx="4900">
                  <c:v>128.05239599999999</c:v>
                </c:pt>
                <c:pt idx="4901">
                  <c:v>128.05239599999999</c:v>
                </c:pt>
                <c:pt idx="4902">
                  <c:v>128.05239599999999</c:v>
                </c:pt>
                <c:pt idx="4903">
                  <c:v>128.05239599999999</c:v>
                </c:pt>
                <c:pt idx="4904">
                  <c:v>128.05239599999999</c:v>
                </c:pt>
                <c:pt idx="4905">
                  <c:v>128.05239599999999</c:v>
                </c:pt>
                <c:pt idx="4906">
                  <c:v>128.05239599999999</c:v>
                </c:pt>
                <c:pt idx="4907">
                  <c:v>128.05239599999999</c:v>
                </c:pt>
                <c:pt idx="4908">
                  <c:v>128.05239599999999</c:v>
                </c:pt>
                <c:pt idx="4909">
                  <c:v>128.05239599999999</c:v>
                </c:pt>
                <c:pt idx="4910">
                  <c:v>128.05239599999999</c:v>
                </c:pt>
                <c:pt idx="4911">
                  <c:v>128.05239599999999</c:v>
                </c:pt>
                <c:pt idx="4912">
                  <c:v>128.05239599999999</c:v>
                </c:pt>
                <c:pt idx="4913">
                  <c:v>128.05239599999999</c:v>
                </c:pt>
                <c:pt idx="4914">
                  <c:v>128.05239599999999</c:v>
                </c:pt>
                <c:pt idx="4915">
                  <c:v>128.05239599999999</c:v>
                </c:pt>
                <c:pt idx="4916">
                  <c:v>128.05239599999999</c:v>
                </c:pt>
                <c:pt idx="4917">
                  <c:v>128.05239599999999</c:v>
                </c:pt>
                <c:pt idx="4918">
                  <c:v>128.05239599999999</c:v>
                </c:pt>
                <c:pt idx="4919">
                  <c:v>128.05239599999999</c:v>
                </c:pt>
                <c:pt idx="4920">
                  <c:v>128.05239599999999</c:v>
                </c:pt>
                <c:pt idx="4921">
                  <c:v>128.05239599999999</c:v>
                </c:pt>
                <c:pt idx="4922">
                  <c:v>128.05239599999999</c:v>
                </c:pt>
                <c:pt idx="4923">
                  <c:v>128.05239599999999</c:v>
                </c:pt>
                <c:pt idx="4924">
                  <c:v>128.05239599999999</c:v>
                </c:pt>
                <c:pt idx="4925">
                  <c:v>128.05239599999999</c:v>
                </c:pt>
                <c:pt idx="4926">
                  <c:v>128.05239599999999</c:v>
                </c:pt>
                <c:pt idx="4927">
                  <c:v>128.05239599999999</c:v>
                </c:pt>
                <c:pt idx="4928">
                  <c:v>128.05239599999999</c:v>
                </c:pt>
                <c:pt idx="4929">
                  <c:v>128.05239599999999</c:v>
                </c:pt>
                <c:pt idx="4930">
                  <c:v>128.05239599999999</c:v>
                </c:pt>
                <c:pt idx="4931">
                  <c:v>128.05239599999999</c:v>
                </c:pt>
                <c:pt idx="4932">
                  <c:v>128.05239599999999</c:v>
                </c:pt>
                <c:pt idx="4933">
                  <c:v>128.05239599999999</c:v>
                </c:pt>
                <c:pt idx="4934">
                  <c:v>128.05239599999999</c:v>
                </c:pt>
                <c:pt idx="4935">
                  <c:v>128.05239599999999</c:v>
                </c:pt>
                <c:pt idx="4936">
                  <c:v>128.05239599999999</c:v>
                </c:pt>
                <c:pt idx="4937">
                  <c:v>128.05239599999999</c:v>
                </c:pt>
                <c:pt idx="4938">
                  <c:v>128.05239599999999</c:v>
                </c:pt>
                <c:pt idx="4939">
                  <c:v>128.05239599999999</c:v>
                </c:pt>
                <c:pt idx="4940">
                  <c:v>128.05239599999999</c:v>
                </c:pt>
                <c:pt idx="4941">
                  <c:v>128.05239599999999</c:v>
                </c:pt>
                <c:pt idx="4942">
                  <c:v>128.05239599999999</c:v>
                </c:pt>
                <c:pt idx="4943">
                  <c:v>128.05239599999999</c:v>
                </c:pt>
                <c:pt idx="4944">
                  <c:v>128.05239599999999</c:v>
                </c:pt>
                <c:pt idx="4945">
                  <c:v>128.05239599999999</c:v>
                </c:pt>
                <c:pt idx="4946">
                  <c:v>128.05239599999999</c:v>
                </c:pt>
                <c:pt idx="4947">
                  <c:v>128.05239599999999</c:v>
                </c:pt>
                <c:pt idx="4948">
                  <c:v>128.05239599999999</c:v>
                </c:pt>
                <c:pt idx="4949">
                  <c:v>128.05239599999999</c:v>
                </c:pt>
                <c:pt idx="4950">
                  <c:v>128.05239599999999</c:v>
                </c:pt>
                <c:pt idx="4951">
                  <c:v>128.05239599999999</c:v>
                </c:pt>
                <c:pt idx="4952">
                  <c:v>128.05239599999999</c:v>
                </c:pt>
                <c:pt idx="4953">
                  <c:v>128.05239599999999</c:v>
                </c:pt>
                <c:pt idx="4954">
                  <c:v>128.05239599999999</c:v>
                </c:pt>
                <c:pt idx="4955">
                  <c:v>128.05239599999999</c:v>
                </c:pt>
                <c:pt idx="4956">
                  <c:v>128.05239599999999</c:v>
                </c:pt>
                <c:pt idx="4957">
                  <c:v>128.05239599999999</c:v>
                </c:pt>
                <c:pt idx="4958">
                  <c:v>128.05239599999999</c:v>
                </c:pt>
                <c:pt idx="4959">
                  <c:v>128.05239599999999</c:v>
                </c:pt>
                <c:pt idx="4960">
                  <c:v>128.05239599999999</c:v>
                </c:pt>
                <c:pt idx="4961">
                  <c:v>128.05239599999999</c:v>
                </c:pt>
                <c:pt idx="4962">
                  <c:v>128.05239599999999</c:v>
                </c:pt>
                <c:pt idx="4963">
                  <c:v>128.05239599999999</c:v>
                </c:pt>
                <c:pt idx="4964">
                  <c:v>128.05239599999999</c:v>
                </c:pt>
                <c:pt idx="4965">
                  <c:v>128.05239599999999</c:v>
                </c:pt>
                <c:pt idx="4966">
                  <c:v>128.05239599999999</c:v>
                </c:pt>
                <c:pt idx="4967">
                  <c:v>128.05239599999999</c:v>
                </c:pt>
                <c:pt idx="4968">
                  <c:v>128.05239599999999</c:v>
                </c:pt>
                <c:pt idx="4969">
                  <c:v>128.05239599999999</c:v>
                </c:pt>
                <c:pt idx="4970">
                  <c:v>128.05239599999999</c:v>
                </c:pt>
                <c:pt idx="4971">
                  <c:v>128.05239599999999</c:v>
                </c:pt>
                <c:pt idx="4972">
                  <c:v>128.05239599999999</c:v>
                </c:pt>
                <c:pt idx="4973">
                  <c:v>128.05239599999999</c:v>
                </c:pt>
                <c:pt idx="4974">
                  <c:v>128.05239599999999</c:v>
                </c:pt>
                <c:pt idx="4975">
                  <c:v>128.05239599999999</c:v>
                </c:pt>
                <c:pt idx="4976">
                  <c:v>128.05239599999999</c:v>
                </c:pt>
                <c:pt idx="4977">
                  <c:v>128.05239599999999</c:v>
                </c:pt>
                <c:pt idx="4978">
                  <c:v>128.05239599999999</c:v>
                </c:pt>
                <c:pt idx="4979">
                  <c:v>128.05239599999999</c:v>
                </c:pt>
                <c:pt idx="4980">
                  <c:v>128.05239599999999</c:v>
                </c:pt>
                <c:pt idx="4981">
                  <c:v>128.05239599999999</c:v>
                </c:pt>
                <c:pt idx="4982">
                  <c:v>128.05239599999999</c:v>
                </c:pt>
                <c:pt idx="4983">
                  <c:v>128.05239599999999</c:v>
                </c:pt>
                <c:pt idx="4984">
                  <c:v>128.05239599999999</c:v>
                </c:pt>
                <c:pt idx="4985">
                  <c:v>128.05239599999999</c:v>
                </c:pt>
                <c:pt idx="4986">
                  <c:v>128.05239599999999</c:v>
                </c:pt>
                <c:pt idx="4987">
                  <c:v>128.05239599999999</c:v>
                </c:pt>
                <c:pt idx="4988">
                  <c:v>128.05239599999999</c:v>
                </c:pt>
                <c:pt idx="4989">
                  <c:v>128.05239599999999</c:v>
                </c:pt>
                <c:pt idx="4990">
                  <c:v>128.05239599999999</c:v>
                </c:pt>
                <c:pt idx="4991">
                  <c:v>128.05239599999999</c:v>
                </c:pt>
                <c:pt idx="4992">
                  <c:v>128.05239599999999</c:v>
                </c:pt>
                <c:pt idx="4993">
                  <c:v>130.4137935</c:v>
                </c:pt>
                <c:pt idx="4994">
                  <c:v>139.58247750000001</c:v>
                </c:pt>
                <c:pt idx="4995">
                  <c:v>139.58247750000001</c:v>
                </c:pt>
                <c:pt idx="4996">
                  <c:v>139.58247750000001</c:v>
                </c:pt>
                <c:pt idx="4997">
                  <c:v>139.58247750000001</c:v>
                </c:pt>
                <c:pt idx="4998">
                  <c:v>139.58247750000001</c:v>
                </c:pt>
                <c:pt idx="4999">
                  <c:v>139.58247750000001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5C2B-48D5-903A-427DE0C675E1}"/>
            </c:ext>
          </c:extLst>
        </c:ser>
        <c:ser>
          <c:idx val="1"/>
          <c:order val="1"/>
          <c:tx>
            <c:strRef>
              <c:f>problem2!$I$1</c:f>
              <c:strCache>
                <c:ptCount val="1"/>
                <c:pt idx="0">
                  <c:v>our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problem2!$G$2:$G$5001</c:f>
              <c:numCache>
                <c:formatCode>General</c:formatCode>
                <c:ptCount val="5000"/>
                <c:pt idx="0">
                  <c:v>2.0000000000000001E-4</c:v>
                </c:pt>
                <c:pt idx="1">
                  <c:v>4.0000000000000002E-4</c:v>
                </c:pt>
                <c:pt idx="2">
                  <c:v>5.9999999999999995E-4</c:v>
                </c:pt>
                <c:pt idx="3">
                  <c:v>8.0000000000000004E-4</c:v>
                </c:pt>
                <c:pt idx="4">
                  <c:v>1E-3</c:v>
                </c:pt>
                <c:pt idx="5">
                  <c:v>1.1999999999999999E-3</c:v>
                </c:pt>
                <c:pt idx="6">
                  <c:v>1.4E-3</c:v>
                </c:pt>
                <c:pt idx="7">
                  <c:v>1.6000000000000001E-3</c:v>
                </c:pt>
                <c:pt idx="8">
                  <c:v>1.8E-3</c:v>
                </c:pt>
                <c:pt idx="9">
                  <c:v>2E-3</c:v>
                </c:pt>
                <c:pt idx="10">
                  <c:v>2.2000000000000001E-3</c:v>
                </c:pt>
                <c:pt idx="11">
                  <c:v>2.3999999999999998E-3</c:v>
                </c:pt>
                <c:pt idx="12">
                  <c:v>2.5999999999999999E-3</c:v>
                </c:pt>
                <c:pt idx="13">
                  <c:v>2.8E-3</c:v>
                </c:pt>
                <c:pt idx="14">
                  <c:v>3.0000000000000001E-3</c:v>
                </c:pt>
                <c:pt idx="15">
                  <c:v>3.2000000000000002E-3</c:v>
                </c:pt>
                <c:pt idx="16">
                  <c:v>3.3999999999999998E-3</c:v>
                </c:pt>
                <c:pt idx="17">
                  <c:v>3.5999999999999999E-3</c:v>
                </c:pt>
                <c:pt idx="18">
                  <c:v>3.8E-3</c:v>
                </c:pt>
                <c:pt idx="19">
                  <c:v>4.0000000000000001E-3</c:v>
                </c:pt>
                <c:pt idx="20">
                  <c:v>4.1999999999999997E-3</c:v>
                </c:pt>
                <c:pt idx="21">
                  <c:v>4.4000000000000003E-3</c:v>
                </c:pt>
                <c:pt idx="22">
                  <c:v>4.5999999999999999E-3</c:v>
                </c:pt>
                <c:pt idx="23">
                  <c:v>4.7999999999999996E-3</c:v>
                </c:pt>
                <c:pt idx="24">
                  <c:v>5.0000000000000001E-3</c:v>
                </c:pt>
                <c:pt idx="25">
                  <c:v>5.1999999999999998E-3</c:v>
                </c:pt>
                <c:pt idx="26">
                  <c:v>5.4000000000000003E-3</c:v>
                </c:pt>
                <c:pt idx="27">
                  <c:v>5.5999999999999999E-3</c:v>
                </c:pt>
                <c:pt idx="28">
                  <c:v>5.7999999999999996E-3</c:v>
                </c:pt>
                <c:pt idx="29">
                  <c:v>6.0000000000000001E-3</c:v>
                </c:pt>
                <c:pt idx="30">
                  <c:v>6.1999999999999998E-3</c:v>
                </c:pt>
                <c:pt idx="31">
                  <c:v>6.4000000000000003E-3</c:v>
                </c:pt>
                <c:pt idx="32">
                  <c:v>6.6E-3</c:v>
                </c:pt>
                <c:pt idx="33">
                  <c:v>6.7999999999999996E-3</c:v>
                </c:pt>
                <c:pt idx="34">
                  <c:v>7.0000000000000001E-3</c:v>
                </c:pt>
                <c:pt idx="35">
                  <c:v>7.1999999999999998E-3</c:v>
                </c:pt>
                <c:pt idx="36">
                  <c:v>7.4000000000000003E-3</c:v>
                </c:pt>
                <c:pt idx="37">
                  <c:v>7.5999999999999896E-3</c:v>
                </c:pt>
                <c:pt idx="38">
                  <c:v>7.7999999999999901E-3</c:v>
                </c:pt>
                <c:pt idx="39">
                  <c:v>7.9999999999999898E-3</c:v>
                </c:pt>
                <c:pt idx="40">
                  <c:v>8.2000000000000007E-3</c:v>
                </c:pt>
                <c:pt idx="41">
                  <c:v>8.3999999999999995E-3</c:v>
                </c:pt>
                <c:pt idx="42">
                  <c:v>8.6E-3</c:v>
                </c:pt>
                <c:pt idx="43">
                  <c:v>8.8000000000000005E-3</c:v>
                </c:pt>
                <c:pt idx="44">
                  <c:v>8.9999999999999993E-3</c:v>
                </c:pt>
                <c:pt idx="45">
                  <c:v>9.1999999999999998E-3</c:v>
                </c:pt>
                <c:pt idx="46">
                  <c:v>9.4000000000000004E-3</c:v>
                </c:pt>
                <c:pt idx="47">
                  <c:v>9.5999999999999992E-3</c:v>
                </c:pt>
                <c:pt idx="48">
                  <c:v>9.7999999999999997E-3</c:v>
                </c:pt>
                <c:pt idx="49">
                  <c:v>0.01</c:v>
                </c:pt>
                <c:pt idx="50">
                  <c:v>1.0200000000000001E-2</c:v>
                </c:pt>
                <c:pt idx="51">
                  <c:v>1.04E-2</c:v>
                </c:pt>
                <c:pt idx="52">
                  <c:v>1.06E-2</c:v>
                </c:pt>
                <c:pt idx="53">
                  <c:v>1.0800000000000001E-2</c:v>
                </c:pt>
                <c:pt idx="54">
                  <c:v>1.0999999999999999E-2</c:v>
                </c:pt>
                <c:pt idx="55">
                  <c:v>1.12E-2</c:v>
                </c:pt>
                <c:pt idx="56">
                  <c:v>1.14E-2</c:v>
                </c:pt>
                <c:pt idx="57">
                  <c:v>1.1599999999999999E-2</c:v>
                </c:pt>
                <c:pt idx="58">
                  <c:v>1.18E-2</c:v>
                </c:pt>
                <c:pt idx="59">
                  <c:v>1.2E-2</c:v>
                </c:pt>
                <c:pt idx="60">
                  <c:v>1.2200000000000001E-2</c:v>
                </c:pt>
                <c:pt idx="61">
                  <c:v>1.24E-2</c:v>
                </c:pt>
                <c:pt idx="62">
                  <c:v>1.26E-2</c:v>
                </c:pt>
                <c:pt idx="63">
                  <c:v>1.2800000000000001E-2</c:v>
                </c:pt>
                <c:pt idx="64">
                  <c:v>1.2999999999999999E-2</c:v>
                </c:pt>
                <c:pt idx="65">
                  <c:v>1.32E-2</c:v>
                </c:pt>
                <c:pt idx="66">
                  <c:v>1.34E-2</c:v>
                </c:pt>
                <c:pt idx="67">
                  <c:v>1.3599999999999999E-2</c:v>
                </c:pt>
                <c:pt idx="68">
                  <c:v>1.38E-2</c:v>
                </c:pt>
                <c:pt idx="69">
                  <c:v>1.4E-2</c:v>
                </c:pt>
                <c:pt idx="70">
                  <c:v>1.4200000000000001E-2</c:v>
                </c:pt>
                <c:pt idx="71">
                  <c:v>1.44E-2</c:v>
                </c:pt>
                <c:pt idx="72">
                  <c:v>1.46E-2</c:v>
                </c:pt>
                <c:pt idx="73">
                  <c:v>1.4800000000000001E-2</c:v>
                </c:pt>
                <c:pt idx="74">
                  <c:v>1.4999999999999999E-2</c:v>
                </c:pt>
                <c:pt idx="75">
                  <c:v>1.52E-2</c:v>
                </c:pt>
                <c:pt idx="76">
                  <c:v>1.54E-2</c:v>
                </c:pt>
                <c:pt idx="77">
                  <c:v>1.5599999999999999E-2</c:v>
                </c:pt>
                <c:pt idx="78">
                  <c:v>1.5800000000000002E-2</c:v>
                </c:pt>
                <c:pt idx="79">
                  <c:v>1.6E-2</c:v>
                </c:pt>
                <c:pt idx="80">
                  <c:v>1.6199999999999999E-2</c:v>
                </c:pt>
                <c:pt idx="81">
                  <c:v>1.6400000000000001E-2</c:v>
                </c:pt>
                <c:pt idx="82">
                  <c:v>1.66E-2</c:v>
                </c:pt>
                <c:pt idx="83">
                  <c:v>1.6799999999999999E-2</c:v>
                </c:pt>
                <c:pt idx="84">
                  <c:v>1.7000000000000001E-2</c:v>
                </c:pt>
                <c:pt idx="85">
                  <c:v>1.72E-2</c:v>
                </c:pt>
                <c:pt idx="86">
                  <c:v>1.7399999999999999E-2</c:v>
                </c:pt>
                <c:pt idx="87">
                  <c:v>1.7600000000000001E-2</c:v>
                </c:pt>
                <c:pt idx="88">
                  <c:v>1.78E-2</c:v>
                </c:pt>
                <c:pt idx="89">
                  <c:v>1.7999999999999999E-2</c:v>
                </c:pt>
                <c:pt idx="90">
                  <c:v>1.8200000000000001E-2</c:v>
                </c:pt>
                <c:pt idx="91">
                  <c:v>1.84E-2</c:v>
                </c:pt>
                <c:pt idx="92">
                  <c:v>1.8599999999999998E-2</c:v>
                </c:pt>
                <c:pt idx="93">
                  <c:v>1.8800000000000001E-2</c:v>
                </c:pt>
                <c:pt idx="94">
                  <c:v>1.9E-2</c:v>
                </c:pt>
                <c:pt idx="95">
                  <c:v>1.9199999999999998E-2</c:v>
                </c:pt>
                <c:pt idx="96">
                  <c:v>1.9400000000000001E-2</c:v>
                </c:pt>
                <c:pt idx="97">
                  <c:v>1.9599999999999999E-2</c:v>
                </c:pt>
                <c:pt idx="98">
                  <c:v>1.9800000000000002E-2</c:v>
                </c:pt>
                <c:pt idx="99">
                  <c:v>0.02</c:v>
                </c:pt>
                <c:pt idx="100">
                  <c:v>2.0199999999999999E-2</c:v>
                </c:pt>
                <c:pt idx="101">
                  <c:v>2.0400000000000001E-2</c:v>
                </c:pt>
                <c:pt idx="102">
                  <c:v>2.06E-2</c:v>
                </c:pt>
                <c:pt idx="103">
                  <c:v>2.0799999999999999E-2</c:v>
                </c:pt>
                <c:pt idx="104">
                  <c:v>2.1000000000000001E-2</c:v>
                </c:pt>
                <c:pt idx="105">
                  <c:v>2.12E-2</c:v>
                </c:pt>
                <c:pt idx="106">
                  <c:v>2.1399999999999999E-2</c:v>
                </c:pt>
                <c:pt idx="107">
                  <c:v>2.1600000000000001E-2</c:v>
                </c:pt>
                <c:pt idx="108">
                  <c:v>2.18E-2</c:v>
                </c:pt>
                <c:pt idx="109">
                  <c:v>2.1999999999999999E-2</c:v>
                </c:pt>
                <c:pt idx="110">
                  <c:v>2.2200000000000001E-2</c:v>
                </c:pt>
                <c:pt idx="111">
                  <c:v>2.24E-2</c:v>
                </c:pt>
                <c:pt idx="112">
                  <c:v>2.2599999999999999E-2</c:v>
                </c:pt>
                <c:pt idx="113">
                  <c:v>2.2800000000000001E-2</c:v>
                </c:pt>
                <c:pt idx="114">
                  <c:v>2.3E-2</c:v>
                </c:pt>
                <c:pt idx="115">
                  <c:v>2.3199999999999998E-2</c:v>
                </c:pt>
                <c:pt idx="116">
                  <c:v>2.3400000000000001E-2</c:v>
                </c:pt>
                <c:pt idx="117">
                  <c:v>2.3599999999999999E-2</c:v>
                </c:pt>
                <c:pt idx="118">
                  <c:v>2.3800000000000002E-2</c:v>
                </c:pt>
                <c:pt idx="119">
                  <c:v>2.4E-2</c:v>
                </c:pt>
                <c:pt idx="120">
                  <c:v>2.4199999999999999E-2</c:v>
                </c:pt>
                <c:pt idx="121">
                  <c:v>2.4400000000000002E-2</c:v>
                </c:pt>
                <c:pt idx="122">
                  <c:v>2.46E-2</c:v>
                </c:pt>
                <c:pt idx="123">
                  <c:v>2.4799999999999999E-2</c:v>
                </c:pt>
                <c:pt idx="124">
                  <c:v>2.5000000000000001E-2</c:v>
                </c:pt>
                <c:pt idx="125">
                  <c:v>2.52E-2</c:v>
                </c:pt>
                <c:pt idx="126">
                  <c:v>2.5399999999999999E-2</c:v>
                </c:pt>
                <c:pt idx="127">
                  <c:v>2.5600000000000001E-2</c:v>
                </c:pt>
                <c:pt idx="128">
                  <c:v>2.58E-2</c:v>
                </c:pt>
                <c:pt idx="129">
                  <c:v>2.5999999999999999E-2</c:v>
                </c:pt>
                <c:pt idx="130">
                  <c:v>2.6200000000000001E-2</c:v>
                </c:pt>
                <c:pt idx="131">
                  <c:v>2.64E-2</c:v>
                </c:pt>
                <c:pt idx="132">
                  <c:v>2.6599999999999999E-2</c:v>
                </c:pt>
                <c:pt idx="133">
                  <c:v>2.67999999999999E-2</c:v>
                </c:pt>
                <c:pt idx="134">
                  <c:v>2.6999999999999899E-2</c:v>
                </c:pt>
                <c:pt idx="135">
                  <c:v>2.7199999999999901E-2</c:v>
                </c:pt>
                <c:pt idx="136">
                  <c:v>2.73999999999999E-2</c:v>
                </c:pt>
                <c:pt idx="137">
                  <c:v>2.7599999999999899E-2</c:v>
                </c:pt>
                <c:pt idx="138">
                  <c:v>2.7799999999999901E-2</c:v>
                </c:pt>
                <c:pt idx="139">
                  <c:v>2.79999999999999E-2</c:v>
                </c:pt>
                <c:pt idx="140">
                  <c:v>2.8199999999999899E-2</c:v>
                </c:pt>
                <c:pt idx="141">
                  <c:v>2.8399999999999901E-2</c:v>
                </c:pt>
                <c:pt idx="142">
                  <c:v>2.85999999999999E-2</c:v>
                </c:pt>
                <c:pt idx="143">
                  <c:v>2.8799999999999899E-2</c:v>
                </c:pt>
                <c:pt idx="144">
                  <c:v>2.8999999999999901E-2</c:v>
                </c:pt>
                <c:pt idx="145">
                  <c:v>2.91999999999999E-2</c:v>
                </c:pt>
                <c:pt idx="146">
                  <c:v>2.9399999999999898E-2</c:v>
                </c:pt>
                <c:pt idx="147">
                  <c:v>2.9599999999999901E-2</c:v>
                </c:pt>
                <c:pt idx="148">
                  <c:v>2.9799999999999899E-2</c:v>
                </c:pt>
                <c:pt idx="149">
                  <c:v>2.9999999999999898E-2</c:v>
                </c:pt>
                <c:pt idx="150">
                  <c:v>3.0199999999999901E-2</c:v>
                </c:pt>
                <c:pt idx="151">
                  <c:v>3.0399999999999899E-2</c:v>
                </c:pt>
                <c:pt idx="152">
                  <c:v>3.0599999999999902E-2</c:v>
                </c:pt>
                <c:pt idx="153">
                  <c:v>3.07999999999999E-2</c:v>
                </c:pt>
                <c:pt idx="154">
                  <c:v>3.0999999999999899E-2</c:v>
                </c:pt>
                <c:pt idx="155">
                  <c:v>3.1199999999999901E-2</c:v>
                </c:pt>
                <c:pt idx="156">
                  <c:v>3.13999999999999E-2</c:v>
                </c:pt>
                <c:pt idx="157">
                  <c:v>3.1599999999999899E-2</c:v>
                </c:pt>
                <c:pt idx="158">
                  <c:v>3.1799999999999898E-2</c:v>
                </c:pt>
                <c:pt idx="159">
                  <c:v>3.1999999999999897E-2</c:v>
                </c:pt>
                <c:pt idx="160">
                  <c:v>3.2199999999999902E-2</c:v>
                </c:pt>
                <c:pt idx="161">
                  <c:v>3.2399999999999901E-2</c:v>
                </c:pt>
                <c:pt idx="162">
                  <c:v>3.25999999999999E-2</c:v>
                </c:pt>
                <c:pt idx="163">
                  <c:v>3.2799999999999899E-2</c:v>
                </c:pt>
                <c:pt idx="164">
                  <c:v>3.2999999999999897E-2</c:v>
                </c:pt>
                <c:pt idx="165">
                  <c:v>3.3199999999999903E-2</c:v>
                </c:pt>
                <c:pt idx="166">
                  <c:v>3.3399999999999902E-2</c:v>
                </c:pt>
                <c:pt idx="167">
                  <c:v>3.3599999999999901E-2</c:v>
                </c:pt>
                <c:pt idx="168">
                  <c:v>3.37999999999999E-2</c:v>
                </c:pt>
                <c:pt idx="169">
                  <c:v>3.3999999999999898E-2</c:v>
                </c:pt>
                <c:pt idx="170">
                  <c:v>3.4199999999999897E-2</c:v>
                </c:pt>
                <c:pt idx="171">
                  <c:v>3.4399999999999903E-2</c:v>
                </c:pt>
                <c:pt idx="172">
                  <c:v>3.4599999999999902E-2</c:v>
                </c:pt>
                <c:pt idx="173">
                  <c:v>3.47999999999999E-2</c:v>
                </c:pt>
                <c:pt idx="174">
                  <c:v>3.4999999999999899E-2</c:v>
                </c:pt>
                <c:pt idx="175">
                  <c:v>3.5199999999999898E-2</c:v>
                </c:pt>
                <c:pt idx="176">
                  <c:v>3.5399999999999897E-2</c:v>
                </c:pt>
                <c:pt idx="177">
                  <c:v>3.5599999999999903E-2</c:v>
                </c:pt>
                <c:pt idx="178">
                  <c:v>3.5799999999999901E-2</c:v>
                </c:pt>
                <c:pt idx="179">
                  <c:v>3.59999999999999E-2</c:v>
                </c:pt>
                <c:pt idx="180">
                  <c:v>3.6199999999999899E-2</c:v>
                </c:pt>
                <c:pt idx="181">
                  <c:v>3.6399999999999898E-2</c:v>
                </c:pt>
                <c:pt idx="182">
                  <c:v>3.6599999999999903E-2</c:v>
                </c:pt>
                <c:pt idx="183">
                  <c:v>3.6799999999999902E-2</c:v>
                </c:pt>
                <c:pt idx="184">
                  <c:v>3.6999999999999901E-2</c:v>
                </c:pt>
                <c:pt idx="185">
                  <c:v>3.71999999999999E-2</c:v>
                </c:pt>
                <c:pt idx="186">
                  <c:v>3.7399999999999899E-2</c:v>
                </c:pt>
                <c:pt idx="187">
                  <c:v>3.7599999999999897E-2</c:v>
                </c:pt>
                <c:pt idx="188">
                  <c:v>3.7799999999999903E-2</c:v>
                </c:pt>
                <c:pt idx="189">
                  <c:v>3.7999999999999902E-2</c:v>
                </c:pt>
                <c:pt idx="190">
                  <c:v>3.8199999999999901E-2</c:v>
                </c:pt>
                <c:pt idx="191">
                  <c:v>3.8399999999999899E-2</c:v>
                </c:pt>
                <c:pt idx="192">
                  <c:v>3.8599999999999898E-2</c:v>
                </c:pt>
                <c:pt idx="193">
                  <c:v>3.8799999999999897E-2</c:v>
                </c:pt>
                <c:pt idx="194">
                  <c:v>3.8999999999999903E-2</c:v>
                </c:pt>
                <c:pt idx="195">
                  <c:v>3.9199999999999902E-2</c:v>
                </c:pt>
                <c:pt idx="196">
                  <c:v>3.93999999999999E-2</c:v>
                </c:pt>
                <c:pt idx="197">
                  <c:v>3.9599999999999899E-2</c:v>
                </c:pt>
                <c:pt idx="198">
                  <c:v>3.9799999999999898E-2</c:v>
                </c:pt>
                <c:pt idx="199">
                  <c:v>3.9999999999999897E-2</c:v>
                </c:pt>
                <c:pt idx="200">
                  <c:v>4.0199999999999902E-2</c:v>
                </c:pt>
                <c:pt idx="201">
                  <c:v>4.0399999999999901E-2</c:v>
                </c:pt>
                <c:pt idx="202">
                  <c:v>4.05999999999999E-2</c:v>
                </c:pt>
                <c:pt idx="203">
                  <c:v>4.0799999999999899E-2</c:v>
                </c:pt>
                <c:pt idx="204">
                  <c:v>4.0999999999999898E-2</c:v>
                </c:pt>
                <c:pt idx="205">
                  <c:v>4.1199999999999903E-2</c:v>
                </c:pt>
                <c:pt idx="206">
                  <c:v>4.1399999999999902E-2</c:v>
                </c:pt>
                <c:pt idx="207">
                  <c:v>4.1599999999999901E-2</c:v>
                </c:pt>
                <c:pt idx="208">
                  <c:v>4.17999999999999E-2</c:v>
                </c:pt>
                <c:pt idx="209">
                  <c:v>4.1999999999999899E-2</c:v>
                </c:pt>
                <c:pt idx="210">
                  <c:v>4.2199999999999897E-2</c:v>
                </c:pt>
                <c:pt idx="211">
                  <c:v>4.2399999999999903E-2</c:v>
                </c:pt>
                <c:pt idx="212">
                  <c:v>4.2599999999999902E-2</c:v>
                </c:pt>
                <c:pt idx="213">
                  <c:v>4.2799999999999901E-2</c:v>
                </c:pt>
                <c:pt idx="214">
                  <c:v>4.2999999999999899E-2</c:v>
                </c:pt>
                <c:pt idx="215">
                  <c:v>4.3199999999999801E-2</c:v>
                </c:pt>
                <c:pt idx="216">
                  <c:v>4.33999999999998E-2</c:v>
                </c:pt>
                <c:pt idx="217">
                  <c:v>4.3599999999999799E-2</c:v>
                </c:pt>
                <c:pt idx="218">
                  <c:v>4.3799999999999797E-2</c:v>
                </c:pt>
                <c:pt idx="219">
                  <c:v>4.3999999999999803E-2</c:v>
                </c:pt>
                <c:pt idx="220">
                  <c:v>4.4199999999999802E-2</c:v>
                </c:pt>
                <c:pt idx="221">
                  <c:v>4.4399999999999801E-2</c:v>
                </c:pt>
                <c:pt idx="222">
                  <c:v>4.45999999999998E-2</c:v>
                </c:pt>
                <c:pt idx="223">
                  <c:v>4.4799999999999798E-2</c:v>
                </c:pt>
                <c:pt idx="224">
                  <c:v>4.4999999999999797E-2</c:v>
                </c:pt>
                <c:pt idx="225">
                  <c:v>4.5199999999999803E-2</c:v>
                </c:pt>
                <c:pt idx="226">
                  <c:v>4.5399999999999802E-2</c:v>
                </c:pt>
                <c:pt idx="227">
                  <c:v>4.55999999999998E-2</c:v>
                </c:pt>
                <c:pt idx="228">
                  <c:v>4.5799999999999799E-2</c:v>
                </c:pt>
                <c:pt idx="229">
                  <c:v>4.5999999999999798E-2</c:v>
                </c:pt>
                <c:pt idx="230">
                  <c:v>4.6199999999999797E-2</c:v>
                </c:pt>
                <c:pt idx="231">
                  <c:v>4.6399999999999803E-2</c:v>
                </c:pt>
                <c:pt idx="232">
                  <c:v>4.6599999999999801E-2</c:v>
                </c:pt>
                <c:pt idx="233">
                  <c:v>4.67999999999998E-2</c:v>
                </c:pt>
                <c:pt idx="234">
                  <c:v>4.6999999999999799E-2</c:v>
                </c:pt>
                <c:pt idx="235">
                  <c:v>4.7199999999999798E-2</c:v>
                </c:pt>
                <c:pt idx="236">
                  <c:v>4.7399999999999803E-2</c:v>
                </c:pt>
                <c:pt idx="237">
                  <c:v>4.7599999999999802E-2</c:v>
                </c:pt>
                <c:pt idx="238">
                  <c:v>4.7799999999999801E-2</c:v>
                </c:pt>
                <c:pt idx="239">
                  <c:v>4.79999999999998E-2</c:v>
                </c:pt>
                <c:pt idx="240">
                  <c:v>4.8199999999999799E-2</c:v>
                </c:pt>
                <c:pt idx="241">
                  <c:v>4.8399999999999797E-2</c:v>
                </c:pt>
                <c:pt idx="242">
                  <c:v>4.8599999999999803E-2</c:v>
                </c:pt>
                <c:pt idx="243">
                  <c:v>4.8799999999999802E-2</c:v>
                </c:pt>
                <c:pt idx="244">
                  <c:v>4.8999999999999801E-2</c:v>
                </c:pt>
                <c:pt idx="245">
                  <c:v>4.9199999999999799E-2</c:v>
                </c:pt>
                <c:pt idx="246">
                  <c:v>4.9399999999999798E-2</c:v>
                </c:pt>
                <c:pt idx="247">
                  <c:v>4.9599999999999797E-2</c:v>
                </c:pt>
                <c:pt idx="248">
                  <c:v>4.9799999999999803E-2</c:v>
                </c:pt>
                <c:pt idx="249">
                  <c:v>4.9999999999999802E-2</c:v>
                </c:pt>
                <c:pt idx="250">
                  <c:v>5.01999999999998E-2</c:v>
                </c:pt>
                <c:pt idx="251">
                  <c:v>5.0399999999999799E-2</c:v>
                </c:pt>
                <c:pt idx="252">
                  <c:v>5.0599999999999798E-2</c:v>
                </c:pt>
                <c:pt idx="253">
                  <c:v>5.0799999999999797E-2</c:v>
                </c:pt>
                <c:pt idx="254">
                  <c:v>5.0999999999999802E-2</c:v>
                </c:pt>
                <c:pt idx="255">
                  <c:v>5.1199999999999801E-2</c:v>
                </c:pt>
                <c:pt idx="256">
                  <c:v>5.13999999999998E-2</c:v>
                </c:pt>
                <c:pt idx="257">
                  <c:v>5.1599999999999799E-2</c:v>
                </c:pt>
                <c:pt idx="258">
                  <c:v>5.1799999999999798E-2</c:v>
                </c:pt>
                <c:pt idx="259">
                  <c:v>5.1999999999999803E-2</c:v>
                </c:pt>
                <c:pt idx="260">
                  <c:v>5.2199999999999802E-2</c:v>
                </c:pt>
                <c:pt idx="261">
                  <c:v>5.2399999999999801E-2</c:v>
                </c:pt>
                <c:pt idx="262">
                  <c:v>5.25999999999998E-2</c:v>
                </c:pt>
                <c:pt idx="263">
                  <c:v>5.2799999999999798E-2</c:v>
                </c:pt>
                <c:pt idx="264">
                  <c:v>5.2999999999999797E-2</c:v>
                </c:pt>
                <c:pt idx="265">
                  <c:v>5.3199999999999803E-2</c:v>
                </c:pt>
                <c:pt idx="266">
                  <c:v>5.3399999999999802E-2</c:v>
                </c:pt>
                <c:pt idx="267">
                  <c:v>5.3599999999999801E-2</c:v>
                </c:pt>
                <c:pt idx="268">
                  <c:v>5.3799999999999799E-2</c:v>
                </c:pt>
                <c:pt idx="269">
                  <c:v>5.3999999999999798E-2</c:v>
                </c:pt>
                <c:pt idx="270">
                  <c:v>5.4199999999999797E-2</c:v>
                </c:pt>
                <c:pt idx="271">
                  <c:v>5.4399999999999803E-2</c:v>
                </c:pt>
                <c:pt idx="272">
                  <c:v>5.4599999999999801E-2</c:v>
                </c:pt>
                <c:pt idx="273">
                  <c:v>5.47999999999998E-2</c:v>
                </c:pt>
                <c:pt idx="274">
                  <c:v>5.4999999999999799E-2</c:v>
                </c:pt>
                <c:pt idx="275">
                  <c:v>5.5199999999999798E-2</c:v>
                </c:pt>
                <c:pt idx="276">
                  <c:v>5.5399999999999797E-2</c:v>
                </c:pt>
                <c:pt idx="277">
                  <c:v>5.5599999999999802E-2</c:v>
                </c:pt>
                <c:pt idx="278">
                  <c:v>5.5799999999999801E-2</c:v>
                </c:pt>
                <c:pt idx="279">
                  <c:v>5.59999999999998E-2</c:v>
                </c:pt>
                <c:pt idx="280">
                  <c:v>5.6199999999999799E-2</c:v>
                </c:pt>
                <c:pt idx="281">
                  <c:v>5.6399999999999798E-2</c:v>
                </c:pt>
                <c:pt idx="282">
                  <c:v>5.6599999999999803E-2</c:v>
                </c:pt>
                <c:pt idx="283">
                  <c:v>5.6799999999999802E-2</c:v>
                </c:pt>
                <c:pt idx="284">
                  <c:v>5.6999999999999801E-2</c:v>
                </c:pt>
                <c:pt idx="285">
                  <c:v>5.71999999999998E-2</c:v>
                </c:pt>
                <c:pt idx="286">
                  <c:v>5.7399999999999798E-2</c:v>
                </c:pt>
                <c:pt idx="287">
                  <c:v>5.7599999999999797E-2</c:v>
                </c:pt>
                <c:pt idx="288">
                  <c:v>5.7799999999999803E-2</c:v>
                </c:pt>
                <c:pt idx="289">
                  <c:v>5.7999999999999802E-2</c:v>
                </c:pt>
                <c:pt idx="290">
                  <c:v>5.8199999999999801E-2</c:v>
                </c:pt>
                <c:pt idx="291">
                  <c:v>5.8399999999999799E-2</c:v>
                </c:pt>
                <c:pt idx="292">
                  <c:v>5.8599999999999798E-2</c:v>
                </c:pt>
                <c:pt idx="293">
                  <c:v>5.8799999999999797E-2</c:v>
                </c:pt>
                <c:pt idx="294">
                  <c:v>5.8999999999999803E-2</c:v>
                </c:pt>
                <c:pt idx="295">
                  <c:v>5.9199999999999801E-2</c:v>
                </c:pt>
                <c:pt idx="296">
                  <c:v>5.93999999999998E-2</c:v>
                </c:pt>
                <c:pt idx="297">
                  <c:v>5.9599999999999799E-2</c:v>
                </c:pt>
                <c:pt idx="298">
                  <c:v>5.9799999999999701E-2</c:v>
                </c:pt>
                <c:pt idx="299">
                  <c:v>5.9999999999999699E-2</c:v>
                </c:pt>
                <c:pt idx="300">
                  <c:v>6.0199999999999698E-2</c:v>
                </c:pt>
                <c:pt idx="301">
                  <c:v>6.0399999999999697E-2</c:v>
                </c:pt>
                <c:pt idx="302">
                  <c:v>6.0599999999999703E-2</c:v>
                </c:pt>
                <c:pt idx="303">
                  <c:v>6.0799999999999702E-2</c:v>
                </c:pt>
                <c:pt idx="304">
                  <c:v>6.09999999999997E-2</c:v>
                </c:pt>
                <c:pt idx="305">
                  <c:v>6.1199999999999699E-2</c:v>
                </c:pt>
                <c:pt idx="306">
                  <c:v>6.1399999999999698E-2</c:v>
                </c:pt>
                <c:pt idx="307">
                  <c:v>6.1599999999999697E-2</c:v>
                </c:pt>
                <c:pt idx="308">
                  <c:v>6.1799999999999702E-2</c:v>
                </c:pt>
                <c:pt idx="309">
                  <c:v>6.1999999999999701E-2</c:v>
                </c:pt>
                <c:pt idx="310">
                  <c:v>6.21999999999997E-2</c:v>
                </c:pt>
                <c:pt idx="311">
                  <c:v>6.2399999999999699E-2</c:v>
                </c:pt>
                <c:pt idx="312">
                  <c:v>6.2599999999999698E-2</c:v>
                </c:pt>
                <c:pt idx="313">
                  <c:v>6.2799999999999703E-2</c:v>
                </c:pt>
                <c:pt idx="314">
                  <c:v>6.2999999999999806E-2</c:v>
                </c:pt>
                <c:pt idx="315">
                  <c:v>6.3199999999999798E-2</c:v>
                </c:pt>
                <c:pt idx="316">
                  <c:v>6.3399999999999804E-2</c:v>
                </c:pt>
                <c:pt idx="317">
                  <c:v>6.3599999999999796E-2</c:v>
                </c:pt>
                <c:pt idx="318">
                  <c:v>6.3799999999999801E-2</c:v>
                </c:pt>
                <c:pt idx="319">
                  <c:v>6.3999999999999793E-2</c:v>
                </c:pt>
                <c:pt idx="320">
                  <c:v>6.4199999999999799E-2</c:v>
                </c:pt>
                <c:pt idx="321">
                  <c:v>6.4399999999999805E-2</c:v>
                </c:pt>
                <c:pt idx="322">
                  <c:v>6.4599999999999796E-2</c:v>
                </c:pt>
                <c:pt idx="323">
                  <c:v>6.4799999999999802E-2</c:v>
                </c:pt>
                <c:pt idx="324">
                  <c:v>6.4999999999999794E-2</c:v>
                </c:pt>
                <c:pt idx="325">
                  <c:v>6.51999999999998E-2</c:v>
                </c:pt>
                <c:pt idx="326">
                  <c:v>6.5399999999999806E-2</c:v>
                </c:pt>
                <c:pt idx="327">
                  <c:v>6.5599999999999797E-2</c:v>
                </c:pt>
                <c:pt idx="328">
                  <c:v>6.5799999999999803E-2</c:v>
                </c:pt>
                <c:pt idx="329">
                  <c:v>6.5999999999999795E-2</c:v>
                </c:pt>
                <c:pt idx="330">
                  <c:v>6.6199999999999801E-2</c:v>
                </c:pt>
                <c:pt idx="331">
                  <c:v>6.6399999999999806E-2</c:v>
                </c:pt>
                <c:pt idx="332">
                  <c:v>6.6599999999999895E-2</c:v>
                </c:pt>
                <c:pt idx="333">
                  <c:v>6.6799999999999901E-2</c:v>
                </c:pt>
                <c:pt idx="334">
                  <c:v>6.6999999999999907E-2</c:v>
                </c:pt>
                <c:pt idx="335">
                  <c:v>6.7199999999999899E-2</c:v>
                </c:pt>
                <c:pt idx="336">
                  <c:v>6.7399999999999904E-2</c:v>
                </c:pt>
                <c:pt idx="337">
                  <c:v>6.7599999999999896E-2</c:v>
                </c:pt>
                <c:pt idx="338">
                  <c:v>6.7799999999999902E-2</c:v>
                </c:pt>
                <c:pt idx="339">
                  <c:v>6.7999999999999894E-2</c:v>
                </c:pt>
                <c:pt idx="340">
                  <c:v>6.81999999999999E-2</c:v>
                </c:pt>
                <c:pt idx="341">
                  <c:v>6.8399999999999905E-2</c:v>
                </c:pt>
                <c:pt idx="342">
                  <c:v>6.8599999999999897E-2</c:v>
                </c:pt>
                <c:pt idx="343">
                  <c:v>6.8799999999999903E-2</c:v>
                </c:pt>
                <c:pt idx="344">
                  <c:v>6.8999999999999895E-2</c:v>
                </c:pt>
                <c:pt idx="345">
                  <c:v>6.91999999999999E-2</c:v>
                </c:pt>
                <c:pt idx="346">
                  <c:v>6.9399999999999906E-2</c:v>
                </c:pt>
                <c:pt idx="347">
                  <c:v>6.9599999999999898E-2</c:v>
                </c:pt>
                <c:pt idx="348">
                  <c:v>6.9799999999999904E-2</c:v>
                </c:pt>
                <c:pt idx="349">
                  <c:v>7.0000000000000007E-2</c:v>
                </c:pt>
                <c:pt idx="350">
                  <c:v>7.0199999999999999E-2</c:v>
                </c:pt>
                <c:pt idx="351">
                  <c:v>7.0400000000000004E-2</c:v>
                </c:pt>
                <c:pt idx="352">
                  <c:v>7.0599999999999996E-2</c:v>
                </c:pt>
                <c:pt idx="353">
                  <c:v>7.0800000000000002E-2</c:v>
                </c:pt>
                <c:pt idx="354">
                  <c:v>7.0999999999999994E-2</c:v>
                </c:pt>
                <c:pt idx="355">
                  <c:v>7.1199999999999999E-2</c:v>
                </c:pt>
                <c:pt idx="356">
                  <c:v>7.1400000000000005E-2</c:v>
                </c:pt>
                <c:pt idx="357">
                  <c:v>7.1599999999999997E-2</c:v>
                </c:pt>
                <c:pt idx="358">
                  <c:v>7.1800000000000003E-2</c:v>
                </c:pt>
                <c:pt idx="359">
                  <c:v>7.1999999999999995E-2</c:v>
                </c:pt>
                <c:pt idx="360">
                  <c:v>7.22E-2</c:v>
                </c:pt>
                <c:pt idx="361">
                  <c:v>7.2400000000000006E-2</c:v>
                </c:pt>
                <c:pt idx="362">
                  <c:v>7.2599999999999998E-2</c:v>
                </c:pt>
                <c:pt idx="363">
                  <c:v>7.2800000000000004E-2</c:v>
                </c:pt>
                <c:pt idx="364">
                  <c:v>7.2999999999999995E-2</c:v>
                </c:pt>
                <c:pt idx="365">
                  <c:v>7.3200000000000001E-2</c:v>
                </c:pt>
                <c:pt idx="366">
                  <c:v>7.3400000000000007E-2</c:v>
                </c:pt>
                <c:pt idx="367">
                  <c:v>7.3600000000000096E-2</c:v>
                </c:pt>
                <c:pt idx="368">
                  <c:v>7.3800000000000102E-2</c:v>
                </c:pt>
                <c:pt idx="369">
                  <c:v>7.4000000000000093E-2</c:v>
                </c:pt>
                <c:pt idx="370">
                  <c:v>7.4200000000000099E-2</c:v>
                </c:pt>
                <c:pt idx="371">
                  <c:v>7.4400000000000105E-2</c:v>
                </c:pt>
                <c:pt idx="372">
                  <c:v>7.4600000000000097E-2</c:v>
                </c:pt>
                <c:pt idx="373">
                  <c:v>7.4800000000000103E-2</c:v>
                </c:pt>
                <c:pt idx="374">
                  <c:v>7.5000000000000094E-2</c:v>
                </c:pt>
                <c:pt idx="375">
                  <c:v>7.52000000000001E-2</c:v>
                </c:pt>
                <c:pt idx="376">
                  <c:v>7.5400000000000106E-2</c:v>
                </c:pt>
                <c:pt idx="377">
                  <c:v>7.5600000000000098E-2</c:v>
                </c:pt>
                <c:pt idx="378">
                  <c:v>7.5800000000000103E-2</c:v>
                </c:pt>
                <c:pt idx="379">
                  <c:v>7.6000000000000095E-2</c:v>
                </c:pt>
                <c:pt idx="380">
                  <c:v>7.6200000000000101E-2</c:v>
                </c:pt>
                <c:pt idx="381">
                  <c:v>7.6400000000000107E-2</c:v>
                </c:pt>
                <c:pt idx="382">
                  <c:v>7.6600000000000099E-2</c:v>
                </c:pt>
                <c:pt idx="383">
                  <c:v>7.6800000000000104E-2</c:v>
                </c:pt>
                <c:pt idx="384">
                  <c:v>7.7000000000000193E-2</c:v>
                </c:pt>
                <c:pt idx="385">
                  <c:v>7.7200000000000199E-2</c:v>
                </c:pt>
                <c:pt idx="386">
                  <c:v>7.7400000000000205E-2</c:v>
                </c:pt>
                <c:pt idx="387">
                  <c:v>7.7600000000000197E-2</c:v>
                </c:pt>
                <c:pt idx="388">
                  <c:v>7.7800000000000202E-2</c:v>
                </c:pt>
                <c:pt idx="389">
                  <c:v>7.8000000000000194E-2</c:v>
                </c:pt>
                <c:pt idx="390">
                  <c:v>7.82000000000002E-2</c:v>
                </c:pt>
                <c:pt idx="391">
                  <c:v>7.8400000000000206E-2</c:v>
                </c:pt>
                <c:pt idx="392">
                  <c:v>7.8600000000000197E-2</c:v>
                </c:pt>
                <c:pt idx="393">
                  <c:v>7.8800000000000203E-2</c:v>
                </c:pt>
                <c:pt idx="394">
                  <c:v>7.9000000000000195E-2</c:v>
                </c:pt>
                <c:pt idx="395">
                  <c:v>7.9200000000000201E-2</c:v>
                </c:pt>
                <c:pt idx="396">
                  <c:v>7.9400000000000207E-2</c:v>
                </c:pt>
                <c:pt idx="397">
                  <c:v>7.9600000000000198E-2</c:v>
                </c:pt>
                <c:pt idx="398">
                  <c:v>7.9800000000000204E-2</c:v>
                </c:pt>
                <c:pt idx="399">
                  <c:v>8.0000000000000196E-2</c:v>
                </c:pt>
                <c:pt idx="400">
                  <c:v>8.0200000000000202E-2</c:v>
                </c:pt>
                <c:pt idx="401">
                  <c:v>8.0400000000000194E-2</c:v>
                </c:pt>
                <c:pt idx="402">
                  <c:v>8.0600000000000296E-2</c:v>
                </c:pt>
                <c:pt idx="403">
                  <c:v>8.0800000000000302E-2</c:v>
                </c:pt>
                <c:pt idx="404">
                  <c:v>8.1000000000000294E-2</c:v>
                </c:pt>
                <c:pt idx="405">
                  <c:v>8.12000000000003E-2</c:v>
                </c:pt>
                <c:pt idx="406">
                  <c:v>8.1400000000000305E-2</c:v>
                </c:pt>
                <c:pt idx="407">
                  <c:v>8.1600000000000297E-2</c:v>
                </c:pt>
                <c:pt idx="408">
                  <c:v>8.1800000000000303E-2</c:v>
                </c:pt>
                <c:pt idx="409">
                  <c:v>8.2000000000000295E-2</c:v>
                </c:pt>
                <c:pt idx="410">
                  <c:v>8.2200000000000301E-2</c:v>
                </c:pt>
                <c:pt idx="411">
                  <c:v>8.2400000000000306E-2</c:v>
                </c:pt>
                <c:pt idx="412">
                  <c:v>8.2600000000000298E-2</c:v>
                </c:pt>
                <c:pt idx="413">
                  <c:v>8.2800000000000304E-2</c:v>
                </c:pt>
                <c:pt idx="414">
                  <c:v>8.3000000000000296E-2</c:v>
                </c:pt>
                <c:pt idx="415">
                  <c:v>8.3200000000000301E-2</c:v>
                </c:pt>
                <c:pt idx="416">
                  <c:v>8.3400000000000293E-2</c:v>
                </c:pt>
                <c:pt idx="417">
                  <c:v>8.3600000000000299E-2</c:v>
                </c:pt>
                <c:pt idx="418">
                  <c:v>8.3800000000000305E-2</c:v>
                </c:pt>
                <c:pt idx="419">
                  <c:v>8.4000000000000394E-2</c:v>
                </c:pt>
                <c:pt idx="420">
                  <c:v>8.42000000000004E-2</c:v>
                </c:pt>
                <c:pt idx="421">
                  <c:v>8.4400000000000405E-2</c:v>
                </c:pt>
                <c:pt idx="422">
                  <c:v>8.4600000000000397E-2</c:v>
                </c:pt>
                <c:pt idx="423">
                  <c:v>8.4800000000000403E-2</c:v>
                </c:pt>
                <c:pt idx="424">
                  <c:v>8.5000000000000395E-2</c:v>
                </c:pt>
                <c:pt idx="425">
                  <c:v>8.52000000000004E-2</c:v>
                </c:pt>
                <c:pt idx="426">
                  <c:v>8.5400000000000406E-2</c:v>
                </c:pt>
                <c:pt idx="427">
                  <c:v>8.5600000000000398E-2</c:v>
                </c:pt>
                <c:pt idx="428">
                  <c:v>8.5800000000000404E-2</c:v>
                </c:pt>
                <c:pt idx="429">
                  <c:v>8.6000000000000396E-2</c:v>
                </c:pt>
                <c:pt idx="430">
                  <c:v>8.6200000000000401E-2</c:v>
                </c:pt>
                <c:pt idx="431">
                  <c:v>8.6400000000000393E-2</c:v>
                </c:pt>
                <c:pt idx="432">
                  <c:v>8.6600000000000399E-2</c:v>
                </c:pt>
                <c:pt idx="433">
                  <c:v>8.6800000000000405E-2</c:v>
                </c:pt>
                <c:pt idx="434">
                  <c:v>8.7000000000000396E-2</c:v>
                </c:pt>
                <c:pt idx="435">
                  <c:v>8.7200000000000402E-2</c:v>
                </c:pt>
                <c:pt idx="436">
                  <c:v>8.7400000000000394E-2</c:v>
                </c:pt>
                <c:pt idx="437">
                  <c:v>8.7600000000000497E-2</c:v>
                </c:pt>
                <c:pt idx="438">
                  <c:v>8.7800000000000503E-2</c:v>
                </c:pt>
                <c:pt idx="439">
                  <c:v>8.8000000000000494E-2</c:v>
                </c:pt>
                <c:pt idx="440">
                  <c:v>8.82000000000005E-2</c:v>
                </c:pt>
                <c:pt idx="441">
                  <c:v>8.8400000000000506E-2</c:v>
                </c:pt>
                <c:pt idx="442">
                  <c:v>8.8600000000000498E-2</c:v>
                </c:pt>
                <c:pt idx="443">
                  <c:v>8.8800000000000504E-2</c:v>
                </c:pt>
                <c:pt idx="444">
                  <c:v>8.9000000000000495E-2</c:v>
                </c:pt>
                <c:pt idx="445">
                  <c:v>8.9200000000000501E-2</c:v>
                </c:pt>
                <c:pt idx="446">
                  <c:v>8.9400000000000507E-2</c:v>
                </c:pt>
                <c:pt idx="447">
                  <c:v>8.9600000000000499E-2</c:v>
                </c:pt>
                <c:pt idx="448">
                  <c:v>8.9800000000000504E-2</c:v>
                </c:pt>
                <c:pt idx="449">
                  <c:v>9.0000000000000496E-2</c:v>
                </c:pt>
                <c:pt idx="450">
                  <c:v>9.0200000000000502E-2</c:v>
                </c:pt>
                <c:pt idx="451">
                  <c:v>9.0400000000000494E-2</c:v>
                </c:pt>
                <c:pt idx="452">
                  <c:v>9.06000000000005E-2</c:v>
                </c:pt>
                <c:pt idx="453">
                  <c:v>9.0800000000000505E-2</c:v>
                </c:pt>
                <c:pt idx="454">
                  <c:v>9.1000000000000594E-2</c:v>
                </c:pt>
                <c:pt idx="455">
                  <c:v>9.12000000000006E-2</c:v>
                </c:pt>
                <c:pt idx="456">
                  <c:v>9.1400000000000606E-2</c:v>
                </c:pt>
                <c:pt idx="457">
                  <c:v>9.1600000000000598E-2</c:v>
                </c:pt>
                <c:pt idx="458">
                  <c:v>9.1800000000000603E-2</c:v>
                </c:pt>
                <c:pt idx="459">
                  <c:v>9.2000000000000595E-2</c:v>
                </c:pt>
                <c:pt idx="460">
                  <c:v>9.2200000000000601E-2</c:v>
                </c:pt>
                <c:pt idx="461">
                  <c:v>9.2400000000000607E-2</c:v>
                </c:pt>
                <c:pt idx="462">
                  <c:v>9.2600000000000598E-2</c:v>
                </c:pt>
                <c:pt idx="463">
                  <c:v>9.2800000000000604E-2</c:v>
                </c:pt>
                <c:pt idx="464">
                  <c:v>9.3000000000000596E-2</c:v>
                </c:pt>
                <c:pt idx="465">
                  <c:v>9.3200000000000602E-2</c:v>
                </c:pt>
                <c:pt idx="466">
                  <c:v>9.3400000000000594E-2</c:v>
                </c:pt>
                <c:pt idx="467">
                  <c:v>9.3600000000000599E-2</c:v>
                </c:pt>
                <c:pt idx="468">
                  <c:v>9.3800000000000605E-2</c:v>
                </c:pt>
                <c:pt idx="469">
                  <c:v>9.4000000000000597E-2</c:v>
                </c:pt>
                <c:pt idx="470">
                  <c:v>9.4200000000000603E-2</c:v>
                </c:pt>
                <c:pt idx="471">
                  <c:v>9.4400000000000595E-2</c:v>
                </c:pt>
                <c:pt idx="472">
                  <c:v>9.4600000000000697E-2</c:v>
                </c:pt>
                <c:pt idx="473">
                  <c:v>9.4800000000000703E-2</c:v>
                </c:pt>
                <c:pt idx="474">
                  <c:v>9.5000000000000695E-2</c:v>
                </c:pt>
                <c:pt idx="475">
                  <c:v>9.5200000000000701E-2</c:v>
                </c:pt>
                <c:pt idx="476">
                  <c:v>9.5400000000000706E-2</c:v>
                </c:pt>
                <c:pt idx="477">
                  <c:v>9.5600000000000698E-2</c:v>
                </c:pt>
                <c:pt idx="478">
                  <c:v>9.5800000000000704E-2</c:v>
                </c:pt>
                <c:pt idx="479">
                  <c:v>9.6000000000000696E-2</c:v>
                </c:pt>
                <c:pt idx="480">
                  <c:v>9.6200000000000702E-2</c:v>
                </c:pt>
                <c:pt idx="481">
                  <c:v>9.6400000000000693E-2</c:v>
                </c:pt>
                <c:pt idx="482">
                  <c:v>9.6600000000000699E-2</c:v>
                </c:pt>
                <c:pt idx="483">
                  <c:v>9.6800000000000705E-2</c:v>
                </c:pt>
                <c:pt idx="484">
                  <c:v>9.7000000000000697E-2</c:v>
                </c:pt>
                <c:pt idx="485">
                  <c:v>9.7200000000000703E-2</c:v>
                </c:pt>
                <c:pt idx="486">
                  <c:v>9.7400000000000694E-2</c:v>
                </c:pt>
                <c:pt idx="487">
                  <c:v>9.76000000000007E-2</c:v>
                </c:pt>
                <c:pt idx="488">
                  <c:v>9.7800000000000706E-2</c:v>
                </c:pt>
                <c:pt idx="489">
                  <c:v>9.8000000000000795E-2</c:v>
                </c:pt>
                <c:pt idx="490">
                  <c:v>9.8200000000000801E-2</c:v>
                </c:pt>
                <c:pt idx="491">
                  <c:v>9.8400000000000806E-2</c:v>
                </c:pt>
                <c:pt idx="492">
                  <c:v>9.8600000000000798E-2</c:v>
                </c:pt>
                <c:pt idx="493">
                  <c:v>9.8800000000000804E-2</c:v>
                </c:pt>
                <c:pt idx="494">
                  <c:v>9.9000000000000796E-2</c:v>
                </c:pt>
                <c:pt idx="495">
                  <c:v>9.9200000000000801E-2</c:v>
                </c:pt>
                <c:pt idx="496">
                  <c:v>9.9400000000000793E-2</c:v>
                </c:pt>
                <c:pt idx="497">
                  <c:v>9.9600000000000799E-2</c:v>
                </c:pt>
                <c:pt idx="498">
                  <c:v>9.9800000000000805E-2</c:v>
                </c:pt>
                <c:pt idx="499">
                  <c:v>0.100000000000001</c:v>
                </c:pt>
                <c:pt idx="500">
                  <c:v>0.100200000000001</c:v>
                </c:pt>
                <c:pt idx="501">
                  <c:v>0.100400000000001</c:v>
                </c:pt>
                <c:pt idx="502">
                  <c:v>0.10060000000000099</c:v>
                </c:pt>
                <c:pt idx="503">
                  <c:v>0.100800000000001</c:v>
                </c:pt>
                <c:pt idx="504">
                  <c:v>0.10100000000000101</c:v>
                </c:pt>
                <c:pt idx="505">
                  <c:v>0.101200000000001</c:v>
                </c:pt>
                <c:pt idx="506">
                  <c:v>0.101400000000001</c:v>
                </c:pt>
                <c:pt idx="507">
                  <c:v>0.101600000000001</c:v>
                </c:pt>
                <c:pt idx="508">
                  <c:v>0.101800000000001</c:v>
                </c:pt>
                <c:pt idx="509">
                  <c:v>0.10200000000000101</c:v>
                </c:pt>
                <c:pt idx="510">
                  <c:v>0.102200000000001</c:v>
                </c:pt>
                <c:pt idx="511">
                  <c:v>0.102400000000001</c:v>
                </c:pt>
                <c:pt idx="512">
                  <c:v>0.102600000000001</c:v>
                </c:pt>
                <c:pt idx="513">
                  <c:v>0.102800000000001</c:v>
                </c:pt>
                <c:pt idx="514">
                  <c:v>0.10300000000000099</c:v>
                </c:pt>
                <c:pt idx="515">
                  <c:v>0.103200000000001</c:v>
                </c:pt>
                <c:pt idx="516">
                  <c:v>0.103400000000001</c:v>
                </c:pt>
                <c:pt idx="517">
                  <c:v>0.103600000000001</c:v>
                </c:pt>
                <c:pt idx="518">
                  <c:v>0.103800000000001</c:v>
                </c:pt>
                <c:pt idx="519">
                  <c:v>0.10400000000000099</c:v>
                </c:pt>
                <c:pt idx="520">
                  <c:v>0.104200000000001</c:v>
                </c:pt>
                <c:pt idx="521">
                  <c:v>0.10440000000000101</c:v>
                </c:pt>
                <c:pt idx="522">
                  <c:v>0.104600000000001</c:v>
                </c:pt>
                <c:pt idx="523">
                  <c:v>0.104800000000001</c:v>
                </c:pt>
                <c:pt idx="524">
                  <c:v>0.105000000000001</c:v>
                </c:pt>
                <c:pt idx="525">
                  <c:v>0.105200000000001</c:v>
                </c:pt>
                <c:pt idx="526">
                  <c:v>0.10540000000000101</c:v>
                </c:pt>
                <c:pt idx="527">
                  <c:v>0.105600000000001</c:v>
                </c:pt>
                <c:pt idx="528">
                  <c:v>0.105800000000001</c:v>
                </c:pt>
                <c:pt idx="529">
                  <c:v>0.106000000000001</c:v>
                </c:pt>
                <c:pt idx="530">
                  <c:v>0.106200000000001</c:v>
                </c:pt>
                <c:pt idx="531">
                  <c:v>0.10640000000000099</c:v>
                </c:pt>
                <c:pt idx="532">
                  <c:v>0.106600000000001</c:v>
                </c:pt>
                <c:pt idx="533">
                  <c:v>0.10680000000000101</c:v>
                </c:pt>
                <c:pt idx="534">
                  <c:v>0.107000000000001</c:v>
                </c:pt>
                <c:pt idx="535">
                  <c:v>0.107200000000001</c:v>
                </c:pt>
                <c:pt idx="536">
                  <c:v>0.10740000000000099</c:v>
                </c:pt>
                <c:pt idx="537">
                  <c:v>0.107600000000001</c:v>
                </c:pt>
                <c:pt idx="538">
                  <c:v>0.10780000000000101</c:v>
                </c:pt>
                <c:pt idx="539">
                  <c:v>0.108000000000001</c:v>
                </c:pt>
                <c:pt idx="540">
                  <c:v>0.108200000000001</c:v>
                </c:pt>
                <c:pt idx="541">
                  <c:v>0.108400000000001</c:v>
                </c:pt>
                <c:pt idx="542">
                  <c:v>0.108600000000001</c:v>
                </c:pt>
                <c:pt idx="543">
                  <c:v>0.10880000000000099</c:v>
                </c:pt>
                <c:pt idx="544">
                  <c:v>0.109000000000001</c:v>
                </c:pt>
                <c:pt idx="545">
                  <c:v>0.109200000000001</c:v>
                </c:pt>
                <c:pt idx="546">
                  <c:v>0.109400000000001</c:v>
                </c:pt>
                <c:pt idx="547">
                  <c:v>0.109600000000001</c:v>
                </c:pt>
                <c:pt idx="548">
                  <c:v>0.10980000000000099</c:v>
                </c:pt>
                <c:pt idx="549">
                  <c:v>0.110000000000001</c:v>
                </c:pt>
                <c:pt idx="550">
                  <c:v>0.11020000000000101</c:v>
                </c:pt>
                <c:pt idx="551">
                  <c:v>0.110400000000001</c:v>
                </c:pt>
                <c:pt idx="552">
                  <c:v>0.110600000000001</c:v>
                </c:pt>
                <c:pt idx="553">
                  <c:v>0.11080000000000099</c:v>
                </c:pt>
                <c:pt idx="554">
                  <c:v>0.111000000000001</c:v>
                </c:pt>
                <c:pt idx="555">
                  <c:v>0.11120000000000101</c:v>
                </c:pt>
                <c:pt idx="556">
                  <c:v>0.111400000000001</c:v>
                </c:pt>
                <c:pt idx="557">
                  <c:v>0.111600000000001</c:v>
                </c:pt>
                <c:pt idx="558">
                  <c:v>0.111800000000001</c:v>
                </c:pt>
                <c:pt idx="559">
                  <c:v>0.112000000000001</c:v>
                </c:pt>
                <c:pt idx="560">
                  <c:v>0.11220000000000099</c:v>
                </c:pt>
                <c:pt idx="561">
                  <c:v>0.112400000000001</c:v>
                </c:pt>
                <c:pt idx="562">
                  <c:v>0.112600000000001</c:v>
                </c:pt>
                <c:pt idx="563">
                  <c:v>0.112800000000001</c:v>
                </c:pt>
                <c:pt idx="564">
                  <c:v>0.113000000000001</c:v>
                </c:pt>
                <c:pt idx="565">
                  <c:v>0.11320000000000099</c:v>
                </c:pt>
                <c:pt idx="566">
                  <c:v>0.113400000000001</c:v>
                </c:pt>
                <c:pt idx="567">
                  <c:v>0.11360000000000101</c:v>
                </c:pt>
                <c:pt idx="568">
                  <c:v>0.113800000000001</c:v>
                </c:pt>
                <c:pt idx="569">
                  <c:v>0.114000000000001</c:v>
                </c:pt>
                <c:pt idx="570">
                  <c:v>0.114200000000001</c:v>
                </c:pt>
                <c:pt idx="571">
                  <c:v>0.114400000000001</c:v>
                </c:pt>
                <c:pt idx="572">
                  <c:v>0.11460000000000101</c:v>
                </c:pt>
                <c:pt idx="573">
                  <c:v>0.114800000000001</c:v>
                </c:pt>
                <c:pt idx="574">
                  <c:v>0.115000000000001</c:v>
                </c:pt>
                <c:pt idx="575">
                  <c:v>0.115200000000001</c:v>
                </c:pt>
                <c:pt idx="576">
                  <c:v>0.115400000000001</c:v>
                </c:pt>
                <c:pt idx="577">
                  <c:v>0.11560000000000099</c:v>
                </c:pt>
                <c:pt idx="578">
                  <c:v>0.115800000000001</c:v>
                </c:pt>
                <c:pt idx="579">
                  <c:v>0.11600000000000101</c:v>
                </c:pt>
                <c:pt idx="580">
                  <c:v>0.116200000000001</c:v>
                </c:pt>
                <c:pt idx="581">
                  <c:v>0.116400000000001</c:v>
                </c:pt>
                <c:pt idx="582">
                  <c:v>0.11660000000000099</c:v>
                </c:pt>
                <c:pt idx="583">
                  <c:v>0.116800000000001</c:v>
                </c:pt>
                <c:pt idx="584">
                  <c:v>0.11700000000000101</c:v>
                </c:pt>
                <c:pt idx="585">
                  <c:v>0.117200000000001</c:v>
                </c:pt>
                <c:pt idx="586">
                  <c:v>0.117400000000001</c:v>
                </c:pt>
                <c:pt idx="587">
                  <c:v>0.117600000000001</c:v>
                </c:pt>
                <c:pt idx="588">
                  <c:v>0.117800000000001</c:v>
                </c:pt>
                <c:pt idx="589">
                  <c:v>0.11800000000000101</c:v>
                </c:pt>
                <c:pt idx="590">
                  <c:v>0.118200000000001</c:v>
                </c:pt>
                <c:pt idx="591">
                  <c:v>0.118400000000001</c:v>
                </c:pt>
                <c:pt idx="592">
                  <c:v>0.118600000000001</c:v>
                </c:pt>
                <c:pt idx="593">
                  <c:v>0.118800000000001</c:v>
                </c:pt>
                <c:pt idx="594">
                  <c:v>0.11900000000000099</c:v>
                </c:pt>
                <c:pt idx="595">
                  <c:v>0.119200000000001</c:v>
                </c:pt>
                <c:pt idx="596">
                  <c:v>0.11940000000000101</c:v>
                </c:pt>
                <c:pt idx="597">
                  <c:v>0.119600000000001</c:v>
                </c:pt>
                <c:pt idx="598">
                  <c:v>0.119800000000001</c:v>
                </c:pt>
                <c:pt idx="599">
                  <c:v>0.12000000000000099</c:v>
                </c:pt>
                <c:pt idx="600">
                  <c:v>0.120200000000001</c:v>
                </c:pt>
                <c:pt idx="601">
                  <c:v>0.12040000000000101</c:v>
                </c:pt>
                <c:pt idx="602">
                  <c:v>0.120600000000001</c:v>
                </c:pt>
                <c:pt idx="603">
                  <c:v>0.120800000000001</c:v>
                </c:pt>
                <c:pt idx="604">
                  <c:v>0.121000000000001</c:v>
                </c:pt>
                <c:pt idx="605">
                  <c:v>0.121200000000001</c:v>
                </c:pt>
                <c:pt idx="606">
                  <c:v>0.12140000000000099</c:v>
                </c:pt>
                <c:pt idx="607">
                  <c:v>0.121600000000001</c:v>
                </c:pt>
                <c:pt idx="608">
                  <c:v>0.121800000000001</c:v>
                </c:pt>
                <c:pt idx="609">
                  <c:v>0.122000000000001</c:v>
                </c:pt>
                <c:pt idx="610">
                  <c:v>0.122200000000001</c:v>
                </c:pt>
                <c:pt idx="611">
                  <c:v>0.12240000000000099</c:v>
                </c:pt>
                <c:pt idx="612">
                  <c:v>0.122600000000001</c:v>
                </c:pt>
                <c:pt idx="613">
                  <c:v>0.12280000000000101</c:v>
                </c:pt>
                <c:pt idx="614">
                  <c:v>0.123000000000001</c:v>
                </c:pt>
                <c:pt idx="615">
                  <c:v>0.123200000000001</c:v>
                </c:pt>
                <c:pt idx="616">
                  <c:v>0.123400000000001</c:v>
                </c:pt>
                <c:pt idx="617">
                  <c:v>0.123600000000001</c:v>
                </c:pt>
                <c:pt idx="618">
                  <c:v>0.12380000000000101</c:v>
                </c:pt>
                <c:pt idx="619">
                  <c:v>0.124000000000001</c:v>
                </c:pt>
                <c:pt idx="620">
                  <c:v>0.124200000000002</c:v>
                </c:pt>
                <c:pt idx="621">
                  <c:v>0.124400000000002</c:v>
                </c:pt>
                <c:pt idx="622">
                  <c:v>0.124600000000002</c:v>
                </c:pt>
                <c:pt idx="623">
                  <c:v>0.12480000000000201</c:v>
                </c:pt>
                <c:pt idx="624">
                  <c:v>0.125000000000002</c:v>
                </c:pt>
                <c:pt idx="625">
                  <c:v>0.125200000000002</c:v>
                </c:pt>
                <c:pt idx="626">
                  <c:v>0.12540000000000201</c:v>
                </c:pt>
                <c:pt idx="627">
                  <c:v>0.12560000000000199</c:v>
                </c:pt>
                <c:pt idx="628">
                  <c:v>0.12580000000000199</c:v>
                </c:pt>
                <c:pt idx="629">
                  <c:v>0.126000000000002</c:v>
                </c:pt>
                <c:pt idx="630">
                  <c:v>0.12620000000000201</c:v>
                </c:pt>
                <c:pt idx="631">
                  <c:v>0.12640000000000201</c:v>
                </c:pt>
                <c:pt idx="632">
                  <c:v>0.12660000000000199</c:v>
                </c:pt>
                <c:pt idx="633">
                  <c:v>0.12680000000000199</c:v>
                </c:pt>
                <c:pt idx="634">
                  <c:v>0.127000000000002</c:v>
                </c:pt>
                <c:pt idx="635">
                  <c:v>0.12720000000000201</c:v>
                </c:pt>
                <c:pt idx="636">
                  <c:v>0.12740000000000201</c:v>
                </c:pt>
                <c:pt idx="637">
                  <c:v>0.12760000000000199</c:v>
                </c:pt>
                <c:pt idx="638">
                  <c:v>0.127800000000002</c:v>
                </c:pt>
                <c:pt idx="639">
                  <c:v>0.128000000000002</c:v>
                </c:pt>
                <c:pt idx="640">
                  <c:v>0.12820000000000201</c:v>
                </c:pt>
                <c:pt idx="641">
                  <c:v>0.12840000000000201</c:v>
                </c:pt>
                <c:pt idx="642">
                  <c:v>0.12860000000000199</c:v>
                </c:pt>
                <c:pt idx="643">
                  <c:v>0.128800000000002</c:v>
                </c:pt>
                <c:pt idx="644">
                  <c:v>0.129000000000002</c:v>
                </c:pt>
                <c:pt idx="645">
                  <c:v>0.12920000000000201</c:v>
                </c:pt>
                <c:pt idx="646">
                  <c:v>0.12940000000000201</c:v>
                </c:pt>
                <c:pt idx="647">
                  <c:v>0.12960000000000199</c:v>
                </c:pt>
                <c:pt idx="648">
                  <c:v>0.129800000000002</c:v>
                </c:pt>
                <c:pt idx="649">
                  <c:v>0.130000000000002</c:v>
                </c:pt>
                <c:pt idx="650">
                  <c:v>0.13020000000000201</c:v>
                </c:pt>
                <c:pt idx="651">
                  <c:v>0.13040000000000199</c:v>
                </c:pt>
                <c:pt idx="652">
                  <c:v>0.13060000000000199</c:v>
                </c:pt>
                <c:pt idx="653">
                  <c:v>0.130800000000002</c:v>
                </c:pt>
                <c:pt idx="654">
                  <c:v>0.131000000000002</c:v>
                </c:pt>
                <c:pt idx="655">
                  <c:v>0.13120000000000201</c:v>
                </c:pt>
                <c:pt idx="656">
                  <c:v>0.13140000000000199</c:v>
                </c:pt>
                <c:pt idx="657">
                  <c:v>0.13160000000000199</c:v>
                </c:pt>
                <c:pt idx="658">
                  <c:v>0.131800000000002</c:v>
                </c:pt>
                <c:pt idx="659">
                  <c:v>0.132000000000002</c:v>
                </c:pt>
                <c:pt idx="660">
                  <c:v>0.13220000000000201</c:v>
                </c:pt>
                <c:pt idx="661">
                  <c:v>0.13240000000000199</c:v>
                </c:pt>
                <c:pt idx="662">
                  <c:v>0.13260000000000199</c:v>
                </c:pt>
                <c:pt idx="663">
                  <c:v>0.132800000000002</c:v>
                </c:pt>
                <c:pt idx="664">
                  <c:v>0.13300000000000201</c:v>
                </c:pt>
                <c:pt idx="665">
                  <c:v>0.13320000000000201</c:v>
                </c:pt>
                <c:pt idx="666">
                  <c:v>0.13340000000000199</c:v>
                </c:pt>
                <c:pt idx="667">
                  <c:v>0.13360000000000199</c:v>
                </c:pt>
                <c:pt idx="668">
                  <c:v>0.133800000000002</c:v>
                </c:pt>
                <c:pt idx="669">
                  <c:v>0.13400000000000201</c:v>
                </c:pt>
                <c:pt idx="670">
                  <c:v>0.13420000000000201</c:v>
                </c:pt>
                <c:pt idx="671">
                  <c:v>0.13440000000000199</c:v>
                </c:pt>
                <c:pt idx="672">
                  <c:v>0.134600000000002</c:v>
                </c:pt>
                <c:pt idx="673">
                  <c:v>0.134800000000002</c:v>
                </c:pt>
                <c:pt idx="674">
                  <c:v>0.13500000000000201</c:v>
                </c:pt>
                <c:pt idx="675">
                  <c:v>0.13520000000000201</c:v>
                </c:pt>
                <c:pt idx="676">
                  <c:v>0.13540000000000199</c:v>
                </c:pt>
                <c:pt idx="677">
                  <c:v>0.135600000000002</c:v>
                </c:pt>
                <c:pt idx="678">
                  <c:v>0.135800000000002</c:v>
                </c:pt>
                <c:pt idx="679">
                  <c:v>0.13600000000000201</c:v>
                </c:pt>
                <c:pt idx="680">
                  <c:v>0.13620000000000199</c:v>
                </c:pt>
                <c:pt idx="681">
                  <c:v>0.13640000000000199</c:v>
                </c:pt>
                <c:pt idx="682">
                  <c:v>0.136600000000002</c:v>
                </c:pt>
                <c:pt idx="683">
                  <c:v>0.136800000000002</c:v>
                </c:pt>
                <c:pt idx="684">
                  <c:v>0.13700000000000201</c:v>
                </c:pt>
                <c:pt idx="685">
                  <c:v>0.13720000000000199</c:v>
                </c:pt>
                <c:pt idx="686">
                  <c:v>0.13740000000000199</c:v>
                </c:pt>
                <c:pt idx="687">
                  <c:v>0.137600000000002</c:v>
                </c:pt>
                <c:pt idx="688">
                  <c:v>0.137800000000002</c:v>
                </c:pt>
                <c:pt idx="689">
                  <c:v>0.13800000000000201</c:v>
                </c:pt>
                <c:pt idx="690">
                  <c:v>0.13820000000000199</c:v>
                </c:pt>
                <c:pt idx="691">
                  <c:v>0.13840000000000199</c:v>
                </c:pt>
                <c:pt idx="692">
                  <c:v>0.138600000000002</c:v>
                </c:pt>
                <c:pt idx="693">
                  <c:v>0.13880000000000201</c:v>
                </c:pt>
                <c:pt idx="694">
                  <c:v>0.13900000000000201</c:v>
                </c:pt>
                <c:pt idx="695">
                  <c:v>0.13920000000000199</c:v>
                </c:pt>
                <c:pt idx="696">
                  <c:v>0.13940000000000199</c:v>
                </c:pt>
                <c:pt idx="697">
                  <c:v>0.139600000000002</c:v>
                </c:pt>
                <c:pt idx="698">
                  <c:v>0.13980000000000201</c:v>
                </c:pt>
                <c:pt idx="699">
                  <c:v>0.14000000000000201</c:v>
                </c:pt>
                <c:pt idx="700">
                  <c:v>0.14020000000000199</c:v>
                </c:pt>
                <c:pt idx="701">
                  <c:v>0.140400000000002</c:v>
                </c:pt>
                <c:pt idx="702">
                  <c:v>0.140600000000002</c:v>
                </c:pt>
                <c:pt idx="703">
                  <c:v>0.14080000000000201</c:v>
                </c:pt>
                <c:pt idx="704">
                  <c:v>0.14100000000000201</c:v>
                </c:pt>
                <c:pt idx="705">
                  <c:v>0.14120000000000199</c:v>
                </c:pt>
                <c:pt idx="706">
                  <c:v>0.141400000000002</c:v>
                </c:pt>
                <c:pt idx="707">
                  <c:v>0.141600000000002</c:v>
                </c:pt>
                <c:pt idx="708">
                  <c:v>0.14180000000000201</c:v>
                </c:pt>
                <c:pt idx="709">
                  <c:v>0.14200000000000201</c:v>
                </c:pt>
                <c:pt idx="710">
                  <c:v>0.14220000000000199</c:v>
                </c:pt>
                <c:pt idx="711">
                  <c:v>0.142400000000002</c:v>
                </c:pt>
                <c:pt idx="712">
                  <c:v>0.142600000000002</c:v>
                </c:pt>
                <c:pt idx="713">
                  <c:v>0.14280000000000201</c:v>
                </c:pt>
                <c:pt idx="714">
                  <c:v>0.14300000000000199</c:v>
                </c:pt>
                <c:pt idx="715">
                  <c:v>0.14320000000000199</c:v>
                </c:pt>
                <c:pt idx="716">
                  <c:v>0.143400000000002</c:v>
                </c:pt>
                <c:pt idx="717">
                  <c:v>0.143600000000002</c:v>
                </c:pt>
                <c:pt idx="718">
                  <c:v>0.14380000000000201</c:v>
                </c:pt>
                <c:pt idx="719">
                  <c:v>0.14400000000000199</c:v>
                </c:pt>
                <c:pt idx="720">
                  <c:v>0.14420000000000199</c:v>
                </c:pt>
                <c:pt idx="721">
                  <c:v>0.144400000000002</c:v>
                </c:pt>
                <c:pt idx="722">
                  <c:v>0.144600000000002</c:v>
                </c:pt>
                <c:pt idx="723">
                  <c:v>0.14480000000000201</c:v>
                </c:pt>
                <c:pt idx="724">
                  <c:v>0.14500000000000199</c:v>
                </c:pt>
                <c:pt idx="725">
                  <c:v>0.14520000000000199</c:v>
                </c:pt>
                <c:pt idx="726">
                  <c:v>0.145400000000002</c:v>
                </c:pt>
                <c:pt idx="727">
                  <c:v>0.14560000000000201</c:v>
                </c:pt>
                <c:pt idx="728">
                  <c:v>0.14580000000000201</c:v>
                </c:pt>
                <c:pt idx="729">
                  <c:v>0.14600000000000199</c:v>
                </c:pt>
                <c:pt idx="730">
                  <c:v>0.146200000000002</c:v>
                </c:pt>
                <c:pt idx="731">
                  <c:v>0.146400000000002</c:v>
                </c:pt>
                <c:pt idx="732">
                  <c:v>0.14660000000000201</c:v>
                </c:pt>
                <c:pt idx="733">
                  <c:v>0.14680000000000201</c:v>
                </c:pt>
                <c:pt idx="734">
                  <c:v>0.14700000000000199</c:v>
                </c:pt>
                <c:pt idx="735">
                  <c:v>0.147200000000002</c:v>
                </c:pt>
                <c:pt idx="736">
                  <c:v>0.147400000000002</c:v>
                </c:pt>
                <c:pt idx="737">
                  <c:v>0.14760000000000201</c:v>
                </c:pt>
                <c:pt idx="738">
                  <c:v>0.14780000000000201</c:v>
                </c:pt>
                <c:pt idx="739">
                  <c:v>0.14800000000000199</c:v>
                </c:pt>
                <c:pt idx="740">
                  <c:v>0.148200000000002</c:v>
                </c:pt>
                <c:pt idx="741">
                  <c:v>0.148400000000002</c:v>
                </c:pt>
                <c:pt idx="742">
                  <c:v>0.14860000000000201</c:v>
                </c:pt>
                <c:pt idx="743">
                  <c:v>0.14880000000000199</c:v>
                </c:pt>
                <c:pt idx="744">
                  <c:v>0.14900000000000199</c:v>
                </c:pt>
                <c:pt idx="745">
                  <c:v>0.149200000000002</c:v>
                </c:pt>
                <c:pt idx="746">
                  <c:v>0.149400000000002</c:v>
                </c:pt>
                <c:pt idx="747">
                  <c:v>0.14960000000000201</c:v>
                </c:pt>
                <c:pt idx="748">
                  <c:v>0.14980000000000199</c:v>
                </c:pt>
                <c:pt idx="749">
                  <c:v>0.15000000000000199</c:v>
                </c:pt>
                <c:pt idx="750">
                  <c:v>0.150200000000002</c:v>
                </c:pt>
                <c:pt idx="751">
                  <c:v>0.150400000000002</c:v>
                </c:pt>
                <c:pt idx="752">
                  <c:v>0.15060000000000201</c:v>
                </c:pt>
                <c:pt idx="753">
                  <c:v>0.15080000000000199</c:v>
                </c:pt>
                <c:pt idx="754">
                  <c:v>0.15100000000000199</c:v>
                </c:pt>
                <c:pt idx="755">
                  <c:v>0.151200000000002</c:v>
                </c:pt>
                <c:pt idx="756">
                  <c:v>0.15140000000000201</c:v>
                </c:pt>
                <c:pt idx="757">
                  <c:v>0.15160000000000201</c:v>
                </c:pt>
                <c:pt idx="758">
                  <c:v>0.15180000000000199</c:v>
                </c:pt>
                <c:pt idx="759">
                  <c:v>0.15200000000000199</c:v>
                </c:pt>
                <c:pt idx="760">
                  <c:v>0.152200000000002</c:v>
                </c:pt>
                <c:pt idx="761">
                  <c:v>0.15240000000000201</c:v>
                </c:pt>
                <c:pt idx="762">
                  <c:v>0.15260000000000201</c:v>
                </c:pt>
                <c:pt idx="763">
                  <c:v>0.15280000000000199</c:v>
                </c:pt>
                <c:pt idx="764">
                  <c:v>0.153000000000002</c:v>
                </c:pt>
                <c:pt idx="765">
                  <c:v>0.153200000000002</c:v>
                </c:pt>
                <c:pt idx="766">
                  <c:v>0.15340000000000201</c:v>
                </c:pt>
                <c:pt idx="767">
                  <c:v>0.15360000000000201</c:v>
                </c:pt>
                <c:pt idx="768">
                  <c:v>0.15380000000000199</c:v>
                </c:pt>
                <c:pt idx="769">
                  <c:v>0.154000000000002</c:v>
                </c:pt>
                <c:pt idx="770">
                  <c:v>0.154200000000002</c:v>
                </c:pt>
                <c:pt idx="771">
                  <c:v>0.15440000000000201</c:v>
                </c:pt>
                <c:pt idx="772">
                  <c:v>0.15460000000000201</c:v>
                </c:pt>
                <c:pt idx="773">
                  <c:v>0.15480000000000199</c:v>
                </c:pt>
                <c:pt idx="774">
                  <c:v>0.155000000000002</c:v>
                </c:pt>
                <c:pt idx="775">
                  <c:v>0.155200000000002</c:v>
                </c:pt>
                <c:pt idx="776">
                  <c:v>0.15540000000000201</c:v>
                </c:pt>
                <c:pt idx="777">
                  <c:v>0.15560000000000199</c:v>
                </c:pt>
                <c:pt idx="778">
                  <c:v>0.15580000000000199</c:v>
                </c:pt>
                <c:pt idx="779">
                  <c:v>0.156000000000002</c:v>
                </c:pt>
                <c:pt idx="780">
                  <c:v>0.156200000000002</c:v>
                </c:pt>
                <c:pt idx="781">
                  <c:v>0.15640000000000201</c:v>
                </c:pt>
                <c:pt idx="782">
                  <c:v>0.15660000000000199</c:v>
                </c:pt>
                <c:pt idx="783">
                  <c:v>0.15680000000000199</c:v>
                </c:pt>
                <c:pt idx="784">
                  <c:v>0.157000000000002</c:v>
                </c:pt>
                <c:pt idx="785">
                  <c:v>0.157200000000002</c:v>
                </c:pt>
                <c:pt idx="786">
                  <c:v>0.15740000000000201</c:v>
                </c:pt>
                <c:pt idx="787">
                  <c:v>0.15760000000000199</c:v>
                </c:pt>
                <c:pt idx="788">
                  <c:v>0.15780000000000199</c:v>
                </c:pt>
                <c:pt idx="789">
                  <c:v>0.158000000000002</c:v>
                </c:pt>
                <c:pt idx="790">
                  <c:v>0.15820000000000201</c:v>
                </c:pt>
                <c:pt idx="791">
                  <c:v>0.15840000000000201</c:v>
                </c:pt>
                <c:pt idx="792">
                  <c:v>0.15860000000000199</c:v>
                </c:pt>
                <c:pt idx="793">
                  <c:v>0.158800000000002</c:v>
                </c:pt>
                <c:pt idx="794">
                  <c:v>0.159000000000003</c:v>
                </c:pt>
                <c:pt idx="795">
                  <c:v>0.15920000000000301</c:v>
                </c:pt>
                <c:pt idx="796">
                  <c:v>0.15940000000000301</c:v>
                </c:pt>
                <c:pt idx="797">
                  <c:v>0.15960000000000299</c:v>
                </c:pt>
                <c:pt idx="798">
                  <c:v>0.159800000000003</c:v>
                </c:pt>
                <c:pt idx="799">
                  <c:v>0.160000000000003</c:v>
                </c:pt>
                <c:pt idx="800">
                  <c:v>0.16020000000000301</c:v>
                </c:pt>
                <c:pt idx="801">
                  <c:v>0.16040000000000301</c:v>
                </c:pt>
                <c:pt idx="802">
                  <c:v>0.16060000000000299</c:v>
                </c:pt>
                <c:pt idx="803">
                  <c:v>0.160800000000003</c:v>
                </c:pt>
                <c:pt idx="804">
                  <c:v>0.161000000000003</c:v>
                </c:pt>
                <c:pt idx="805">
                  <c:v>0.16120000000000301</c:v>
                </c:pt>
                <c:pt idx="806">
                  <c:v>0.16140000000000301</c:v>
                </c:pt>
                <c:pt idx="807">
                  <c:v>0.16160000000000299</c:v>
                </c:pt>
                <c:pt idx="808">
                  <c:v>0.161800000000003</c:v>
                </c:pt>
                <c:pt idx="809">
                  <c:v>0.162000000000003</c:v>
                </c:pt>
                <c:pt idx="810">
                  <c:v>0.16220000000000301</c:v>
                </c:pt>
                <c:pt idx="811">
                  <c:v>0.16240000000000299</c:v>
                </c:pt>
                <c:pt idx="812">
                  <c:v>0.16260000000000299</c:v>
                </c:pt>
                <c:pt idx="813">
                  <c:v>0.162800000000003</c:v>
                </c:pt>
                <c:pt idx="814">
                  <c:v>0.163000000000003</c:v>
                </c:pt>
                <c:pt idx="815">
                  <c:v>0.16320000000000301</c:v>
                </c:pt>
                <c:pt idx="816">
                  <c:v>0.16340000000000299</c:v>
                </c:pt>
                <c:pt idx="817">
                  <c:v>0.16360000000000299</c:v>
                </c:pt>
                <c:pt idx="818">
                  <c:v>0.163800000000003</c:v>
                </c:pt>
                <c:pt idx="819">
                  <c:v>0.164000000000003</c:v>
                </c:pt>
                <c:pt idx="820">
                  <c:v>0.16420000000000301</c:v>
                </c:pt>
                <c:pt idx="821">
                  <c:v>0.16440000000000299</c:v>
                </c:pt>
                <c:pt idx="822">
                  <c:v>0.16460000000000299</c:v>
                </c:pt>
                <c:pt idx="823">
                  <c:v>0.164800000000003</c:v>
                </c:pt>
                <c:pt idx="824">
                  <c:v>0.16500000000000301</c:v>
                </c:pt>
                <c:pt idx="825">
                  <c:v>0.16520000000000301</c:v>
                </c:pt>
                <c:pt idx="826">
                  <c:v>0.16540000000000299</c:v>
                </c:pt>
                <c:pt idx="827">
                  <c:v>0.16560000000000299</c:v>
                </c:pt>
                <c:pt idx="828">
                  <c:v>0.165800000000003</c:v>
                </c:pt>
                <c:pt idx="829">
                  <c:v>0.16600000000000301</c:v>
                </c:pt>
                <c:pt idx="830">
                  <c:v>0.16620000000000301</c:v>
                </c:pt>
                <c:pt idx="831">
                  <c:v>0.16640000000000299</c:v>
                </c:pt>
                <c:pt idx="832">
                  <c:v>0.166600000000003</c:v>
                </c:pt>
                <c:pt idx="833">
                  <c:v>0.166800000000003</c:v>
                </c:pt>
                <c:pt idx="834">
                  <c:v>0.16700000000000301</c:v>
                </c:pt>
                <c:pt idx="835">
                  <c:v>0.16720000000000301</c:v>
                </c:pt>
                <c:pt idx="836">
                  <c:v>0.16740000000000299</c:v>
                </c:pt>
                <c:pt idx="837">
                  <c:v>0.167600000000003</c:v>
                </c:pt>
                <c:pt idx="838">
                  <c:v>0.167800000000003</c:v>
                </c:pt>
                <c:pt idx="839">
                  <c:v>0.16800000000000301</c:v>
                </c:pt>
                <c:pt idx="840">
                  <c:v>0.16820000000000301</c:v>
                </c:pt>
                <c:pt idx="841">
                  <c:v>0.16840000000000299</c:v>
                </c:pt>
                <c:pt idx="842">
                  <c:v>0.168600000000003</c:v>
                </c:pt>
                <c:pt idx="843">
                  <c:v>0.168800000000003</c:v>
                </c:pt>
                <c:pt idx="844">
                  <c:v>0.16900000000000301</c:v>
                </c:pt>
                <c:pt idx="845">
                  <c:v>0.16920000000000299</c:v>
                </c:pt>
                <c:pt idx="846">
                  <c:v>0.16940000000000299</c:v>
                </c:pt>
                <c:pt idx="847">
                  <c:v>0.169600000000003</c:v>
                </c:pt>
                <c:pt idx="848">
                  <c:v>0.169800000000003</c:v>
                </c:pt>
                <c:pt idx="849">
                  <c:v>0.17000000000000301</c:v>
                </c:pt>
                <c:pt idx="850">
                  <c:v>0.17020000000000299</c:v>
                </c:pt>
                <c:pt idx="851">
                  <c:v>0.17040000000000299</c:v>
                </c:pt>
                <c:pt idx="852">
                  <c:v>0.170600000000003</c:v>
                </c:pt>
                <c:pt idx="853">
                  <c:v>0.170800000000003</c:v>
                </c:pt>
                <c:pt idx="854">
                  <c:v>0.17100000000000301</c:v>
                </c:pt>
                <c:pt idx="855">
                  <c:v>0.17120000000000299</c:v>
                </c:pt>
                <c:pt idx="856">
                  <c:v>0.17140000000000299</c:v>
                </c:pt>
                <c:pt idx="857">
                  <c:v>0.171600000000003</c:v>
                </c:pt>
                <c:pt idx="858">
                  <c:v>0.17180000000000301</c:v>
                </c:pt>
                <c:pt idx="859">
                  <c:v>0.17200000000000301</c:v>
                </c:pt>
                <c:pt idx="860">
                  <c:v>0.17220000000000299</c:v>
                </c:pt>
                <c:pt idx="861">
                  <c:v>0.172400000000003</c:v>
                </c:pt>
                <c:pt idx="862">
                  <c:v>0.172600000000003</c:v>
                </c:pt>
                <c:pt idx="863">
                  <c:v>0.17280000000000301</c:v>
                </c:pt>
                <c:pt idx="864">
                  <c:v>0.17300000000000301</c:v>
                </c:pt>
                <c:pt idx="865">
                  <c:v>0.17320000000000299</c:v>
                </c:pt>
                <c:pt idx="866">
                  <c:v>0.173400000000003</c:v>
                </c:pt>
                <c:pt idx="867">
                  <c:v>0.173600000000003</c:v>
                </c:pt>
                <c:pt idx="868">
                  <c:v>0.17380000000000301</c:v>
                </c:pt>
                <c:pt idx="869">
                  <c:v>0.17400000000000301</c:v>
                </c:pt>
                <c:pt idx="870">
                  <c:v>0.17420000000000299</c:v>
                </c:pt>
                <c:pt idx="871">
                  <c:v>0.174400000000003</c:v>
                </c:pt>
                <c:pt idx="872">
                  <c:v>0.174600000000003</c:v>
                </c:pt>
                <c:pt idx="873">
                  <c:v>0.17480000000000301</c:v>
                </c:pt>
                <c:pt idx="874">
                  <c:v>0.17500000000000299</c:v>
                </c:pt>
                <c:pt idx="875">
                  <c:v>0.17520000000000299</c:v>
                </c:pt>
                <c:pt idx="876">
                  <c:v>0.175400000000003</c:v>
                </c:pt>
                <c:pt idx="877">
                  <c:v>0.175600000000003</c:v>
                </c:pt>
                <c:pt idx="878">
                  <c:v>0.17580000000000301</c:v>
                </c:pt>
                <c:pt idx="879">
                  <c:v>0.17600000000000299</c:v>
                </c:pt>
                <c:pt idx="880">
                  <c:v>0.17620000000000299</c:v>
                </c:pt>
                <c:pt idx="881">
                  <c:v>0.176400000000003</c:v>
                </c:pt>
                <c:pt idx="882">
                  <c:v>0.176600000000003</c:v>
                </c:pt>
                <c:pt idx="883">
                  <c:v>0.17680000000000301</c:v>
                </c:pt>
                <c:pt idx="884">
                  <c:v>0.17700000000000299</c:v>
                </c:pt>
                <c:pt idx="885">
                  <c:v>0.17720000000000299</c:v>
                </c:pt>
                <c:pt idx="886">
                  <c:v>0.177400000000003</c:v>
                </c:pt>
                <c:pt idx="887">
                  <c:v>0.17760000000000301</c:v>
                </c:pt>
                <c:pt idx="888">
                  <c:v>0.17780000000000301</c:v>
                </c:pt>
                <c:pt idx="889">
                  <c:v>0.17800000000000299</c:v>
                </c:pt>
                <c:pt idx="890">
                  <c:v>0.17820000000000299</c:v>
                </c:pt>
                <c:pt idx="891">
                  <c:v>0.178400000000003</c:v>
                </c:pt>
                <c:pt idx="892">
                  <c:v>0.17860000000000301</c:v>
                </c:pt>
                <c:pt idx="893">
                  <c:v>0.17880000000000301</c:v>
                </c:pt>
                <c:pt idx="894">
                  <c:v>0.17900000000000299</c:v>
                </c:pt>
                <c:pt idx="895">
                  <c:v>0.179200000000003</c:v>
                </c:pt>
                <c:pt idx="896">
                  <c:v>0.179400000000003</c:v>
                </c:pt>
                <c:pt idx="897">
                  <c:v>0.17960000000000301</c:v>
                </c:pt>
                <c:pt idx="898">
                  <c:v>0.17980000000000301</c:v>
                </c:pt>
                <c:pt idx="899">
                  <c:v>0.18000000000000299</c:v>
                </c:pt>
                <c:pt idx="900">
                  <c:v>0.180200000000003</c:v>
                </c:pt>
                <c:pt idx="901">
                  <c:v>0.180400000000003</c:v>
                </c:pt>
                <c:pt idx="902">
                  <c:v>0.18060000000000301</c:v>
                </c:pt>
                <c:pt idx="903">
                  <c:v>0.18080000000000301</c:v>
                </c:pt>
                <c:pt idx="904">
                  <c:v>0.18100000000000299</c:v>
                </c:pt>
                <c:pt idx="905">
                  <c:v>0.181200000000003</c:v>
                </c:pt>
                <c:pt idx="906">
                  <c:v>0.181400000000003</c:v>
                </c:pt>
                <c:pt idx="907">
                  <c:v>0.18160000000000301</c:v>
                </c:pt>
                <c:pt idx="908">
                  <c:v>0.18180000000000299</c:v>
                </c:pt>
                <c:pt idx="909">
                  <c:v>0.18200000000000299</c:v>
                </c:pt>
                <c:pt idx="910">
                  <c:v>0.182200000000003</c:v>
                </c:pt>
                <c:pt idx="911">
                  <c:v>0.182400000000003</c:v>
                </c:pt>
                <c:pt idx="912">
                  <c:v>0.18260000000000301</c:v>
                </c:pt>
                <c:pt idx="913">
                  <c:v>0.18280000000000299</c:v>
                </c:pt>
                <c:pt idx="914">
                  <c:v>0.18300000000000299</c:v>
                </c:pt>
                <c:pt idx="915">
                  <c:v>0.183200000000003</c:v>
                </c:pt>
                <c:pt idx="916">
                  <c:v>0.18340000000000301</c:v>
                </c:pt>
                <c:pt idx="917">
                  <c:v>0.18360000000000301</c:v>
                </c:pt>
                <c:pt idx="918">
                  <c:v>0.18380000000000299</c:v>
                </c:pt>
                <c:pt idx="919">
                  <c:v>0.18400000000000299</c:v>
                </c:pt>
                <c:pt idx="920">
                  <c:v>0.184200000000003</c:v>
                </c:pt>
                <c:pt idx="921">
                  <c:v>0.18440000000000301</c:v>
                </c:pt>
                <c:pt idx="922">
                  <c:v>0.18460000000000301</c:v>
                </c:pt>
                <c:pt idx="923">
                  <c:v>0.18480000000000299</c:v>
                </c:pt>
                <c:pt idx="924">
                  <c:v>0.185000000000003</c:v>
                </c:pt>
                <c:pt idx="925">
                  <c:v>0.185200000000003</c:v>
                </c:pt>
                <c:pt idx="926">
                  <c:v>0.18540000000000301</c:v>
                </c:pt>
                <c:pt idx="927">
                  <c:v>0.18560000000000301</c:v>
                </c:pt>
                <c:pt idx="928">
                  <c:v>0.18580000000000299</c:v>
                </c:pt>
                <c:pt idx="929">
                  <c:v>0.186000000000003</c:v>
                </c:pt>
                <c:pt idx="930">
                  <c:v>0.186200000000003</c:v>
                </c:pt>
                <c:pt idx="931">
                  <c:v>0.18640000000000301</c:v>
                </c:pt>
                <c:pt idx="932">
                  <c:v>0.18660000000000301</c:v>
                </c:pt>
                <c:pt idx="933">
                  <c:v>0.18680000000000299</c:v>
                </c:pt>
                <c:pt idx="934">
                  <c:v>0.187000000000003</c:v>
                </c:pt>
                <c:pt idx="935">
                  <c:v>0.187200000000003</c:v>
                </c:pt>
                <c:pt idx="936">
                  <c:v>0.18740000000000301</c:v>
                </c:pt>
                <c:pt idx="937">
                  <c:v>0.18760000000000299</c:v>
                </c:pt>
                <c:pt idx="938">
                  <c:v>0.18780000000000299</c:v>
                </c:pt>
                <c:pt idx="939">
                  <c:v>0.188000000000003</c:v>
                </c:pt>
                <c:pt idx="940">
                  <c:v>0.188200000000003</c:v>
                </c:pt>
                <c:pt idx="941">
                  <c:v>0.18840000000000301</c:v>
                </c:pt>
                <c:pt idx="942">
                  <c:v>0.18860000000000299</c:v>
                </c:pt>
                <c:pt idx="943">
                  <c:v>0.18880000000000299</c:v>
                </c:pt>
                <c:pt idx="944">
                  <c:v>0.189000000000003</c:v>
                </c:pt>
                <c:pt idx="945">
                  <c:v>0.189200000000003</c:v>
                </c:pt>
                <c:pt idx="946">
                  <c:v>0.18940000000000301</c:v>
                </c:pt>
                <c:pt idx="947">
                  <c:v>0.18960000000000299</c:v>
                </c:pt>
                <c:pt idx="948">
                  <c:v>0.18980000000000299</c:v>
                </c:pt>
                <c:pt idx="949">
                  <c:v>0.190000000000003</c:v>
                </c:pt>
                <c:pt idx="950">
                  <c:v>0.19020000000000301</c:v>
                </c:pt>
                <c:pt idx="951">
                  <c:v>0.19040000000000301</c:v>
                </c:pt>
                <c:pt idx="952">
                  <c:v>0.19060000000000299</c:v>
                </c:pt>
                <c:pt idx="953">
                  <c:v>0.19080000000000299</c:v>
                </c:pt>
                <c:pt idx="954">
                  <c:v>0.191000000000003</c:v>
                </c:pt>
                <c:pt idx="955">
                  <c:v>0.19120000000000301</c:v>
                </c:pt>
                <c:pt idx="956">
                  <c:v>0.19140000000000301</c:v>
                </c:pt>
                <c:pt idx="957">
                  <c:v>0.19160000000000299</c:v>
                </c:pt>
                <c:pt idx="958">
                  <c:v>0.191800000000003</c:v>
                </c:pt>
                <c:pt idx="959">
                  <c:v>0.192000000000003</c:v>
                </c:pt>
                <c:pt idx="960">
                  <c:v>0.19220000000000301</c:v>
                </c:pt>
                <c:pt idx="961">
                  <c:v>0.19240000000000301</c:v>
                </c:pt>
                <c:pt idx="962">
                  <c:v>0.19260000000000299</c:v>
                </c:pt>
                <c:pt idx="963">
                  <c:v>0.192800000000003</c:v>
                </c:pt>
                <c:pt idx="964">
                  <c:v>0.193000000000003</c:v>
                </c:pt>
                <c:pt idx="965">
                  <c:v>0.19320000000000301</c:v>
                </c:pt>
                <c:pt idx="966">
                  <c:v>0.19340000000000299</c:v>
                </c:pt>
                <c:pt idx="967">
                  <c:v>0.19360000000000299</c:v>
                </c:pt>
                <c:pt idx="968">
                  <c:v>0.193800000000003</c:v>
                </c:pt>
                <c:pt idx="969">
                  <c:v>0.194000000000004</c:v>
                </c:pt>
                <c:pt idx="970">
                  <c:v>0.19420000000000401</c:v>
                </c:pt>
                <c:pt idx="971">
                  <c:v>0.19440000000000399</c:v>
                </c:pt>
                <c:pt idx="972">
                  <c:v>0.19460000000000399</c:v>
                </c:pt>
                <c:pt idx="973">
                  <c:v>0.194800000000004</c:v>
                </c:pt>
                <c:pt idx="974">
                  <c:v>0.195000000000004</c:v>
                </c:pt>
                <c:pt idx="975">
                  <c:v>0.19520000000000401</c:v>
                </c:pt>
                <c:pt idx="976">
                  <c:v>0.19540000000000399</c:v>
                </c:pt>
                <c:pt idx="977">
                  <c:v>0.19560000000000399</c:v>
                </c:pt>
                <c:pt idx="978">
                  <c:v>0.195800000000004</c:v>
                </c:pt>
                <c:pt idx="979">
                  <c:v>0.196000000000004</c:v>
                </c:pt>
                <c:pt idx="980">
                  <c:v>0.19620000000000401</c:v>
                </c:pt>
                <c:pt idx="981">
                  <c:v>0.19640000000000399</c:v>
                </c:pt>
                <c:pt idx="982">
                  <c:v>0.19660000000000399</c:v>
                </c:pt>
                <c:pt idx="983">
                  <c:v>0.196800000000004</c:v>
                </c:pt>
                <c:pt idx="984">
                  <c:v>0.19700000000000401</c:v>
                </c:pt>
                <c:pt idx="985">
                  <c:v>0.19720000000000401</c:v>
                </c:pt>
                <c:pt idx="986">
                  <c:v>0.19740000000000399</c:v>
                </c:pt>
                <c:pt idx="987">
                  <c:v>0.19760000000000399</c:v>
                </c:pt>
                <c:pt idx="988">
                  <c:v>0.197800000000004</c:v>
                </c:pt>
                <c:pt idx="989">
                  <c:v>0.19800000000000401</c:v>
                </c:pt>
                <c:pt idx="990">
                  <c:v>0.19820000000000401</c:v>
                </c:pt>
                <c:pt idx="991">
                  <c:v>0.19840000000000399</c:v>
                </c:pt>
                <c:pt idx="992">
                  <c:v>0.198600000000004</c:v>
                </c:pt>
                <c:pt idx="993">
                  <c:v>0.198800000000004</c:v>
                </c:pt>
                <c:pt idx="994">
                  <c:v>0.19900000000000401</c:v>
                </c:pt>
                <c:pt idx="995">
                  <c:v>0.19920000000000401</c:v>
                </c:pt>
                <c:pt idx="996">
                  <c:v>0.19940000000000399</c:v>
                </c:pt>
                <c:pt idx="997">
                  <c:v>0.199600000000004</c:v>
                </c:pt>
                <c:pt idx="998">
                  <c:v>0.199800000000004</c:v>
                </c:pt>
                <c:pt idx="999">
                  <c:v>0.20000000000000401</c:v>
                </c:pt>
                <c:pt idx="1000">
                  <c:v>0.20020000000000401</c:v>
                </c:pt>
                <c:pt idx="1001">
                  <c:v>0.20040000000000399</c:v>
                </c:pt>
                <c:pt idx="1002">
                  <c:v>0.200600000000004</c:v>
                </c:pt>
                <c:pt idx="1003">
                  <c:v>0.200800000000004</c:v>
                </c:pt>
                <c:pt idx="1004">
                  <c:v>0.20100000000000401</c:v>
                </c:pt>
                <c:pt idx="1005">
                  <c:v>0.20120000000000399</c:v>
                </c:pt>
                <c:pt idx="1006">
                  <c:v>0.20140000000000399</c:v>
                </c:pt>
                <c:pt idx="1007">
                  <c:v>0.201600000000004</c:v>
                </c:pt>
                <c:pt idx="1008">
                  <c:v>0.201800000000004</c:v>
                </c:pt>
                <c:pt idx="1009">
                  <c:v>0.20200000000000401</c:v>
                </c:pt>
                <c:pt idx="1010">
                  <c:v>0.20220000000000399</c:v>
                </c:pt>
                <c:pt idx="1011">
                  <c:v>0.20240000000000399</c:v>
                </c:pt>
                <c:pt idx="1012">
                  <c:v>0.202600000000004</c:v>
                </c:pt>
                <c:pt idx="1013">
                  <c:v>0.202800000000004</c:v>
                </c:pt>
                <c:pt idx="1014">
                  <c:v>0.20300000000000401</c:v>
                </c:pt>
                <c:pt idx="1015">
                  <c:v>0.20320000000000399</c:v>
                </c:pt>
                <c:pt idx="1016">
                  <c:v>0.20340000000000399</c:v>
                </c:pt>
                <c:pt idx="1017">
                  <c:v>0.203600000000004</c:v>
                </c:pt>
                <c:pt idx="1018">
                  <c:v>0.20380000000000401</c:v>
                </c:pt>
                <c:pt idx="1019">
                  <c:v>0.20400000000000401</c:v>
                </c:pt>
                <c:pt idx="1020">
                  <c:v>0.20420000000000399</c:v>
                </c:pt>
                <c:pt idx="1021">
                  <c:v>0.204400000000004</c:v>
                </c:pt>
                <c:pt idx="1022">
                  <c:v>0.204600000000004</c:v>
                </c:pt>
                <c:pt idx="1023">
                  <c:v>0.20480000000000401</c:v>
                </c:pt>
                <c:pt idx="1024">
                  <c:v>0.20500000000000401</c:v>
                </c:pt>
                <c:pt idx="1025">
                  <c:v>0.20520000000000399</c:v>
                </c:pt>
                <c:pt idx="1026">
                  <c:v>0.205400000000004</c:v>
                </c:pt>
                <c:pt idx="1027">
                  <c:v>0.205600000000004</c:v>
                </c:pt>
                <c:pt idx="1028">
                  <c:v>0.20580000000000401</c:v>
                </c:pt>
                <c:pt idx="1029">
                  <c:v>0.20600000000000401</c:v>
                </c:pt>
                <c:pt idx="1030">
                  <c:v>0.20620000000000399</c:v>
                </c:pt>
                <c:pt idx="1031">
                  <c:v>0.206400000000004</c:v>
                </c:pt>
                <c:pt idx="1032">
                  <c:v>0.206600000000004</c:v>
                </c:pt>
                <c:pt idx="1033">
                  <c:v>0.20680000000000401</c:v>
                </c:pt>
                <c:pt idx="1034">
                  <c:v>0.20700000000000399</c:v>
                </c:pt>
                <c:pt idx="1035">
                  <c:v>0.20720000000000399</c:v>
                </c:pt>
                <c:pt idx="1036">
                  <c:v>0.207400000000004</c:v>
                </c:pt>
                <c:pt idx="1037">
                  <c:v>0.207600000000004</c:v>
                </c:pt>
                <c:pt idx="1038">
                  <c:v>0.20780000000000401</c:v>
                </c:pt>
                <c:pt idx="1039">
                  <c:v>0.20800000000000399</c:v>
                </c:pt>
                <c:pt idx="1040">
                  <c:v>0.20820000000000399</c:v>
                </c:pt>
                <c:pt idx="1041">
                  <c:v>0.208400000000004</c:v>
                </c:pt>
                <c:pt idx="1042">
                  <c:v>0.208600000000004</c:v>
                </c:pt>
                <c:pt idx="1043">
                  <c:v>0.20880000000000401</c:v>
                </c:pt>
                <c:pt idx="1044">
                  <c:v>0.20900000000000399</c:v>
                </c:pt>
                <c:pt idx="1045">
                  <c:v>0.20920000000000399</c:v>
                </c:pt>
                <c:pt idx="1046">
                  <c:v>0.209400000000004</c:v>
                </c:pt>
                <c:pt idx="1047">
                  <c:v>0.20960000000000401</c:v>
                </c:pt>
                <c:pt idx="1048">
                  <c:v>0.20980000000000401</c:v>
                </c:pt>
                <c:pt idx="1049">
                  <c:v>0.21000000000000399</c:v>
                </c:pt>
                <c:pt idx="1050">
                  <c:v>0.21020000000000399</c:v>
                </c:pt>
                <c:pt idx="1051">
                  <c:v>0.210400000000004</c:v>
                </c:pt>
                <c:pt idx="1052">
                  <c:v>0.21060000000000401</c:v>
                </c:pt>
                <c:pt idx="1053">
                  <c:v>0.21080000000000401</c:v>
                </c:pt>
                <c:pt idx="1054">
                  <c:v>0.21100000000000399</c:v>
                </c:pt>
                <c:pt idx="1055">
                  <c:v>0.211200000000004</c:v>
                </c:pt>
                <c:pt idx="1056">
                  <c:v>0.211400000000004</c:v>
                </c:pt>
                <c:pt idx="1057">
                  <c:v>0.21160000000000401</c:v>
                </c:pt>
                <c:pt idx="1058">
                  <c:v>0.21180000000000401</c:v>
                </c:pt>
                <c:pt idx="1059">
                  <c:v>0.21200000000000399</c:v>
                </c:pt>
                <c:pt idx="1060">
                  <c:v>0.212200000000004</c:v>
                </c:pt>
                <c:pt idx="1061">
                  <c:v>0.212400000000004</c:v>
                </c:pt>
                <c:pt idx="1062">
                  <c:v>0.21260000000000401</c:v>
                </c:pt>
                <c:pt idx="1063">
                  <c:v>0.21280000000000401</c:v>
                </c:pt>
                <c:pt idx="1064">
                  <c:v>0.21300000000000399</c:v>
                </c:pt>
                <c:pt idx="1065">
                  <c:v>0.213200000000004</c:v>
                </c:pt>
                <c:pt idx="1066">
                  <c:v>0.213400000000004</c:v>
                </c:pt>
                <c:pt idx="1067">
                  <c:v>0.21360000000000401</c:v>
                </c:pt>
                <c:pt idx="1068">
                  <c:v>0.21380000000000399</c:v>
                </c:pt>
                <c:pt idx="1069">
                  <c:v>0.21400000000000399</c:v>
                </c:pt>
                <c:pt idx="1070">
                  <c:v>0.214200000000004</c:v>
                </c:pt>
                <c:pt idx="1071">
                  <c:v>0.214400000000004</c:v>
                </c:pt>
                <c:pt idx="1072">
                  <c:v>0.21460000000000401</c:v>
                </c:pt>
                <c:pt idx="1073">
                  <c:v>0.21480000000000399</c:v>
                </c:pt>
                <c:pt idx="1074">
                  <c:v>0.21500000000000399</c:v>
                </c:pt>
                <c:pt idx="1075">
                  <c:v>0.215200000000004</c:v>
                </c:pt>
                <c:pt idx="1076">
                  <c:v>0.215400000000004</c:v>
                </c:pt>
                <c:pt idx="1077">
                  <c:v>0.21560000000000401</c:v>
                </c:pt>
                <c:pt idx="1078">
                  <c:v>0.21580000000000399</c:v>
                </c:pt>
                <c:pt idx="1079">
                  <c:v>0.21600000000000399</c:v>
                </c:pt>
                <c:pt idx="1080">
                  <c:v>0.216200000000004</c:v>
                </c:pt>
                <c:pt idx="1081">
                  <c:v>0.21640000000000401</c:v>
                </c:pt>
                <c:pt idx="1082">
                  <c:v>0.21660000000000401</c:v>
                </c:pt>
                <c:pt idx="1083">
                  <c:v>0.21680000000000399</c:v>
                </c:pt>
                <c:pt idx="1084">
                  <c:v>0.217000000000004</c:v>
                </c:pt>
                <c:pt idx="1085">
                  <c:v>0.217200000000004</c:v>
                </c:pt>
                <c:pt idx="1086">
                  <c:v>0.21740000000000401</c:v>
                </c:pt>
                <c:pt idx="1087">
                  <c:v>0.21760000000000401</c:v>
                </c:pt>
                <c:pt idx="1088">
                  <c:v>0.21780000000000399</c:v>
                </c:pt>
                <c:pt idx="1089">
                  <c:v>0.218000000000004</c:v>
                </c:pt>
                <c:pt idx="1090">
                  <c:v>0.218200000000004</c:v>
                </c:pt>
                <c:pt idx="1091">
                  <c:v>0.21840000000000401</c:v>
                </c:pt>
                <c:pt idx="1092">
                  <c:v>0.21860000000000401</c:v>
                </c:pt>
                <c:pt idx="1093">
                  <c:v>0.21880000000000399</c:v>
                </c:pt>
                <c:pt idx="1094">
                  <c:v>0.219000000000004</c:v>
                </c:pt>
                <c:pt idx="1095">
                  <c:v>0.219200000000004</c:v>
                </c:pt>
                <c:pt idx="1096">
                  <c:v>0.21940000000000401</c:v>
                </c:pt>
                <c:pt idx="1097">
                  <c:v>0.21960000000000399</c:v>
                </c:pt>
                <c:pt idx="1098">
                  <c:v>0.21980000000000399</c:v>
                </c:pt>
                <c:pt idx="1099">
                  <c:v>0.220000000000004</c:v>
                </c:pt>
                <c:pt idx="1100">
                  <c:v>0.220200000000004</c:v>
                </c:pt>
                <c:pt idx="1101">
                  <c:v>0.22040000000000401</c:v>
                </c:pt>
                <c:pt idx="1102">
                  <c:v>0.22060000000000399</c:v>
                </c:pt>
                <c:pt idx="1103">
                  <c:v>0.22080000000000399</c:v>
                </c:pt>
                <c:pt idx="1104">
                  <c:v>0.221000000000004</c:v>
                </c:pt>
                <c:pt idx="1105">
                  <c:v>0.221200000000004</c:v>
                </c:pt>
                <c:pt idx="1106">
                  <c:v>0.22140000000000401</c:v>
                </c:pt>
                <c:pt idx="1107">
                  <c:v>0.22160000000000399</c:v>
                </c:pt>
                <c:pt idx="1108">
                  <c:v>0.22180000000000399</c:v>
                </c:pt>
                <c:pt idx="1109">
                  <c:v>0.222000000000004</c:v>
                </c:pt>
                <c:pt idx="1110">
                  <c:v>0.22220000000000401</c:v>
                </c:pt>
                <c:pt idx="1111">
                  <c:v>0.22240000000000401</c:v>
                </c:pt>
                <c:pt idx="1112">
                  <c:v>0.22260000000000399</c:v>
                </c:pt>
                <c:pt idx="1113">
                  <c:v>0.22280000000000399</c:v>
                </c:pt>
                <c:pt idx="1114">
                  <c:v>0.223000000000004</c:v>
                </c:pt>
                <c:pt idx="1115">
                  <c:v>0.22320000000000401</c:v>
                </c:pt>
                <c:pt idx="1116">
                  <c:v>0.22340000000000401</c:v>
                </c:pt>
                <c:pt idx="1117">
                  <c:v>0.22360000000000399</c:v>
                </c:pt>
                <c:pt idx="1118">
                  <c:v>0.223800000000004</c:v>
                </c:pt>
                <c:pt idx="1119">
                  <c:v>0.224000000000004</c:v>
                </c:pt>
                <c:pt idx="1120">
                  <c:v>0.22420000000000401</c:v>
                </c:pt>
                <c:pt idx="1121">
                  <c:v>0.22440000000000401</c:v>
                </c:pt>
                <c:pt idx="1122">
                  <c:v>0.22460000000000399</c:v>
                </c:pt>
                <c:pt idx="1123">
                  <c:v>0.224800000000004</c:v>
                </c:pt>
                <c:pt idx="1124">
                  <c:v>0.225000000000004</c:v>
                </c:pt>
                <c:pt idx="1125">
                  <c:v>0.22520000000000401</c:v>
                </c:pt>
                <c:pt idx="1126">
                  <c:v>0.22540000000000401</c:v>
                </c:pt>
                <c:pt idx="1127">
                  <c:v>0.22560000000000399</c:v>
                </c:pt>
                <c:pt idx="1128">
                  <c:v>0.225800000000004</c:v>
                </c:pt>
                <c:pt idx="1129">
                  <c:v>0.226000000000004</c:v>
                </c:pt>
                <c:pt idx="1130">
                  <c:v>0.22620000000000401</c:v>
                </c:pt>
                <c:pt idx="1131">
                  <c:v>0.22640000000000399</c:v>
                </c:pt>
                <c:pt idx="1132">
                  <c:v>0.22660000000000399</c:v>
                </c:pt>
                <c:pt idx="1133">
                  <c:v>0.226800000000004</c:v>
                </c:pt>
                <c:pt idx="1134">
                  <c:v>0.227000000000004</c:v>
                </c:pt>
                <c:pt idx="1135">
                  <c:v>0.22720000000000401</c:v>
                </c:pt>
                <c:pt idx="1136">
                  <c:v>0.22740000000000399</c:v>
                </c:pt>
                <c:pt idx="1137">
                  <c:v>0.22760000000000399</c:v>
                </c:pt>
                <c:pt idx="1138">
                  <c:v>0.227800000000004</c:v>
                </c:pt>
                <c:pt idx="1139">
                  <c:v>0.22800000000000401</c:v>
                </c:pt>
                <c:pt idx="1140">
                  <c:v>0.22820000000000401</c:v>
                </c:pt>
                <c:pt idx="1141">
                  <c:v>0.22840000000000399</c:v>
                </c:pt>
                <c:pt idx="1142">
                  <c:v>0.22860000000000399</c:v>
                </c:pt>
                <c:pt idx="1143">
                  <c:v>0.228800000000004</c:v>
                </c:pt>
                <c:pt idx="1144">
                  <c:v>0.22900000000000501</c:v>
                </c:pt>
                <c:pt idx="1145">
                  <c:v>0.22920000000000501</c:v>
                </c:pt>
                <c:pt idx="1146">
                  <c:v>0.22940000000000499</c:v>
                </c:pt>
                <c:pt idx="1147">
                  <c:v>0.22960000000000499</c:v>
                </c:pt>
                <c:pt idx="1148">
                  <c:v>0.229800000000005</c:v>
                </c:pt>
                <c:pt idx="1149">
                  <c:v>0.23000000000000501</c:v>
                </c:pt>
                <c:pt idx="1150">
                  <c:v>0.23020000000000501</c:v>
                </c:pt>
                <c:pt idx="1151">
                  <c:v>0.23040000000000499</c:v>
                </c:pt>
                <c:pt idx="1152">
                  <c:v>0.230600000000005</c:v>
                </c:pt>
                <c:pt idx="1153">
                  <c:v>0.230800000000005</c:v>
                </c:pt>
                <c:pt idx="1154">
                  <c:v>0.23100000000000501</c:v>
                </c:pt>
                <c:pt idx="1155">
                  <c:v>0.23120000000000501</c:v>
                </c:pt>
                <c:pt idx="1156">
                  <c:v>0.23140000000000499</c:v>
                </c:pt>
                <c:pt idx="1157">
                  <c:v>0.231600000000005</c:v>
                </c:pt>
                <c:pt idx="1158">
                  <c:v>0.231800000000005</c:v>
                </c:pt>
                <c:pt idx="1159">
                  <c:v>0.23200000000000501</c:v>
                </c:pt>
                <c:pt idx="1160">
                  <c:v>0.23220000000000501</c:v>
                </c:pt>
                <c:pt idx="1161">
                  <c:v>0.23240000000000499</c:v>
                </c:pt>
                <c:pt idx="1162">
                  <c:v>0.232600000000005</c:v>
                </c:pt>
                <c:pt idx="1163">
                  <c:v>0.232800000000005</c:v>
                </c:pt>
                <c:pt idx="1164">
                  <c:v>0.23300000000000501</c:v>
                </c:pt>
                <c:pt idx="1165">
                  <c:v>0.23320000000000499</c:v>
                </c:pt>
                <c:pt idx="1166">
                  <c:v>0.23340000000000499</c:v>
                </c:pt>
                <c:pt idx="1167">
                  <c:v>0.233600000000005</c:v>
                </c:pt>
                <c:pt idx="1168">
                  <c:v>0.233800000000005</c:v>
                </c:pt>
                <c:pt idx="1169">
                  <c:v>0.23400000000000501</c:v>
                </c:pt>
                <c:pt idx="1170">
                  <c:v>0.23420000000000499</c:v>
                </c:pt>
                <c:pt idx="1171">
                  <c:v>0.23440000000000499</c:v>
                </c:pt>
                <c:pt idx="1172">
                  <c:v>0.234600000000005</c:v>
                </c:pt>
                <c:pt idx="1173">
                  <c:v>0.234800000000005</c:v>
                </c:pt>
                <c:pt idx="1174">
                  <c:v>0.23500000000000501</c:v>
                </c:pt>
                <c:pt idx="1175">
                  <c:v>0.23520000000000499</c:v>
                </c:pt>
                <c:pt idx="1176">
                  <c:v>0.23540000000000499</c:v>
                </c:pt>
                <c:pt idx="1177">
                  <c:v>0.235600000000005</c:v>
                </c:pt>
                <c:pt idx="1178">
                  <c:v>0.23580000000000501</c:v>
                </c:pt>
                <c:pt idx="1179">
                  <c:v>0.23600000000000501</c:v>
                </c:pt>
                <c:pt idx="1180">
                  <c:v>0.23620000000000499</c:v>
                </c:pt>
                <c:pt idx="1181">
                  <c:v>0.236400000000005</c:v>
                </c:pt>
                <c:pt idx="1182">
                  <c:v>0.236600000000005</c:v>
                </c:pt>
                <c:pt idx="1183">
                  <c:v>0.23680000000000501</c:v>
                </c:pt>
                <c:pt idx="1184">
                  <c:v>0.23700000000000501</c:v>
                </c:pt>
                <c:pt idx="1185">
                  <c:v>0.23720000000000499</c:v>
                </c:pt>
                <c:pt idx="1186">
                  <c:v>0.237400000000005</c:v>
                </c:pt>
                <c:pt idx="1187">
                  <c:v>0.237600000000005</c:v>
                </c:pt>
                <c:pt idx="1188">
                  <c:v>0.23780000000000501</c:v>
                </c:pt>
                <c:pt idx="1189">
                  <c:v>0.23800000000000501</c:v>
                </c:pt>
                <c:pt idx="1190">
                  <c:v>0.23820000000000499</c:v>
                </c:pt>
                <c:pt idx="1191">
                  <c:v>0.238400000000005</c:v>
                </c:pt>
                <c:pt idx="1192">
                  <c:v>0.238600000000005</c:v>
                </c:pt>
                <c:pt idx="1193">
                  <c:v>0.23880000000000501</c:v>
                </c:pt>
                <c:pt idx="1194">
                  <c:v>0.23900000000000499</c:v>
                </c:pt>
                <c:pt idx="1195">
                  <c:v>0.23920000000000499</c:v>
                </c:pt>
                <c:pt idx="1196">
                  <c:v>0.239400000000005</c:v>
                </c:pt>
                <c:pt idx="1197">
                  <c:v>0.239600000000005</c:v>
                </c:pt>
                <c:pt idx="1198">
                  <c:v>0.23980000000000501</c:v>
                </c:pt>
                <c:pt idx="1199">
                  <c:v>0.24000000000000499</c:v>
                </c:pt>
                <c:pt idx="1200">
                  <c:v>0.24020000000000499</c:v>
                </c:pt>
                <c:pt idx="1201">
                  <c:v>0.240400000000005</c:v>
                </c:pt>
                <c:pt idx="1202">
                  <c:v>0.240600000000005</c:v>
                </c:pt>
                <c:pt idx="1203">
                  <c:v>0.24080000000000501</c:v>
                </c:pt>
                <c:pt idx="1204">
                  <c:v>0.24100000000000499</c:v>
                </c:pt>
                <c:pt idx="1205">
                  <c:v>0.24120000000000499</c:v>
                </c:pt>
                <c:pt idx="1206">
                  <c:v>0.241400000000005</c:v>
                </c:pt>
                <c:pt idx="1207">
                  <c:v>0.24160000000000501</c:v>
                </c:pt>
                <c:pt idx="1208">
                  <c:v>0.24180000000000501</c:v>
                </c:pt>
                <c:pt idx="1209">
                  <c:v>0.24200000000000499</c:v>
                </c:pt>
                <c:pt idx="1210">
                  <c:v>0.24220000000000499</c:v>
                </c:pt>
                <c:pt idx="1211">
                  <c:v>0.242400000000005</c:v>
                </c:pt>
                <c:pt idx="1212">
                  <c:v>0.24260000000000501</c:v>
                </c:pt>
                <c:pt idx="1213">
                  <c:v>0.24280000000000501</c:v>
                </c:pt>
                <c:pt idx="1214">
                  <c:v>0.24300000000000499</c:v>
                </c:pt>
                <c:pt idx="1215">
                  <c:v>0.243200000000005</c:v>
                </c:pt>
                <c:pt idx="1216">
                  <c:v>0.243400000000005</c:v>
                </c:pt>
                <c:pt idx="1217">
                  <c:v>0.24360000000000501</c:v>
                </c:pt>
                <c:pt idx="1218">
                  <c:v>0.24380000000000501</c:v>
                </c:pt>
                <c:pt idx="1219">
                  <c:v>0.24400000000000499</c:v>
                </c:pt>
                <c:pt idx="1220">
                  <c:v>0.244200000000005</c:v>
                </c:pt>
                <c:pt idx="1221">
                  <c:v>0.244400000000005</c:v>
                </c:pt>
                <c:pt idx="1222">
                  <c:v>0.24460000000000501</c:v>
                </c:pt>
                <c:pt idx="1223">
                  <c:v>0.24480000000000501</c:v>
                </c:pt>
                <c:pt idx="1224">
                  <c:v>0.24500000000000499</c:v>
                </c:pt>
                <c:pt idx="1225">
                  <c:v>0.245200000000005</c:v>
                </c:pt>
                <c:pt idx="1226">
                  <c:v>0.245400000000005</c:v>
                </c:pt>
                <c:pt idx="1227">
                  <c:v>0.24560000000000501</c:v>
                </c:pt>
                <c:pt idx="1228">
                  <c:v>0.24580000000000499</c:v>
                </c:pt>
                <c:pt idx="1229">
                  <c:v>0.24600000000000499</c:v>
                </c:pt>
                <c:pt idx="1230">
                  <c:v>0.246200000000005</c:v>
                </c:pt>
                <c:pt idx="1231">
                  <c:v>0.246400000000005</c:v>
                </c:pt>
                <c:pt idx="1232">
                  <c:v>0.24660000000000501</c:v>
                </c:pt>
                <c:pt idx="1233">
                  <c:v>0.24680000000000499</c:v>
                </c:pt>
                <c:pt idx="1234">
                  <c:v>0.24700000000000499</c:v>
                </c:pt>
                <c:pt idx="1235">
                  <c:v>0.247200000000005</c:v>
                </c:pt>
                <c:pt idx="1236">
                  <c:v>0.247400000000005</c:v>
                </c:pt>
                <c:pt idx="1237">
                  <c:v>0.24760000000000501</c:v>
                </c:pt>
                <c:pt idx="1238">
                  <c:v>0.24780000000000499</c:v>
                </c:pt>
                <c:pt idx="1239">
                  <c:v>0.24800000000000499</c:v>
                </c:pt>
                <c:pt idx="1240">
                  <c:v>0.248200000000005</c:v>
                </c:pt>
                <c:pt idx="1241">
                  <c:v>0.24840000000000501</c:v>
                </c:pt>
                <c:pt idx="1242">
                  <c:v>0.24860000000000501</c:v>
                </c:pt>
                <c:pt idx="1243">
                  <c:v>0.24880000000000499</c:v>
                </c:pt>
                <c:pt idx="1244">
                  <c:v>0.249000000000005</c:v>
                </c:pt>
                <c:pt idx="1245">
                  <c:v>0.249200000000005</c:v>
                </c:pt>
                <c:pt idx="1246">
                  <c:v>0.24940000000000501</c:v>
                </c:pt>
                <c:pt idx="1247">
                  <c:v>0.24960000000000501</c:v>
                </c:pt>
                <c:pt idx="1248">
                  <c:v>0.24980000000000499</c:v>
                </c:pt>
                <c:pt idx="1249">
                  <c:v>0.250000000000005</c:v>
                </c:pt>
                <c:pt idx="1250">
                  <c:v>0.25020000000000497</c:v>
                </c:pt>
                <c:pt idx="1251">
                  <c:v>0.25040000000000501</c:v>
                </c:pt>
                <c:pt idx="1252">
                  <c:v>0.25060000000000499</c:v>
                </c:pt>
                <c:pt idx="1253">
                  <c:v>0.25080000000000502</c:v>
                </c:pt>
                <c:pt idx="1254">
                  <c:v>0.251000000000005</c:v>
                </c:pt>
                <c:pt idx="1255">
                  <c:v>0.25120000000000497</c:v>
                </c:pt>
                <c:pt idx="1256">
                  <c:v>0.25140000000000501</c:v>
                </c:pt>
                <c:pt idx="1257">
                  <c:v>0.25160000000000499</c:v>
                </c:pt>
                <c:pt idx="1258">
                  <c:v>0.25180000000000502</c:v>
                </c:pt>
                <c:pt idx="1259">
                  <c:v>0.252000000000005</c:v>
                </c:pt>
                <c:pt idx="1260">
                  <c:v>0.25220000000000498</c:v>
                </c:pt>
                <c:pt idx="1261">
                  <c:v>0.25240000000000501</c:v>
                </c:pt>
                <c:pt idx="1262">
                  <c:v>0.25260000000000499</c:v>
                </c:pt>
                <c:pt idx="1263">
                  <c:v>0.25280000000000502</c:v>
                </c:pt>
                <c:pt idx="1264">
                  <c:v>0.253000000000005</c:v>
                </c:pt>
                <c:pt idx="1265">
                  <c:v>0.25320000000000498</c:v>
                </c:pt>
                <c:pt idx="1266">
                  <c:v>0.25340000000000501</c:v>
                </c:pt>
                <c:pt idx="1267">
                  <c:v>0.25360000000000499</c:v>
                </c:pt>
                <c:pt idx="1268">
                  <c:v>0.25380000000000502</c:v>
                </c:pt>
                <c:pt idx="1269">
                  <c:v>0.254000000000005</c:v>
                </c:pt>
                <c:pt idx="1270">
                  <c:v>0.25420000000000498</c:v>
                </c:pt>
                <c:pt idx="1271">
                  <c:v>0.25440000000000501</c:v>
                </c:pt>
                <c:pt idx="1272">
                  <c:v>0.25460000000000499</c:v>
                </c:pt>
                <c:pt idx="1273">
                  <c:v>0.25480000000000502</c:v>
                </c:pt>
                <c:pt idx="1274">
                  <c:v>0.255000000000005</c:v>
                </c:pt>
                <c:pt idx="1275">
                  <c:v>0.25520000000000498</c:v>
                </c:pt>
                <c:pt idx="1276">
                  <c:v>0.25540000000000501</c:v>
                </c:pt>
                <c:pt idx="1277">
                  <c:v>0.25560000000000399</c:v>
                </c:pt>
                <c:pt idx="1278">
                  <c:v>0.25580000000000402</c:v>
                </c:pt>
                <c:pt idx="1279">
                  <c:v>0.256000000000004</c:v>
                </c:pt>
                <c:pt idx="1280">
                  <c:v>0.25620000000000398</c:v>
                </c:pt>
                <c:pt idx="1281">
                  <c:v>0.25640000000000401</c:v>
                </c:pt>
                <c:pt idx="1282">
                  <c:v>0.25660000000000399</c:v>
                </c:pt>
                <c:pt idx="1283">
                  <c:v>0.25680000000000403</c:v>
                </c:pt>
                <c:pt idx="1284">
                  <c:v>0.257000000000004</c:v>
                </c:pt>
                <c:pt idx="1285">
                  <c:v>0.25720000000000398</c:v>
                </c:pt>
                <c:pt idx="1286">
                  <c:v>0.25740000000000401</c:v>
                </c:pt>
                <c:pt idx="1287">
                  <c:v>0.25760000000000399</c:v>
                </c:pt>
                <c:pt idx="1288">
                  <c:v>0.25780000000000403</c:v>
                </c:pt>
                <c:pt idx="1289">
                  <c:v>0.258000000000004</c:v>
                </c:pt>
                <c:pt idx="1290">
                  <c:v>0.25820000000000398</c:v>
                </c:pt>
                <c:pt idx="1291">
                  <c:v>0.25840000000000402</c:v>
                </c:pt>
                <c:pt idx="1292">
                  <c:v>0.25860000000000399</c:v>
                </c:pt>
                <c:pt idx="1293">
                  <c:v>0.25880000000000403</c:v>
                </c:pt>
                <c:pt idx="1294">
                  <c:v>0.259000000000004</c:v>
                </c:pt>
                <c:pt idx="1295">
                  <c:v>0.25920000000000398</c:v>
                </c:pt>
                <c:pt idx="1296">
                  <c:v>0.25940000000000402</c:v>
                </c:pt>
                <c:pt idx="1297">
                  <c:v>0.25960000000000399</c:v>
                </c:pt>
                <c:pt idx="1298">
                  <c:v>0.25980000000000403</c:v>
                </c:pt>
                <c:pt idx="1299">
                  <c:v>0.26000000000000401</c:v>
                </c:pt>
                <c:pt idx="1300">
                  <c:v>0.26020000000000398</c:v>
                </c:pt>
                <c:pt idx="1301">
                  <c:v>0.26040000000000402</c:v>
                </c:pt>
                <c:pt idx="1302">
                  <c:v>0.260600000000004</c:v>
                </c:pt>
                <c:pt idx="1303">
                  <c:v>0.26080000000000397</c:v>
                </c:pt>
                <c:pt idx="1304">
                  <c:v>0.26100000000000401</c:v>
                </c:pt>
                <c:pt idx="1305">
                  <c:v>0.26120000000000398</c:v>
                </c:pt>
                <c:pt idx="1306">
                  <c:v>0.26140000000000402</c:v>
                </c:pt>
                <c:pt idx="1307">
                  <c:v>0.261600000000004</c:v>
                </c:pt>
                <c:pt idx="1308">
                  <c:v>0.26180000000000397</c:v>
                </c:pt>
                <c:pt idx="1309">
                  <c:v>0.26200000000000401</c:v>
                </c:pt>
                <c:pt idx="1310">
                  <c:v>0.26220000000000399</c:v>
                </c:pt>
                <c:pt idx="1311">
                  <c:v>0.26240000000000402</c:v>
                </c:pt>
                <c:pt idx="1312">
                  <c:v>0.262600000000004</c:v>
                </c:pt>
                <c:pt idx="1313">
                  <c:v>0.26280000000000397</c:v>
                </c:pt>
                <c:pt idx="1314">
                  <c:v>0.26300000000000401</c:v>
                </c:pt>
                <c:pt idx="1315">
                  <c:v>0.26320000000000399</c:v>
                </c:pt>
                <c:pt idx="1316">
                  <c:v>0.26340000000000402</c:v>
                </c:pt>
                <c:pt idx="1317">
                  <c:v>0.263600000000004</c:v>
                </c:pt>
                <c:pt idx="1318">
                  <c:v>0.26380000000000398</c:v>
                </c:pt>
                <c:pt idx="1319">
                  <c:v>0.26400000000000401</c:v>
                </c:pt>
                <c:pt idx="1320">
                  <c:v>0.26420000000000399</c:v>
                </c:pt>
                <c:pt idx="1321">
                  <c:v>0.26440000000000402</c:v>
                </c:pt>
                <c:pt idx="1322">
                  <c:v>0.264600000000003</c:v>
                </c:pt>
                <c:pt idx="1323">
                  <c:v>0.26480000000000298</c:v>
                </c:pt>
                <c:pt idx="1324">
                  <c:v>0.26500000000000301</c:v>
                </c:pt>
                <c:pt idx="1325">
                  <c:v>0.26520000000000299</c:v>
                </c:pt>
                <c:pt idx="1326">
                  <c:v>0.26540000000000302</c:v>
                </c:pt>
                <c:pt idx="1327">
                  <c:v>0.265600000000003</c:v>
                </c:pt>
                <c:pt idx="1328">
                  <c:v>0.26580000000000298</c:v>
                </c:pt>
                <c:pt idx="1329">
                  <c:v>0.26600000000000301</c:v>
                </c:pt>
                <c:pt idx="1330">
                  <c:v>0.26620000000000299</c:v>
                </c:pt>
                <c:pt idx="1331">
                  <c:v>0.26640000000000302</c:v>
                </c:pt>
                <c:pt idx="1332">
                  <c:v>0.266600000000003</c:v>
                </c:pt>
                <c:pt idx="1333">
                  <c:v>0.26680000000000298</c:v>
                </c:pt>
                <c:pt idx="1334">
                  <c:v>0.26700000000000301</c:v>
                </c:pt>
                <c:pt idx="1335">
                  <c:v>0.26720000000000299</c:v>
                </c:pt>
                <c:pt idx="1336">
                  <c:v>0.26740000000000302</c:v>
                </c:pt>
                <c:pt idx="1337">
                  <c:v>0.267600000000003</c:v>
                </c:pt>
                <c:pt idx="1338">
                  <c:v>0.26780000000000298</c:v>
                </c:pt>
                <c:pt idx="1339">
                  <c:v>0.26800000000000301</c:v>
                </c:pt>
                <c:pt idx="1340">
                  <c:v>0.26820000000000299</c:v>
                </c:pt>
                <c:pt idx="1341">
                  <c:v>0.26840000000000303</c:v>
                </c:pt>
                <c:pt idx="1342">
                  <c:v>0.268600000000003</c:v>
                </c:pt>
                <c:pt idx="1343">
                  <c:v>0.26880000000000298</c:v>
                </c:pt>
                <c:pt idx="1344">
                  <c:v>0.26900000000000301</c:v>
                </c:pt>
                <c:pt idx="1345">
                  <c:v>0.26920000000000299</c:v>
                </c:pt>
                <c:pt idx="1346">
                  <c:v>0.26940000000000303</c:v>
                </c:pt>
                <c:pt idx="1347">
                  <c:v>0.269600000000003</c:v>
                </c:pt>
                <c:pt idx="1348">
                  <c:v>0.26980000000000298</c:v>
                </c:pt>
                <c:pt idx="1349">
                  <c:v>0.27000000000000302</c:v>
                </c:pt>
                <c:pt idx="1350">
                  <c:v>0.27020000000000299</c:v>
                </c:pt>
                <c:pt idx="1351">
                  <c:v>0.27040000000000303</c:v>
                </c:pt>
                <c:pt idx="1352">
                  <c:v>0.270600000000003</c:v>
                </c:pt>
                <c:pt idx="1353">
                  <c:v>0.27080000000000298</c:v>
                </c:pt>
                <c:pt idx="1354">
                  <c:v>0.27100000000000302</c:v>
                </c:pt>
                <c:pt idx="1355">
                  <c:v>0.27120000000000299</c:v>
                </c:pt>
                <c:pt idx="1356">
                  <c:v>0.27140000000000303</c:v>
                </c:pt>
                <c:pt idx="1357">
                  <c:v>0.27160000000000301</c:v>
                </c:pt>
                <c:pt idx="1358">
                  <c:v>0.27180000000000298</c:v>
                </c:pt>
                <c:pt idx="1359">
                  <c:v>0.27200000000000302</c:v>
                </c:pt>
                <c:pt idx="1360">
                  <c:v>0.272200000000003</c:v>
                </c:pt>
                <c:pt idx="1361">
                  <c:v>0.27240000000000297</c:v>
                </c:pt>
                <c:pt idx="1362">
                  <c:v>0.27260000000000301</c:v>
                </c:pt>
                <c:pt idx="1363">
                  <c:v>0.27280000000000298</c:v>
                </c:pt>
                <c:pt idx="1364">
                  <c:v>0.27300000000000302</c:v>
                </c:pt>
                <c:pt idx="1365">
                  <c:v>0.273200000000003</c:v>
                </c:pt>
                <c:pt idx="1366">
                  <c:v>0.27340000000000297</c:v>
                </c:pt>
                <c:pt idx="1367">
                  <c:v>0.27360000000000301</c:v>
                </c:pt>
                <c:pt idx="1368">
                  <c:v>0.27380000000000199</c:v>
                </c:pt>
                <c:pt idx="1369">
                  <c:v>0.27400000000000202</c:v>
                </c:pt>
                <c:pt idx="1370">
                  <c:v>0.274200000000002</c:v>
                </c:pt>
                <c:pt idx="1371">
                  <c:v>0.27440000000000198</c:v>
                </c:pt>
                <c:pt idx="1372">
                  <c:v>0.27460000000000201</c:v>
                </c:pt>
                <c:pt idx="1373">
                  <c:v>0.27480000000000199</c:v>
                </c:pt>
                <c:pt idx="1374">
                  <c:v>0.27500000000000202</c:v>
                </c:pt>
                <c:pt idx="1375">
                  <c:v>0.275200000000002</c:v>
                </c:pt>
                <c:pt idx="1376">
                  <c:v>0.27540000000000198</c:v>
                </c:pt>
                <c:pt idx="1377">
                  <c:v>0.27560000000000201</c:v>
                </c:pt>
                <c:pt idx="1378">
                  <c:v>0.27580000000000199</c:v>
                </c:pt>
                <c:pt idx="1379">
                  <c:v>0.27600000000000202</c:v>
                </c:pt>
                <c:pt idx="1380">
                  <c:v>0.276200000000002</c:v>
                </c:pt>
                <c:pt idx="1381">
                  <c:v>0.27640000000000198</c:v>
                </c:pt>
                <c:pt idx="1382">
                  <c:v>0.27660000000000201</c:v>
                </c:pt>
                <c:pt idx="1383">
                  <c:v>0.27680000000000199</c:v>
                </c:pt>
                <c:pt idx="1384">
                  <c:v>0.27700000000000202</c:v>
                </c:pt>
                <c:pt idx="1385">
                  <c:v>0.277200000000002</c:v>
                </c:pt>
                <c:pt idx="1386">
                  <c:v>0.27740000000000198</c:v>
                </c:pt>
                <c:pt idx="1387">
                  <c:v>0.27760000000000201</c:v>
                </c:pt>
                <c:pt idx="1388">
                  <c:v>0.27780000000000199</c:v>
                </c:pt>
                <c:pt idx="1389">
                  <c:v>0.27800000000000202</c:v>
                </c:pt>
                <c:pt idx="1390">
                  <c:v>0.278200000000002</c:v>
                </c:pt>
                <c:pt idx="1391">
                  <c:v>0.27840000000000198</c:v>
                </c:pt>
                <c:pt idx="1392">
                  <c:v>0.27860000000000201</c:v>
                </c:pt>
                <c:pt idx="1393">
                  <c:v>0.27880000000000199</c:v>
                </c:pt>
                <c:pt idx="1394">
                  <c:v>0.27900000000000202</c:v>
                </c:pt>
                <c:pt idx="1395">
                  <c:v>0.279200000000002</c:v>
                </c:pt>
                <c:pt idx="1396">
                  <c:v>0.27940000000000198</c:v>
                </c:pt>
                <c:pt idx="1397">
                  <c:v>0.27960000000000201</c:v>
                </c:pt>
                <c:pt idx="1398">
                  <c:v>0.27980000000000199</c:v>
                </c:pt>
                <c:pt idx="1399">
                  <c:v>0.28000000000000203</c:v>
                </c:pt>
                <c:pt idx="1400">
                  <c:v>0.280200000000002</c:v>
                </c:pt>
                <c:pt idx="1401">
                  <c:v>0.28040000000000198</c:v>
                </c:pt>
                <c:pt idx="1402">
                  <c:v>0.28060000000000201</c:v>
                </c:pt>
                <c:pt idx="1403">
                  <c:v>0.28080000000000199</c:v>
                </c:pt>
                <c:pt idx="1404">
                  <c:v>0.28100000000000203</c:v>
                </c:pt>
                <c:pt idx="1405">
                  <c:v>0.281200000000002</c:v>
                </c:pt>
                <c:pt idx="1406">
                  <c:v>0.28140000000000198</c:v>
                </c:pt>
                <c:pt idx="1407">
                  <c:v>0.28160000000000202</c:v>
                </c:pt>
                <c:pt idx="1408">
                  <c:v>0.28180000000000199</c:v>
                </c:pt>
                <c:pt idx="1409">
                  <c:v>0.28200000000000203</c:v>
                </c:pt>
                <c:pt idx="1410">
                  <c:v>0.282200000000002</c:v>
                </c:pt>
                <c:pt idx="1411">
                  <c:v>0.28240000000000198</c:v>
                </c:pt>
                <c:pt idx="1412">
                  <c:v>0.28260000000000202</c:v>
                </c:pt>
                <c:pt idx="1413">
                  <c:v>0.282800000000001</c:v>
                </c:pt>
                <c:pt idx="1414">
                  <c:v>0.28300000000000097</c:v>
                </c:pt>
                <c:pt idx="1415">
                  <c:v>0.28320000000000101</c:v>
                </c:pt>
                <c:pt idx="1416">
                  <c:v>0.28340000000000098</c:v>
                </c:pt>
                <c:pt idx="1417">
                  <c:v>0.28360000000000102</c:v>
                </c:pt>
                <c:pt idx="1418">
                  <c:v>0.283800000000001</c:v>
                </c:pt>
                <c:pt idx="1419">
                  <c:v>0.28400000000000097</c:v>
                </c:pt>
                <c:pt idx="1420">
                  <c:v>0.28420000000000101</c:v>
                </c:pt>
                <c:pt idx="1421">
                  <c:v>0.28440000000000099</c:v>
                </c:pt>
                <c:pt idx="1422">
                  <c:v>0.28460000000000102</c:v>
                </c:pt>
                <c:pt idx="1423">
                  <c:v>0.284800000000001</c:v>
                </c:pt>
                <c:pt idx="1424">
                  <c:v>0.28500000000000097</c:v>
                </c:pt>
                <c:pt idx="1425">
                  <c:v>0.28520000000000101</c:v>
                </c:pt>
                <c:pt idx="1426">
                  <c:v>0.28540000000000099</c:v>
                </c:pt>
                <c:pt idx="1427">
                  <c:v>0.28560000000000102</c:v>
                </c:pt>
                <c:pt idx="1428">
                  <c:v>0.285800000000001</c:v>
                </c:pt>
                <c:pt idx="1429">
                  <c:v>0.28600000000000098</c:v>
                </c:pt>
                <c:pt idx="1430">
                  <c:v>0.28620000000000101</c:v>
                </c:pt>
                <c:pt idx="1431">
                  <c:v>0.28640000000000099</c:v>
                </c:pt>
                <c:pt idx="1432">
                  <c:v>0.28660000000000102</c:v>
                </c:pt>
                <c:pt idx="1433">
                  <c:v>0.286800000000001</c:v>
                </c:pt>
                <c:pt idx="1434">
                  <c:v>0.28700000000000098</c:v>
                </c:pt>
                <c:pt idx="1435">
                  <c:v>0.28720000000000101</c:v>
                </c:pt>
                <c:pt idx="1436">
                  <c:v>0.28740000000000099</c:v>
                </c:pt>
                <c:pt idx="1437">
                  <c:v>0.28760000000000102</c:v>
                </c:pt>
                <c:pt idx="1438">
                  <c:v>0.287800000000001</c:v>
                </c:pt>
                <c:pt idx="1439">
                  <c:v>0.28800000000000098</c:v>
                </c:pt>
                <c:pt idx="1440">
                  <c:v>0.28820000000000101</c:v>
                </c:pt>
                <c:pt idx="1441">
                  <c:v>0.28840000000000099</c:v>
                </c:pt>
                <c:pt idx="1442">
                  <c:v>0.28860000000000102</c:v>
                </c:pt>
                <c:pt idx="1443">
                  <c:v>0.288800000000001</c:v>
                </c:pt>
                <c:pt idx="1444">
                  <c:v>0.28900000000000098</c:v>
                </c:pt>
                <c:pt idx="1445">
                  <c:v>0.28920000000000101</c:v>
                </c:pt>
                <c:pt idx="1446">
                  <c:v>0.28940000000000099</c:v>
                </c:pt>
                <c:pt idx="1447">
                  <c:v>0.28960000000000102</c:v>
                </c:pt>
                <c:pt idx="1448">
                  <c:v>0.289800000000001</c:v>
                </c:pt>
                <c:pt idx="1449">
                  <c:v>0.29000000000000098</c:v>
                </c:pt>
                <c:pt idx="1450">
                  <c:v>0.29020000000000101</c:v>
                </c:pt>
                <c:pt idx="1451">
                  <c:v>0.29040000000000099</c:v>
                </c:pt>
                <c:pt idx="1452">
                  <c:v>0.29060000000000102</c:v>
                </c:pt>
                <c:pt idx="1453">
                  <c:v>0.290800000000001</c:v>
                </c:pt>
                <c:pt idx="1454">
                  <c:v>0.29100000000000098</c:v>
                </c:pt>
                <c:pt idx="1455">
                  <c:v>0.29120000000000101</c:v>
                </c:pt>
                <c:pt idx="1456">
                  <c:v>0.29140000000000099</c:v>
                </c:pt>
                <c:pt idx="1457">
                  <c:v>0.29160000000000103</c:v>
                </c:pt>
                <c:pt idx="1458">
                  <c:v>0.291800000000001</c:v>
                </c:pt>
                <c:pt idx="1459">
                  <c:v>0.29199999999999998</c:v>
                </c:pt>
                <c:pt idx="1460">
                  <c:v>0.29220000000000002</c:v>
                </c:pt>
                <c:pt idx="1461">
                  <c:v>0.29239999999999999</c:v>
                </c:pt>
                <c:pt idx="1462">
                  <c:v>0.29260000000000003</c:v>
                </c:pt>
                <c:pt idx="1463">
                  <c:v>0.2928</c:v>
                </c:pt>
                <c:pt idx="1464">
                  <c:v>0.29299999999999998</c:v>
                </c:pt>
                <c:pt idx="1465">
                  <c:v>0.29320000000000002</c:v>
                </c:pt>
                <c:pt idx="1466">
                  <c:v>0.29339999999999999</c:v>
                </c:pt>
                <c:pt idx="1467">
                  <c:v>0.29360000000000003</c:v>
                </c:pt>
                <c:pt idx="1468">
                  <c:v>0.29380000000000001</c:v>
                </c:pt>
                <c:pt idx="1469">
                  <c:v>0.29399999999999998</c:v>
                </c:pt>
                <c:pt idx="1470">
                  <c:v>0.29420000000000002</c:v>
                </c:pt>
                <c:pt idx="1471">
                  <c:v>0.2944</c:v>
                </c:pt>
                <c:pt idx="1472">
                  <c:v>0.29459999999999997</c:v>
                </c:pt>
                <c:pt idx="1473">
                  <c:v>0.29480000000000001</c:v>
                </c:pt>
                <c:pt idx="1474">
                  <c:v>0.29499999999999998</c:v>
                </c:pt>
                <c:pt idx="1475">
                  <c:v>0.29520000000000002</c:v>
                </c:pt>
                <c:pt idx="1476">
                  <c:v>0.2954</c:v>
                </c:pt>
                <c:pt idx="1477">
                  <c:v>0.29559999999999997</c:v>
                </c:pt>
                <c:pt idx="1478">
                  <c:v>0.29580000000000001</c:v>
                </c:pt>
                <c:pt idx="1479">
                  <c:v>0.29599999999999999</c:v>
                </c:pt>
                <c:pt idx="1480">
                  <c:v>0.29620000000000002</c:v>
                </c:pt>
                <c:pt idx="1481">
                  <c:v>0.2964</c:v>
                </c:pt>
                <c:pt idx="1482">
                  <c:v>0.29659999999999997</c:v>
                </c:pt>
                <c:pt idx="1483">
                  <c:v>0.29680000000000001</c:v>
                </c:pt>
                <c:pt idx="1484">
                  <c:v>0.29699999999999999</c:v>
                </c:pt>
                <c:pt idx="1485">
                  <c:v>0.29720000000000002</c:v>
                </c:pt>
                <c:pt idx="1486">
                  <c:v>0.2974</c:v>
                </c:pt>
                <c:pt idx="1487">
                  <c:v>0.29759999999999998</c:v>
                </c:pt>
                <c:pt idx="1488">
                  <c:v>0.29780000000000001</c:v>
                </c:pt>
                <c:pt idx="1489">
                  <c:v>0.29799999999999999</c:v>
                </c:pt>
                <c:pt idx="1490">
                  <c:v>0.29820000000000002</c:v>
                </c:pt>
                <c:pt idx="1491">
                  <c:v>0.2984</c:v>
                </c:pt>
                <c:pt idx="1492">
                  <c:v>0.29859999999999998</c:v>
                </c:pt>
                <c:pt idx="1493">
                  <c:v>0.29880000000000001</c:v>
                </c:pt>
                <c:pt idx="1494">
                  <c:v>0.29899999999999999</c:v>
                </c:pt>
                <c:pt idx="1495">
                  <c:v>0.29920000000000002</c:v>
                </c:pt>
                <c:pt idx="1496">
                  <c:v>0.2994</c:v>
                </c:pt>
                <c:pt idx="1497">
                  <c:v>0.29959999999999998</c:v>
                </c:pt>
                <c:pt idx="1498">
                  <c:v>0.29980000000000001</c:v>
                </c:pt>
                <c:pt idx="1499">
                  <c:v>0.3</c:v>
                </c:pt>
                <c:pt idx="1500">
                  <c:v>0.30020000000000002</c:v>
                </c:pt>
                <c:pt idx="1501">
                  <c:v>0.3004</c:v>
                </c:pt>
                <c:pt idx="1502">
                  <c:v>0.30059999999999998</c:v>
                </c:pt>
                <c:pt idx="1503">
                  <c:v>0.30080000000000001</c:v>
                </c:pt>
                <c:pt idx="1504">
                  <c:v>0.30099999999999899</c:v>
                </c:pt>
                <c:pt idx="1505">
                  <c:v>0.30119999999999902</c:v>
                </c:pt>
                <c:pt idx="1506">
                  <c:v>0.301399999999999</c:v>
                </c:pt>
                <c:pt idx="1507">
                  <c:v>0.30159999999999898</c:v>
                </c:pt>
                <c:pt idx="1508">
                  <c:v>0.30179999999999901</c:v>
                </c:pt>
                <c:pt idx="1509">
                  <c:v>0.30199999999999899</c:v>
                </c:pt>
                <c:pt idx="1510">
                  <c:v>0.30219999999999902</c:v>
                </c:pt>
                <c:pt idx="1511">
                  <c:v>0.302399999999999</c:v>
                </c:pt>
                <c:pt idx="1512">
                  <c:v>0.30259999999999898</c:v>
                </c:pt>
                <c:pt idx="1513">
                  <c:v>0.30279999999999901</c:v>
                </c:pt>
                <c:pt idx="1514">
                  <c:v>0.30299999999999899</c:v>
                </c:pt>
                <c:pt idx="1515">
                  <c:v>0.30319999999999903</c:v>
                </c:pt>
                <c:pt idx="1516">
                  <c:v>0.303399999999999</c:v>
                </c:pt>
                <c:pt idx="1517">
                  <c:v>0.30359999999999898</c:v>
                </c:pt>
                <c:pt idx="1518">
                  <c:v>0.30379999999999902</c:v>
                </c:pt>
                <c:pt idx="1519">
                  <c:v>0.30399999999999899</c:v>
                </c:pt>
                <c:pt idx="1520">
                  <c:v>0.30419999999999903</c:v>
                </c:pt>
                <c:pt idx="1521">
                  <c:v>0.304399999999999</c:v>
                </c:pt>
                <c:pt idx="1522">
                  <c:v>0.30459999999999898</c:v>
                </c:pt>
                <c:pt idx="1523">
                  <c:v>0.30479999999999902</c:v>
                </c:pt>
                <c:pt idx="1524">
                  <c:v>0.30499999999999899</c:v>
                </c:pt>
                <c:pt idx="1525">
                  <c:v>0.30519999999999903</c:v>
                </c:pt>
                <c:pt idx="1526">
                  <c:v>0.30539999999999901</c:v>
                </c:pt>
                <c:pt idx="1527">
                  <c:v>0.30559999999999898</c:v>
                </c:pt>
                <c:pt idx="1528">
                  <c:v>0.30579999999999902</c:v>
                </c:pt>
                <c:pt idx="1529">
                  <c:v>0.305999999999999</c:v>
                </c:pt>
                <c:pt idx="1530">
                  <c:v>0.30619999999999897</c:v>
                </c:pt>
                <c:pt idx="1531">
                  <c:v>0.30639999999999901</c:v>
                </c:pt>
                <c:pt idx="1532">
                  <c:v>0.30659999999999898</c:v>
                </c:pt>
                <c:pt idx="1533">
                  <c:v>0.30679999999999902</c:v>
                </c:pt>
                <c:pt idx="1534">
                  <c:v>0.306999999999999</c:v>
                </c:pt>
                <c:pt idx="1535">
                  <c:v>0.30719999999999897</c:v>
                </c:pt>
                <c:pt idx="1536">
                  <c:v>0.30739999999999901</c:v>
                </c:pt>
                <c:pt idx="1537">
                  <c:v>0.30759999999999899</c:v>
                </c:pt>
                <c:pt idx="1538">
                  <c:v>0.30779999999999902</c:v>
                </c:pt>
                <c:pt idx="1539">
                  <c:v>0.307999999999999</c:v>
                </c:pt>
                <c:pt idx="1540">
                  <c:v>0.30819999999999897</c:v>
                </c:pt>
                <c:pt idx="1541">
                  <c:v>0.30839999999999901</c:v>
                </c:pt>
                <c:pt idx="1542">
                  <c:v>0.30859999999999899</c:v>
                </c:pt>
                <c:pt idx="1543">
                  <c:v>0.30879999999999902</c:v>
                </c:pt>
                <c:pt idx="1544">
                  <c:v>0.308999999999999</c:v>
                </c:pt>
                <c:pt idx="1545">
                  <c:v>0.30919999999999898</c:v>
                </c:pt>
                <c:pt idx="1546">
                  <c:v>0.30939999999999901</c:v>
                </c:pt>
                <c:pt idx="1547">
                  <c:v>0.30959999999999899</c:v>
                </c:pt>
                <c:pt idx="1548">
                  <c:v>0.30979999999999902</c:v>
                </c:pt>
                <c:pt idx="1549">
                  <c:v>0.309999999999998</c:v>
                </c:pt>
                <c:pt idx="1550">
                  <c:v>0.31019999999999798</c:v>
                </c:pt>
                <c:pt idx="1551">
                  <c:v>0.31039999999999801</c:v>
                </c:pt>
                <c:pt idx="1552">
                  <c:v>0.31059999999999799</c:v>
                </c:pt>
                <c:pt idx="1553">
                  <c:v>0.31079999999999802</c:v>
                </c:pt>
                <c:pt idx="1554">
                  <c:v>0.310999999999998</c:v>
                </c:pt>
                <c:pt idx="1555">
                  <c:v>0.31119999999999798</c:v>
                </c:pt>
                <c:pt idx="1556">
                  <c:v>0.31139999999999801</c:v>
                </c:pt>
                <c:pt idx="1557">
                  <c:v>0.31159999999999799</c:v>
                </c:pt>
                <c:pt idx="1558">
                  <c:v>0.31179999999999802</c:v>
                </c:pt>
                <c:pt idx="1559">
                  <c:v>0.311999999999998</c:v>
                </c:pt>
                <c:pt idx="1560">
                  <c:v>0.31219999999999798</c:v>
                </c:pt>
                <c:pt idx="1561">
                  <c:v>0.31239999999999801</c:v>
                </c:pt>
                <c:pt idx="1562">
                  <c:v>0.31259999999999799</c:v>
                </c:pt>
                <c:pt idx="1563">
                  <c:v>0.31279999999999802</c:v>
                </c:pt>
                <c:pt idx="1564">
                  <c:v>0.312999999999998</c:v>
                </c:pt>
                <c:pt idx="1565">
                  <c:v>0.31319999999999798</c:v>
                </c:pt>
                <c:pt idx="1566">
                  <c:v>0.31339999999999801</c:v>
                </c:pt>
                <c:pt idx="1567">
                  <c:v>0.31359999999999799</c:v>
                </c:pt>
                <c:pt idx="1568">
                  <c:v>0.31379999999999802</c:v>
                </c:pt>
                <c:pt idx="1569">
                  <c:v>0.313999999999998</c:v>
                </c:pt>
                <c:pt idx="1570">
                  <c:v>0.31419999999999798</c:v>
                </c:pt>
                <c:pt idx="1571">
                  <c:v>0.31439999999999801</c:v>
                </c:pt>
                <c:pt idx="1572">
                  <c:v>0.31459999999999799</c:v>
                </c:pt>
                <c:pt idx="1573">
                  <c:v>0.31479999999999803</c:v>
                </c:pt>
                <c:pt idx="1574">
                  <c:v>0.314999999999998</c:v>
                </c:pt>
                <c:pt idx="1575">
                  <c:v>0.31519999999999798</c:v>
                </c:pt>
                <c:pt idx="1576">
                  <c:v>0.31539999999999802</c:v>
                </c:pt>
                <c:pt idx="1577">
                  <c:v>0.31559999999999799</c:v>
                </c:pt>
                <c:pt idx="1578">
                  <c:v>0.31579999999999803</c:v>
                </c:pt>
                <c:pt idx="1579">
                  <c:v>0.315999999999998</c:v>
                </c:pt>
                <c:pt idx="1580">
                  <c:v>0.31619999999999798</c:v>
                </c:pt>
                <c:pt idx="1581">
                  <c:v>0.31639999999999802</c:v>
                </c:pt>
                <c:pt idx="1582">
                  <c:v>0.31659999999999799</c:v>
                </c:pt>
                <c:pt idx="1583">
                  <c:v>0.31679999999999803</c:v>
                </c:pt>
                <c:pt idx="1584">
                  <c:v>0.31699999999999801</c:v>
                </c:pt>
                <c:pt idx="1585">
                  <c:v>0.31719999999999798</c:v>
                </c:pt>
                <c:pt idx="1586">
                  <c:v>0.31739999999999802</c:v>
                </c:pt>
                <c:pt idx="1587">
                  <c:v>0.317599999999998</c:v>
                </c:pt>
                <c:pt idx="1588">
                  <c:v>0.31779999999999797</c:v>
                </c:pt>
                <c:pt idx="1589">
                  <c:v>0.31799999999999801</c:v>
                </c:pt>
                <c:pt idx="1590">
                  <c:v>0.31819999999999798</c:v>
                </c:pt>
                <c:pt idx="1591">
                  <c:v>0.31839999999999802</c:v>
                </c:pt>
                <c:pt idx="1592">
                  <c:v>0.318599999999998</c:v>
                </c:pt>
                <c:pt idx="1593">
                  <c:v>0.31879999999999797</c:v>
                </c:pt>
                <c:pt idx="1594">
                  <c:v>0.31899999999999801</c:v>
                </c:pt>
                <c:pt idx="1595">
                  <c:v>0.31919999999999699</c:v>
                </c:pt>
                <c:pt idx="1596">
                  <c:v>0.31939999999999702</c:v>
                </c:pt>
                <c:pt idx="1597">
                  <c:v>0.319599999999997</c:v>
                </c:pt>
                <c:pt idx="1598">
                  <c:v>0.31979999999999698</c:v>
                </c:pt>
                <c:pt idx="1599">
                  <c:v>0.31999999999999701</c:v>
                </c:pt>
                <c:pt idx="1600">
                  <c:v>0.32019999999999699</c:v>
                </c:pt>
                <c:pt idx="1601">
                  <c:v>0.32039999999999702</c:v>
                </c:pt>
                <c:pt idx="1602">
                  <c:v>0.320599999999997</c:v>
                </c:pt>
                <c:pt idx="1603">
                  <c:v>0.32079999999999698</c:v>
                </c:pt>
                <c:pt idx="1604">
                  <c:v>0.32099999999999701</c:v>
                </c:pt>
                <c:pt idx="1605">
                  <c:v>0.32119999999999699</c:v>
                </c:pt>
                <c:pt idx="1606">
                  <c:v>0.32139999999999702</c:v>
                </c:pt>
                <c:pt idx="1607">
                  <c:v>0.321599999999997</c:v>
                </c:pt>
                <c:pt idx="1608">
                  <c:v>0.32179999999999698</c:v>
                </c:pt>
                <c:pt idx="1609">
                  <c:v>0.32199999999999701</c:v>
                </c:pt>
                <c:pt idx="1610">
                  <c:v>0.32219999999999699</c:v>
                </c:pt>
                <c:pt idx="1611">
                  <c:v>0.32239999999999702</c:v>
                </c:pt>
                <c:pt idx="1612">
                  <c:v>0.322599999999997</c:v>
                </c:pt>
                <c:pt idx="1613">
                  <c:v>0.32279999999999698</c:v>
                </c:pt>
                <c:pt idx="1614">
                  <c:v>0.32299999999999701</c:v>
                </c:pt>
                <c:pt idx="1615">
                  <c:v>0.32319999999999699</c:v>
                </c:pt>
                <c:pt idx="1616">
                  <c:v>0.32339999999999702</c:v>
                </c:pt>
                <c:pt idx="1617">
                  <c:v>0.323599999999997</c:v>
                </c:pt>
                <c:pt idx="1618">
                  <c:v>0.32379999999999698</c:v>
                </c:pt>
                <c:pt idx="1619">
                  <c:v>0.32399999999999701</c:v>
                </c:pt>
                <c:pt idx="1620">
                  <c:v>0.32419999999999699</c:v>
                </c:pt>
                <c:pt idx="1621">
                  <c:v>0.32439999999999702</c:v>
                </c:pt>
                <c:pt idx="1622">
                  <c:v>0.324599999999997</c:v>
                </c:pt>
                <c:pt idx="1623">
                  <c:v>0.32479999999999698</c:v>
                </c:pt>
                <c:pt idx="1624">
                  <c:v>0.32499999999999701</c:v>
                </c:pt>
                <c:pt idx="1625">
                  <c:v>0.32519999999999699</c:v>
                </c:pt>
                <c:pt idx="1626">
                  <c:v>0.32539999999999702</c:v>
                </c:pt>
                <c:pt idx="1627">
                  <c:v>0.325599999999997</c:v>
                </c:pt>
                <c:pt idx="1628">
                  <c:v>0.32579999999999698</c:v>
                </c:pt>
                <c:pt idx="1629">
                  <c:v>0.32599999999999701</c:v>
                </c:pt>
                <c:pt idx="1630">
                  <c:v>0.32619999999999699</c:v>
                </c:pt>
                <c:pt idx="1631">
                  <c:v>0.32639999999999703</c:v>
                </c:pt>
                <c:pt idx="1632">
                  <c:v>0.326599999999997</c:v>
                </c:pt>
                <c:pt idx="1633">
                  <c:v>0.32679999999999698</c:v>
                </c:pt>
                <c:pt idx="1634">
                  <c:v>0.32699999999999702</c:v>
                </c:pt>
                <c:pt idx="1635">
                  <c:v>0.32719999999999699</c:v>
                </c:pt>
                <c:pt idx="1636">
                  <c:v>0.32739999999999703</c:v>
                </c:pt>
                <c:pt idx="1637">
                  <c:v>0.327599999999997</c:v>
                </c:pt>
                <c:pt idx="1638">
                  <c:v>0.32779999999999698</c:v>
                </c:pt>
                <c:pt idx="1639">
                  <c:v>0.32799999999999702</c:v>
                </c:pt>
                <c:pt idx="1640">
                  <c:v>0.32819999999999599</c:v>
                </c:pt>
                <c:pt idx="1641">
                  <c:v>0.32839999999999597</c:v>
                </c:pt>
                <c:pt idx="1642">
                  <c:v>0.32859999999999601</c:v>
                </c:pt>
                <c:pt idx="1643">
                  <c:v>0.32879999999999598</c:v>
                </c:pt>
                <c:pt idx="1644">
                  <c:v>0.32899999999999602</c:v>
                </c:pt>
                <c:pt idx="1645">
                  <c:v>0.329199999999996</c:v>
                </c:pt>
                <c:pt idx="1646">
                  <c:v>0.32939999999999597</c:v>
                </c:pt>
                <c:pt idx="1647">
                  <c:v>0.32959999999999601</c:v>
                </c:pt>
                <c:pt idx="1648">
                  <c:v>0.32979999999999599</c:v>
                </c:pt>
                <c:pt idx="1649">
                  <c:v>0.32999999999999602</c:v>
                </c:pt>
                <c:pt idx="1650">
                  <c:v>0.330199999999996</c:v>
                </c:pt>
                <c:pt idx="1651">
                  <c:v>0.33039999999999597</c:v>
                </c:pt>
                <c:pt idx="1652">
                  <c:v>0.33059999999999601</c:v>
                </c:pt>
                <c:pt idx="1653">
                  <c:v>0.33079999999999599</c:v>
                </c:pt>
                <c:pt idx="1654">
                  <c:v>0.33099999999999602</c:v>
                </c:pt>
                <c:pt idx="1655">
                  <c:v>0.331199999999996</c:v>
                </c:pt>
                <c:pt idx="1656">
                  <c:v>0.33139999999999598</c:v>
                </c:pt>
                <c:pt idx="1657">
                  <c:v>0.33159999999999601</c:v>
                </c:pt>
                <c:pt idx="1658">
                  <c:v>0.33179999999999599</c:v>
                </c:pt>
                <c:pt idx="1659">
                  <c:v>0.33199999999999602</c:v>
                </c:pt>
                <c:pt idx="1660">
                  <c:v>0.332199999999996</c:v>
                </c:pt>
                <c:pt idx="1661">
                  <c:v>0.33239999999999598</c:v>
                </c:pt>
                <c:pt idx="1662">
                  <c:v>0.33259999999999601</c:v>
                </c:pt>
                <c:pt idx="1663">
                  <c:v>0.33279999999999599</c:v>
                </c:pt>
                <c:pt idx="1664">
                  <c:v>0.33299999999999602</c:v>
                </c:pt>
                <c:pt idx="1665">
                  <c:v>0.333199999999996</c:v>
                </c:pt>
                <c:pt idx="1666">
                  <c:v>0.33339999999999598</c:v>
                </c:pt>
                <c:pt idx="1667">
                  <c:v>0.33359999999999601</c:v>
                </c:pt>
                <c:pt idx="1668">
                  <c:v>0.33379999999999599</c:v>
                </c:pt>
                <c:pt idx="1669">
                  <c:v>0.33399999999999602</c:v>
                </c:pt>
                <c:pt idx="1670">
                  <c:v>0.334199999999996</c:v>
                </c:pt>
                <c:pt idx="1671">
                  <c:v>0.33439999999999598</c:v>
                </c:pt>
                <c:pt idx="1672">
                  <c:v>0.33459999999999601</c:v>
                </c:pt>
                <c:pt idx="1673">
                  <c:v>0.33479999999999599</c:v>
                </c:pt>
                <c:pt idx="1674">
                  <c:v>0.33499999999999602</c:v>
                </c:pt>
                <c:pt idx="1675">
                  <c:v>0.335199999999996</c:v>
                </c:pt>
                <c:pt idx="1676">
                  <c:v>0.33539999999999598</c:v>
                </c:pt>
                <c:pt idx="1677">
                  <c:v>0.33559999999999601</c:v>
                </c:pt>
                <c:pt idx="1678">
                  <c:v>0.33579999999999599</c:v>
                </c:pt>
                <c:pt idx="1679">
                  <c:v>0.33599999999999602</c:v>
                </c:pt>
                <c:pt idx="1680">
                  <c:v>0.336199999999996</c:v>
                </c:pt>
                <c:pt idx="1681">
                  <c:v>0.33639999999999598</c:v>
                </c:pt>
                <c:pt idx="1682">
                  <c:v>0.33659999999999601</c:v>
                </c:pt>
                <c:pt idx="1683">
                  <c:v>0.33679999999999599</c:v>
                </c:pt>
                <c:pt idx="1684">
                  <c:v>0.33699999999999602</c:v>
                </c:pt>
                <c:pt idx="1685">
                  <c:v>0.337199999999996</c:v>
                </c:pt>
                <c:pt idx="1686">
                  <c:v>0.33739999999999498</c:v>
                </c:pt>
                <c:pt idx="1687">
                  <c:v>0.33759999999999502</c:v>
                </c:pt>
                <c:pt idx="1688">
                  <c:v>0.33779999999999499</c:v>
                </c:pt>
                <c:pt idx="1689">
                  <c:v>0.33799999999999503</c:v>
                </c:pt>
                <c:pt idx="1690">
                  <c:v>0.338199999999995</c:v>
                </c:pt>
                <c:pt idx="1691">
                  <c:v>0.33839999999999498</c:v>
                </c:pt>
                <c:pt idx="1692">
                  <c:v>0.33859999999999502</c:v>
                </c:pt>
                <c:pt idx="1693">
                  <c:v>0.33879999999999499</c:v>
                </c:pt>
                <c:pt idx="1694">
                  <c:v>0.33899999999999503</c:v>
                </c:pt>
                <c:pt idx="1695">
                  <c:v>0.33919999999999501</c:v>
                </c:pt>
                <c:pt idx="1696">
                  <c:v>0.33939999999999498</c:v>
                </c:pt>
                <c:pt idx="1697">
                  <c:v>0.33959999999999502</c:v>
                </c:pt>
                <c:pt idx="1698">
                  <c:v>0.33979999999999499</c:v>
                </c:pt>
                <c:pt idx="1699">
                  <c:v>0.33999999999999497</c:v>
                </c:pt>
                <c:pt idx="1700">
                  <c:v>0.34019999999999501</c:v>
                </c:pt>
                <c:pt idx="1701">
                  <c:v>0.34039999999999498</c:v>
                </c:pt>
                <c:pt idx="1702">
                  <c:v>0.34059999999999502</c:v>
                </c:pt>
                <c:pt idx="1703">
                  <c:v>0.340799999999995</c:v>
                </c:pt>
                <c:pt idx="1704">
                  <c:v>0.34099999999999497</c:v>
                </c:pt>
                <c:pt idx="1705">
                  <c:v>0.34119999999999501</c:v>
                </c:pt>
                <c:pt idx="1706">
                  <c:v>0.34139999999999499</c:v>
                </c:pt>
                <c:pt idx="1707">
                  <c:v>0.34159999999999502</c:v>
                </c:pt>
                <c:pt idx="1708">
                  <c:v>0.341799999999995</c:v>
                </c:pt>
                <c:pt idx="1709">
                  <c:v>0.34199999999999497</c:v>
                </c:pt>
                <c:pt idx="1710">
                  <c:v>0.34219999999999501</c:v>
                </c:pt>
                <c:pt idx="1711">
                  <c:v>0.34239999999999499</c:v>
                </c:pt>
                <c:pt idx="1712">
                  <c:v>0.34259999999999502</c:v>
                </c:pt>
                <c:pt idx="1713">
                  <c:v>0.342799999999995</c:v>
                </c:pt>
                <c:pt idx="1714">
                  <c:v>0.34299999999999498</c:v>
                </c:pt>
                <c:pt idx="1715">
                  <c:v>0.34319999999999501</c:v>
                </c:pt>
                <c:pt idx="1716">
                  <c:v>0.34339999999999499</c:v>
                </c:pt>
                <c:pt idx="1717">
                  <c:v>0.34359999999999502</c:v>
                </c:pt>
                <c:pt idx="1718">
                  <c:v>0.343799999999995</c:v>
                </c:pt>
                <c:pt idx="1719">
                  <c:v>0.34399999999999498</c:v>
                </c:pt>
                <c:pt idx="1720">
                  <c:v>0.34419999999999501</c:v>
                </c:pt>
                <c:pt idx="1721">
                  <c:v>0.34439999999999499</c:v>
                </c:pt>
                <c:pt idx="1722">
                  <c:v>0.34459999999999502</c:v>
                </c:pt>
                <c:pt idx="1723">
                  <c:v>0.344799999999995</c:v>
                </c:pt>
                <c:pt idx="1724">
                  <c:v>0.34499999999999498</c:v>
                </c:pt>
                <c:pt idx="1725">
                  <c:v>0.34519999999999501</c:v>
                </c:pt>
                <c:pt idx="1726">
                  <c:v>0.34539999999999499</c:v>
                </c:pt>
                <c:pt idx="1727">
                  <c:v>0.34559999999999502</c:v>
                </c:pt>
                <c:pt idx="1728">
                  <c:v>0.345799999999995</c:v>
                </c:pt>
                <c:pt idx="1729">
                  <c:v>0.34599999999999498</c:v>
                </c:pt>
                <c:pt idx="1730">
                  <c:v>0.34619999999999501</c:v>
                </c:pt>
                <c:pt idx="1731">
                  <c:v>0.34639999999999399</c:v>
                </c:pt>
                <c:pt idx="1732">
                  <c:v>0.34659999999999402</c:v>
                </c:pt>
                <c:pt idx="1733">
                  <c:v>0.346799999999994</c:v>
                </c:pt>
                <c:pt idx="1734">
                  <c:v>0.34699999999999398</c:v>
                </c:pt>
                <c:pt idx="1735">
                  <c:v>0.34719999999999401</c:v>
                </c:pt>
                <c:pt idx="1736">
                  <c:v>0.34739999999999399</c:v>
                </c:pt>
                <c:pt idx="1737">
                  <c:v>0.34759999999999402</c:v>
                </c:pt>
                <c:pt idx="1738">
                  <c:v>0.347799999999994</c:v>
                </c:pt>
                <c:pt idx="1739">
                  <c:v>0.34799999999999398</c:v>
                </c:pt>
                <c:pt idx="1740">
                  <c:v>0.34819999999999401</c:v>
                </c:pt>
                <c:pt idx="1741">
                  <c:v>0.34839999999999399</c:v>
                </c:pt>
                <c:pt idx="1742">
                  <c:v>0.34859999999999403</c:v>
                </c:pt>
                <c:pt idx="1743">
                  <c:v>0.348799999999994</c:v>
                </c:pt>
                <c:pt idx="1744">
                  <c:v>0.34899999999999398</c:v>
                </c:pt>
                <c:pt idx="1745">
                  <c:v>0.34919999999999402</c:v>
                </c:pt>
                <c:pt idx="1746">
                  <c:v>0.34939999999999399</c:v>
                </c:pt>
                <c:pt idx="1747">
                  <c:v>0.34959999999999403</c:v>
                </c:pt>
                <c:pt idx="1748">
                  <c:v>0.349799999999994</c:v>
                </c:pt>
                <c:pt idx="1749">
                  <c:v>0.34999999999999398</c:v>
                </c:pt>
                <c:pt idx="1750">
                  <c:v>0.35019999999999402</c:v>
                </c:pt>
                <c:pt idx="1751">
                  <c:v>0.35039999999999399</c:v>
                </c:pt>
                <c:pt idx="1752">
                  <c:v>0.35059999999999403</c:v>
                </c:pt>
                <c:pt idx="1753">
                  <c:v>0.35079999999999401</c:v>
                </c:pt>
                <c:pt idx="1754">
                  <c:v>0.35099999999999398</c:v>
                </c:pt>
                <c:pt idx="1755">
                  <c:v>0.35119999999999402</c:v>
                </c:pt>
                <c:pt idx="1756">
                  <c:v>0.35139999999999399</c:v>
                </c:pt>
                <c:pt idx="1757">
                  <c:v>0.35159999999999397</c:v>
                </c:pt>
                <c:pt idx="1758">
                  <c:v>0.35179999999999401</c:v>
                </c:pt>
                <c:pt idx="1759">
                  <c:v>0.35199999999999398</c:v>
                </c:pt>
                <c:pt idx="1760">
                  <c:v>0.35219999999999402</c:v>
                </c:pt>
                <c:pt idx="1761">
                  <c:v>0.352399999999994</c:v>
                </c:pt>
                <c:pt idx="1762">
                  <c:v>0.35259999999999397</c:v>
                </c:pt>
                <c:pt idx="1763">
                  <c:v>0.35279999999999401</c:v>
                </c:pt>
                <c:pt idx="1764">
                  <c:v>0.35299999999999399</c:v>
                </c:pt>
                <c:pt idx="1765">
                  <c:v>0.35319999999999402</c:v>
                </c:pt>
                <c:pt idx="1766">
                  <c:v>0.353399999999994</c:v>
                </c:pt>
                <c:pt idx="1767">
                  <c:v>0.35359999999999397</c:v>
                </c:pt>
                <c:pt idx="1768">
                  <c:v>0.35379999999999401</c:v>
                </c:pt>
                <c:pt idx="1769">
                  <c:v>0.35399999999999399</c:v>
                </c:pt>
                <c:pt idx="1770">
                  <c:v>0.35419999999999402</c:v>
                </c:pt>
                <c:pt idx="1771">
                  <c:v>0.354399999999994</c:v>
                </c:pt>
                <c:pt idx="1772">
                  <c:v>0.35459999999999398</c:v>
                </c:pt>
                <c:pt idx="1773">
                  <c:v>0.35479999999999401</c:v>
                </c:pt>
                <c:pt idx="1774">
                  <c:v>0.35499999999999399</c:v>
                </c:pt>
                <c:pt idx="1775">
                  <c:v>0.35519999999999402</c:v>
                </c:pt>
                <c:pt idx="1776">
                  <c:v>0.355399999999993</c:v>
                </c:pt>
                <c:pt idx="1777">
                  <c:v>0.35559999999999298</c:v>
                </c:pt>
                <c:pt idx="1778">
                  <c:v>0.35579999999999301</c:v>
                </c:pt>
                <c:pt idx="1779">
                  <c:v>0.35599999999999299</c:v>
                </c:pt>
                <c:pt idx="1780">
                  <c:v>0.35619999999999302</c:v>
                </c:pt>
                <c:pt idx="1781">
                  <c:v>0.356399999999993</c:v>
                </c:pt>
                <c:pt idx="1782">
                  <c:v>0.35659999999999298</c:v>
                </c:pt>
                <c:pt idx="1783">
                  <c:v>0.35679999999999301</c:v>
                </c:pt>
                <c:pt idx="1784">
                  <c:v>0.35699999999999299</c:v>
                </c:pt>
                <c:pt idx="1785">
                  <c:v>0.35719999999999302</c:v>
                </c:pt>
                <c:pt idx="1786">
                  <c:v>0.357399999999993</c:v>
                </c:pt>
                <c:pt idx="1787">
                  <c:v>0.35759999999999298</c:v>
                </c:pt>
                <c:pt idx="1788">
                  <c:v>0.35779999999999301</c:v>
                </c:pt>
                <c:pt idx="1789">
                  <c:v>0.35799999999999299</c:v>
                </c:pt>
                <c:pt idx="1790">
                  <c:v>0.35819999999999302</c:v>
                </c:pt>
                <c:pt idx="1791">
                  <c:v>0.358399999999993</c:v>
                </c:pt>
                <c:pt idx="1792">
                  <c:v>0.35859999999999298</c:v>
                </c:pt>
                <c:pt idx="1793">
                  <c:v>0.35879999999999301</c:v>
                </c:pt>
                <c:pt idx="1794">
                  <c:v>0.35899999999999299</c:v>
                </c:pt>
                <c:pt idx="1795">
                  <c:v>0.35919999999999302</c:v>
                </c:pt>
                <c:pt idx="1796">
                  <c:v>0.359399999999993</c:v>
                </c:pt>
                <c:pt idx="1797">
                  <c:v>0.35959999999999298</c:v>
                </c:pt>
                <c:pt idx="1798">
                  <c:v>0.35979999999999301</c:v>
                </c:pt>
                <c:pt idx="1799">
                  <c:v>0.35999999999999299</c:v>
                </c:pt>
                <c:pt idx="1800">
                  <c:v>0.36019999999999303</c:v>
                </c:pt>
                <c:pt idx="1801">
                  <c:v>0.360399999999993</c:v>
                </c:pt>
                <c:pt idx="1802">
                  <c:v>0.36059999999999298</c:v>
                </c:pt>
                <c:pt idx="1803">
                  <c:v>0.36079999999999302</c:v>
                </c:pt>
                <c:pt idx="1804">
                  <c:v>0.36099999999999299</c:v>
                </c:pt>
                <c:pt idx="1805">
                  <c:v>0.36119999999999303</c:v>
                </c:pt>
                <c:pt idx="1806">
                  <c:v>0.361399999999993</c:v>
                </c:pt>
                <c:pt idx="1807">
                  <c:v>0.36159999999999298</c:v>
                </c:pt>
                <c:pt idx="1808">
                  <c:v>0.36179999999999302</c:v>
                </c:pt>
                <c:pt idx="1809">
                  <c:v>0.36199999999999299</c:v>
                </c:pt>
                <c:pt idx="1810">
                  <c:v>0.36219999999999303</c:v>
                </c:pt>
                <c:pt idx="1811">
                  <c:v>0.36239999999999301</c:v>
                </c:pt>
                <c:pt idx="1812">
                  <c:v>0.36259999999999298</c:v>
                </c:pt>
                <c:pt idx="1813">
                  <c:v>0.36279999999999302</c:v>
                </c:pt>
                <c:pt idx="1814">
                  <c:v>0.36299999999999299</c:v>
                </c:pt>
                <c:pt idx="1815">
                  <c:v>0.36319999999999297</c:v>
                </c:pt>
                <c:pt idx="1816">
                  <c:v>0.36339999999999301</c:v>
                </c:pt>
                <c:pt idx="1817">
                  <c:v>0.36359999999999298</c:v>
                </c:pt>
                <c:pt idx="1818">
                  <c:v>0.36379999999999302</c:v>
                </c:pt>
                <c:pt idx="1819">
                  <c:v>0.363999999999993</c:v>
                </c:pt>
                <c:pt idx="1820">
                  <c:v>0.36419999999999297</c:v>
                </c:pt>
                <c:pt idx="1821">
                  <c:v>0.36439999999999301</c:v>
                </c:pt>
                <c:pt idx="1822">
                  <c:v>0.36459999999999199</c:v>
                </c:pt>
                <c:pt idx="1823">
                  <c:v>0.36479999999999202</c:v>
                </c:pt>
                <c:pt idx="1824">
                  <c:v>0.364999999999992</c:v>
                </c:pt>
                <c:pt idx="1825">
                  <c:v>0.36519999999999198</c:v>
                </c:pt>
                <c:pt idx="1826">
                  <c:v>0.36539999999999201</c:v>
                </c:pt>
                <c:pt idx="1827">
                  <c:v>0.36559999999999199</c:v>
                </c:pt>
                <c:pt idx="1828">
                  <c:v>0.36579999999999202</c:v>
                </c:pt>
                <c:pt idx="1829">
                  <c:v>0.365999999999992</c:v>
                </c:pt>
                <c:pt idx="1830">
                  <c:v>0.36619999999999198</c:v>
                </c:pt>
                <c:pt idx="1831">
                  <c:v>0.36639999999999201</c:v>
                </c:pt>
                <c:pt idx="1832">
                  <c:v>0.36659999999999199</c:v>
                </c:pt>
                <c:pt idx="1833">
                  <c:v>0.36679999999999202</c:v>
                </c:pt>
                <c:pt idx="1834">
                  <c:v>0.366999999999992</c:v>
                </c:pt>
                <c:pt idx="1835">
                  <c:v>0.36719999999999198</c:v>
                </c:pt>
                <c:pt idx="1836">
                  <c:v>0.36739999999999201</c:v>
                </c:pt>
                <c:pt idx="1837">
                  <c:v>0.36759999999999199</c:v>
                </c:pt>
                <c:pt idx="1838">
                  <c:v>0.36779999999999202</c:v>
                </c:pt>
                <c:pt idx="1839">
                  <c:v>0.367999999999992</c:v>
                </c:pt>
                <c:pt idx="1840">
                  <c:v>0.36819999999999198</c:v>
                </c:pt>
                <c:pt idx="1841">
                  <c:v>0.36839999999999201</c:v>
                </c:pt>
                <c:pt idx="1842">
                  <c:v>0.36859999999999199</c:v>
                </c:pt>
                <c:pt idx="1843">
                  <c:v>0.36879999999999202</c:v>
                </c:pt>
                <c:pt idx="1844">
                  <c:v>0.368999999999992</c:v>
                </c:pt>
                <c:pt idx="1845">
                  <c:v>0.36919999999999198</c:v>
                </c:pt>
                <c:pt idx="1846">
                  <c:v>0.36939999999999201</c:v>
                </c:pt>
                <c:pt idx="1847">
                  <c:v>0.36959999999999199</c:v>
                </c:pt>
                <c:pt idx="1848">
                  <c:v>0.36979999999999202</c:v>
                </c:pt>
                <c:pt idx="1849">
                  <c:v>0.369999999999992</c:v>
                </c:pt>
                <c:pt idx="1850">
                  <c:v>0.37019999999999198</c:v>
                </c:pt>
                <c:pt idx="1851">
                  <c:v>0.37039999999999201</c:v>
                </c:pt>
                <c:pt idx="1852">
                  <c:v>0.37059999999999199</c:v>
                </c:pt>
                <c:pt idx="1853">
                  <c:v>0.37079999999999202</c:v>
                </c:pt>
                <c:pt idx="1854">
                  <c:v>0.370999999999992</c:v>
                </c:pt>
                <c:pt idx="1855">
                  <c:v>0.37119999999999198</c:v>
                </c:pt>
                <c:pt idx="1856">
                  <c:v>0.37139999999999201</c:v>
                </c:pt>
                <c:pt idx="1857">
                  <c:v>0.37159999999999199</c:v>
                </c:pt>
                <c:pt idx="1858">
                  <c:v>0.37179999999999203</c:v>
                </c:pt>
                <c:pt idx="1859">
                  <c:v>0.371999999999992</c:v>
                </c:pt>
                <c:pt idx="1860">
                  <c:v>0.37219999999999198</c:v>
                </c:pt>
                <c:pt idx="1861">
                  <c:v>0.37239999999999202</c:v>
                </c:pt>
                <c:pt idx="1862">
                  <c:v>0.37259999999999199</c:v>
                </c:pt>
                <c:pt idx="1863">
                  <c:v>0.37279999999999203</c:v>
                </c:pt>
                <c:pt idx="1864">
                  <c:v>0.372999999999992</c:v>
                </c:pt>
                <c:pt idx="1865">
                  <c:v>0.37319999999999198</c:v>
                </c:pt>
                <c:pt idx="1866">
                  <c:v>0.37339999999999202</c:v>
                </c:pt>
                <c:pt idx="1867">
                  <c:v>0.37359999999999099</c:v>
                </c:pt>
                <c:pt idx="1868">
                  <c:v>0.37379999999999097</c:v>
                </c:pt>
                <c:pt idx="1869">
                  <c:v>0.37399999999999101</c:v>
                </c:pt>
                <c:pt idx="1870">
                  <c:v>0.37419999999999098</c:v>
                </c:pt>
                <c:pt idx="1871">
                  <c:v>0.37439999999999102</c:v>
                </c:pt>
                <c:pt idx="1872">
                  <c:v>0.374599999999991</c:v>
                </c:pt>
                <c:pt idx="1873">
                  <c:v>0.37479999999999097</c:v>
                </c:pt>
                <c:pt idx="1874">
                  <c:v>0.37499999999999101</c:v>
                </c:pt>
                <c:pt idx="1875">
                  <c:v>0.37519999999999099</c:v>
                </c:pt>
                <c:pt idx="1876">
                  <c:v>0.37539999999999102</c:v>
                </c:pt>
                <c:pt idx="1877">
                  <c:v>0.375599999999991</c:v>
                </c:pt>
                <c:pt idx="1878">
                  <c:v>0.37579999999999097</c:v>
                </c:pt>
                <c:pt idx="1879">
                  <c:v>0.37599999999999101</c:v>
                </c:pt>
                <c:pt idx="1880">
                  <c:v>0.37619999999999099</c:v>
                </c:pt>
                <c:pt idx="1881">
                  <c:v>0.37639999999999102</c:v>
                </c:pt>
                <c:pt idx="1882">
                  <c:v>0.376599999999991</c:v>
                </c:pt>
                <c:pt idx="1883">
                  <c:v>0.37679999999999098</c:v>
                </c:pt>
                <c:pt idx="1884">
                  <c:v>0.37699999999999101</c:v>
                </c:pt>
                <c:pt idx="1885">
                  <c:v>0.37719999999999099</c:v>
                </c:pt>
                <c:pt idx="1886">
                  <c:v>0.37739999999999102</c:v>
                </c:pt>
                <c:pt idx="1887">
                  <c:v>0.377599999999991</c:v>
                </c:pt>
                <c:pt idx="1888">
                  <c:v>0.37779999999999098</c:v>
                </c:pt>
                <c:pt idx="1889">
                  <c:v>0.37799999999999101</c:v>
                </c:pt>
                <c:pt idx="1890">
                  <c:v>0.37819999999999099</c:v>
                </c:pt>
                <c:pt idx="1891">
                  <c:v>0.37839999999999102</c:v>
                </c:pt>
                <c:pt idx="1892">
                  <c:v>0.378599999999991</c:v>
                </c:pt>
                <c:pt idx="1893">
                  <c:v>0.37879999999999098</c:v>
                </c:pt>
                <c:pt idx="1894">
                  <c:v>0.37899999999999101</c:v>
                </c:pt>
                <c:pt idx="1895">
                  <c:v>0.37919999999999099</c:v>
                </c:pt>
                <c:pt idx="1896">
                  <c:v>0.37939999999999102</c:v>
                </c:pt>
                <c:pt idx="1897">
                  <c:v>0.379599999999991</c:v>
                </c:pt>
                <c:pt idx="1898">
                  <c:v>0.37979999999999098</c:v>
                </c:pt>
                <c:pt idx="1899">
                  <c:v>0.37999999999999101</c:v>
                </c:pt>
                <c:pt idx="1900">
                  <c:v>0.38019999999999099</c:v>
                </c:pt>
                <c:pt idx="1901">
                  <c:v>0.38039999999999102</c:v>
                </c:pt>
                <c:pt idx="1902">
                  <c:v>0.380599999999991</c:v>
                </c:pt>
                <c:pt idx="1903">
                  <c:v>0.38079999999999098</c:v>
                </c:pt>
                <c:pt idx="1904">
                  <c:v>0.38099999999999101</c:v>
                </c:pt>
                <c:pt idx="1905">
                  <c:v>0.38119999999999099</c:v>
                </c:pt>
                <c:pt idx="1906">
                  <c:v>0.38139999999999102</c:v>
                </c:pt>
                <c:pt idx="1907">
                  <c:v>0.381599999999991</c:v>
                </c:pt>
                <c:pt idx="1908">
                  <c:v>0.38179999999999098</c:v>
                </c:pt>
                <c:pt idx="1909">
                  <c:v>0.38199999999999101</c:v>
                </c:pt>
                <c:pt idx="1910">
                  <c:v>0.38219999999999099</c:v>
                </c:pt>
                <c:pt idx="1911">
                  <c:v>0.38239999999999102</c:v>
                </c:pt>
                <c:pt idx="1912">
                  <c:v>0.382599999999991</c:v>
                </c:pt>
                <c:pt idx="1913">
                  <c:v>0.38279999999998998</c:v>
                </c:pt>
                <c:pt idx="1914">
                  <c:v>0.38299999999999002</c:v>
                </c:pt>
                <c:pt idx="1915">
                  <c:v>0.38319999999998999</c:v>
                </c:pt>
                <c:pt idx="1916">
                  <c:v>0.38339999999999003</c:v>
                </c:pt>
                <c:pt idx="1917">
                  <c:v>0.38359999999999</c:v>
                </c:pt>
                <c:pt idx="1918">
                  <c:v>0.38379999999998998</c:v>
                </c:pt>
                <c:pt idx="1919">
                  <c:v>0.38399999999999002</c:v>
                </c:pt>
                <c:pt idx="1920">
                  <c:v>0.38419999999998999</c:v>
                </c:pt>
                <c:pt idx="1921">
                  <c:v>0.38439999999999003</c:v>
                </c:pt>
                <c:pt idx="1922">
                  <c:v>0.38459999999999001</c:v>
                </c:pt>
                <c:pt idx="1923">
                  <c:v>0.38479999999998998</c:v>
                </c:pt>
                <c:pt idx="1924">
                  <c:v>0.38499999999999002</c:v>
                </c:pt>
                <c:pt idx="1925">
                  <c:v>0.38519999999998999</c:v>
                </c:pt>
                <c:pt idx="1926">
                  <c:v>0.38539999999998997</c:v>
                </c:pt>
                <c:pt idx="1927">
                  <c:v>0.38559999999999001</c:v>
                </c:pt>
                <c:pt idx="1928">
                  <c:v>0.38579999999998998</c:v>
                </c:pt>
                <c:pt idx="1929">
                  <c:v>0.38599999999999002</c:v>
                </c:pt>
                <c:pt idx="1930">
                  <c:v>0.38619999999999</c:v>
                </c:pt>
                <c:pt idx="1931">
                  <c:v>0.38639999999998997</c:v>
                </c:pt>
                <c:pt idx="1932">
                  <c:v>0.38659999999999001</c:v>
                </c:pt>
                <c:pt idx="1933">
                  <c:v>0.38679999999998999</c:v>
                </c:pt>
                <c:pt idx="1934">
                  <c:v>0.38699999999999002</c:v>
                </c:pt>
                <c:pt idx="1935">
                  <c:v>0.38719999999999</c:v>
                </c:pt>
                <c:pt idx="1936">
                  <c:v>0.38739999999998997</c:v>
                </c:pt>
                <c:pt idx="1937">
                  <c:v>0.38759999999999001</c:v>
                </c:pt>
                <c:pt idx="1938">
                  <c:v>0.38779999999998999</c:v>
                </c:pt>
                <c:pt idx="1939">
                  <c:v>0.38799999999999002</c:v>
                </c:pt>
                <c:pt idx="1940">
                  <c:v>0.38819999999999</c:v>
                </c:pt>
                <c:pt idx="1941">
                  <c:v>0.38839999999998998</c:v>
                </c:pt>
                <c:pt idx="1942">
                  <c:v>0.38859999999999001</c:v>
                </c:pt>
                <c:pt idx="1943">
                  <c:v>0.38879999999998999</c:v>
                </c:pt>
                <c:pt idx="1944">
                  <c:v>0.38899999999999002</c:v>
                </c:pt>
                <c:pt idx="1945">
                  <c:v>0.38919999999999</c:v>
                </c:pt>
                <c:pt idx="1946">
                  <c:v>0.38939999999998998</c:v>
                </c:pt>
                <c:pt idx="1947">
                  <c:v>0.38959999999999001</c:v>
                </c:pt>
                <c:pt idx="1948">
                  <c:v>0.38979999999998999</c:v>
                </c:pt>
                <c:pt idx="1949">
                  <c:v>0.38999999999999002</c:v>
                </c:pt>
                <c:pt idx="1950">
                  <c:v>0.39019999999999</c:v>
                </c:pt>
                <c:pt idx="1951">
                  <c:v>0.39039999999998998</c:v>
                </c:pt>
                <c:pt idx="1952">
                  <c:v>0.39059999999999001</c:v>
                </c:pt>
                <c:pt idx="1953">
                  <c:v>0.39079999999998999</c:v>
                </c:pt>
                <c:pt idx="1954">
                  <c:v>0.39099999999999002</c:v>
                </c:pt>
                <c:pt idx="1955">
                  <c:v>0.39119999999999</c:v>
                </c:pt>
                <c:pt idx="1956">
                  <c:v>0.39139999999998998</c:v>
                </c:pt>
                <c:pt idx="1957">
                  <c:v>0.39159999999999001</c:v>
                </c:pt>
                <c:pt idx="1958">
                  <c:v>0.39179999999998899</c:v>
                </c:pt>
                <c:pt idx="1959">
                  <c:v>0.39199999999998902</c:v>
                </c:pt>
                <c:pt idx="1960">
                  <c:v>0.392199999999989</c:v>
                </c:pt>
                <c:pt idx="1961">
                  <c:v>0.39239999999998898</c:v>
                </c:pt>
                <c:pt idx="1962">
                  <c:v>0.39259999999998901</c:v>
                </c:pt>
                <c:pt idx="1963">
                  <c:v>0.39279999999998899</c:v>
                </c:pt>
                <c:pt idx="1964">
                  <c:v>0.39299999999998902</c:v>
                </c:pt>
                <c:pt idx="1965">
                  <c:v>0.393199999999989</c:v>
                </c:pt>
                <c:pt idx="1966">
                  <c:v>0.39339999999998898</c:v>
                </c:pt>
                <c:pt idx="1967">
                  <c:v>0.39359999999998901</c:v>
                </c:pt>
                <c:pt idx="1968">
                  <c:v>0.39379999999998899</c:v>
                </c:pt>
                <c:pt idx="1969">
                  <c:v>0.39399999999998903</c:v>
                </c:pt>
                <c:pt idx="1970">
                  <c:v>0.394199999999989</c:v>
                </c:pt>
                <c:pt idx="1971">
                  <c:v>0.39439999999998898</c:v>
                </c:pt>
                <c:pt idx="1972">
                  <c:v>0.39459999999998902</c:v>
                </c:pt>
                <c:pt idx="1973">
                  <c:v>0.39479999999998899</c:v>
                </c:pt>
                <c:pt idx="1974">
                  <c:v>0.39499999999998903</c:v>
                </c:pt>
                <c:pt idx="1975">
                  <c:v>0.395199999999989</c:v>
                </c:pt>
                <c:pt idx="1976">
                  <c:v>0.39539999999998898</c:v>
                </c:pt>
                <c:pt idx="1977">
                  <c:v>0.39559999999998902</c:v>
                </c:pt>
                <c:pt idx="1978">
                  <c:v>0.39579999999998899</c:v>
                </c:pt>
                <c:pt idx="1979">
                  <c:v>0.39599999999998903</c:v>
                </c:pt>
                <c:pt idx="1980">
                  <c:v>0.39619999999998901</c:v>
                </c:pt>
                <c:pt idx="1981">
                  <c:v>0.39639999999998898</c:v>
                </c:pt>
                <c:pt idx="1982">
                  <c:v>0.39659999999998902</c:v>
                </c:pt>
                <c:pt idx="1983">
                  <c:v>0.39679999999998899</c:v>
                </c:pt>
                <c:pt idx="1984">
                  <c:v>0.39699999999998897</c:v>
                </c:pt>
                <c:pt idx="1985">
                  <c:v>0.39719999999998901</c:v>
                </c:pt>
                <c:pt idx="1986">
                  <c:v>0.39739999999998898</c:v>
                </c:pt>
                <c:pt idx="1987">
                  <c:v>0.39759999999998902</c:v>
                </c:pt>
                <c:pt idx="1988">
                  <c:v>0.397799999999989</c:v>
                </c:pt>
                <c:pt idx="1989">
                  <c:v>0.39799999999998897</c:v>
                </c:pt>
                <c:pt idx="1990">
                  <c:v>0.39819999999998901</c:v>
                </c:pt>
                <c:pt idx="1991">
                  <c:v>0.39839999999998899</c:v>
                </c:pt>
                <c:pt idx="1992">
                  <c:v>0.39859999999998902</c:v>
                </c:pt>
                <c:pt idx="1993">
                  <c:v>0.398799999999989</c:v>
                </c:pt>
                <c:pt idx="1994">
                  <c:v>0.39899999999998897</c:v>
                </c:pt>
                <c:pt idx="1995">
                  <c:v>0.39919999999998901</c:v>
                </c:pt>
                <c:pt idx="1996">
                  <c:v>0.39939999999998899</c:v>
                </c:pt>
                <c:pt idx="1997">
                  <c:v>0.39959999999998902</c:v>
                </c:pt>
                <c:pt idx="1998">
                  <c:v>0.399799999999989</c:v>
                </c:pt>
                <c:pt idx="1999">
                  <c:v>0.39999999999998898</c:v>
                </c:pt>
                <c:pt idx="2000">
                  <c:v>0.40019999999998901</c:v>
                </c:pt>
                <c:pt idx="2001">
                  <c:v>0.40039999999998899</c:v>
                </c:pt>
                <c:pt idx="2002">
                  <c:v>0.40059999999998902</c:v>
                </c:pt>
                <c:pt idx="2003">
                  <c:v>0.400799999999988</c:v>
                </c:pt>
                <c:pt idx="2004">
                  <c:v>0.40099999999998798</c:v>
                </c:pt>
                <c:pt idx="2005">
                  <c:v>0.40119999999998801</c:v>
                </c:pt>
                <c:pt idx="2006">
                  <c:v>0.40139999999998799</c:v>
                </c:pt>
                <c:pt idx="2007">
                  <c:v>0.40159999999998802</c:v>
                </c:pt>
                <c:pt idx="2008">
                  <c:v>0.401799999999988</c:v>
                </c:pt>
                <c:pt idx="2009">
                  <c:v>0.40199999999998798</c:v>
                </c:pt>
                <c:pt idx="2010">
                  <c:v>0.40219999999998801</c:v>
                </c:pt>
                <c:pt idx="2011">
                  <c:v>0.40239999999998799</c:v>
                </c:pt>
                <c:pt idx="2012">
                  <c:v>0.40259999999998802</c:v>
                </c:pt>
                <c:pt idx="2013">
                  <c:v>0.402799999999988</c:v>
                </c:pt>
                <c:pt idx="2014">
                  <c:v>0.40299999999998798</c:v>
                </c:pt>
                <c:pt idx="2015">
                  <c:v>0.40319999999998801</c:v>
                </c:pt>
                <c:pt idx="2016">
                  <c:v>0.40339999999998799</c:v>
                </c:pt>
                <c:pt idx="2017">
                  <c:v>0.40359999999998802</c:v>
                </c:pt>
                <c:pt idx="2018">
                  <c:v>0.403799999999988</c:v>
                </c:pt>
                <c:pt idx="2019">
                  <c:v>0.40399999999998798</c:v>
                </c:pt>
                <c:pt idx="2020">
                  <c:v>0.40419999999998801</c:v>
                </c:pt>
                <c:pt idx="2021">
                  <c:v>0.40439999999998799</c:v>
                </c:pt>
                <c:pt idx="2022">
                  <c:v>0.40459999999998802</c:v>
                </c:pt>
                <c:pt idx="2023">
                  <c:v>0.404799999999988</c:v>
                </c:pt>
                <c:pt idx="2024">
                  <c:v>0.40499999999998798</c:v>
                </c:pt>
                <c:pt idx="2025">
                  <c:v>0.40519999999998801</c:v>
                </c:pt>
                <c:pt idx="2026">
                  <c:v>0.40539999999998799</c:v>
                </c:pt>
                <c:pt idx="2027">
                  <c:v>0.40559999999998803</c:v>
                </c:pt>
                <c:pt idx="2028">
                  <c:v>0.405799999999988</c:v>
                </c:pt>
                <c:pt idx="2029">
                  <c:v>0.40599999999998798</c:v>
                </c:pt>
                <c:pt idx="2030">
                  <c:v>0.40619999999998802</c:v>
                </c:pt>
                <c:pt idx="2031">
                  <c:v>0.40639999999998799</c:v>
                </c:pt>
                <c:pt idx="2032">
                  <c:v>0.40659999999998803</c:v>
                </c:pt>
                <c:pt idx="2033">
                  <c:v>0.406799999999988</c:v>
                </c:pt>
                <c:pt idx="2034">
                  <c:v>0.40699999999998798</c:v>
                </c:pt>
                <c:pt idx="2035">
                  <c:v>0.40719999999998802</c:v>
                </c:pt>
                <c:pt idx="2036">
                  <c:v>0.40739999999998799</c:v>
                </c:pt>
                <c:pt idx="2037">
                  <c:v>0.40759999999998803</c:v>
                </c:pt>
                <c:pt idx="2038">
                  <c:v>0.40779999999998801</c:v>
                </c:pt>
                <c:pt idx="2039">
                  <c:v>0.40799999999998798</c:v>
                </c:pt>
                <c:pt idx="2040">
                  <c:v>0.40819999999998802</c:v>
                </c:pt>
                <c:pt idx="2041">
                  <c:v>0.40839999999998799</c:v>
                </c:pt>
                <c:pt idx="2042">
                  <c:v>0.40859999999998797</c:v>
                </c:pt>
                <c:pt idx="2043">
                  <c:v>0.40879999999998801</c:v>
                </c:pt>
                <c:pt idx="2044">
                  <c:v>0.40899999999998798</c:v>
                </c:pt>
                <c:pt idx="2045">
                  <c:v>0.40919999999998802</c:v>
                </c:pt>
                <c:pt idx="2046">
                  <c:v>0.409399999999988</c:v>
                </c:pt>
                <c:pt idx="2047">
                  <c:v>0.40959999999998797</c:v>
                </c:pt>
                <c:pt idx="2048">
                  <c:v>0.40979999999998801</c:v>
                </c:pt>
                <c:pt idx="2049">
                  <c:v>0.40999999999998699</c:v>
                </c:pt>
                <c:pt idx="2050">
                  <c:v>0.41019999999998702</c:v>
                </c:pt>
                <c:pt idx="2051">
                  <c:v>0.410399999999987</c:v>
                </c:pt>
                <c:pt idx="2052">
                  <c:v>0.41059999999998698</c:v>
                </c:pt>
                <c:pt idx="2053">
                  <c:v>0.41079999999998701</c:v>
                </c:pt>
                <c:pt idx="2054">
                  <c:v>0.41099999999998699</c:v>
                </c:pt>
                <c:pt idx="2055">
                  <c:v>0.41119999999998702</c:v>
                </c:pt>
                <c:pt idx="2056">
                  <c:v>0.411399999999987</c:v>
                </c:pt>
                <c:pt idx="2057">
                  <c:v>0.41159999999998698</c:v>
                </c:pt>
                <c:pt idx="2058">
                  <c:v>0.41179999999998701</c:v>
                </c:pt>
                <c:pt idx="2059">
                  <c:v>0.41199999999998699</c:v>
                </c:pt>
                <c:pt idx="2060">
                  <c:v>0.41219999999998702</c:v>
                </c:pt>
                <c:pt idx="2061">
                  <c:v>0.412399999999987</c:v>
                </c:pt>
                <c:pt idx="2062">
                  <c:v>0.41259999999998698</c:v>
                </c:pt>
                <c:pt idx="2063">
                  <c:v>0.41279999999998701</c:v>
                </c:pt>
                <c:pt idx="2064">
                  <c:v>0.41299999999998699</c:v>
                </c:pt>
                <c:pt idx="2065">
                  <c:v>0.41319999999998702</c:v>
                </c:pt>
                <c:pt idx="2066">
                  <c:v>0.413399999999987</c:v>
                </c:pt>
                <c:pt idx="2067">
                  <c:v>0.41359999999998698</c:v>
                </c:pt>
                <c:pt idx="2068">
                  <c:v>0.41379999999998701</c:v>
                </c:pt>
                <c:pt idx="2069">
                  <c:v>0.41399999999998699</c:v>
                </c:pt>
                <c:pt idx="2070">
                  <c:v>0.41419999999998702</c:v>
                </c:pt>
                <c:pt idx="2071">
                  <c:v>0.414399999999987</c:v>
                </c:pt>
                <c:pt idx="2072">
                  <c:v>0.41459999999998698</c:v>
                </c:pt>
                <c:pt idx="2073">
                  <c:v>0.41479999999998701</c:v>
                </c:pt>
                <c:pt idx="2074">
                  <c:v>0.41499999999998699</c:v>
                </c:pt>
                <c:pt idx="2075">
                  <c:v>0.41519999999998702</c:v>
                </c:pt>
                <c:pt idx="2076">
                  <c:v>0.415399999999987</c:v>
                </c:pt>
                <c:pt idx="2077">
                  <c:v>0.41559999999998698</c:v>
                </c:pt>
                <c:pt idx="2078">
                  <c:v>0.41579999999998701</c:v>
                </c:pt>
                <c:pt idx="2079">
                  <c:v>0.41599999999998699</c:v>
                </c:pt>
                <c:pt idx="2080">
                  <c:v>0.41619999999998702</c:v>
                </c:pt>
                <c:pt idx="2081">
                  <c:v>0.416399999999987</c:v>
                </c:pt>
                <c:pt idx="2082">
                  <c:v>0.41659999999998698</c:v>
                </c:pt>
                <c:pt idx="2083">
                  <c:v>0.41679999999998701</c:v>
                </c:pt>
                <c:pt idx="2084">
                  <c:v>0.41699999999998699</c:v>
                </c:pt>
                <c:pt idx="2085">
                  <c:v>0.41719999999998703</c:v>
                </c:pt>
                <c:pt idx="2086">
                  <c:v>0.417399999999987</c:v>
                </c:pt>
                <c:pt idx="2087">
                  <c:v>0.41759999999998698</c:v>
                </c:pt>
                <c:pt idx="2088">
                  <c:v>0.41779999999998702</c:v>
                </c:pt>
                <c:pt idx="2089">
                  <c:v>0.41799999999998699</c:v>
                </c:pt>
                <c:pt idx="2090">
                  <c:v>0.41819999999998703</c:v>
                </c:pt>
                <c:pt idx="2091">
                  <c:v>0.418399999999987</c:v>
                </c:pt>
                <c:pt idx="2092">
                  <c:v>0.41859999999998698</c:v>
                </c:pt>
                <c:pt idx="2093">
                  <c:v>0.41879999999998702</c:v>
                </c:pt>
                <c:pt idx="2094">
                  <c:v>0.41899999999998599</c:v>
                </c:pt>
                <c:pt idx="2095">
                  <c:v>0.41919999999998597</c:v>
                </c:pt>
                <c:pt idx="2096">
                  <c:v>0.41939999999998601</c:v>
                </c:pt>
                <c:pt idx="2097">
                  <c:v>0.41959999999998598</c:v>
                </c:pt>
                <c:pt idx="2098">
                  <c:v>0.41979999999998602</c:v>
                </c:pt>
                <c:pt idx="2099">
                  <c:v>0.419999999999986</c:v>
                </c:pt>
                <c:pt idx="2100">
                  <c:v>0.42019999999998597</c:v>
                </c:pt>
                <c:pt idx="2101">
                  <c:v>0.42039999999998601</c:v>
                </c:pt>
                <c:pt idx="2102">
                  <c:v>0.42059999999998599</c:v>
                </c:pt>
                <c:pt idx="2103">
                  <c:v>0.42079999999998602</c:v>
                </c:pt>
                <c:pt idx="2104">
                  <c:v>0.420999999999986</c:v>
                </c:pt>
                <c:pt idx="2105">
                  <c:v>0.42119999999998597</c:v>
                </c:pt>
                <c:pt idx="2106">
                  <c:v>0.42139999999998601</c:v>
                </c:pt>
                <c:pt idx="2107">
                  <c:v>0.42159999999998599</c:v>
                </c:pt>
                <c:pt idx="2108">
                  <c:v>0.42179999999998602</c:v>
                </c:pt>
                <c:pt idx="2109">
                  <c:v>0.421999999999986</c:v>
                </c:pt>
                <c:pt idx="2110">
                  <c:v>0.42219999999998598</c:v>
                </c:pt>
                <c:pt idx="2111">
                  <c:v>0.42239999999998601</c:v>
                </c:pt>
                <c:pt idx="2112">
                  <c:v>0.42259999999998599</c:v>
                </c:pt>
                <c:pt idx="2113">
                  <c:v>0.42279999999998602</c:v>
                </c:pt>
                <c:pt idx="2114">
                  <c:v>0.422999999999986</c:v>
                </c:pt>
                <c:pt idx="2115">
                  <c:v>0.42319999999998598</c:v>
                </c:pt>
                <c:pt idx="2116">
                  <c:v>0.42339999999998601</c:v>
                </c:pt>
                <c:pt idx="2117">
                  <c:v>0.42359999999998599</c:v>
                </c:pt>
                <c:pt idx="2118">
                  <c:v>0.42379999999998602</c:v>
                </c:pt>
                <c:pt idx="2119">
                  <c:v>0.423999999999986</c:v>
                </c:pt>
                <c:pt idx="2120">
                  <c:v>0.42419999999998598</c:v>
                </c:pt>
                <c:pt idx="2121">
                  <c:v>0.42439999999998601</c:v>
                </c:pt>
                <c:pt idx="2122">
                  <c:v>0.42459999999998599</c:v>
                </c:pt>
                <c:pt idx="2123">
                  <c:v>0.42479999999998602</c:v>
                </c:pt>
                <c:pt idx="2124">
                  <c:v>0.424999999999986</c:v>
                </c:pt>
                <c:pt idx="2125">
                  <c:v>0.42519999999998598</c:v>
                </c:pt>
                <c:pt idx="2126">
                  <c:v>0.42539999999998601</c:v>
                </c:pt>
                <c:pt idx="2127">
                  <c:v>0.42559999999998599</c:v>
                </c:pt>
                <c:pt idx="2128">
                  <c:v>0.42579999999998602</c:v>
                </c:pt>
                <c:pt idx="2129">
                  <c:v>0.425999999999986</c:v>
                </c:pt>
                <c:pt idx="2130">
                  <c:v>0.42619999999998598</c:v>
                </c:pt>
                <c:pt idx="2131">
                  <c:v>0.42639999999998601</c:v>
                </c:pt>
                <c:pt idx="2132">
                  <c:v>0.42659999999998599</c:v>
                </c:pt>
                <c:pt idx="2133">
                  <c:v>0.42679999999998602</c:v>
                </c:pt>
                <c:pt idx="2134">
                  <c:v>0.426999999999986</c:v>
                </c:pt>
                <c:pt idx="2135">
                  <c:v>0.42719999999998598</c:v>
                </c:pt>
                <c:pt idx="2136">
                  <c:v>0.42739999999998601</c:v>
                </c:pt>
                <c:pt idx="2137">
                  <c:v>0.42759999999998599</c:v>
                </c:pt>
                <c:pt idx="2138">
                  <c:v>0.42779999999998602</c:v>
                </c:pt>
                <c:pt idx="2139">
                  <c:v>0.427999999999986</c:v>
                </c:pt>
                <c:pt idx="2140">
                  <c:v>0.42819999999998498</c:v>
                </c:pt>
                <c:pt idx="2141">
                  <c:v>0.42839999999998502</c:v>
                </c:pt>
                <c:pt idx="2142">
                  <c:v>0.42859999999998499</c:v>
                </c:pt>
                <c:pt idx="2143">
                  <c:v>0.42879999999998503</c:v>
                </c:pt>
                <c:pt idx="2144">
                  <c:v>0.428999999999985</c:v>
                </c:pt>
                <c:pt idx="2145">
                  <c:v>0.42919999999998498</c:v>
                </c:pt>
                <c:pt idx="2146">
                  <c:v>0.42939999999998502</c:v>
                </c:pt>
                <c:pt idx="2147">
                  <c:v>0.42959999999998499</c:v>
                </c:pt>
                <c:pt idx="2148">
                  <c:v>0.42979999999998503</c:v>
                </c:pt>
                <c:pt idx="2149">
                  <c:v>0.42999999999998501</c:v>
                </c:pt>
                <c:pt idx="2150">
                  <c:v>0.43019999999998498</c:v>
                </c:pt>
                <c:pt idx="2151">
                  <c:v>0.43039999999998502</c:v>
                </c:pt>
                <c:pt idx="2152">
                  <c:v>0.43059999999998499</c:v>
                </c:pt>
                <c:pt idx="2153">
                  <c:v>0.43079999999998497</c:v>
                </c:pt>
                <c:pt idx="2154">
                  <c:v>0.43099999999998501</c:v>
                </c:pt>
                <c:pt idx="2155">
                  <c:v>0.43119999999998498</c:v>
                </c:pt>
                <c:pt idx="2156">
                  <c:v>0.43139999999998502</c:v>
                </c:pt>
                <c:pt idx="2157">
                  <c:v>0.431599999999985</c:v>
                </c:pt>
                <c:pt idx="2158">
                  <c:v>0.43179999999998497</c:v>
                </c:pt>
                <c:pt idx="2159">
                  <c:v>0.43199999999998501</c:v>
                </c:pt>
                <c:pt idx="2160">
                  <c:v>0.43219999999998499</c:v>
                </c:pt>
                <c:pt idx="2161">
                  <c:v>0.43239999999998502</c:v>
                </c:pt>
                <c:pt idx="2162">
                  <c:v>0.432599999999985</c:v>
                </c:pt>
                <c:pt idx="2163">
                  <c:v>0.43279999999998497</c:v>
                </c:pt>
                <c:pt idx="2164">
                  <c:v>0.43299999999998501</c:v>
                </c:pt>
                <c:pt idx="2165">
                  <c:v>0.43319999999998499</c:v>
                </c:pt>
                <c:pt idx="2166">
                  <c:v>0.43339999999998502</c:v>
                </c:pt>
                <c:pt idx="2167">
                  <c:v>0.433599999999985</c:v>
                </c:pt>
                <c:pt idx="2168">
                  <c:v>0.43379999999998498</c:v>
                </c:pt>
                <c:pt idx="2169">
                  <c:v>0.43399999999998501</c:v>
                </c:pt>
                <c:pt idx="2170">
                  <c:v>0.43419999999998499</c:v>
                </c:pt>
                <c:pt idx="2171">
                  <c:v>0.43439999999998502</c:v>
                </c:pt>
                <c:pt idx="2172">
                  <c:v>0.434599999999985</c:v>
                </c:pt>
                <c:pt idx="2173">
                  <c:v>0.43479999999998498</c:v>
                </c:pt>
                <c:pt idx="2174">
                  <c:v>0.43499999999998501</c:v>
                </c:pt>
                <c:pt idx="2175">
                  <c:v>0.43519999999998499</c:v>
                </c:pt>
                <c:pt idx="2176">
                  <c:v>0.43539999999998502</c:v>
                </c:pt>
                <c:pt idx="2177">
                  <c:v>0.435599999999985</c:v>
                </c:pt>
                <c:pt idx="2178">
                  <c:v>0.43579999999998498</c:v>
                </c:pt>
                <c:pt idx="2179">
                  <c:v>0.43599999999998501</c:v>
                </c:pt>
                <c:pt idx="2180">
                  <c:v>0.43619999999998499</c:v>
                </c:pt>
                <c:pt idx="2181">
                  <c:v>0.43639999999998502</c:v>
                </c:pt>
                <c:pt idx="2182">
                  <c:v>0.436599999999985</c:v>
                </c:pt>
                <c:pt idx="2183">
                  <c:v>0.43679999999998498</c:v>
                </c:pt>
                <c:pt idx="2184">
                  <c:v>0.43699999999998501</c:v>
                </c:pt>
                <c:pt idx="2185">
                  <c:v>0.43719999999998399</c:v>
                </c:pt>
                <c:pt idx="2186">
                  <c:v>0.43739999999998402</c:v>
                </c:pt>
                <c:pt idx="2187">
                  <c:v>0.437599999999984</c:v>
                </c:pt>
                <c:pt idx="2188">
                  <c:v>0.43779999999998398</c:v>
                </c:pt>
                <c:pt idx="2189">
                  <c:v>0.43799999999998401</c:v>
                </c:pt>
                <c:pt idx="2190">
                  <c:v>0.43819999999998399</c:v>
                </c:pt>
                <c:pt idx="2191">
                  <c:v>0.43839999999998402</c:v>
                </c:pt>
                <c:pt idx="2192">
                  <c:v>0.438599999999984</c:v>
                </c:pt>
                <c:pt idx="2193">
                  <c:v>0.43879999999998398</c:v>
                </c:pt>
                <c:pt idx="2194">
                  <c:v>0.43899999999998401</c:v>
                </c:pt>
                <c:pt idx="2195">
                  <c:v>0.43919999999998399</c:v>
                </c:pt>
                <c:pt idx="2196">
                  <c:v>0.43939999999998403</c:v>
                </c:pt>
                <c:pt idx="2197">
                  <c:v>0.439599999999984</c:v>
                </c:pt>
                <c:pt idx="2198">
                  <c:v>0.43979999999998398</c:v>
                </c:pt>
                <c:pt idx="2199">
                  <c:v>0.43999999999998402</c:v>
                </c:pt>
                <c:pt idx="2200">
                  <c:v>0.44019999999998399</c:v>
                </c:pt>
                <c:pt idx="2201">
                  <c:v>0.44039999999998403</c:v>
                </c:pt>
                <c:pt idx="2202">
                  <c:v>0.440599999999984</c:v>
                </c:pt>
                <c:pt idx="2203">
                  <c:v>0.44079999999998398</c:v>
                </c:pt>
                <c:pt idx="2204">
                  <c:v>0.44099999999998402</c:v>
                </c:pt>
                <c:pt idx="2205">
                  <c:v>0.44119999999998399</c:v>
                </c:pt>
                <c:pt idx="2206">
                  <c:v>0.44139999999998403</c:v>
                </c:pt>
                <c:pt idx="2207">
                  <c:v>0.44159999999998401</c:v>
                </c:pt>
                <c:pt idx="2208">
                  <c:v>0.44179999999998398</c:v>
                </c:pt>
                <c:pt idx="2209">
                  <c:v>0.44199999999998402</c:v>
                </c:pt>
                <c:pt idx="2210">
                  <c:v>0.44219999999998399</c:v>
                </c:pt>
                <c:pt idx="2211">
                  <c:v>0.44239999999998397</c:v>
                </c:pt>
                <c:pt idx="2212">
                  <c:v>0.44259999999998401</c:v>
                </c:pt>
                <c:pt idx="2213">
                  <c:v>0.44279999999998398</c:v>
                </c:pt>
                <c:pt idx="2214">
                  <c:v>0.44299999999998402</c:v>
                </c:pt>
                <c:pt idx="2215">
                  <c:v>0.443199999999984</c:v>
                </c:pt>
                <c:pt idx="2216">
                  <c:v>0.44339999999998397</c:v>
                </c:pt>
                <c:pt idx="2217">
                  <c:v>0.44359999999998401</c:v>
                </c:pt>
                <c:pt idx="2218">
                  <c:v>0.44379999999998399</c:v>
                </c:pt>
                <c:pt idx="2219">
                  <c:v>0.44399999999998402</c:v>
                </c:pt>
                <c:pt idx="2220">
                  <c:v>0.444199999999984</c:v>
                </c:pt>
                <c:pt idx="2221">
                  <c:v>0.44439999999998397</c:v>
                </c:pt>
                <c:pt idx="2222">
                  <c:v>0.44459999999998401</c:v>
                </c:pt>
                <c:pt idx="2223">
                  <c:v>0.44479999999998399</c:v>
                </c:pt>
                <c:pt idx="2224">
                  <c:v>0.44499999999998402</c:v>
                </c:pt>
                <c:pt idx="2225">
                  <c:v>0.445199999999984</c:v>
                </c:pt>
                <c:pt idx="2226">
                  <c:v>0.44539999999998398</c:v>
                </c:pt>
                <c:pt idx="2227">
                  <c:v>0.44559999999998401</c:v>
                </c:pt>
                <c:pt idx="2228">
                  <c:v>0.44579999999998399</c:v>
                </c:pt>
                <c:pt idx="2229">
                  <c:v>0.44599999999998402</c:v>
                </c:pt>
                <c:pt idx="2230">
                  <c:v>0.446199999999983</c:v>
                </c:pt>
                <c:pt idx="2231">
                  <c:v>0.44639999999998298</c:v>
                </c:pt>
                <c:pt idx="2232">
                  <c:v>0.44659999999998301</c:v>
                </c:pt>
                <c:pt idx="2233">
                  <c:v>0.44679999999998299</c:v>
                </c:pt>
                <c:pt idx="2234">
                  <c:v>0.44699999999998302</c:v>
                </c:pt>
                <c:pt idx="2235">
                  <c:v>0.447199999999983</c:v>
                </c:pt>
                <c:pt idx="2236">
                  <c:v>0.44739999999998298</c:v>
                </c:pt>
                <c:pt idx="2237">
                  <c:v>0.44759999999998301</c:v>
                </c:pt>
                <c:pt idx="2238">
                  <c:v>0.44779999999998299</c:v>
                </c:pt>
                <c:pt idx="2239">
                  <c:v>0.44799999999998302</c:v>
                </c:pt>
                <c:pt idx="2240">
                  <c:v>0.448199999999983</c:v>
                </c:pt>
                <c:pt idx="2241">
                  <c:v>0.44839999999998298</c:v>
                </c:pt>
                <c:pt idx="2242">
                  <c:v>0.44859999999998301</c:v>
                </c:pt>
                <c:pt idx="2243">
                  <c:v>0.44879999999998299</c:v>
                </c:pt>
                <c:pt idx="2244">
                  <c:v>0.44899999999998302</c:v>
                </c:pt>
                <c:pt idx="2245">
                  <c:v>0.449199999999983</c:v>
                </c:pt>
                <c:pt idx="2246">
                  <c:v>0.44939999999998298</c:v>
                </c:pt>
                <c:pt idx="2247">
                  <c:v>0.44959999999998301</c:v>
                </c:pt>
                <c:pt idx="2248">
                  <c:v>0.44979999999998299</c:v>
                </c:pt>
                <c:pt idx="2249">
                  <c:v>0.44999999999998302</c:v>
                </c:pt>
                <c:pt idx="2250">
                  <c:v>0.450199999999983</c:v>
                </c:pt>
                <c:pt idx="2251">
                  <c:v>0.45039999999998298</c:v>
                </c:pt>
                <c:pt idx="2252">
                  <c:v>0.45059999999998301</c:v>
                </c:pt>
                <c:pt idx="2253">
                  <c:v>0.45079999999998299</c:v>
                </c:pt>
                <c:pt idx="2254">
                  <c:v>0.45099999999998303</c:v>
                </c:pt>
                <c:pt idx="2255">
                  <c:v>0.451199999999983</c:v>
                </c:pt>
                <c:pt idx="2256">
                  <c:v>0.45139999999998298</c:v>
                </c:pt>
                <c:pt idx="2257">
                  <c:v>0.45159999999998302</c:v>
                </c:pt>
                <c:pt idx="2258">
                  <c:v>0.45179999999998299</c:v>
                </c:pt>
                <c:pt idx="2259">
                  <c:v>0.45199999999998303</c:v>
                </c:pt>
                <c:pt idx="2260">
                  <c:v>0.452199999999983</c:v>
                </c:pt>
                <c:pt idx="2261">
                  <c:v>0.45239999999998298</c:v>
                </c:pt>
                <c:pt idx="2262">
                  <c:v>0.45259999999998302</c:v>
                </c:pt>
                <c:pt idx="2263">
                  <c:v>0.45279999999998299</c:v>
                </c:pt>
                <c:pt idx="2264">
                  <c:v>0.45299999999998303</c:v>
                </c:pt>
                <c:pt idx="2265">
                  <c:v>0.45319999999998301</c:v>
                </c:pt>
                <c:pt idx="2266">
                  <c:v>0.45339999999998298</c:v>
                </c:pt>
                <c:pt idx="2267">
                  <c:v>0.45359999999998302</c:v>
                </c:pt>
                <c:pt idx="2268">
                  <c:v>0.45379999999998299</c:v>
                </c:pt>
                <c:pt idx="2269">
                  <c:v>0.45399999999998297</c:v>
                </c:pt>
                <c:pt idx="2270">
                  <c:v>0.45419999999998301</c:v>
                </c:pt>
                <c:pt idx="2271">
                  <c:v>0.45439999999998298</c:v>
                </c:pt>
                <c:pt idx="2272">
                  <c:v>0.45459999999998302</c:v>
                </c:pt>
                <c:pt idx="2273">
                  <c:v>0.454799999999983</c:v>
                </c:pt>
                <c:pt idx="2274">
                  <c:v>0.45499999999998297</c:v>
                </c:pt>
                <c:pt idx="2275">
                  <c:v>0.45519999999998301</c:v>
                </c:pt>
                <c:pt idx="2276">
                  <c:v>0.45539999999998199</c:v>
                </c:pt>
                <c:pt idx="2277">
                  <c:v>0.45559999999998202</c:v>
                </c:pt>
                <c:pt idx="2278">
                  <c:v>0.455799999999982</c:v>
                </c:pt>
                <c:pt idx="2279">
                  <c:v>0.45599999999998198</c:v>
                </c:pt>
                <c:pt idx="2280">
                  <c:v>0.45619999999998201</c:v>
                </c:pt>
                <c:pt idx="2281">
                  <c:v>0.45639999999998199</c:v>
                </c:pt>
                <c:pt idx="2282">
                  <c:v>0.45659999999998202</c:v>
                </c:pt>
                <c:pt idx="2283">
                  <c:v>0.456799999999982</c:v>
                </c:pt>
                <c:pt idx="2284">
                  <c:v>0.45699999999998198</c:v>
                </c:pt>
                <c:pt idx="2285">
                  <c:v>0.45719999999998201</c:v>
                </c:pt>
                <c:pt idx="2286">
                  <c:v>0.45739999999998199</c:v>
                </c:pt>
                <c:pt idx="2287">
                  <c:v>0.45759999999998202</c:v>
                </c:pt>
                <c:pt idx="2288">
                  <c:v>0.457799999999982</c:v>
                </c:pt>
                <c:pt idx="2289">
                  <c:v>0.45799999999998198</c:v>
                </c:pt>
                <c:pt idx="2290">
                  <c:v>0.45819999999998201</c:v>
                </c:pt>
                <c:pt idx="2291">
                  <c:v>0.45839999999998199</c:v>
                </c:pt>
                <c:pt idx="2292">
                  <c:v>0.45859999999998202</c:v>
                </c:pt>
                <c:pt idx="2293">
                  <c:v>0.458799999999982</c:v>
                </c:pt>
                <c:pt idx="2294">
                  <c:v>0.45899999999998198</c:v>
                </c:pt>
                <c:pt idx="2295">
                  <c:v>0.45919999999998201</c:v>
                </c:pt>
                <c:pt idx="2296">
                  <c:v>0.45939999999998199</c:v>
                </c:pt>
                <c:pt idx="2297">
                  <c:v>0.45959999999998202</c:v>
                </c:pt>
                <c:pt idx="2298">
                  <c:v>0.459799999999982</c:v>
                </c:pt>
                <c:pt idx="2299">
                  <c:v>0.45999999999998198</c:v>
                </c:pt>
                <c:pt idx="2300">
                  <c:v>0.46019999999998201</c:v>
                </c:pt>
                <c:pt idx="2301">
                  <c:v>0.46039999999998199</c:v>
                </c:pt>
                <c:pt idx="2302">
                  <c:v>0.46059999999998202</c:v>
                </c:pt>
                <c:pt idx="2303">
                  <c:v>0.460799999999982</c:v>
                </c:pt>
                <c:pt idx="2304">
                  <c:v>0.46099999999998198</c:v>
                </c:pt>
                <c:pt idx="2305">
                  <c:v>0.46119999999998201</c:v>
                </c:pt>
                <c:pt idx="2306">
                  <c:v>0.46139999999998199</c:v>
                </c:pt>
                <c:pt idx="2307">
                  <c:v>0.46159999999998202</c:v>
                </c:pt>
                <c:pt idx="2308">
                  <c:v>0.461799999999982</c:v>
                </c:pt>
                <c:pt idx="2309">
                  <c:v>0.46199999999998198</c:v>
                </c:pt>
                <c:pt idx="2310">
                  <c:v>0.46219999999998201</c:v>
                </c:pt>
                <c:pt idx="2311">
                  <c:v>0.46239999999998199</c:v>
                </c:pt>
                <c:pt idx="2312">
                  <c:v>0.46259999999998203</c:v>
                </c:pt>
                <c:pt idx="2313">
                  <c:v>0.462799999999982</c:v>
                </c:pt>
                <c:pt idx="2314">
                  <c:v>0.46299999999998198</c:v>
                </c:pt>
                <c:pt idx="2315">
                  <c:v>0.46319999999998202</c:v>
                </c:pt>
                <c:pt idx="2316">
                  <c:v>0.46339999999998199</c:v>
                </c:pt>
                <c:pt idx="2317">
                  <c:v>0.46359999999998203</c:v>
                </c:pt>
                <c:pt idx="2318">
                  <c:v>0.463799999999982</c:v>
                </c:pt>
                <c:pt idx="2319">
                  <c:v>0.46399999999998198</c:v>
                </c:pt>
                <c:pt idx="2320">
                  <c:v>0.46419999999998202</c:v>
                </c:pt>
                <c:pt idx="2321">
                  <c:v>0.46439999999998099</c:v>
                </c:pt>
                <c:pt idx="2322">
                  <c:v>0.46459999999998097</c:v>
                </c:pt>
                <c:pt idx="2323">
                  <c:v>0.46479999999998101</c:v>
                </c:pt>
                <c:pt idx="2324">
                  <c:v>0.46499999999998098</c:v>
                </c:pt>
                <c:pt idx="2325">
                  <c:v>0.46519999999998102</c:v>
                </c:pt>
                <c:pt idx="2326">
                  <c:v>0.465399999999981</c:v>
                </c:pt>
                <c:pt idx="2327">
                  <c:v>0.46559999999998097</c:v>
                </c:pt>
                <c:pt idx="2328">
                  <c:v>0.46579999999998101</c:v>
                </c:pt>
                <c:pt idx="2329">
                  <c:v>0.46599999999998098</c:v>
                </c:pt>
                <c:pt idx="2330">
                  <c:v>0.46619999999998102</c:v>
                </c:pt>
                <c:pt idx="2331">
                  <c:v>0.466399999999981</c:v>
                </c:pt>
                <c:pt idx="2332">
                  <c:v>0.46659999999998097</c:v>
                </c:pt>
                <c:pt idx="2333">
                  <c:v>0.46679999999998101</c:v>
                </c:pt>
                <c:pt idx="2334">
                  <c:v>0.46699999999998099</c:v>
                </c:pt>
                <c:pt idx="2335">
                  <c:v>0.46719999999998102</c:v>
                </c:pt>
                <c:pt idx="2336">
                  <c:v>0.467399999999981</c:v>
                </c:pt>
                <c:pt idx="2337">
                  <c:v>0.46759999999998098</c:v>
                </c:pt>
                <c:pt idx="2338">
                  <c:v>0.46779999999998101</c:v>
                </c:pt>
                <c:pt idx="2339">
                  <c:v>0.46799999999998099</c:v>
                </c:pt>
                <c:pt idx="2340">
                  <c:v>0.46819999999998102</c:v>
                </c:pt>
                <c:pt idx="2341">
                  <c:v>0.468399999999981</c:v>
                </c:pt>
                <c:pt idx="2342">
                  <c:v>0.46859999999998098</c:v>
                </c:pt>
                <c:pt idx="2343">
                  <c:v>0.46879999999998101</c:v>
                </c:pt>
                <c:pt idx="2344">
                  <c:v>0.46899999999998099</c:v>
                </c:pt>
                <c:pt idx="2345">
                  <c:v>0.46919999999998102</c:v>
                </c:pt>
                <c:pt idx="2346">
                  <c:v>0.469399999999981</c:v>
                </c:pt>
                <c:pt idx="2347">
                  <c:v>0.46959999999998098</c:v>
                </c:pt>
                <c:pt idx="2348">
                  <c:v>0.46979999999998101</c:v>
                </c:pt>
                <c:pt idx="2349">
                  <c:v>0.46999999999998099</c:v>
                </c:pt>
                <c:pt idx="2350">
                  <c:v>0.47019999999998102</c:v>
                </c:pt>
                <c:pt idx="2351">
                  <c:v>0.470399999999981</c:v>
                </c:pt>
                <c:pt idx="2352">
                  <c:v>0.47059999999998098</c:v>
                </c:pt>
                <c:pt idx="2353">
                  <c:v>0.47079999999998101</c:v>
                </c:pt>
                <c:pt idx="2354">
                  <c:v>0.47099999999998099</c:v>
                </c:pt>
                <c:pt idx="2355">
                  <c:v>0.47119999999998102</c:v>
                </c:pt>
                <c:pt idx="2356">
                  <c:v>0.471399999999981</c:v>
                </c:pt>
                <c:pt idx="2357">
                  <c:v>0.47159999999998098</c:v>
                </c:pt>
                <c:pt idx="2358">
                  <c:v>0.47179999999998101</c:v>
                </c:pt>
                <c:pt idx="2359">
                  <c:v>0.47199999999998099</c:v>
                </c:pt>
                <c:pt idx="2360">
                  <c:v>0.47219999999998102</c:v>
                </c:pt>
                <c:pt idx="2361">
                  <c:v>0.472399999999981</c:v>
                </c:pt>
                <c:pt idx="2362">
                  <c:v>0.47259999999998098</c:v>
                </c:pt>
                <c:pt idx="2363">
                  <c:v>0.47279999999998101</c:v>
                </c:pt>
                <c:pt idx="2364">
                  <c:v>0.47299999999998099</c:v>
                </c:pt>
                <c:pt idx="2365">
                  <c:v>0.47319999999998102</c:v>
                </c:pt>
                <c:pt idx="2366">
                  <c:v>0.473399999999981</c:v>
                </c:pt>
                <c:pt idx="2367">
                  <c:v>0.47359999999997998</c:v>
                </c:pt>
                <c:pt idx="2368">
                  <c:v>0.47379999999998001</c:v>
                </c:pt>
                <c:pt idx="2369">
                  <c:v>0.47399999999997999</c:v>
                </c:pt>
                <c:pt idx="2370">
                  <c:v>0.47419999999998003</c:v>
                </c:pt>
                <c:pt idx="2371">
                  <c:v>0.47439999999998</c:v>
                </c:pt>
                <c:pt idx="2372">
                  <c:v>0.47459999999997998</c:v>
                </c:pt>
                <c:pt idx="2373">
                  <c:v>0.47479999999998002</c:v>
                </c:pt>
                <c:pt idx="2374">
                  <c:v>0.47499999999997999</c:v>
                </c:pt>
                <c:pt idx="2375">
                  <c:v>0.47519999999998003</c:v>
                </c:pt>
                <c:pt idx="2376">
                  <c:v>0.47539999999998001</c:v>
                </c:pt>
                <c:pt idx="2377">
                  <c:v>0.47559999999997998</c:v>
                </c:pt>
                <c:pt idx="2378">
                  <c:v>0.47579999999998002</c:v>
                </c:pt>
                <c:pt idx="2379">
                  <c:v>0.47599999999997999</c:v>
                </c:pt>
                <c:pt idx="2380">
                  <c:v>0.47619999999997997</c:v>
                </c:pt>
                <c:pt idx="2381">
                  <c:v>0.47639999999998001</c:v>
                </c:pt>
                <c:pt idx="2382">
                  <c:v>0.47659999999997998</c:v>
                </c:pt>
                <c:pt idx="2383">
                  <c:v>0.47679999999998002</c:v>
                </c:pt>
                <c:pt idx="2384">
                  <c:v>0.47699999999998</c:v>
                </c:pt>
                <c:pt idx="2385">
                  <c:v>0.47719999999997997</c:v>
                </c:pt>
                <c:pt idx="2386">
                  <c:v>0.47739999999998001</c:v>
                </c:pt>
                <c:pt idx="2387">
                  <c:v>0.47759999999997998</c:v>
                </c:pt>
                <c:pt idx="2388">
                  <c:v>0.47779999999998002</c:v>
                </c:pt>
                <c:pt idx="2389">
                  <c:v>0.47799999999998</c:v>
                </c:pt>
                <c:pt idx="2390">
                  <c:v>0.47819999999997997</c:v>
                </c:pt>
                <c:pt idx="2391">
                  <c:v>0.47839999999998001</c:v>
                </c:pt>
                <c:pt idx="2392">
                  <c:v>0.47859999999997999</c:v>
                </c:pt>
                <c:pt idx="2393">
                  <c:v>0.47879999999998002</c:v>
                </c:pt>
                <c:pt idx="2394">
                  <c:v>0.47899999999998</c:v>
                </c:pt>
                <c:pt idx="2395">
                  <c:v>0.47919999999997998</c:v>
                </c:pt>
                <c:pt idx="2396">
                  <c:v>0.47939999999998001</c:v>
                </c:pt>
                <c:pt idx="2397">
                  <c:v>0.47959999999997999</c:v>
                </c:pt>
                <c:pt idx="2398">
                  <c:v>0.47979999999998002</c:v>
                </c:pt>
                <c:pt idx="2399">
                  <c:v>0.47999999999998</c:v>
                </c:pt>
                <c:pt idx="2400">
                  <c:v>0.48019999999997998</c:v>
                </c:pt>
                <c:pt idx="2401">
                  <c:v>0.48039999999998001</c:v>
                </c:pt>
                <c:pt idx="2402">
                  <c:v>0.48059999999997999</c:v>
                </c:pt>
                <c:pt idx="2403">
                  <c:v>0.48079999999998002</c:v>
                </c:pt>
                <c:pt idx="2404">
                  <c:v>0.48099999999998</c:v>
                </c:pt>
                <c:pt idx="2405">
                  <c:v>0.48119999999997998</c:v>
                </c:pt>
                <c:pt idx="2406">
                  <c:v>0.48139999999998001</c:v>
                </c:pt>
                <c:pt idx="2407">
                  <c:v>0.48159999999997999</c:v>
                </c:pt>
                <c:pt idx="2408">
                  <c:v>0.48179999999998002</c:v>
                </c:pt>
                <c:pt idx="2409">
                  <c:v>0.48199999999998</c:v>
                </c:pt>
                <c:pt idx="2410">
                  <c:v>0.48219999999997998</c:v>
                </c:pt>
                <c:pt idx="2411">
                  <c:v>0.48239999999998001</c:v>
                </c:pt>
                <c:pt idx="2412">
                  <c:v>0.48259999999997899</c:v>
                </c:pt>
                <c:pt idx="2413">
                  <c:v>0.48279999999997902</c:v>
                </c:pt>
                <c:pt idx="2414">
                  <c:v>0.482999999999979</c:v>
                </c:pt>
                <c:pt idx="2415">
                  <c:v>0.48319999999997898</c:v>
                </c:pt>
                <c:pt idx="2416">
                  <c:v>0.48339999999997901</c:v>
                </c:pt>
                <c:pt idx="2417">
                  <c:v>0.48359999999997899</c:v>
                </c:pt>
                <c:pt idx="2418">
                  <c:v>0.48379999999997902</c:v>
                </c:pt>
                <c:pt idx="2419">
                  <c:v>0.483999999999979</c:v>
                </c:pt>
                <c:pt idx="2420">
                  <c:v>0.48419999999997898</c:v>
                </c:pt>
                <c:pt idx="2421">
                  <c:v>0.48439999999997901</c:v>
                </c:pt>
                <c:pt idx="2422">
                  <c:v>0.48459999999997899</c:v>
                </c:pt>
                <c:pt idx="2423">
                  <c:v>0.48479999999997903</c:v>
                </c:pt>
                <c:pt idx="2424">
                  <c:v>0.484999999999979</c:v>
                </c:pt>
                <c:pt idx="2425">
                  <c:v>0.48519999999997898</c:v>
                </c:pt>
                <c:pt idx="2426">
                  <c:v>0.48539999999997901</c:v>
                </c:pt>
                <c:pt idx="2427">
                  <c:v>0.48559999999997899</c:v>
                </c:pt>
                <c:pt idx="2428">
                  <c:v>0.48579999999997903</c:v>
                </c:pt>
                <c:pt idx="2429">
                  <c:v>0.485999999999979</c:v>
                </c:pt>
                <c:pt idx="2430">
                  <c:v>0.48619999999997898</c:v>
                </c:pt>
                <c:pt idx="2431">
                  <c:v>0.48639999999997902</c:v>
                </c:pt>
                <c:pt idx="2432">
                  <c:v>0.48659999999997899</c:v>
                </c:pt>
                <c:pt idx="2433">
                  <c:v>0.48679999999997903</c:v>
                </c:pt>
                <c:pt idx="2434">
                  <c:v>0.48699999999997901</c:v>
                </c:pt>
                <c:pt idx="2435">
                  <c:v>0.48719999999997898</c:v>
                </c:pt>
                <c:pt idx="2436">
                  <c:v>0.48739999999997902</c:v>
                </c:pt>
                <c:pt idx="2437">
                  <c:v>0.48759999999997899</c:v>
                </c:pt>
                <c:pt idx="2438">
                  <c:v>0.48779999999997897</c:v>
                </c:pt>
                <c:pt idx="2439">
                  <c:v>0.48799999999997901</c:v>
                </c:pt>
                <c:pt idx="2440">
                  <c:v>0.48819999999997898</c:v>
                </c:pt>
                <c:pt idx="2441">
                  <c:v>0.48839999999997902</c:v>
                </c:pt>
                <c:pt idx="2442">
                  <c:v>0.488599999999979</c:v>
                </c:pt>
                <c:pt idx="2443">
                  <c:v>0.48879999999997897</c:v>
                </c:pt>
                <c:pt idx="2444">
                  <c:v>0.48899999999997901</c:v>
                </c:pt>
                <c:pt idx="2445">
                  <c:v>0.48919999999997898</c:v>
                </c:pt>
                <c:pt idx="2446">
                  <c:v>0.48939999999997902</c:v>
                </c:pt>
                <c:pt idx="2447">
                  <c:v>0.489599999999979</c:v>
                </c:pt>
                <c:pt idx="2448">
                  <c:v>0.48979999999997897</c:v>
                </c:pt>
                <c:pt idx="2449">
                  <c:v>0.48999999999997901</c:v>
                </c:pt>
                <c:pt idx="2450">
                  <c:v>0.49019999999997899</c:v>
                </c:pt>
                <c:pt idx="2451">
                  <c:v>0.49039999999997902</c:v>
                </c:pt>
                <c:pt idx="2452">
                  <c:v>0.490599999999979</c:v>
                </c:pt>
                <c:pt idx="2453">
                  <c:v>0.49079999999997898</c:v>
                </c:pt>
                <c:pt idx="2454">
                  <c:v>0.49099999999997901</c:v>
                </c:pt>
                <c:pt idx="2455">
                  <c:v>0.49119999999997899</c:v>
                </c:pt>
                <c:pt idx="2456">
                  <c:v>0.49139999999997902</c:v>
                </c:pt>
                <c:pt idx="2457">
                  <c:v>0.491599999999978</c:v>
                </c:pt>
                <c:pt idx="2458">
                  <c:v>0.49179999999997798</c:v>
                </c:pt>
                <c:pt idx="2459">
                  <c:v>0.49199999999997801</c:v>
                </c:pt>
                <c:pt idx="2460">
                  <c:v>0.49219999999997799</c:v>
                </c:pt>
                <c:pt idx="2461">
                  <c:v>0.49239999999997802</c:v>
                </c:pt>
                <c:pt idx="2462">
                  <c:v>0.492599999999978</c:v>
                </c:pt>
                <c:pt idx="2463">
                  <c:v>0.49279999999997798</c:v>
                </c:pt>
                <c:pt idx="2464">
                  <c:v>0.49299999999997801</c:v>
                </c:pt>
                <c:pt idx="2465">
                  <c:v>0.49319999999997799</c:v>
                </c:pt>
                <c:pt idx="2466">
                  <c:v>0.49339999999997802</c:v>
                </c:pt>
                <c:pt idx="2467">
                  <c:v>0.493599999999978</c:v>
                </c:pt>
                <c:pt idx="2468">
                  <c:v>0.49379999999997798</c:v>
                </c:pt>
                <c:pt idx="2469">
                  <c:v>0.49399999999997801</c:v>
                </c:pt>
                <c:pt idx="2470">
                  <c:v>0.49419999999997799</c:v>
                </c:pt>
                <c:pt idx="2471">
                  <c:v>0.49439999999997802</c:v>
                </c:pt>
                <c:pt idx="2472">
                  <c:v>0.494599999999978</c:v>
                </c:pt>
                <c:pt idx="2473">
                  <c:v>0.49479999999997798</c:v>
                </c:pt>
                <c:pt idx="2474">
                  <c:v>0.49499999999997801</c:v>
                </c:pt>
                <c:pt idx="2475">
                  <c:v>0.49519999999997799</c:v>
                </c:pt>
                <c:pt idx="2476">
                  <c:v>0.49539999999997802</c:v>
                </c:pt>
                <c:pt idx="2477">
                  <c:v>0.495599999999978</c:v>
                </c:pt>
                <c:pt idx="2478">
                  <c:v>0.49579999999997798</c:v>
                </c:pt>
                <c:pt idx="2479">
                  <c:v>0.49599999999997801</c:v>
                </c:pt>
                <c:pt idx="2480">
                  <c:v>0.49619999999997799</c:v>
                </c:pt>
                <c:pt idx="2481">
                  <c:v>0.49639999999997803</c:v>
                </c:pt>
                <c:pt idx="2482">
                  <c:v>0.496599999999978</c:v>
                </c:pt>
                <c:pt idx="2483">
                  <c:v>0.49679999999997798</c:v>
                </c:pt>
                <c:pt idx="2484">
                  <c:v>0.49699999999997801</c:v>
                </c:pt>
                <c:pt idx="2485">
                  <c:v>0.49719999999997799</c:v>
                </c:pt>
                <c:pt idx="2486">
                  <c:v>0.49739999999997803</c:v>
                </c:pt>
                <c:pt idx="2487">
                  <c:v>0.497599999999978</c:v>
                </c:pt>
                <c:pt idx="2488">
                  <c:v>0.49779999999997798</c:v>
                </c:pt>
                <c:pt idx="2489">
                  <c:v>0.49799999999997802</c:v>
                </c:pt>
                <c:pt idx="2490">
                  <c:v>0.49819999999997799</c:v>
                </c:pt>
                <c:pt idx="2491">
                  <c:v>0.49839999999997803</c:v>
                </c:pt>
                <c:pt idx="2492">
                  <c:v>0.49859999999997801</c:v>
                </c:pt>
                <c:pt idx="2493">
                  <c:v>0.49879999999997798</c:v>
                </c:pt>
                <c:pt idx="2494">
                  <c:v>0.49899999999997802</c:v>
                </c:pt>
                <c:pt idx="2495">
                  <c:v>0.49919999999997799</c:v>
                </c:pt>
                <c:pt idx="2496">
                  <c:v>0.49939999999997797</c:v>
                </c:pt>
                <c:pt idx="2497">
                  <c:v>0.49959999999997801</c:v>
                </c:pt>
                <c:pt idx="2498">
                  <c:v>0.49979999999997798</c:v>
                </c:pt>
                <c:pt idx="2499">
                  <c:v>0.49999999999997802</c:v>
                </c:pt>
                <c:pt idx="2500">
                  <c:v>0.500199999999978</c:v>
                </c:pt>
                <c:pt idx="2501">
                  <c:v>0.50039999999997797</c:v>
                </c:pt>
                <c:pt idx="2502">
                  <c:v>0.50059999999997795</c:v>
                </c:pt>
                <c:pt idx="2503">
                  <c:v>0.50079999999997704</c:v>
                </c:pt>
                <c:pt idx="2504">
                  <c:v>0.50099999999997702</c:v>
                </c:pt>
                <c:pt idx="2505">
                  <c:v>0.501199999999977</c:v>
                </c:pt>
                <c:pt idx="2506">
                  <c:v>0.50139999999997698</c:v>
                </c:pt>
                <c:pt idx="2507">
                  <c:v>0.50159999999997695</c:v>
                </c:pt>
                <c:pt idx="2508">
                  <c:v>0.50179999999997704</c:v>
                </c:pt>
                <c:pt idx="2509">
                  <c:v>0.50199999999997702</c:v>
                </c:pt>
                <c:pt idx="2510">
                  <c:v>0.502199999999977</c:v>
                </c:pt>
                <c:pt idx="2511">
                  <c:v>0.50239999999997698</c:v>
                </c:pt>
                <c:pt idx="2512">
                  <c:v>0.50259999999997695</c:v>
                </c:pt>
                <c:pt idx="2513">
                  <c:v>0.50279999999997704</c:v>
                </c:pt>
                <c:pt idx="2514">
                  <c:v>0.50299999999997702</c:v>
                </c:pt>
                <c:pt idx="2515">
                  <c:v>0.503199999999977</c:v>
                </c:pt>
                <c:pt idx="2516">
                  <c:v>0.50339999999997698</c:v>
                </c:pt>
                <c:pt idx="2517">
                  <c:v>0.50359999999997695</c:v>
                </c:pt>
                <c:pt idx="2518">
                  <c:v>0.50379999999997704</c:v>
                </c:pt>
                <c:pt idx="2519">
                  <c:v>0.50399999999997702</c:v>
                </c:pt>
                <c:pt idx="2520">
                  <c:v>0.504199999999977</c:v>
                </c:pt>
                <c:pt idx="2521">
                  <c:v>0.50439999999997698</c:v>
                </c:pt>
                <c:pt idx="2522">
                  <c:v>0.50459999999997696</c:v>
                </c:pt>
                <c:pt idx="2523">
                  <c:v>0.50479999999997704</c:v>
                </c:pt>
                <c:pt idx="2524">
                  <c:v>0.50499999999997702</c:v>
                </c:pt>
                <c:pt idx="2525">
                  <c:v>0.505199999999977</c:v>
                </c:pt>
                <c:pt idx="2526">
                  <c:v>0.50539999999997698</c:v>
                </c:pt>
                <c:pt idx="2527">
                  <c:v>0.50559999999997696</c:v>
                </c:pt>
                <c:pt idx="2528">
                  <c:v>0.50579999999997705</c:v>
                </c:pt>
                <c:pt idx="2529">
                  <c:v>0.50599999999997702</c:v>
                </c:pt>
                <c:pt idx="2530">
                  <c:v>0.506199999999977</c:v>
                </c:pt>
                <c:pt idx="2531">
                  <c:v>0.50639999999997698</c:v>
                </c:pt>
                <c:pt idx="2532">
                  <c:v>0.50659999999997696</c:v>
                </c:pt>
                <c:pt idx="2533">
                  <c:v>0.50679999999997705</c:v>
                </c:pt>
                <c:pt idx="2534">
                  <c:v>0.50699999999997702</c:v>
                </c:pt>
                <c:pt idx="2535">
                  <c:v>0.507199999999977</c:v>
                </c:pt>
                <c:pt idx="2536">
                  <c:v>0.50739999999997698</c:v>
                </c:pt>
                <c:pt idx="2537">
                  <c:v>0.50759999999997696</c:v>
                </c:pt>
                <c:pt idx="2538">
                  <c:v>0.50779999999997705</c:v>
                </c:pt>
                <c:pt idx="2539">
                  <c:v>0.50799999999997703</c:v>
                </c:pt>
                <c:pt idx="2540">
                  <c:v>0.508199999999977</c:v>
                </c:pt>
                <c:pt idx="2541">
                  <c:v>0.50839999999997698</c:v>
                </c:pt>
                <c:pt idx="2542">
                  <c:v>0.50859999999997696</c:v>
                </c:pt>
                <c:pt idx="2543">
                  <c:v>0.50879999999997705</c:v>
                </c:pt>
                <c:pt idx="2544">
                  <c:v>0.50899999999997703</c:v>
                </c:pt>
                <c:pt idx="2545">
                  <c:v>0.509199999999977</c:v>
                </c:pt>
                <c:pt idx="2546">
                  <c:v>0.50939999999997698</c:v>
                </c:pt>
                <c:pt idx="2547">
                  <c:v>0.50959999999997696</c:v>
                </c:pt>
                <c:pt idx="2548">
                  <c:v>0.50979999999997605</c:v>
                </c:pt>
                <c:pt idx="2549">
                  <c:v>0.50999999999997603</c:v>
                </c:pt>
                <c:pt idx="2550">
                  <c:v>0.51019999999997601</c:v>
                </c:pt>
                <c:pt idx="2551">
                  <c:v>0.51039999999997598</c:v>
                </c:pt>
                <c:pt idx="2552">
                  <c:v>0.51059999999997596</c:v>
                </c:pt>
                <c:pt idx="2553">
                  <c:v>0.51079999999997605</c:v>
                </c:pt>
                <c:pt idx="2554">
                  <c:v>0.51099999999997603</c:v>
                </c:pt>
                <c:pt idx="2555">
                  <c:v>0.51119999999997601</c:v>
                </c:pt>
                <c:pt idx="2556">
                  <c:v>0.51139999999997598</c:v>
                </c:pt>
                <c:pt idx="2557">
                  <c:v>0.51159999999997596</c:v>
                </c:pt>
                <c:pt idx="2558">
                  <c:v>0.51179999999997605</c:v>
                </c:pt>
                <c:pt idx="2559">
                  <c:v>0.51199999999997603</c:v>
                </c:pt>
                <c:pt idx="2560">
                  <c:v>0.51219999999997601</c:v>
                </c:pt>
                <c:pt idx="2561">
                  <c:v>0.51239999999997599</c:v>
                </c:pt>
                <c:pt idx="2562">
                  <c:v>0.51259999999997596</c:v>
                </c:pt>
                <c:pt idx="2563">
                  <c:v>0.51279999999997605</c:v>
                </c:pt>
                <c:pt idx="2564">
                  <c:v>0.51299999999997603</c:v>
                </c:pt>
                <c:pt idx="2565">
                  <c:v>0.51319999999997601</c:v>
                </c:pt>
                <c:pt idx="2566">
                  <c:v>0.51339999999997599</c:v>
                </c:pt>
                <c:pt idx="2567">
                  <c:v>0.51359999999997596</c:v>
                </c:pt>
                <c:pt idx="2568">
                  <c:v>0.51379999999997605</c:v>
                </c:pt>
                <c:pt idx="2569">
                  <c:v>0.51399999999997603</c:v>
                </c:pt>
                <c:pt idx="2570">
                  <c:v>0.51419999999997601</c:v>
                </c:pt>
                <c:pt idx="2571">
                  <c:v>0.51439999999997599</c:v>
                </c:pt>
                <c:pt idx="2572">
                  <c:v>0.51459999999997597</c:v>
                </c:pt>
                <c:pt idx="2573">
                  <c:v>0.51479999999997605</c:v>
                </c:pt>
                <c:pt idx="2574">
                  <c:v>0.51499999999997603</c:v>
                </c:pt>
                <c:pt idx="2575">
                  <c:v>0.51519999999997601</c:v>
                </c:pt>
                <c:pt idx="2576">
                  <c:v>0.51539999999997599</c:v>
                </c:pt>
                <c:pt idx="2577">
                  <c:v>0.51559999999997597</c:v>
                </c:pt>
                <c:pt idx="2578">
                  <c:v>0.51579999999997606</c:v>
                </c:pt>
                <c:pt idx="2579">
                  <c:v>0.51599999999997603</c:v>
                </c:pt>
                <c:pt idx="2580">
                  <c:v>0.51619999999997601</c:v>
                </c:pt>
                <c:pt idx="2581">
                  <c:v>0.51639999999997599</c:v>
                </c:pt>
                <c:pt idx="2582">
                  <c:v>0.51659999999997597</c:v>
                </c:pt>
                <c:pt idx="2583">
                  <c:v>0.51679999999997595</c:v>
                </c:pt>
                <c:pt idx="2584">
                  <c:v>0.51699999999997603</c:v>
                </c:pt>
                <c:pt idx="2585">
                  <c:v>0.51719999999997601</c:v>
                </c:pt>
                <c:pt idx="2586">
                  <c:v>0.51739999999997599</c:v>
                </c:pt>
                <c:pt idx="2587">
                  <c:v>0.51759999999997597</c:v>
                </c:pt>
                <c:pt idx="2588">
                  <c:v>0.51779999999997595</c:v>
                </c:pt>
                <c:pt idx="2589">
                  <c:v>0.51799999999997604</c:v>
                </c:pt>
                <c:pt idx="2590">
                  <c:v>0.51819999999997601</c:v>
                </c:pt>
                <c:pt idx="2591">
                  <c:v>0.51839999999997599</c:v>
                </c:pt>
                <c:pt idx="2592">
                  <c:v>0.51859999999997597</c:v>
                </c:pt>
                <c:pt idx="2593">
                  <c:v>0.51879999999997595</c:v>
                </c:pt>
                <c:pt idx="2594">
                  <c:v>0.51899999999997504</c:v>
                </c:pt>
                <c:pt idx="2595">
                  <c:v>0.51919999999997501</c:v>
                </c:pt>
                <c:pt idx="2596">
                  <c:v>0.51939999999997499</c:v>
                </c:pt>
                <c:pt idx="2597">
                  <c:v>0.51959999999997497</c:v>
                </c:pt>
                <c:pt idx="2598">
                  <c:v>0.51979999999997495</c:v>
                </c:pt>
                <c:pt idx="2599">
                  <c:v>0.51999999999997504</c:v>
                </c:pt>
                <c:pt idx="2600">
                  <c:v>0.52019999999997502</c:v>
                </c:pt>
                <c:pt idx="2601">
                  <c:v>0.52039999999997499</c:v>
                </c:pt>
                <c:pt idx="2602">
                  <c:v>0.52059999999997497</c:v>
                </c:pt>
                <c:pt idx="2603">
                  <c:v>0.52079999999997495</c:v>
                </c:pt>
                <c:pt idx="2604">
                  <c:v>0.52099999999997504</c:v>
                </c:pt>
                <c:pt idx="2605">
                  <c:v>0.52119999999997502</c:v>
                </c:pt>
                <c:pt idx="2606">
                  <c:v>0.52139999999997499</c:v>
                </c:pt>
                <c:pt idx="2607">
                  <c:v>0.52159999999997497</c:v>
                </c:pt>
                <c:pt idx="2608">
                  <c:v>0.52179999999997495</c:v>
                </c:pt>
                <c:pt idx="2609">
                  <c:v>0.52199999999997504</c:v>
                </c:pt>
                <c:pt idx="2610">
                  <c:v>0.52219999999997502</c:v>
                </c:pt>
                <c:pt idx="2611">
                  <c:v>0.522399999999975</c:v>
                </c:pt>
                <c:pt idx="2612">
                  <c:v>0.52259999999997497</c:v>
                </c:pt>
                <c:pt idx="2613">
                  <c:v>0.52279999999997495</c:v>
                </c:pt>
                <c:pt idx="2614">
                  <c:v>0.52299999999997504</c:v>
                </c:pt>
                <c:pt idx="2615">
                  <c:v>0.52319999999997502</c:v>
                </c:pt>
                <c:pt idx="2616">
                  <c:v>0.523399999999975</c:v>
                </c:pt>
                <c:pt idx="2617">
                  <c:v>0.52359999999997497</c:v>
                </c:pt>
                <c:pt idx="2618">
                  <c:v>0.52379999999997495</c:v>
                </c:pt>
                <c:pt idx="2619">
                  <c:v>0.52399999999997504</c:v>
                </c:pt>
                <c:pt idx="2620">
                  <c:v>0.52419999999997502</c:v>
                </c:pt>
                <c:pt idx="2621">
                  <c:v>0.524399999999975</c:v>
                </c:pt>
                <c:pt idx="2622">
                  <c:v>0.52459999999997498</c:v>
                </c:pt>
                <c:pt idx="2623">
                  <c:v>0.52479999999997495</c:v>
                </c:pt>
                <c:pt idx="2624">
                  <c:v>0.52499999999997504</c:v>
                </c:pt>
                <c:pt idx="2625">
                  <c:v>0.52519999999997502</c:v>
                </c:pt>
                <c:pt idx="2626">
                  <c:v>0.525399999999975</c:v>
                </c:pt>
                <c:pt idx="2627">
                  <c:v>0.52559999999997498</c:v>
                </c:pt>
                <c:pt idx="2628">
                  <c:v>0.52579999999997495</c:v>
                </c:pt>
                <c:pt idx="2629">
                  <c:v>0.52599999999997504</c:v>
                </c:pt>
                <c:pt idx="2630">
                  <c:v>0.52619999999997502</c:v>
                </c:pt>
                <c:pt idx="2631">
                  <c:v>0.526399999999975</c:v>
                </c:pt>
                <c:pt idx="2632">
                  <c:v>0.52659999999997498</c:v>
                </c:pt>
                <c:pt idx="2633">
                  <c:v>0.52679999999997495</c:v>
                </c:pt>
                <c:pt idx="2634">
                  <c:v>0.52699999999997504</c:v>
                </c:pt>
                <c:pt idx="2635">
                  <c:v>0.52719999999997502</c:v>
                </c:pt>
                <c:pt idx="2636">
                  <c:v>0.527399999999975</c:v>
                </c:pt>
                <c:pt idx="2637">
                  <c:v>0.52759999999997498</c:v>
                </c:pt>
                <c:pt idx="2638">
                  <c:v>0.52779999999997496</c:v>
                </c:pt>
                <c:pt idx="2639">
                  <c:v>0.52799999999997405</c:v>
                </c:pt>
                <c:pt idx="2640">
                  <c:v>0.52819999999997402</c:v>
                </c:pt>
                <c:pt idx="2641">
                  <c:v>0.528399999999974</c:v>
                </c:pt>
                <c:pt idx="2642">
                  <c:v>0.52859999999997398</c:v>
                </c:pt>
                <c:pt idx="2643">
                  <c:v>0.52879999999997396</c:v>
                </c:pt>
                <c:pt idx="2644">
                  <c:v>0.52899999999997405</c:v>
                </c:pt>
                <c:pt idx="2645">
                  <c:v>0.52919999999997402</c:v>
                </c:pt>
                <c:pt idx="2646">
                  <c:v>0.529399999999974</c:v>
                </c:pt>
                <c:pt idx="2647">
                  <c:v>0.52959999999997398</c:v>
                </c:pt>
                <c:pt idx="2648">
                  <c:v>0.52979999999997396</c:v>
                </c:pt>
                <c:pt idx="2649">
                  <c:v>0.52999999999997405</c:v>
                </c:pt>
                <c:pt idx="2650">
                  <c:v>0.53019999999997403</c:v>
                </c:pt>
                <c:pt idx="2651">
                  <c:v>0.530399999999974</c:v>
                </c:pt>
                <c:pt idx="2652">
                  <c:v>0.53059999999997398</c:v>
                </c:pt>
                <c:pt idx="2653">
                  <c:v>0.53079999999997396</c:v>
                </c:pt>
                <c:pt idx="2654">
                  <c:v>0.53099999999997405</c:v>
                </c:pt>
                <c:pt idx="2655">
                  <c:v>0.53119999999997403</c:v>
                </c:pt>
                <c:pt idx="2656">
                  <c:v>0.531399999999974</c:v>
                </c:pt>
                <c:pt idx="2657">
                  <c:v>0.53159999999997398</c:v>
                </c:pt>
                <c:pt idx="2658">
                  <c:v>0.53179999999997396</c:v>
                </c:pt>
                <c:pt idx="2659">
                  <c:v>0.53199999999997405</c:v>
                </c:pt>
                <c:pt idx="2660">
                  <c:v>0.53219999999997403</c:v>
                </c:pt>
                <c:pt idx="2661">
                  <c:v>0.53239999999997401</c:v>
                </c:pt>
                <c:pt idx="2662">
                  <c:v>0.53259999999997398</c:v>
                </c:pt>
                <c:pt idx="2663">
                  <c:v>0.53279999999997396</c:v>
                </c:pt>
                <c:pt idx="2664">
                  <c:v>0.53299999999997405</c:v>
                </c:pt>
                <c:pt idx="2665">
                  <c:v>0.53319999999997403</c:v>
                </c:pt>
                <c:pt idx="2666">
                  <c:v>0.53339999999997401</c:v>
                </c:pt>
                <c:pt idx="2667">
                  <c:v>0.53359999999997398</c:v>
                </c:pt>
                <c:pt idx="2668">
                  <c:v>0.53379999999997396</c:v>
                </c:pt>
                <c:pt idx="2669">
                  <c:v>0.53399999999997405</c:v>
                </c:pt>
                <c:pt idx="2670">
                  <c:v>0.53419999999997403</c:v>
                </c:pt>
                <c:pt idx="2671">
                  <c:v>0.53439999999997401</c:v>
                </c:pt>
                <c:pt idx="2672">
                  <c:v>0.53459999999997398</c:v>
                </c:pt>
                <c:pt idx="2673">
                  <c:v>0.53479999999997396</c:v>
                </c:pt>
                <c:pt idx="2674">
                  <c:v>0.53499999999997405</c:v>
                </c:pt>
                <c:pt idx="2675">
                  <c:v>0.53519999999997403</c:v>
                </c:pt>
                <c:pt idx="2676">
                  <c:v>0.53539999999997401</c:v>
                </c:pt>
                <c:pt idx="2677">
                  <c:v>0.53559999999997399</c:v>
                </c:pt>
                <c:pt idx="2678">
                  <c:v>0.53579999999997396</c:v>
                </c:pt>
                <c:pt idx="2679">
                  <c:v>0.53599999999997405</c:v>
                </c:pt>
                <c:pt idx="2680">
                  <c:v>0.53619999999997403</c:v>
                </c:pt>
                <c:pt idx="2681">
                  <c:v>0.53639999999997401</c:v>
                </c:pt>
                <c:pt idx="2682">
                  <c:v>0.53659999999997399</c:v>
                </c:pt>
                <c:pt idx="2683">
                  <c:v>0.53679999999997396</c:v>
                </c:pt>
                <c:pt idx="2684">
                  <c:v>0.53699999999997305</c:v>
                </c:pt>
                <c:pt idx="2685">
                  <c:v>0.53719999999997303</c:v>
                </c:pt>
                <c:pt idx="2686">
                  <c:v>0.53739999999997301</c:v>
                </c:pt>
                <c:pt idx="2687">
                  <c:v>0.53759999999997299</c:v>
                </c:pt>
                <c:pt idx="2688">
                  <c:v>0.53779999999997297</c:v>
                </c:pt>
                <c:pt idx="2689">
                  <c:v>0.53799999999997306</c:v>
                </c:pt>
                <c:pt idx="2690">
                  <c:v>0.53819999999997303</c:v>
                </c:pt>
                <c:pt idx="2691">
                  <c:v>0.53839999999997301</c:v>
                </c:pt>
                <c:pt idx="2692">
                  <c:v>0.53859999999997299</c:v>
                </c:pt>
                <c:pt idx="2693">
                  <c:v>0.53879999999997297</c:v>
                </c:pt>
                <c:pt idx="2694">
                  <c:v>0.53899999999997295</c:v>
                </c:pt>
                <c:pt idx="2695">
                  <c:v>0.53919999999997303</c:v>
                </c:pt>
                <c:pt idx="2696">
                  <c:v>0.53939999999997301</c:v>
                </c:pt>
                <c:pt idx="2697">
                  <c:v>0.53959999999997299</c:v>
                </c:pt>
                <c:pt idx="2698">
                  <c:v>0.53979999999997297</c:v>
                </c:pt>
                <c:pt idx="2699">
                  <c:v>0.53999999999997295</c:v>
                </c:pt>
                <c:pt idx="2700">
                  <c:v>0.54019999999997304</c:v>
                </c:pt>
                <c:pt idx="2701">
                  <c:v>0.54039999999997301</c:v>
                </c:pt>
                <c:pt idx="2702">
                  <c:v>0.54059999999997299</c:v>
                </c:pt>
                <c:pt idx="2703">
                  <c:v>0.54079999999997297</c:v>
                </c:pt>
                <c:pt idx="2704">
                  <c:v>0.54099999999997295</c:v>
                </c:pt>
                <c:pt idx="2705">
                  <c:v>0.54119999999997304</c:v>
                </c:pt>
                <c:pt idx="2706">
                  <c:v>0.54139999999997301</c:v>
                </c:pt>
                <c:pt idx="2707">
                  <c:v>0.54159999999997299</c:v>
                </c:pt>
                <c:pt idx="2708">
                  <c:v>0.54179999999997297</c:v>
                </c:pt>
                <c:pt idx="2709">
                  <c:v>0.54199999999997295</c:v>
                </c:pt>
                <c:pt idx="2710">
                  <c:v>0.54219999999997304</c:v>
                </c:pt>
                <c:pt idx="2711">
                  <c:v>0.54239999999997301</c:v>
                </c:pt>
                <c:pt idx="2712">
                  <c:v>0.54259999999997299</c:v>
                </c:pt>
                <c:pt idx="2713">
                  <c:v>0.54279999999997297</c:v>
                </c:pt>
                <c:pt idx="2714">
                  <c:v>0.54299999999997295</c:v>
                </c:pt>
                <c:pt idx="2715">
                  <c:v>0.54319999999997304</c:v>
                </c:pt>
                <c:pt idx="2716">
                  <c:v>0.54339999999997302</c:v>
                </c:pt>
                <c:pt idx="2717">
                  <c:v>0.54359999999997299</c:v>
                </c:pt>
                <c:pt idx="2718">
                  <c:v>0.54379999999997297</c:v>
                </c:pt>
                <c:pt idx="2719">
                  <c:v>0.54399999999997295</c:v>
                </c:pt>
                <c:pt idx="2720">
                  <c:v>0.54419999999997304</c:v>
                </c:pt>
                <c:pt idx="2721">
                  <c:v>0.54439999999997302</c:v>
                </c:pt>
                <c:pt idx="2722">
                  <c:v>0.54459999999997299</c:v>
                </c:pt>
                <c:pt idx="2723">
                  <c:v>0.54479999999997297</c:v>
                </c:pt>
                <c:pt idx="2724">
                  <c:v>0.54499999999997295</c:v>
                </c:pt>
                <c:pt idx="2725">
                  <c:v>0.54519999999997304</c:v>
                </c:pt>
                <c:pt idx="2726">
                  <c:v>0.54539999999997302</c:v>
                </c:pt>
                <c:pt idx="2727">
                  <c:v>0.545599999999973</c:v>
                </c:pt>
                <c:pt idx="2728">
                  <c:v>0.54579999999997297</c:v>
                </c:pt>
                <c:pt idx="2729">
                  <c:v>0.54599999999997295</c:v>
                </c:pt>
                <c:pt idx="2730">
                  <c:v>0.54619999999997204</c:v>
                </c:pt>
                <c:pt idx="2731">
                  <c:v>0.54639999999997202</c:v>
                </c:pt>
                <c:pt idx="2732">
                  <c:v>0.546599999999972</c:v>
                </c:pt>
                <c:pt idx="2733">
                  <c:v>0.54679999999997198</c:v>
                </c:pt>
                <c:pt idx="2734">
                  <c:v>0.54699999999997195</c:v>
                </c:pt>
                <c:pt idx="2735">
                  <c:v>0.54719999999997204</c:v>
                </c:pt>
                <c:pt idx="2736">
                  <c:v>0.54739999999997202</c:v>
                </c:pt>
                <c:pt idx="2737">
                  <c:v>0.547599999999972</c:v>
                </c:pt>
                <c:pt idx="2738">
                  <c:v>0.54779999999997198</c:v>
                </c:pt>
                <c:pt idx="2739">
                  <c:v>0.54799999999997195</c:v>
                </c:pt>
                <c:pt idx="2740">
                  <c:v>0.54819999999997204</c:v>
                </c:pt>
                <c:pt idx="2741">
                  <c:v>0.54839999999997202</c:v>
                </c:pt>
                <c:pt idx="2742">
                  <c:v>0.548599999999972</c:v>
                </c:pt>
                <c:pt idx="2743">
                  <c:v>0.54879999999997198</c:v>
                </c:pt>
                <c:pt idx="2744">
                  <c:v>0.54899999999997195</c:v>
                </c:pt>
                <c:pt idx="2745">
                  <c:v>0.54919999999997204</c:v>
                </c:pt>
                <c:pt idx="2746">
                  <c:v>0.54939999999997202</c:v>
                </c:pt>
                <c:pt idx="2747">
                  <c:v>0.549599999999972</c:v>
                </c:pt>
                <c:pt idx="2748">
                  <c:v>0.54979999999997198</c:v>
                </c:pt>
                <c:pt idx="2749">
                  <c:v>0.54999999999997196</c:v>
                </c:pt>
                <c:pt idx="2750">
                  <c:v>0.55019999999997204</c:v>
                </c:pt>
                <c:pt idx="2751">
                  <c:v>0.55039999999997202</c:v>
                </c:pt>
                <c:pt idx="2752">
                  <c:v>0.550599999999972</c:v>
                </c:pt>
                <c:pt idx="2753">
                  <c:v>0.55079999999997198</c:v>
                </c:pt>
                <c:pt idx="2754">
                  <c:v>0.55099999999997196</c:v>
                </c:pt>
                <c:pt idx="2755">
                  <c:v>0.55119999999997205</c:v>
                </c:pt>
                <c:pt idx="2756">
                  <c:v>0.55139999999997202</c:v>
                </c:pt>
                <c:pt idx="2757">
                  <c:v>0.551599999999972</c:v>
                </c:pt>
                <c:pt idx="2758">
                  <c:v>0.55179999999997198</c:v>
                </c:pt>
                <c:pt idx="2759">
                  <c:v>0.55199999999997196</c:v>
                </c:pt>
                <c:pt idx="2760">
                  <c:v>0.55219999999997205</c:v>
                </c:pt>
                <c:pt idx="2761">
                  <c:v>0.55239999999997202</c:v>
                </c:pt>
                <c:pt idx="2762">
                  <c:v>0.552599999999972</c:v>
                </c:pt>
                <c:pt idx="2763">
                  <c:v>0.55279999999997198</c:v>
                </c:pt>
                <c:pt idx="2764">
                  <c:v>0.55299999999997196</c:v>
                </c:pt>
                <c:pt idx="2765">
                  <c:v>0.55319999999997205</c:v>
                </c:pt>
                <c:pt idx="2766">
                  <c:v>0.55339999999997203</c:v>
                </c:pt>
                <c:pt idx="2767">
                  <c:v>0.553599999999972</c:v>
                </c:pt>
                <c:pt idx="2768">
                  <c:v>0.55379999999997198</c:v>
                </c:pt>
                <c:pt idx="2769">
                  <c:v>0.55399999999997196</c:v>
                </c:pt>
                <c:pt idx="2770">
                  <c:v>0.55419999999997205</c:v>
                </c:pt>
                <c:pt idx="2771">
                  <c:v>0.55439999999997203</c:v>
                </c:pt>
                <c:pt idx="2772">
                  <c:v>0.554599999999972</c:v>
                </c:pt>
                <c:pt idx="2773">
                  <c:v>0.55479999999997198</c:v>
                </c:pt>
                <c:pt idx="2774">
                  <c:v>0.55499999999997196</c:v>
                </c:pt>
                <c:pt idx="2775">
                  <c:v>0.55519999999997105</c:v>
                </c:pt>
                <c:pt idx="2776">
                  <c:v>0.55539999999997103</c:v>
                </c:pt>
                <c:pt idx="2777">
                  <c:v>0.55559999999997101</c:v>
                </c:pt>
                <c:pt idx="2778">
                  <c:v>0.55579999999997098</c:v>
                </c:pt>
                <c:pt idx="2779">
                  <c:v>0.55599999999997096</c:v>
                </c:pt>
                <c:pt idx="2780">
                  <c:v>0.55619999999997105</c:v>
                </c:pt>
                <c:pt idx="2781">
                  <c:v>0.55639999999997103</c:v>
                </c:pt>
                <c:pt idx="2782">
                  <c:v>0.55659999999997101</c:v>
                </c:pt>
                <c:pt idx="2783">
                  <c:v>0.55679999999997098</c:v>
                </c:pt>
                <c:pt idx="2784">
                  <c:v>0.55699999999997096</c:v>
                </c:pt>
                <c:pt idx="2785">
                  <c:v>0.55719999999997105</c:v>
                </c:pt>
                <c:pt idx="2786">
                  <c:v>0.55739999999997103</c:v>
                </c:pt>
                <c:pt idx="2787">
                  <c:v>0.55759999999997101</c:v>
                </c:pt>
                <c:pt idx="2788">
                  <c:v>0.55779999999997099</c:v>
                </c:pt>
                <c:pt idx="2789">
                  <c:v>0.55799999999997096</c:v>
                </c:pt>
                <c:pt idx="2790">
                  <c:v>0.55819999999997105</c:v>
                </c:pt>
                <c:pt idx="2791">
                  <c:v>0.55839999999997103</c:v>
                </c:pt>
                <c:pt idx="2792">
                  <c:v>0.55859999999997101</c:v>
                </c:pt>
                <c:pt idx="2793">
                  <c:v>0.55879999999997099</c:v>
                </c:pt>
                <c:pt idx="2794">
                  <c:v>0.55899999999997096</c:v>
                </c:pt>
                <c:pt idx="2795">
                  <c:v>0.55919999999997105</c:v>
                </c:pt>
                <c:pt idx="2796">
                  <c:v>0.55939999999997103</c:v>
                </c:pt>
                <c:pt idx="2797">
                  <c:v>0.55959999999997101</c:v>
                </c:pt>
                <c:pt idx="2798">
                  <c:v>0.55979999999997099</c:v>
                </c:pt>
                <c:pt idx="2799">
                  <c:v>0.55999999999997097</c:v>
                </c:pt>
                <c:pt idx="2800">
                  <c:v>0.56019999999997105</c:v>
                </c:pt>
                <c:pt idx="2801">
                  <c:v>0.56039999999997103</c:v>
                </c:pt>
                <c:pt idx="2802">
                  <c:v>0.56059999999997101</c:v>
                </c:pt>
                <c:pt idx="2803">
                  <c:v>0.56079999999997099</c:v>
                </c:pt>
                <c:pt idx="2804">
                  <c:v>0.56099999999997097</c:v>
                </c:pt>
                <c:pt idx="2805">
                  <c:v>0.56119999999997106</c:v>
                </c:pt>
                <c:pt idx="2806">
                  <c:v>0.56139999999997103</c:v>
                </c:pt>
                <c:pt idx="2807">
                  <c:v>0.56159999999997101</c:v>
                </c:pt>
                <c:pt idx="2808">
                  <c:v>0.56179999999997099</c:v>
                </c:pt>
                <c:pt idx="2809">
                  <c:v>0.56199999999997097</c:v>
                </c:pt>
                <c:pt idx="2810">
                  <c:v>0.56219999999997095</c:v>
                </c:pt>
                <c:pt idx="2811">
                  <c:v>0.56239999999997103</c:v>
                </c:pt>
                <c:pt idx="2812">
                  <c:v>0.56259999999997101</c:v>
                </c:pt>
                <c:pt idx="2813">
                  <c:v>0.56279999999997099</c:v>
                </c:pt>
                <c:pt idx="2814">
                  <c:v>0.56299999999997097</c:v>
                </c:pt>
                <c:pt idx="2815">
                  <c:v>0.56319999999997095</c:v>
                </c:pt>
                <c:pt idx="2816">
                  <c:v>0.56339999999997104</c:v>
                </c:pt>
                <c:pt idx="2817">
                  <c:v>0.56359999999997101</c:v>
                </c:pt>
                <c:pt idx="2818">
                  <c:v>0.56379999999997099</c:v>
                </c:pt>
                <c:pt idx="2819">
                  <c:v>0.56399999999997097</c:v>
                </c:pt>
                <c:pt idx="2820">
                  <c:v>0.56419999999997095</c:v>
                </c:pt>
                <c:pt idx="2821">
                  <c:v>0.56439999999997004</c:v>
                </c:pt>
                <c:pt idx="2822">
                  <c:v>0.56459999999997001</c:v>
                </c:pt>
                <c:pt idx="2823">
                  <c:v>0.56479999999996999</c:v>
                </c:pt>
                <c:pt idx="2824">
                  <c:v>0.56499999999996997</c:v>
                </c:pt>
                <c:pt idx="2825">
                  <c:v>0.56519999999996995</c:v>
                </c:pt>
                <c:pt idx="2826">
                  <c:v>0.56539999999997004</c:v>
                </c:pt>
                <c:pt idx="2827">
                  <c:v>0.56559999999997002</c:v>
                </c:pt>
                <c:pt idx="2828">
                  <c:v>0.56579999999996999</c:v>
                </c:pt>
                <c:pt idx="2829">
                  <c:v>0.56599999999996997</c:v>
                </c:pt>
                <c:pt idx="2830">
                  <c:v>0.56619999999996995</c:v>
                </c:pt>
                <c:pt idx="2831">
                  <c:v>0.56639999999997004</c:v>
                </c:pt>
                <c:pt idx="2832">
                  <c:v>0.56659999999997002</c:v>
                </c:pt>
                <c:pt idx="2833">
                  <c:v>0.56679999999996999</c:v>
                </c:pt>
                <c:pt idx="2834">
                  <c:v>0.56699999999996997</c:v>
                </c:pt>
                <c:pt idx="2835">
                  <c:v>0.56719999999996995</c:v>
                </c:pt>
                <c:pt idx="2836">
                  <c:v>0.56739999999997004</c:v>
                </c:pt>
                <c:pt idx="2837">
                  <c:v>0.56759999999997002</c:v>
                </c:pt>
                <c:pt idx="2838">
                  <c:v>0.56779999999997</c:v>
                </c:pt>
                <c:pt idx="2839">
                  <c:v>0.56799999999996997</c:v>
                </c:pt>
                <c:pt idx="2840">
                  <c:v>0.56819999999996995</c:v>
                </c:pt>
                <c:pt idx="2841">
                  <c:v>0.56839999999997004</c:v>
                </c:pt>
                <c:pt idx="2842">
                  <c:v>0.56859999999997002</c:v>
                </c:pt>
                <c:pt idx="2843">
                  <c:v>0.56879999999997</c:v>
                </c:pt>
                <c:pt idx="2844">
                  <c:v>0.56899999999996997</c:v>
                </c:pt>
                <c:pt idx="2845">
                  <c:v>0.56919999999996995</c:v>
                </c:pt>
                <c:pt idx="2846">
                  <c:v>0.56939999999997004</c:v>
                </c:pt>
                <c:pt idx="2847">
                  <c:v>0.56959999999997002</c:v>
                </c:pt>
                <c:pt idx="2848">
                  <c:v>0.56979999999997</c:v>
                </c:pt>
                <c:pt idx="2849">
                  <c:v>0.56999999999996998</c:v>
                </c:pt>
                <c:pt idx="2850">
                  <c:v>0.57019999999996995</c:v>
                </c:pt>
                <c:pt idx="2851">
                  <c:v>0.57039999999997004</c:v>
                </c:pt>
                <c:pt idx="2852">
                  <c:v>0.57059999999997002</c:v>
                </c:pt>
                <c:pt idx="2853">
                  <c:v>0.57079999999997</c:v>
                </c:pt>
                <c:pt idx="2854">
                  <c:v>0.57099999999996998</c:v>
                </c:pt>
                <c:pt idx="2855">
                  <c:v>0.57119999999996995</c:v>
                </c:pt>
                <c:pt idx="2856">
                  <c:v>0.57139999999997004</c:v>
                </c:pt>
                <c:pt idx="2857">
                  <c:v>0.57159999999997002</c:v>
                </c:pt>
                <c:pt idx="2858">
                  <c:v>0.57179999999997</c:v>
                </c:pt>
                <c:pt idx="2859">
                  <c:v>0.57199999999996998</c:v>
                </c:pt>
                <c:pt idx="2860">
                  <c:v>0.57219999999996995</c:v>
                </c:pt>
                <c:pt idx="2861">
                  <c:v>0.57239999999997004</c:v>
                </c:pt>
                <c:pt idx="2862">
                  <c:v>0.57259999999997002</c:v>
                </c:pt>
                <c:pt idx="2863">
                  <c:v>0.57279999999997</c:v>
                </c:pt>
                <c:pt idx="2864">
                  <c:v>0.57299999999996998</c:v>
                </c:pt>
                <c:pt idx="2865">
                  <c:v>0.57319999999996996</c:v>
                </c:pt>
                <c:pt idx="2866">
                  <c:v>0.57339999999996905</c:v>
                </c:pt>
                <c:pt idx="2867">
                  <c:v>0.57359999999996902</c:v>
                </c:pt>
                <c:pt idx="2868">
                  <c:v>0.573799999999969</c:v>
                </c:pt>
                <c:pt idx="2869">
                  <c:v>0.57399999999996898</c:v>
                </c:pt>
                <c:pt idx="2870">
                  <c:v>0.57419999999996896</c:v>
                </c:pt>
                <c:pt idx="2871">
                  <c:v>0.57439999999996905</c:v>
                </c:pt>
                <c:pt idx="2872">
                  <c:v>0.57459999999996902</c:v>
                </c:pt>
                <c:pt idx="2873">
                  <c:v>0.574799999999969</c:v>
                </c:pt>
                <c:pt idx="2874">
                  <c:v>0.57499999999996898</c:v>
                </c:pt>
                <c:pt idx="2875">
                  <c:v>0.57519999999996896</c:v>
                </c:pt>
                <c:pt idx="2876">
                  <c:v>0.57539999999996905</c:v>
                </c:pt>
                <c:pt idx="2877">
                  <c:v>0.57559999999996903</c:v>
                </c:pt>
                <c:pt idx="2878">
                  <c:v>0.575799999999969</c:v>
                </c:pt>
                <c:pt idx="2879">
                  <c:v>0.57599999999996898</c:v>
                </c:pt>
                <c:pt idx="2880">
                  <c:v>0.57619999999996896</c:v>
                </c:pt>
                <c:pt idx="2881">
                  <c:v>0.57639999999996905</c:v>
                </c:pt>
                <c:pt idx="2882">
                  <c:v>0.57659999999996903</c:v>
                </c:pt>
                <c:pt idx="2883">
                  <c:v>0.576799999999969</c:v>
                </c:pt>
                <c:pt idx="2884">
                  <c:v>0.57699999999996898</c:v>
                </c:pt>
                <c:pt idx="2885">
                  <c:v>0.57719999999996896</c:v>
                </c:pt>
                <c:pt idx="2886">
                  <c:v>0.57739999999996905</c:v>
                </c:pt>
                <c:pt idx="2887">
                  <c:v>0.57759999999996903</c:v>
                </c:pt>
                <c:pt idx="2888">
                  <c:v>0.57779999999996901</c:v>
                </c:pt>
                <c:pt idx="2889">
                  <c:v>0.57799999999996898</c:v>
                </c:pt>
                <c:pt idx="2890">
                  <c:v>0.57819999999996896</c:v>
                </c:pt>
                <c:pt idx="2891">
                  <c:v>0.57839999999996905</c:v>
                </c:pt>
                <c:pt idx="2892">
                  <c:v>0.57859999999996903</c:v>
                </c:pt>
                <c:pt idx="2893">
                  <c:v>0.57879999999996901</c:v>
                </c:pt>
                <c:pt idx="2894">
                  <c:v>0.57899999999996898</c:v>
                </c:pt>
                <c:pt idx="2895">
                  <c:v>0.57919999999996896</c:v>
                </c:pt>
                <c:pt idx="2896">
                  <c:v>0.57939999999996905</c:v>
                </c:pt>
                <c:pt idx="2897">
                  <c:v>0.57959999999996903</c:v>
                </c:pt>
                <c:pt idx="2898">
                  <c:v>0.57979999999996901</c:v>
                </c:pt>
                <c:pt idx="2899">
                  <c:v>0.57999999999996898</c:v>
                </c:pt>
                <c:pt idx="2900">
                  <c:v>0.58019999999996896</c:v>
                </c:pt>
                <c:pt idx="2901">
                  <c:v>0.58039999999996905</c:v>
                </c:pt>
                <c:pt idx="2902">
                  <c:v>0.58059999999996903</c:v>
                </c:pt>
                <c:pt idx="2903">
                  <c:v>0.58079999999996901</c:v>
                </c:pt>
                <c:pt idx="2904">
                  <c:v>0.58099999999996899</c:v>
                </c:pt>
                <c:pt idx="2905">
                  <c:v>0.58119999999996896</c:v>
                </c:pt>
                <c:pt idx="2906">
                  <c:v>0.58139999999996905</c:v>
                </c:pt>
                <c:pt idx="2907">
                  <c:v>0.58159999999996903</c:v>
                </c:pt>
                <c:pt idx="2908">
                  <c:v>0.58179999999996901</c:v>
                </c:pt>
                <c:pt idx="2909">
                  <c:v>0.58199999999996899</c:v>
                </c:pt>
                <c:pt idx="2910">
                  <c:v>0.58219999999996896</c:v>
                </c:pt>
                <c:pt idx="2911">
                  <c:v>0.58239999999996805</c:v>
                </c:pt>
                <c:pt idx="2912">
                  <c:v>0.58259999999996803</c:v>
                </c:pt>
                <c:pt idx="2913">
                  <c:v>0.58279999999996801</c:v>
                </c:pt>
                <c:pt idx="2914">
                  <c:v>0.58299999999996799</c:v>
                </c:pt>
                <c:pt idx="2915">
                  <c:v>0.58319999999996797</c:v>
                </c:pt>
                <c:pt idx="2916">
                  <c:v>0.58339999999996806</c:v>
                </c:pt>
                <c:pt idx="2917">
                  <c:v>0.58359999999996803</c:v>
                </c:pt>
                <c:pt idx="2918">
                  <c:v>0.58379999999996801</c:v>
                </c:pt>
                <c:pt idx="2919">
                  <c:v>0.58399999999996799</c:v>
                </c:pt>
                <c:pt idx="2920">
                  <c:v>0.58419999999996797</c:v>
                </c:pt>
                <c:pt idx="2921">
                  <c:v>0.58439999999996795</c:v>
                </c:pt>
                <c:pt idx="2922">
                  <c:v>0.58459999999996803</c:v>
                </c:pt>
                <c:pt idx="2923">
                  <c:v>0.58479999999996801</c:v>
                </c:pt>
                <c:pt idx="2924">
                  <c:v>0.58499999999996799</c:v>
                </c:pt>
                <c:pt idx="2925">
                  <c:v>0.58519999999996797</c:v>
                </c:pt>
                <c:pt idx="2926">
                  <c:v>0.58539999999996795</c:v>
                </c:pt>
                <c:pt idx="2927">
                  <c:v>0.58559999999996803</c:v>
                </c:pt>
                <c:pt idx="2928">
                  <c:v>0.58579999999996801</c:v>
                </c:pt>
                <c:pt idx="2929">
                  <c:v>0.58599999999996799</c:v>
                </c:pt>
                <c:pt idx="2930">
                  <c:v>0.58619999999996797</c:v>
                </c:pt>
                <c:pt idx="2931">
                  <c:v>0.58639999999996795</c:v>
                </c:pt>
                <c:pt idx="2932">
                  <c:v>0.58659999999996804</c:v>
                </c:pt>
                <c:pt idx="2933">
                  <c:v>0.58679999999996801</c:v>
                </c:pt>
                <c:pt idx="2934">
                  <c:v>0.58699999999996799</c:v>
                </c:pt>
                <c:pt idx="2935">
                  <c:v>0.58719999999996797</c:v>
                </c:pt>
                <c:pt idx="2936">
                  <c:v>0.58739999999996795</c:v>
                </c:pt>
                <c:pt idx="2937">
                  <c:v>0.58759999999996804</c:v>
                </c:pt>
                <c:pt idx="2938">
                  <c:v>0.58779999999996801</c:v>
                </c:pt>
                <c:pt idx="2939">
                  <c:v>0.58799999999996799</c:v>
                </c:pt>
                <c:pt idx="2940">
                  <c:v>0.58819999999996797</c:v>
                </c:pt>
                <c:pt idx="2941">
                  <c:v>0.58839999999996795</c:v>
                </c:pt>
                <c:pt idx="2942">
                  <c:v>0.58859999999996804</c:v>
                </c:pt>
                <c:pt idx="2943">
                  <c:v>0.58879999999996802</c:v>
                </c:pt>
                <c:pt idx="2944">
                  <c:v>0.58899999999996799</c:v>
                </c:pt>
                <c:pt idx="2945">
                  <c:v>0.58919999999996797</c:v>
                </c:pt>
                <c:pt idx="2946">
                  <c:v>0.58939999999996795</c:v>
                </c:pt>
                <c:pt idx="2947">
                  <c:v>0.58959999999996804</c:v>
                </c:pt>
                <c:pt idx="2948">
                  <c:v>0.58979999999996802</c:v>
                </c:pt>
                <c:pt idx="2949">
                  <c:v>0.58999999999996799</c:v>
                </c:pt>
                <c:pt idx="2950">
                  <c:v>0.59019999999996797</c:v>
                </c:pt>
                <c:pt idx="2951">
                  <c:v>0.59039999999996795</c:v>
                </c:pt>
                <c:pt idx="2952">
                  <c:v>0.59059999999996804</c:v>
                </c:pt>
                <c:pt idx="2953">
                  <c:v>0.59079999999996802</c:v>
                </c:pt>
                <c:pt idx="2954">
                  <c:v>0.590999999999968</c:v>
                </c:pt>
                <c:pt idx="2955">
                  <c:v>0.59119999999996797</c:v>
                </c:pt>
                <c:pt idx="2956">
                  <c:v>0.59139999999996795</c:v>
                </c:pt>
                <c:pt idx="2957">
                  <c:v>0.59159999999996704</c:v>
                </c:pt>
                <c:pt idx="2958">
                  <c:v>0.59179999999996702</c:v>
                </c:pt>
                <c:pt idx="2959">
                  <c:v>0.591999999999967</c:v>
                </c:pt>
                <c:pt idx="2960">
                  <c:v>0.59219999999996698</c:v>
                </c:pt>
                <c:pt idx="2961">
                  <c:v>0.59239999999996695</c:v>
                </c:pt>
                <c:pt idx="2962">
                  <c:v>0.59259999999996704</c:v>
                </c:pt>
                <c:pt idx="2963">
                  <c:v>0.59279999999996702</c:v>
                </c:pt>
                <c:pt idx="2964">
                  <c:v>0.592999999999967</c:v>
                </c:pt>
                <c:pt idx="2965">
                  <c:v>0.59319999999996698</c:v>
                </c:pt>
                <c:pt idx="2966">
                  <c:v>0.59339999999996695</c:v>
                </c:pt>
                <c:pt idx="2967">
                  <c:v>0.59359999999996704</c:v>
                </c:pt>
                <c:pt idx="2968">
                  <c:v>0.59379999999996702</c:v>
                </c:pt>
                <c:pt idx="2969">
                  <c:v>0.593999999999967</c:v>
                </c:pt>
                <c:pt idx="2970">
                  <c:v>0.59419999999996698</c:v>
                </c:pt>
                <c:pt idx="2971">
                  <c:v>0.59439999999996695</c:v>
                </c:pt>
                <c:pt idx="2972">
                  <c:v>0.59459999999996704</c:v>
                </c:pt>
                <c:pt idx="2973">
                  <c:v>0.59479999999996702</c:v>
                </c:pt>
                <c:pt idx="2974">
                  <c:v>0.594999999999967</c:v>
                </c:pt>
                <c:pt idx="2975">
                  <c:v>0.59519999999996698</c:v>
                </c:pt>
                <c:pt idx="2976">
                  <c:v>0.59539999999996696</c:v>
                </c:pt>
                <c:pt idx="2977">
                  <c:v>0.59559999999996704</c:v>
                </c:pt>
                <c:pt idx="2978">
                  <c:v>0.59579999999996702</c:v>
                </c:pt>
                <c:pt idx="2979">
                  <c:v>0.595999999999967</c:v>
                </c:pt>
                <c:pt idx="2980">
                  <c:v>0.59619999999996698</c:v>
                </c:pt>
                <c:pt idx="2981">
                  <c:v>0.59639999999996696</c:v>
                </c:pt>
                <c:pt idx="2982">
                  <c:v>0.59659999999996705</c:v>
                </c:pt>
                <c:pt idx="2983">
                  <c:v>0.59679999999996702</c:v>
                </c:pt>
                <c:pt idx="2984">
                  <c:v>0.596999999999967</c:v>
                </c:pt>
                <c:pt idx="2985">
                  <c:v>0.59719999999996698</c:v>
                </c:pt>
                <c:pt idx="2986">
                  <c:v>0.59739999999996696</c:v>
                </c:pt>
                <c:pt idx="2987">
                  <c:v>0.59759999999996705</c:v>
                </c:pt>
                <c:pt idx="2988">
                  <c:v>0.59779999999996702</c:v>
                </c:pt>
                <c:pt idx="2989">
                  <c:v>0.597999999999967</c:v>
                </c:pt>
                <c:pt idx="2990">
                  <c:v>0.59819999999996698</c:v>
                </c:pt>
                <c:pt idx="2991">
                  <c:v>0.59839999999996696</c:v>
                </c:pt>
                <c:pt idx="2992">
                  <c:v>0.59859999999996705</c:v>
                </c:pt>
                <c:pt idx="2993">
                  <c:v>0.59879999999996703</c:v>
                </c:pt>
                <c:pt idx="2994">
                  <c:v>0.598999999999967</c:v>
                </c:pt>
                <c:pt idx="2995">
                  <c:v>0.59919999999996698</c:v>
                </c:pt>
                <c:pt idx="2996">
                  <c:v>0.59939999999996696</c:v>
                </c:pt>
                <c:pt idx="2997">
                  <c:v>0.59959999999996705</c:v>
                </c:pt>
                <c:pt idx="2998">
                  <c:v>0.59979999999996703</c:v>
                </c:pt>
                <c:pt idx="2999">
                  <c:v>0.599999999999967</c:v>
                </c:pt>
                <c:pt idx="3000">
                  <c:v>0.60019999999996698</c:v>
                </c:pt>
                <c:pt idx="3001">
                  <c:v>0.60039999999996696</c:v>
                </c:pt>
                <c:pt idx="3002">
                  <c:v>0.60059999999996605</c:v>
                </c:pt>
                <c:pt idx="3003">
                  <c:v>0.60079999999996603</c:v>
                </c:pt>
                <c:pt idx="3004">
                  <c:v>0.60099999999996601</c:v>
                </c:pt>
                <c:pt idx="3005">
                  <c:v>0.60119999999996598</c:v>
                </c:pt>
                <c:pt idx="3006">
                  <c:v>0.60139999999996596</c:v>
                </c:pt>
                <c:pt idx="3007">
                  <c:v>0.60159999999996605</c:v>
                </c:pt>
                <c:pt idx="3008">
                  <c:v>0.60179999999996603</c:v>
                </c:pt>
                <c:pt idx="3009">
                  <c:v>0.60199999999996601</c:v>
                </c:pt>
                <c:pt idx="3010">
                  <c:v>0.60219999999996598</c:v>
                </c:pt>
                <c:pt idx="3011">
                  <c:v>0.60239999999996596</c:v>
                </c:pt>
                <c:pt idx="3012">
                  <c:v>0.60259999999996605</c:v>
                </c:pt>
                <c:pt idx="3013">
                  <c:v>0.60279999999996603</c:v>
                </c:pt>
                <c:pt idx="3014">
                  <c:v>0.60299999999996601</c:v>
                </c:pt>
                <c:pt idx="3015">
                  <c:v>0.60319999999996599</c:v>
                </c:pt>
                <c:pt idx="3016">
                  <c:v>0.60339999999996596</c:v>
                </c:pt>
                <c:pt idx="3017">
                  <c:v>0.60359999999996605</c:v>
                </c:pt>
                <c:pt idx="3018">
                  <c:v>0.60379999999996603</c:v>
                </c:pt>
                <c:pt idx="3019">
                  <c:v>0.60399999999996601</c:v>
                </c:pt>
                <c:pt idx="3020">
                  <c:v>0.60419999999996599</c:v>
                </c:pt>
                <c:pt idx="3021">
                  <c:v>0.60439999999996596</c:v>
                </c:pt>
                <c:pt idx="3022">
                  <c:v>0.60459999999996605</c:v>
                </c:pt>
                <c:pt idx="3023">
                  <c:v>0.60479999999996603</c:v>
                </c:pt>
                <c:pt idx="3024">
                  <c:v>0.60499999999996601</c:v>
                </c:pt>
                <c:pt idx="3025">
                  <c:v>0.60519999999996599</c:v>
                </c:pt>
                <c:pt idx="3026">
                  <c:v>0.60539999999996597</c:v>
                </c:pt>
                <c:pt idx="3027">
                  <c:v>0.60559999999996605</c:v>
                </c:pt>
                <c:pt idx="3028">
                  <c:v>0.60579999999996603</c:v>
                </c:pt>
                <c:pt idx="3029">
                  <c:v>0.60599999999996601</c:v>
                </c:pt>
                <c:pt idx="3030">
                  <c:v>0.60619999999996599</c:v>
                </c:pt>
                <c:pt idx="3031">
                  <c:v>0.60639999999996597</c:v>
                </c:pt>
                <c:pt idx="3032">
                  <c:v>0.60659999999996606</c:v>
                </c:pt>
                <c:pt idx="3033">
                  <c:v>0.60679999999996603</c:v>
                </c:pt>
                <c:pt idx="3034">
                  <c:v>0.60699999999996601</c:v>
                </c:pt>
                <c:pt idx="3035">
                  <c:v>0.60719999999996599</c:v>
                </c:pt>
                <c:pt idx="3036">
                  <c:v>0.60739999999996597</c:v>
                </c:pt>
                <c:pt idx="3037">
                  <c:v>0.60759999999996595</c:v>
                </c:pt>
                <c:pt idx="3038">
                  <c:v>0.60779999999996603</c:v>
                </c:pt>
                <c:pt idx="3039">
                  <c:v>0.60799999999996601</c:v>
                </c:pt>
                <c:pt idx="3040">
                  <c:v>0.60819999999996599</c:v>
                </c:pt>
                <c:pt idx="3041">
                  <c:v>0.60839999999996597</c:v>
                </c:pt>
                <c:pt idx="3042">
                  <c:v>0.60859999999996595</c:v>
                </c:pt>
                <c:pt idx="3043">
                  <c:v>0.60879999999996603</c:v>
                </c:pt>
                <c:pt idx="3044">
                  <c:v>0.60899999999996601</c:v>
                </c:pt>
                <c:pt idx="3045">
                  <c:v>0.60919999999996599</c:v>
                </c:pt>
                <c:pt idx="3046">
                  <c:v>0.60939999999996597</c:v>
                </c:pt>
                <c:pt idx="3047">
                  <c:v>0.60959999999996595</c:v>
                </c:pt>
                <c:pt idx="3048">
                  <c:v>0.60979999999996504</c:v>
                </c:pt>
                <c:pt idx="3049">
                  <c:v>0.60999999999996501</c:v>
                </c:pt>
                <c:pt idx="3050">
                  <c:v>0.61019999999996499</c:v>
                </c:pt>
                <c:pt idx="3051">
                  <c:v>0.61039999999996497</c:v>
                </c:pt>
                <c:pt idx="3052">
                  <c:v>0.61059999999996495</c:v>
                </c:pt>
                <c:pt idx="3053">
                  <c:v>0.61079999999996504</c:v>
                </c:pt>
                <c:pt idx="3054">
                  <c:v>0.61099999999996502</c:v>
                </c:pt>
                <c:pt idx="3055">
                  <c:v>0.61119999999996499</c:v>
                </c:pt>
                <c:pt idx="3056">
                  <c:v>0.61139999999996497</c:v>
                </c:pt>
                <c:pt idx="3057">
                  <c:v>0.61159999999996495</c:v>
                </c:pt>
                <c:pt idx="3058">
                  <c:v>0.61179999999996504</c:v>
                </c:pt>
                <c:pt idx="3059">
                  <c:v>0.61199999999996502</c:v>
                </c:pt>
                <c:pt idx="3060">
                  <c:v>0.61219999999996499</c:v>
                </c:pt>
                <c:pt idx="3061">
                  <c:v>0.61239999999996497</c:v>
                </c:pt>
                <c:pt idx="3062">
                  <c:v>0.61259999999996495</c:v>
                </c:pt>
                <c:pt idx="3063">
                  <c:v>0.61279999999996504</c:v>
                </c:pt>
                <c:pt idx="3064">
                  <c:v>0.61299999999996502</c:v>
                </c:pt>
                <c:pt idx="3065">
                  <c:v>0.613199999999965</c:v>
                </c:pt>
                <c:pt idx="3066">
                  <c:v>0.61339999999996497</c:v>
                </c:pt>
                <c:pt idx="3067">
                  <c:v>0.61359999999996495</c:v>
                </c:pt>
                <c:pt idx="3068">
                  <c:v>0.61379999999996504</c:v>
                </c:pt>
                <c:pt idx="3069">
                  <c:v>0.61399999999996502</c:v>
                </c:pt>
                <c:pt idx="3070">
                  <c:v>0.614199999999965</c:v>
                </c:pt>
                <c:pt idx="3071">
                  <c:v>0.61439999999996497</c:v>
                </c:pt>
                <c:pt idx="3072">
                  <c:v>0.61459999999996495</c:v>
                </c:pt>
                <c:pt idx="3073">
                  <c:v>0.61479999999996504</c:v>
                </c:pt>
                <c:pt idx="3074">
                  <c:v>0.61499999999996502</c:v>
                </c:pt>
                <c:pt idx="3075">
                  <c:v>0.615199999999965</c:v>
                </c:pt>
                <c:pt idx="3076">
                  <c:v>0.61539999999996498</c:v>
                </c:pt>
                <c:pt idx="3077">
                  <c:v>0.61559999999996495</c:v>
                </c:pt>
                <c:pt idx="3078">
                  <c:v>0.61579999999996504</c:v>
                </c:pt>
                <c:pt idx="3079">
                  <c:v>0.61599999999996502</c:v>
                </c:pt>
                <c:pt idx="3080">
                  <c:v>0.616199999999965</c:v>
                </c:pt>
                <c:pt idx="3081">
                  <c:v>0.61639999999996498</c:v>
                </c:pt>
                <c:pt idx="3082">
                  <c:v>0.61659999999996495</c:v>
                </c:pt>
                <c:pt idx="3083">
                  <c:v>0.61679999999996504</c:v>
                </c:pt>
                <c:pt idx="3084">
                  <c:v>0.61699999999996502</c:v>
                </c:pt>
                <c:pt idx="3085">
                  <c:v>0.617199999999965</c:v>
                </c:pt>
                <c:pt idx="3086">
                  <c:v>0.61739999999996498</c:v>
                </c:pt>
                <c:pt idx="3087">
                  <c:v>0.61759999999996495</c:v>
                </c:pt>
                <c:pt idx="3088">
                  <c:v>0.61779999999996504</c:v>
                </c:pt>
                <c:pt idx="3089">
                  <c:v>0.61799999999996502</c:v>
                </c:pt>
                <c:pt idx="3090">
                  <c:v>0.618199999999965</c:v>
                </c:pt>
                <c:pt idx="3091">
                  <c:v>0.61839999999996498</c:v>
                </c:pt>
                <c:pt idx="3092">
                  <c:v>0.61859999999996496</c:v>
                </c:pt>
                <c:pt idx="3093">
                  <c:v>0.61879999999996405</c:v>
                </c:pt>
                <c:pt idx="3094">
                  <c:v>0.61899999999996402</c:v>
                </c:pt>
                <c:pt idx="3095">
                  <c:v>0.619199999999964</c:v>
                </c:pt>
                <c:pt idx="3096">
                  <c:v>0.61939999999996398</c:v>
                </c:pt>
                <c:pt idx="3097">
                  <c:v>0.61959999999996396</c:v>
                </c:pt>
                <c:pt idx="3098">
                  <c:v>0.61979999999996405</c:v>
                </c:pt>
                <c:pt idx="3099">
                  <c:v>0.61999999999996402</c:v>
                </c:pt>
                <c:pt idx="3100">
                  <c:v>0.620199999999964</c:v>
                </c:pt>
                <c:pt idx="3101">
                  <c:v>0.62039999999996398</c:v>
                </c:pt>
                <c:pt idx="3102">
                  <c:v>0.62059999999996396</c:v>
                </c:pt>
                <c:pt idx="3103">
                  <c:v>0.62079999999996405</c:v>
                </c:pt>
                <c:pt idx="3104">
                  <c:v>0.62099999999996403</c:v>
                </c:pt>
                <c:pt idx="3105">
                  <c:v>0.621199999999964</c:v>
                </c:pt>
                <c:pt idx="3106">
                  <c:v>0.62139999999996398</c:v>
                </c:pt>
                <c:pt idx="3107">
                  <c:v>0.62159999999996396</c:v>
                </c:pt>
                <c:pt idx="3108">
                  <c:v>0.62179999999996405</c:v>
                </c:pt>
                <c:pt idx="3109">
                  <c:v>0.62199999999996403</c:v>
                </c:pt>
                <c:pt idx="3110">
                  <c:v>0.622199999999964</c:v>
                </c:pt>
                <c:pt idx="3111">
                  <c:v>0.62239999999996398</c:v>
                </c:pt>
                <c:pt idx="3112">
                  <c:v>0.62259999999996396</c:v>
                </c:pt>
                <c:pt idx="3113">
                  <c:v>0.62279999999996405</c:v>
                </c:pt>
                <c:pt idx="3114">
                  <c:v>0.62299999999996403</c:v>
                </c:pt>
                <c:pt idx="3115">
                  <c:v>0.623199999999964</c:v>
                </c:pt>
                <c:pt idx="3116">
                  <c:v>0.62339999999996398</c:v>
                </c:pt>
                <c:pt idx="3117">
                  <c:v>0.62359999999996396</c:v>
                </c:pt>
                <c:pt idx="3118">
                  <c:v>0.62379999999996405</c:v>
                </c:pt>
                <c:pt idx="3119">
                  <c:v>0.62399999999996403</c:v>
                </c:pt>
                <c:pt idx="3120">
                  <c:v>0.62419999999996401</c:v>
                </c:pt>
                <c:pt idx="3121">
                  <c:v>0.62439999999996398</c:v>
                </c:pt>
                <c:pt idx="3122">
                  <c:v>0.62459999999996396</c:v>
                </c:pt>
                <c:pt idx="3123">
                  <c:v>0.62479999999996405</c:v>
                </c:pt>
                <c:pt idx="3124">
                  <c:v>0.62499999999996403</c:v>
                </c:pt>
                <c:pt idx="3125">
                  <c:v>0.62519999999996401</c:v>
                </c:pt>
                <c:pt idx="3126">
                  <c:v>0.62539999999996398</c:v>
                </c:pt>
                <c:pt idx="3127">
                  <c:v>0.62559999999996396</c:v>
                </c:pt>
                <c:pt idx="3128">
                  <c:v>0.62579999999996405</c:v>
                </c:pt>
                <c:pt idx="3129">
                  <c:v>0.62599999999996403</c:v>
                </c:pt>
                <c:pt idx="3130">
                  <c:v>0.62619999999996401</c:v>
                </c:pt>
                <c:pt idx="3131">
                  <c:v>0.62639999999996399</c:v>
                </c:pt>
                <c:pt idx="3132">
                  <c:v>0.62659999999996396</c:v>
                </c:pt>
                <c:pt idx="3133">
                  <c:v>0.62679999999996405</c:v>
                </c:pt>
                <c:pt idx="3134">
                  <c:v>0.62699999999996403</c:v>
                </c:pt>
                <c:pt idx="3135">
                  <c:v>0.62719999999996401</c:v>
                </c:pt>
                <c:pt idx="3136">
                  <c:v>0.62739999999996399</c:v>
                </c:pt>
                <c:pt idx="3137">
                  <c:v>0.62759999999996396</c:v>
                </c:pt>
                <c:pt idx="3138">
                  <c:v>0.62779999999996305</c:v>
                </c:pt>
                <c:pt idx="3139">
                  <c:v>0.62799999999996303</c:v>
                </c:pt>
                <c:pt idx="3140">
                  <c:v>0.62819999999996301</c:v>
                </c:pt>
                <c:pt idx="3141">
                  <c:v>0.62839999999996299</c:v>
                </c:pt>
                <c:pt idx="3142">
                  <c:v>0.62859999999996297</c:v>
                </c:pt>
                <c:pt idx="3143">
                  <c:v>0.62879999999996306</c:v>
                </c:pt>
                <c:pt idx="3144">
                  <c:v>0.62899999999996303</c:v>
                </c:pt>
                <c:pt idx="3145">
                  <c:v>0.62919999999996301</c:v>
                </c:pt>
                <c:pt idx="3146">
                  <c:v>0.62939999999996299</c:v>
                </c:pt>
                <c:pt idx="3147">
                  <c:v>0.62959999999996297</c:v>
                </c:pt>
                <c:pt idx="3148">
                  <c:v>0.62979999999996295</c:v>
                </c:pt>
                <c:pt idx="3149">
                  <c:v>0.62999999999996303</c:v>
                </c:pt>
                <c:pt idx="3150">
                  <c:v>0.63019999999996301</c:v>
                </c:pt>
                <c:pt idx="3151">
                  <c:v>0.63039999999996299</c:v>
                </c:pt>
                <c:pt idx="3152">
                  <c:v>0.63059999999996297</c:v>
                </c:pt>
                <c:pt idx="3153">
                  <c:v>0.63079999999996295</c:v>
                </c:pt>
                <c:pt idx="3154">
                  <c:v>0.63099999999996303</c:v>
                </c:pt>
                <c:pt idx="3155">
                  <c:v>0.63119999999996301</c:v>
                </c:pt>
                <c:pt idx="3156">
                  <c:v>0.63139999999996299</c:v>
                </c:pt>
                <c:pt idx="3157">
                  <c:v>0.63159999999996297</c:v>
                </c:pt>
                <c:pt idx="3158">
                  <c:v>0.63179999999996295</c:v>
                </c:pt>
                <c:pt idx="3159">
                  <c:v>0.63199999999996304</c:v>
                </c:pt>
                <c:pt idx="3160">
                  <c:v>0.63219999999996301</c:v>
                </c:pt>
                <c:pt idx="3161">
                  <c:v>0.63239999999996299</c:v>
                </c:pt>
                <c:pt idx="3162">
                  <c:v>0.63259999999996297</c:v>
                </c:pt>
                <c:pt idx="3163">
                  <c:v>0.63279999999996295</c:v>
                </c:pt>
                <c:pt idx="3164">
                  <c:v>0.63299999999996304</c:v>
                </c:pt>
                <c:pt idx="3165">
                  <c:v>0.63319999999996301</c:v>
                </c:pt>
                <c:pt idx="3166">
                  <c:v>0.63339999999996299</c:v>
                </c:pt>
                <c:pt idx="3167">
                  <c:v>0.63359999999996297</c:v>
                </c:pt>
                <c:pt idx="3168">
                  <c:v>0.63379999999996295</c:v>
                </c:pt>
                <c:pt idx="3169">
                  <c:v>0.63399999999996304</c:v>
                </c:pt>
                <c:pt idx="3170">
                  <c:v>0.63419999999996302</c:v>
                </c:pt>
                <c:pt idx="3171">
                  <c:v>0.63439999999996299</c:v>
                </c:pt>
                <c:pt idx="3172">
                  <c:v>0.63459999999996297</c:v>
                </c:pt>
                <c:pt idx="3173">
                  <c:v>0.63479999999996295</c:v>
                </c:pt>
                <c:pt idx="3174">
                  <c:v>0.63499999999996304</c:v>
                </c:pt>
                <c:pt idx="3175">
                  <c:v>0.63519999999996302</c:v>
                </c:pt>
                <c:pt idx="3176">
                  <c:v>0.63539999999996299</c:v>
                </c:pt>
                <c:pt idx="3177">
                  <c:v>0.63559999999996297</c:v>
                </c:pt>
                <c:pt idx="3178">
                  <c:v>0.63579999999996295</c:v>
                </c:pt>
                <c:pt idx="3179">
                  <c:v>0.63599999999996304</c:v>
                </c:pt>
                <c:pt idx="3180">
                  <c:v>0.63619999999996302</c:v>
                </c:pt>
                <c:pt idx="3181">
                  <c:v>0.636399999999963</c:v>
                </c:pt>
                <c:pt idx="3182">
                  <c:v>0.63659999999996297</c:v>
                </c:pt>
                <c:pt idx="3183">
                  <c:v>0.63679999999996295</c:v>
                </c:pt>
                <c:pt idx="3184">
                  <c:v>0.63699999999996204</c:v>
                </c:pt>
                <c:pt idx="3185">
                  <c:v>0.63719999999996202</c:v>
                </c:pt>
                <c:pt idx="3186">
                  <c:v>0.637399999999962</c:v>
                </c:pt>
                <c:pt idx="3187">
                  <c:v>0.63759999999996197</c:v>
                </c:pt>
                <c:pt idx="3188">
                  <c:v>0.63779999999996195</c:v>
                </c:pt>
                <c:pt idx="3189">
                  <c:v>0.63799999999996204</c:v>
                </c:pt>
                <c:pt idx="3190">
                  <c:v>0.63819999999996202</c:v>
                </c:pt>
                <c:pt idx="3191">
                  <c:v>0.638399999999962</c:v>
                </c:pt>
                <c:pt idx="3192">
                  <c:v>0.63859999999996198</c:v>
                </c:pt>
                <c:pt idx="3193">
                  <c:v>0.63879999999996195</c:v>
                </c:pt>
                <c:pt idx="3194">
                  <c:v>0.63899999999996204</c:v>
                </c:pt>
                <c:pt idx="3195">
                  <c:v>0.63919999999996202</c:v>
                </c:pt>
                <c:pt idx="3196">
                  <c:v>0.639399999999962</c:v>
                </c:pt>
                <c:pt idx="3197">
                  <c:v>0.63959999999996198</c:v>
                </c:pt>
                <c:pt idx="3198">
                  <c:v>0.63979999999996195</c:v>
                </c:pt>
                <c:pt idx="3199">
                  <c:v>0.63999999999996204</c:v>
                </c:pt>
                <c:pt idx="3200">
                  <c:v>0.64019999999996202</c:v>
                </c:pt>
                <c:pt idx="3201">
                  <c:v>0.640399999999962</c:v>
                </c:pt>
                <c:pt idx="3202">
                  <c:v>0.64059999999996198</c:v>
                </c:pt>
                <c:pt idx="3203">
                  <c:v>0.64079999999996196</c:v>
                </c:pt>
                <c:pt idx="3204">
                  <c:v>0.64099999999996204</c:v>
                </c:pt>
                <c:pt idx="3205">
                  <c:v>0.64119999999996202</c:v>
                </c:pt>
                <c:pt idx="3206">
                  <c:v>0.641399999999962</c:v>
                </c:pt>
                <c:pt idx="3207">
                  <c:v>0.64159999999996198</c:v>
                </c:pt>
                <c:pt idx="3208">
                  <c:v>0.64179999999996196</c:v>
                </c:pt>
                <c:pt idx="3209">
                  <c:v>0.64199999999996205</c:v>
                </c:pt>
                <c:pt idx="3210">
                  <c:v>0.64219999999996202</c:v>
                </c:pt>
                <c:pt idx="3211">
                  <c:v>0.642399999999962</c:v>
                </c:pt>
                <c:pt idx="3212">
                  <c:v>0.64259999999996198</c:v>
                </c:pt>
                <c:pt idx="3213">
                  <c:v>0.64279999999996196</c:v>
                </c:pt>
                <c:pt idx="3214">
                  <c:v>0.64299999999996205</c:v>
                </c:pt>
                <c:pt idx="3215">
                  <c:v>0.64319999999996202</c:v>
                </c:pt>
                <c:pt idx="3216">
                  <c:v>0.643399999999962</c:v>
                </c:pt>
                <c:pt idx="3217">
                  <c:v>0.64359999999996198</c:v>
                </c:pt>
                <c:pt idx="3218">
                  <c:v>0.64379999999996196</c:v>
                </c:pt>
                <c:pt idx="3219">
                  <c:v>0.64399999999996205</c:v>
                </c:pt>
                <c:pt idx="3220">
                  <c:v>0.64419999999996203</c:v>
                </c:pt>
                <c:pt idx="3221">
                  <c:v>0.644399999999962</c:v>
                </c:pt>
                <c:pt idx="3222">
                  <c:v>0.64459999999996198</c:v>
                </c:pt>
                <c:pt idx="3223">
                  <c:v>0.64479999999996196</c:v>
                </c:pt>
                <c:pt idx="3224">
                  <c:v>0.64499999999996205</c:v>
                </c:pt>
                <c:pt idx="3225">
                  <c:v>0.64519999999996203</c:v>
                </c:pt>
                <c:pt idx="3226">
                  <c:v>0.645399999999962</c:v>
                </c:pt>
                <c:pt idx="3227">
                  <c:v>0.64559999999996198</c:v>
                </c:pt>
                <c:pt idx="3228">
                  <c:v>0.64579999999996196</c:v>
                </c:pt>
                <c:pt idx="3229">
                  <c:v>0.64599999999996105</c:v>
                </c:pt>
                <c:pt idx="3230">
                  <c:v>0.64619999999996103</c:v>
                </c:pt>
                <c:pt idx="3231">
                  <c:v>0.64639999999996101</c:v>
                </c:pt>
                <c:pt idx="3232">
                  <c:v>0.64659999999996098</c:v>
                </c:pt>
                <c:pt idx="3233">
                  <c:v>0.64679999999996096</c:v>
                </c:pt>
                <c:pt idx="3234">
                  <c:v>0.64699999999996105</c:v>
                </c:pt>
                <c:pt idx="3235">
                  <c:v>0.64719999999996103</c:v>
                </c:pt>
                <c:pt idx="3236">
                  <c:v>0.64739999999996101</c:v>
                </c:pt>
                <c:pt idx="3237">
                  <c:v>0.64759999999996098</c:v>
                </c:pt>
                <c:pt idx="3238">
                  <c:v>0.64779999999996096</c:v>
                </c:pt>
                <c:pt idx="3239">
                  <c:v>0.64799999999996105</c:v>
                </c:pt>
                <c:pt idx="3240">
                  <c:v>0.64819999999996103</c:v>
                </c:pt>
                <c:pt idx="3241">
                  <c:v>0.64839999999996101</c:v>
                </c:pt>
                <c:pt idx="3242">
                  <c:v>0.64859999999996099</c:v>
                </c:pt>
                <c:pt idx="3243">
                  <c:v>0.64879999999996096</c:v>
                </c:pt>
                <c:pt idx="3244">
                  <c:v>0.64899999999996105</c:v>
                </c:pt>
                <c:pt idx="3245">
                  <c:v>0.64919999999996103</c:v>
                </c:pt>
                <c:pt idx="3246">
                  <c:v>0.64939999999996101</c:v>
                </c:pt>
                <c:pt idx="3247">
                  <c:v>0.64959999999996099</c:v>
                </c:pt>
                <c:pt idx="3248">
                  <c:v>0.64979999999996096</c:v>
                </c:pt>
                <c:pt idx="3249">
                  <c:v>0.64999999999996105</c:v>
                </c:pt>
                <c:pt idx="3250">
                  <c:v>0.65019999999996103</c:v>
                </c:pt>
                <c:pt idx="3251">
                  <c:v>0.65039999999996101</c:v>
                </c:pt>
                <c:pt idx="3252">
                  <c:v>0.65059999999996099</c:v>
                </c:pt>
                <c:pt idx="3253">
                  <c:v>0.65079999999996097</c:v>
                </c:pt>
                <c:pt idx="3254">
                  <c:v>0.65099999999996105</c:v>
                </c:pt>
                <c:pt idx="3255">
                  <c:v>0.65119999999996103</c:v>
                </c:pt>
                <c:pt idx="3256">
                  <c:v>0.65139999999996101</c:v>
                </c:pt>
                <c:pt idx="3257">
                  <c:v>0.65159999999996099</c:v>
                </c:pt>
                <c:pt idx="3258">
                  <c:v>0.65179999999996097</c:v>
                </c:pt>
                <c:pt idx="3259">
                  <c:v>0.65199999999996106</c:v>
                </c:pt>
                <c:pt idx="3260">
                  <c:v>0.65219999999996103</c:v>
                </c:pt>
                <c:pt idx="3261">
                  <c:v>0.65239999999996101</c:v>
                </c:pt>
                <c:pt idx="3262">
                  <c:v>0.65259999999996099</c:v>
                </c:pt>
                <c:pt idx="3263">
                  <c:v>0.65279999999996097</c:v>
                </c:pt>
                <c:pt idx="3264">
                  <c:v>0.65299999999996095</c:v>
                </c:pt>
                <c:pt idx="3265">
                  <c:v>0.65319999999996103</c:v>
                </c:pt>
                <c:pt idx="3266">
                  <c:v>0.65339999999996101</c:v>
                </c:pt>
                <c:pt idx="3267">
                  <c:v>0.65359999999996099</c:v>
                </c:pt>
                <c:pt idx="3268">
                  <c:v>0.65379999999996097</c:v>
                </c:pt>
                <c:pt idx="3269">
                  <c:v>0.65399999999996095</c:v>
                </c:pt>
                <c:pt idx="3270">
                  <c:v>0.65419999999996103</c:v>
                </c:pt>
                <c:pt idx="3271">
                  <c:v>0.65439999999996101</c:v>
                </c:pt>
                <c:pt idx="3272">
                  <c:v>0.65459999999996099</c:v>
                </c:pt>
                <c:pt idx="3273">
                  <c:v>0.65479999999996097</c:v>
                </c:pt>
                <c:pt idx="3274">
                  <c:v>0.65499999999996095</c:v>
                </c:pt>
                <c:pt idx="3275">
                  <c:v>0.65519999999996004</c:v>
                </c:pt>
                <c:pt idx="3276">
                  <c:v>0.65539999999996001</c:v>
                </c:pt>
                <c:pt idx="3277">
                  <c:v>0.65559999999995999</c:v>
                </c:pt>
                <c:pt idx="3278">
                  <c:v>0.65579999999995997</c:v>
                </c:pt>
                <c:pt idx="3279">
                  <c:v>0.65599999999995995</c:v>
                </c:pt>
                <c:pt idx="3280">
                  <c:v>0.65619999999996004</c:v>
                </c:pt>
                <c:pt idx="3281">
                  <c:v>0.65639999999996002</c:v>
                </c:pt>
                <c:pt idx="3282">
                  <c:v>0.65659999999995999</c:v>
                </c:pt>
                <c:pt idx="3283">
                  <c:v>0.65679999999995997</c:v>
                </c:pt>
                <c:pt idx="3284">
                  <c:v>0.65699999999995995</c:v>
                </c:pt>
                <c:pt idx="3285">
                  <c:v>0.65719999999996004</c:v>
                </c:pt>
                <c:pt idx="3286">
                  <c:v>0.65739999999996002</c:v>
                </c:pt>
                <c:pt idx="3287">
                  <c:v>0.65759999999995999</c:v>
                </c:pt>
                <c:pt idx="3288">
                  <c:v>0.65779999999995997</c:v>
                </c:pt>
                <c:pt idx="3289">
                  <c:v>0.65799999999995995</c:v>
                </c:pt>
                <c:pt idx="3290">
                  <c:v>0.65819999999996004</c:v>
                </c:pt>
                <c:pt idx="3291">
                  <c:v>0.65839999999996002</c:v>
                </c:pt>
                <c:pt idx="3292">
                  <c:v>0.65859999999996</c:v>
                </c:pt>
                <c:pt idx="3293">
                  <c:v>0.65879999999995997</c:v>
                </c:pt>
                <c:pt idx="3294">
                  <c:v>0.65899999999995995</c:v>
                </c:pt>
                <c:pt idx="3295">
                  <c:v>0.65919999999996004</c:v>
                </c:pt>
                <c:pt idx="3296">
                  <c:v>0.65939999999996002</c:v>
                </c:pt>
                <c:pt idx="3297">
                  <c:v>0.65959999999996</c:v>
                </c:pt>
                <c:pt idx="3298">
                  <c:v>0.65979999999995997</c:v>
                </c:pt>
                <c:pt idx="3299">
                  <c:v>0.65999999999995995</c:v>
                </c:pt>
                <c:pt idx="3300">
                  <c:v>0.66019999999996004</c:v>
                </c:pt>
                <c:pt idx="3301">
                  <c:v>0.66039999999996002</c:v>
                </c:pt>
                <c:pt idx="3302">
                  <c:v>0.66059999999996</c:v>
                </c:pt>
                <c:pt idx="3303">
                  <c:v>0.66079999999995997</c:v>
                </c:pt>
                <c:pt idx="3304">
                  <c:v>0.66099999999995995</c:v>
                </c:pt>
                <c:pt idx="3305">
                  <c:v>0.66119999999996004</c:v>
                </c:pt>
                <c:pt idx="3306">
                  <c:v>0.66139999999996002</c:v>
                </c:pt>
                <c:pt idx="3307">
                  <c:v>0.66159999999996</c:v>
                </c:pt>
                <c:pt idx="3308">
                  <c:v>0.66179999999995998</c:v>
                </c:pt>
                <c:pt idx="3309">
                  <c:v>0.66199999999995995</c:v>
                </c:pt>
                <c:pt idx="3310">
                  <c:v>0.66219999999996004</c:v>
                </c:pt>
                <c:pt idx="3311">
                  <c:v>0.66239999999996002</c:v>
                </c:pt>
                <c:pt idx="3312">
                  <c:v>0.66259999999996</c:v>
                </c:pt>
                <c:pt idx="3313">
                  <c:v>0.66279999999995998</c:v>
                </c:pt>
                <c:pt idx="3314">
                  <c:v>0.66299999999995995</c:v>
                </c:pt>
                <c:pt idx="3315">
                  <c:v>0.66319999999996004</c:v>
                </c:pt>
                <c:pt idx="3316">
                  <c:v>0.66339999999996002</c:v>
                </c:pt>
                <c:pt idx="3317">
                  <c:v>0.66359999999996</c:v>
                </c:pt>
                <c:pt idx="3318">
                  <c:v>0.66379999999995998</c:v>
                </c:pt>
                <c:pt idx="3319">
                  <c:v>0.66399999999995996</c:v>
                </c:pt>
                <c:pt idx="3320">
                  <c:v>0.66419999999995905</c:v>
                </c:pt>
                <c:pt idx="3321">
                  <c:v>0.66439999999995902</c:v>
                </c:pt>
                <c:pt idx="3322">
                  <c:v>0.664599999999959</c:v>
                </c:pt>
                <c:pt idx="3323">
                  <c:v>0.66479999999995898</c:v>
                </c:pt>
                <c:pt idx="3324">
                  <c:v>0.66499999999995896</c:v>
                </c:pt>
                <c:pt idx="3325">
                  <c:v>0.66519999999995905</c:v>
                </c:pt>
                <c:pt idx="3326">
                  <c:v>0.66539999999995902</c:v>
                </c:pt>
                <c:pt idx="3327">
                  <c:v>0.665599999999959</c:v>
                </c:pt>
                <c:pt idx="3328">
                  <c:v>0.66579999999995898</c:v>
                </c:pt>
                <c:pt idx="3329">
                  <c:v>0.66599999999995896</c:v>
                </c:pt>
                <c:pt idx="3330">
                  <c:v>0.66619999999995905</c:v>
                </c:pt>
                <c:pt idx="3331">
                  <c:v>0.66639999999995903</c:v>
                </c:pt>
                <c:pt idx="3332">
                  <c:v>0.666599999999959</c:v>
                </c:pt>
                <c:pt idx="3333">
                  <c:v>0.66679999999995898</c:v>
                </c:pt>
                <c:pt idx="3334">
                  <c:v>0.66699999999995896</c:v>
                </c:pt>
                <c:pt idx="3335">
                  <c:v>0.66719999999995905</c:v>
                </c:pt>
                <c:pt idx="3336">
                  <c:v>0.66739999999995903</c:v>
                </c:pt>
                <c:pt idx="3337">
                  <c:v>0.667599999999959</c:v>
                </c:pt>
                <c:pt idx="3338">
                  <c:v>0.66779999999995898</c:v>
                </c:pt>
                <c:pt idx="3339">
                  <c:v>0.66799999999995896</c:v>
                </c:pt>
                <c:pt idx="3340">
                  <c:v>0.66819999999995905</c:v>
                </c:pt>
                <c:pt idx="3341">
                  <c:v>0.66839999999995903</c:v>
                </c:pt>
                <c:pt idx="3342">
                  <c:v>0.668599999999959</c:v>
                </c:pt>
                <c:pt idx="3343">
                  <c:v>0.66879999999995898</c:v>
                </c:pt>
                <c:pt idx="3344">
                  <c:v>0.66899999999995896</c:v>
                </c:pt>
                <c:pt idx="3345">
                  <c:v>0.66919999999995905</c:v>
                </c:pt>
                <c:pt idx="3346">
                  <c:v>0.66939999999995903</c:v>
                </c:pt>
                <c:pt idx="3347">
                  <c:v>0.66959999999995901</c:v>
                </c:pt>
                <c:pt idx="3348">
                  <c:v>0.66979999999995898</c:v>
                </c:pt>
                <c:pt idx="3349">
                  <c:v>0.66999999999995896</c:v>
                </c:pt>
                <c:pt idx="3350">
                  <c:v>0.67019999999995905</c:v>
                </c:pt>
                <c:pt idx="3351">
                  <c:v>0.67039999999995903</c:v>
                </c:pt>
                <c:pt idx="3352">
                  <c:v>0.67059999999995901</c:v>
                </c:pt>
                <c:pt idx="3353">
                  <c:v>0.67079999999995898</c:v>
                </c:pt>
                <c:pt idx="3354">
                  <c:v>0.67099999999995896</c:v>
                </c:pt>
                <c:pt idx="3355">
                  <c:v>0.67119999999995905</c:v>
                </c:pt>
                <c:pt idx="3356">
                  <c:v>0.67139999999995903</c:v>
                </c:pt>
                <c:pt idx="3357">
                  <c:v>0.67159999999995901</c:v>
                </c:pt>
                <c:pt idx="3358">
                  <c:v>0.67179999999995899</c:v>
                </c:pt>
                <c:pt idx="3359">
                  <c:v>0.67199999999995896</c:v>
                </c:pt>
                <c:pt idx="3360">
                  <c:v>0.67219999999995905</c:v>
                </c:pt>
                <c:pt idx="3361">
                  <c:v>0.67239999999995903</c:v>
                </c:pt>
                <c:pt idx="3362">
                  <c:v>0.67259999999995901</c:v>
                </c:pt>
                <c:pt idx="3363">
                  <c:v>0.67279999999995899</c:v>
                </c:pt>
                <c:pt idx="3364">
                  <c:v>0.67299999999995896</c:v>
                </c:pt>
                <c:pt idx="3365">
                  <c:v>0.67319999999995805</c:v>
                </c:pt>
                <c:pt idx="3366">
                  <c:v>0.67339999999995803</c:v>
                </c:pt>
                <c:pt idx="3367">
                  <c:v>0.67359999999995801</c:v>
                </c:pt>
                <c:pt idx="3368">
                  <c:v>0.67379999999995799</c:v>
                </c:pt>
                <c:pt idx="3369">
                  <c:v>0.67399999999995797</c:v>
                </c:pt>
                <c:pt idx="3370">
                  <c:v>0.67419999999995806</c:v>
                </c:pt>
                <c:pt idx="3371">
                  <c:v>0.67439999999995803</c:v>
                </c:pt>
                <c:pt idx="3372">
                  <c:v>0.67459999999995801</c:v>
                </c:pt>
                <c:pt idx="3373">
                  <c:v>0.67479999999995799</c:v>
                </c:pt>
                <c:pt idx="3374">
                  <c:v>0.67499999999995797</c:v>
                </c:pt>
                <c:pt idx="3375">
                  <c:v>0.67519999999995794</c:v>
                </c:pt>
                <c:pt idx="3376">
                  <c:v>0.67539999999995803</c:v>
                </c:pt>
                <c:pt idx="3377">
                  <c:v>0.67559999999995801</c:v>
                </c:pt>
                <c:pt idx="3378">
                  <c:v>0.67579999999995799</c:v>
                </c:pt>
                <c:pt idx="3379">
                  <c:v>0.67599999999995797</c:v>
                </c:pt>
                <c:pt idx="3380">
                  <c:v>0.67619999999995795</c:v>
                </c:pt>
                <c:pt idx="3381">
                  <c:v>0.67639999999995803</c:v>
                </c:pt>
                <c:pt idx="3382">
                  <c:v>0.67659999999995801</c:v>
                </c:pt>
                <c:pt idx="3383">
                  <c:v>0.67679999999995799</c:v>
                </c:pt>
                <c:pt idx="3384">
                  <c:v>0.67699999999995797</c:v>
                </c:pt>
                <c:pt idx="3385">
                  <c:v>0.67719999999995795</c:v>
                </c:pt>
                <c:pt idx="3386">
                  <c:v>0.67739999999995804</c:v>
                </c:pt>
                <c:pt idx="3387">
                  <c:v>0.67759999999995801</c:v>
                </c:pt>
                <c:pt idx="3388">
                  <c:v>0.67779999999995799</c:v>
                </c:pt>
                <c:pt idx="3389">
                  <c:v>0.67799999999995797</c:v>
                </c:pt>
                <c:pt idx="3390">
                  <c:v>0.67819999999995795</c:v>
                </c:pt>
                <c:pt idx="3391">
                  <c:v>0.67839999999995804</c:v>
                </c:pt>
                <c:pt idx="3392">
                  <c:v>0.67859999999995801</c:v>
                </c:pt>
                <c:pt idx="3393">
                  <c:v>0.67879999999995799</c:v>
                </c:pt>
                <c:pt idx="3394">
                  <c:v>0.67899999999995797</c:v>
                </c:pt>
                <c:pt idx="3395">
                  <c:v>0.67919999999995795</c:v>
                </c:pt>
                <c:pt idx="3396">
                  <c:v>0.67939999999995804</c:v>
                </c:pt>
                <c:pt idx="3397">
                  <c:v>0.67959999999995802</c:v>
                </c:pt>
                <c:pt idx="3398">
                  <c:v>0.67979999999995799</c:v>
                </c:pt>
                <c:pt idx="3399">
                  <c:v>0.67999999999995797</c:v>
                </c:pt>
                <c:pt idx="3400">
                  <c:v>0.68019999999995795</c:v>
                </c:pt>
                <c:pt idx="3401">
                  <c:v>0.68039999999995804</c:v>
                </c:pt>
                <c:pt idx="3402">
                  <c:v>0.68059999999995802</c:v>
                </c:pt>
                <c:pt idx="3403">
                  <c:v>0.68079999999995799</c:v>
                </c:pt>
                <c:pt idx="3404">
                  <c:v>0.68099999999995797</c:v>
                </c:pt>
                <c:pt idx="3405">
                  <c:v>0.68119999999995795</c:v>
                </c:pt>
                <c:pt idx="3406">
                  <c:v>0.68139999999995804</c:v>
                </c:pt>
                <c:pt idx="3407">
                  <c:v>0.68159999999995802</c:v>
                </c:pt>
                <c:pt idx="3408">
                  <c:v>0.681799999999958</c:v>
                </c:pt>
                <c:pt idx="3409">
                  <c:v>0.68199999999995797</c:v>
                </c:pt>
                <c:pt idx="3410">
                  <c:v>0.68219999999995795</c:v>
                </c:pt>
                <c:pt idx="3411">
                  <c:v>0.68239999999995704</c:v>
                </c:pt>
                <c:pt idx="3412">
                  <c:v>0.68259999999995702</c:v>
                </c:pt>
                <c:pt idx="3413">
                  <c:v>0.682799999999957</c:v>
                </c:pt>
                <c:pt idx="3414">
                  <c:v>0.68299999999995697</c:v>
                </c:pt>
                <c:pt idx="3415">
                  <c:v>0.68319999999995695</c:v>
                </c:pt>
                <c:pt idx="3416">
                  <c:v>0.68339999999995704</c:v>
                </c:pt>
                <c:pt idx="3417">
                  <c:v>0.68359999999995702</c:v>
                </c:pt>
                <c:pt idx="3418">
                  <c:v>0.683799999999957</c:v>
                </c:pt>
                <c:pt idx="3419">
                  <c:v>0.68399999999995698</c:v>
                </c:pt>
                <c:pt idx="3420">
                  <c:v>0.68419999999995695</c:v>
                </c:pt>
                <c:pt idx="3421">
                  <c:v>0.68439999999995704</c:v>
                </c:pt>
                <c:pt idx="3422">
                  <c:v>0.68459999999995702</c:v>
                </c:pt>
                <c:pt idx="3423">
                  <c:v>0.684799999999957</c:v>
                </c:pt>
                <c:pt idx="3424">
                  <c:v>0.68499999999995698</c:v>
                </c:pt>
                <c:pt idx="3425">
                  <c:v>0.68519999999995695</c:v>
                </c:pt>
                <c:pt idx="3426">
                  <c:v>0.68539999999995704</c:v>
                </c:pt>
                <c:pt idx="3427">
                  <c:v>0.68559999999995702</c:v>
                </c:pt>
                <c:pt idx="3428">
                  <c:v>0.685799999999957</c:v>
                </c:pt>
                <c:pt idx="3429">
                  <c:v>0.68599999999995698</c:v>
                </c:pt>
                <c:pt idx="3430">
                  <c:v>0.68619999999995696</c:v>
                </c:pt>
                <c:pt idx="3431">
                  <c:v>0.68639999999995704</c:v>
                </c:pt>
                <c:pt idx="3432">
                  <c:v>0.68659999999995702</c:v>
                </c:pt>
                <c:pt idx="3433">
                  <c:v>0.686799999999957</c:v>
                </c:pt>
                <c:pt idx="3434">
                  <c:v>0.68699999999995698</c:v>
                </c:pt>
                <c:pt idx="3435">
                  <c:v>0.68719999999995696</c:v>
                </c:pt>
                <c:pt idx="3436">
                  <c:v>0.68739999999995705</c:v>
                </c:pt>
                <c:pt idx="3437">
                  <c:v>0.68759999999995702</c:v>
                </c:pt>
                <c:pt idx="3438">
                  <c:v>0.687799999999957</c:v>
                </c:pt>
                <c:pt idx="3439">
                  <c:v>0.68799999999995698</c:v>
                </c:pt>
                <c:pt idx="3440">
                  <c:v>0.68819999999995696</c:v>
                </c:pt>
                <c:pt idx="3441">
                  <c:v>0.68839999999995705</c:v>
                </c:pt>
                <c:pt idx="3442">
                  <c:v>0.68859999999995702</c:v>
                </c:pt>
                <c:pt idx="3443">
                  <c:v>0.688799999999957</c:v>
                </c:pt>
                <c:pt idx="3444">
                  <c:v>0.68899999999995698</c:v>
                </c:pt>
                <c:pt idx="3445">
                  <c:v>0.68919999999995696</c:v>
                </c:pt>
                <c:pt idx="3446">
                  <c:v>0.68939999999995705</c:v>
                </c:pt>
                <c:pt idx="3447">
                  <c:v>0.68959999999995703</c:v>
                </c:pt>
                <c:pt idx="3448">
                  <c:v>0.689799999999957</c:v>
                </c:pt>
                <c:pt idx="3449">
                  <c:v>0.68999999999995698</c:v>
                </c:pt>
                <c:pt idx="3450">
                  <c:v>0.69019999999995696</c:v>
                </c:pt>
                <c:pt idx="3451">
                  <c:v>0.69039999999995705</c:v>
                </c:pt>
                <c:pt idx="3452">
                  <c:v>0.69059999999995703</c:v>
                </c:pt>
                <c:pt idx="3453">
                  <c:v>0.690799999999957</c:v>
                </c:pt>
                <c:pt idx="3454">
                  <c:v>0.69099999999995698</c:v>
                </c:pt>
                <c:pt idx="3455">
                  <c:v>0.69119999999995696</c:v>
                </c:pt>
                <c:pt idx="3456">
                  <c:v>0.69139999999995605</c:v>
                </c:pt>
                <c:pt idx="3457">
                  <c:v>0.69159999999995603</c:v>
                </c:pt>
                <c:pt idx="3458">
                  <c:v>0.69179999999995601</c:v>
                </c:pt>
                <c:pt idx="3459">
                  <c:v>0.69199999999995598</c:v>
                </c:pt>
                <c:pt idx="3460">
                  <c:v>0.69219999999995596</c:v>
                </c:pt>
                <c:pt idx="3461">
                  <c:v>0.69239999999995605</c:v>
                </c:pt>
                <c:pt idx="3462">
                  <c:v>0.69259999999995603</c:v>
                </c:pt>
                <c:pt idx="3463">
                  <c:v>0.69279999999995601</c:v>
                </c:pt>
                <c:pt idx="3464">
                  <c:v>0.69299999999995598</c:v>
                </c:pt>
                <c:pt idx="3465">
                  <c:v>0.69319999999995596</c:v>
                </c:pt>
                <c:pt idx="3466">
                  <c:v>0.69339999999995605</c:v>
                </c:pt>
                <c:pt idx="3467">
                  <c:v>0.69359999999995603</c:v>
                </c:pt>
                <c:pt idx="3468">
                  <c:v>0.69379999999995601</c:v>
                </c:pt>
                <c:pt idx="3469">
                  <c:v>0.69399999999995599</c:v>
                </c:pt>
                <c:pt idx="3470">
                  <c:v>0.69419999999995596</c:v>
                </c:pt>
                <c:pt idx="3471">
                  <c:v>0.69439999999995605</c:v>
                </c:pt>
                <c:pt idx="3472">
                  <c:v>0.69459999999995603</c:v>
                </c:pt>
                <c:pt idx="3473">
                  <c:v>0.69479999999995601</c:v>
                </c:pt>
                <c:pt idx="3474">
                  <c:v>0.69499999999995599</c:v>
                </c:pt>
                <c:pt idx="3475">
                  <c:v>0.69519999999995596</c:v>
                </c:pt>
                <c:pt idx="3476">
                  <c:v>0.69539999999995605</c:v>
                </c:pt>
                <c:pt idx="3477">
                  <c:v>0.69559999999995603</c:v>
                </c:pt>
                <c:pt idx="3478">
                  <c:v>0.69579999999995601</c:v>
                </c:pt>
                <c:pt idx="3479">
                  <c:v>0.69599999999995599</c:v>
                </c:pt>
                <c:pt idx="3480">
                  <c:v>0.69619999999995597</c:v>
                </c:pt>
                <c:pt idx="3481">
                  <c:v>0.69639999999995605</c:v>
                </c:pt>
                <c:pt idx="3482">
                  <c:v>0.69659999999995603</c:v>
                </c:pt>
                <c:pt idx="3483">
                  <c:v>0.69679999999995601</c:v>
                </c:pt>
                <c:pt idx="3484">
                  <c:v>0.69699999999995599</c:v>
                </c:pt>
                <c:pt idx="3485">
                  <c:v>0.69719999999995597</c:v>
                </c:pt>
                <c:pt idx="3486">
                  <c:v>0.69739999999995606</c:v>
                </c:pt>
                <c:pt idx="3487">
                  <c:v>0.69759999999995603</c:v>
                </c:pt>
                <c:pt idx="3488">
                  <c:v>0.69779999999995601</c:v>
                </c:pt>
                <c:pt idx="3489">
                  <c:v>0.69799999999995599</c:v>
                </c:pt>
                <c:pt idx="3490">
                  <c:v>0.69819999999995597</c:v>
                </c:pt>
                <c:pt idx="3491">
                  <c:v>0.69839999999995594</c:v>
                </c:pt>
                <c:pt idx="3492">
                  <c:v>0.69859999999995603</c:v>
                </c:pt>
                <c:pt idx="3493">
                  <c:v>0.69879999999995601</c:v>
                </c:pt>
                <c:pt idx="3494">
                  <c:v>0.69899999999995599</c:v>
                </c:pt>
                <c:pt idx="3495">
                  <c:v>0.69919999999995597</c:v>
                </c:pt>
                <c:pt idx="3496">
                  <c:v>0.69939999999995595</c:v>
                </c:pt>
                <c:pt idx="3497">
                  <c:v>0.69959999999995603</c:v>
                </c:pt>
                <c:pt idx="3498">
                  <c:v>0.69979999999995601</c:v>
                </c:pt>
                <c:pt idx="3499">
                  <c:v>0.69999999999995599</c:v>
                </c:pt>
                <c:pt idx="3500">
                  <c:v>0.70019999999995597</c:v>
                </c:pt>
                <c:pt idx="3501">
                  <c:v>0.70039999999995595</c:v>
                </c:pt>
                <c:pt idx="3502">
                  <c:v>0.70059999999995504</c:v>
                </c:pt>
                <c:pt idx="3503">
                  <c:v>0.70079999999995501</c:v>
                </c:pt>
                <c:pt idx="3504">
                  <c:v>0.70099999999995499</c:v>
                </c:pt>
                <c:pt idx="3505">
                  <c:v>0.70119999999995497</c:v>
                </c:pt>
                <c:pt idx="3506">
                  <c:v>0.70139999999995495</c:v>
                </c:pt>
                <c:pt idx="3507">
                  <c:v>0.70159999999995504</c:v>
                </c:pt>
                <c:pt idx="3508">
                  <c:v>0.70179999999995502</c:v>
                </c:pt>
                <c:pt idx="3509">
                  <c:v>0.70199999999995499</c:v>
                </c:pt>
                <c:pt idx="3510">
                  <c:v>0.70219999999995497</c:v>
                </c:pt>
                <c:pt idx="3511">
                  <c:v>0.70239999999995495</c:v>
                </c:pt>
                <c:pt idx="3512">
                  <c:v>0.70259999999995504</c:v>
                </c:pt>
                <c:pt idx="3513">
                  <c:v>0.70279999999995502</c:v>
                </c:pt>
                <c:pt idx="3514">
                  <c:v>0.70299999999995499</c:v>
                </c:pt>
                <c:pt idx="3515">
                  <c:v>0.70319999999995497</c:v>
                </c:pt>
                <c:pt idx="3516">
                  <c:v>0.70339999999995495</c:v>
                </c:pt>
                <c:pt idx="3517">
                  <c:v>0.70359999999995504</c:v>
                </c:pt>
                <c:pt idx="3518">
                  <c:v>0.70379999999995502</c:v>
                </c:pt>
                <c:pt idx="3519">
                  <c:v>0.703999999999955</c:v>
                </c:pt>
                <c:pt idx="3520">
                  <c:v>0.70419999999995497</c:v>
                </c:pt>
                <c:pt idx="3521">
                  <c:v>0.70439999999995495</c:v>
                </c:pt>
                <c:pt idx="3522">
                  <c:v>0.70459999999995504</c:v>
                </c:pt>
                <c:pt idx="3523">
                  <c:v>0.70479999999995502</c:v>
                </c:pt>
                <c:pt idx="3524">
                  <c:v>0.704999999999955</c:v>
                </c:pt>
                <c:pt idx="3525">
                  <c:v>0.70519999999995497</c:v>
                </c:pt>
                <c:pt idx="3526">
                  <c:v>0.70539999999995495</c:v>
                </c:pt>
                <c:pt idx="3527">
                  <c:v>0.70559999999995504</c:v>
                </c:pt>
                <c:pt idx="3528">
                  <c:v>0.70579999999995502</c:v>
                </c:pt>
                <c:pt idx="3529">
                  <c:v>0.705999999999955</c:v>
                </c:pt>
                <c:pt idx="3530">
                  <c:v>0.70619999999995497</c:v>
                </c:pt>
                <c:pt idx="3531">
                  <c:v>0.70639999999995495</c:v>
                </c:pt>
                <c:pt idx="3532">
                  <c:v>0.70659999999995504</c:v>
                </c:pt>
                <c:pt idx="3533">
                  <c:v>0.70679999999995502</c:v>
                </c:pt>
                <c:pt idx="3534">
                  <c:v>0.706999999999955</c:v>
                </c:pt>
                <c:pt idx="3535">
                  <c:v>0.70719999999995498</c:v>
                </c:pt>
                <c:pt idx="3536">
                  <c:v>0.70739999999995495</c:v>
                </c:pt>
                <c:pt idx="3537">
                  <c:v>0.70759999999995504</c:v>
                </c:pt>
                <c:pt idx="3538">
                  <c:v>0.70779999999995502</c:v>
                </c:pt>
                <c:pt idx="3539">
                  <c:v>0.707999999999955</c:v>
                </c:pt>
                <c:pt idx="3540">
                  <c:v>0.70819999999995498</c:v>
                </c:pt>
                <c:pt idx="3541">
                  <c:v>0.70839999999995495</c:v>
                </c:pt>
                <c:pt idx="3542">
                  <c:v>0.70859999999995504</c:v>
                </c:pt>
                <c:pt idx="3543">
                  <c:v>0.70879999999995502</c:v>
                </c:pt>
                <c:pt idx="3544">
                  <c:v>0.708999999999955</c:v>
                </c:pt>
                <c:pt idx="3545">
                  <c:v>0.70919999999995498</c:v>
                </c:pt>
                <c:pt idx="3546">
                  <c:v>0.70939999999995496</c:v>
                </c:pt>
                <c:pt idx="3547">
                  <c:v>0.70959999999995405</c:v>
                </c:pt>
                <c:pt idx="3548">
                  <c:v>0.70979999999995402</c:v>
                </c:pt>
                <c:pt idx="3549">
                  <c:v>0.709999999999954</c:v>
                </c:pt>
                <c:pt idx="3550">
                  <c:v>0.71019999999995398</c:v>
                </c:pt>
                <c:pt idx="3551">
                  <c:v>0.71039999999995396</c:v>
                </c:pt>
                <c:pt idx="3552">
                  <c:v>0.71059999999995405</c:v>
                </c:pt>
                <c:pt idx="3553">
                  <c:v>0.71079999999995402</c:v>
                </c:pt>
                <c:pt idx="3554">
                  <c:v>0.710999999999954</c:v>
                </c:pt>
                <c:pt idx="3555">
                  <c:v>0.71119999999995398</c:v>
                </c:pt>
                <c:pt idx="3556">
                  <c:v>0.71139999999995396</c:v>
                </c:pt>
                <c:pt idx="3557">
                  <c:v>0.71159999999995405</c:v>
                </c:pt>
                <c:pt idx="3558">
                  <c:v>0.71179999999995403</c:v>
                </c:pt>
                <c:pt idx="3559">
                  <c:v>0.711999999999954</c:v>
                </c:pt>
                <c:pt idx="3560">
                  <c:v>0.71219999999995398</c:v>
                </c:pt>
                <c:pt idx="3561">
                  <c:v>0.71239999999995396</c:v>
                </c:pt>
                <c:pt idx="3562">
                  <c:v>0.71259999999995405</c:v>
                </c:pt>
                <c:pt idx="3563">
                  <c:v>0.71279999999995403</c:v>
                </c:pt>
                <c:pt idx="3564">
                  <c:v>0.712999999999954</c:v>
                </c:pt>
                <c:pt idx="3565">
                  <c:v>0.71319999999995398</c:v>
                </c:pt>
                <c:pt idx="3566">
                  <c:v>0.71339999999995396</c:v>
                </c:pt>
                <c:pt idx="3567">
                  <c:v>0.71359999999995405</c:v>
                </c:pt>
                <c:pt idx="3568">
                  <c:v>0.71379999999995403</c:v>
                </c:pt>
                <c:pt idx="3569">
                  <c:v>0.713999999999954</c:v>
                </c:pt>
                <c:pt idx="3570">
                  <c:v>0.71419999999995398</c:v>
                </c:pt>
                <c:pt idx="3571">
                  <c:v>0.71439999999995396</c:v>
                </c:pt>
                <c:pt idx="3572">
                  <c:v>0.71459999999995405</c:v>
                </c:pt>
                <c:pt idx="3573">
                  <c:v>0.71479999999995403</c:v>
                </c:pt>
                <c:pt idx="3574">
                  <c:v>0.71499999999995401</c:v>
                </c:pt>
                <c:pt idx="3575">
                  <c:v>0.71519999999995398</c:v>
                </c:pt>
                <c:pt idx="3576">
                  <c:v>0.71539999999995396</c:v>
                </c:pt>
                <c:pt idx="3577">
                  <c:v>0.71559999999995405</c:v>
                </c:pt>
                <c:pt idx="3578">
                  <c:v>0.71579999999995403</c:v>
                </c:pt>
                <c:pt idx="3579">
                  <c:v>0.71599999999995401</c:v>
                </c:pt>
                <c:pt idx="3580">
                  <c:v>0.71619999999995398</c:v>
                </c:pt>
                <c:pt idx="3581">
                  <c:v>0.71639999999995396</c:v>
                </c:pt>
                <c:pt idx="3582">
                  <c:v>0.71659999999995405</c:v>
                </c:pt>
                <c:pt idx="3583">
                  <c:v>0.71679999999995403</c:v>
                </c:pt>
                <c:pt idx="3584">
                  <c:v>0.71699999999995401</c:v>
                </c:pt>
                <c:pt idx="3585">
                  <c:v>0.71719999999995399</c:v>
                </c:pt>
                <c:pt idx="3586">
                  <c:v>0.71739999999995396</c:v>
                </c:pt>
                <c:pt idx="3587">
                  <c:v>0.71759999999995405</c:v>
                </c:pt>
                <c:pt idx="3588">
                  <c:v>0.71779999999995403</c:v>
                </c:pt>
                <c:pt idx="3589">
                  <c:v>0.71799999999995401</c:v>
                </c:pt>
                <c:pt idx="3590">
                  <c:v>0.71819999999995399</c:v>
                </c:pt>
                <c:pt idx="3591">
                  <c:v>0.71839999999995396</c:v>
                </c:pt>
                <c:pt idx="3592">
                  <c:v>0.71859999999995305</c:v>
                </c:pt>
                <c:pt idx="3593">
                  <c:v>0.71879999999995303</c:v>
                </c:pt>
                <c:pt idx="3594">
                  <c:v>0.71899999999995301</c:v>
                </c:pt>
                <c:pt idx="3595">
                  <c:v>0.71919999999995299</c:v>
                </c:pt>
                <c:pt idx="3596">
                  <c:v>0.71939999999995297</c:v>
                </c:pt>
                <c:pt idx="3597">
                  <c:v>0.71959999999995305</c:v>
                </c:pt>
                <c:pt idx="3598">
                  <c:v>0.71979999999995303</c:v>
                </c:pt>
                <c:pt idx="3599">
                  <c:v>0.71999999999995301</c:v>
                </c:pt>
                <c:pt idx="3600">
                  <c:v>0.72019999999995299</c:v>
                </c:pt>
                <c:pt idx="3601">
                  <c:v>0.72039999999995297</c:v>
                </c:pt>
                <c:pt idx="3602">
                  <c:v>0.72059999999995294</c:v>
                </c:pt>
                <c:pt idx="3603">
                  <c:v>0.72079999999995303</c:v>
                </c:pt>
                <c:pt idx="3604">
                  <c:v>0.72099999999995301</c:v>
                </c:pt>
                <c:pt idx="3605">
                  <c:v>0.72119999999995299</c:v>
                </c:pt>
                <c:pt idx="3606">
                  <c:v>0.72139999999995297</c:v>
                </c:pt>
                <c:pt idx="3607">
                  <c:v>0.72159999999995295</c:v>
                </c:pt>
                <c:pt idx="3608">
                  <c:v>0.72179999999995303</c:v>
                </c:pt>
                <c:pt idx="3609">
                  <c:v>0.72199999999995301</c:v>
                </c:pt>
                <c:pt idx="3610">
                  <c:v>0.72219999999995299</c:v>
                </c:pt>
                <c:pt idx="3611">
                  <c:v>0.72239999999995297</c:v>
                </c:pt>
                <c:pt idx="3612">
                  <c:v>0.72259999999995295</c:v>
                </c:pt>
                <c:pt idx="3613">
                  <c:v>0.72279999999995304</c:v>
                </c:pt>
                <c:pt idx="3614">
                  <c:v>0.72299999999995301</c:v>
                </c:pt>
                <c:pt idx="3615">
                  <c:v>0.72319999999995299</c:v>
                </c:pt>
                <c:pt idx="3616">
                  <c:v>0.72339999999995297</c:v>
                </c:pt>
                <c:pt idx="3617">
                  <c:v>0.72359999999995295</c:v>
                </c:pt>
                <c:pt idx="3618">
                  <c:v>0.72379999999995304</c:v>
                </c:pt>
                <c:pt idx="3619">
                  <c:v>0.72399999999995301</c:v>
                </c:pt>
                <c:pt idx="3620">
                  <c:v>0.72419999999995299</c:v>
                </c:pt>
                <c:pt idx="3621">
                  <c:v>0.72439999999995297</c:v>
                </c:pt>
                <c:pt idx="3622">
                  <c:v>0.72459999999995295</c:v>
                </c:pt>
                <c:pt idx="3623">
                  <c:v>0.72479999999995304</c:v>
                </c:pt>
                <c:pt idx="3624">
                  <c:v>0.72499999999995302</c:v>
                </c:pt>
                <c:pt idx="3625">
                  <c:v>0.72519999999995299</c:v>
                </c:pt>
                <c:pt idx="3626">
                  <c:v>0.72539999999995297</c:v>
                </c:pt>
                <c:pt idx="3627">
                  <c:v>0.72559999999995295</c:v>
                </c:pt>
                <c:pt idx="3628">
                  <c:v>0.72579999999995304</c:v>
                </c:pt>
                <c:pt idx="3629">
                  <c:v>0.72599999999995302</c:v>
                </c:pt>
                <c:pt idx="3630">
                  <c:v>0.72619999999995299</c:v>
                </c:pt>
                <c:pt idx="3631">
                  <c:v>0.72639999999995297</c:v>
                </c:pt>
                <c:pt idx="3632">
                  <c:v>0.72659999999995295</c:v>
                </c:pt>
                <c:pt idx="3633">
                  <c:v>0.72679999999995304</c:v>
                </c:pt>
                <c:pt idx="3634">
                  <c:v>0.72699999999995302</c:v>
                </c:pt>
                <c:pt idx="3635">
                  <c:v>0.727199999999953</c:v>
                </c:pt>
                <c:pt idx="3636">
                  <c:v>0.72739999999995297</c:v>
                </c:pt>
                <c:pt idx="3637">
                  <c:v>0.72759999999995295</c:v>
                </c:pt>
                <c:pt idx="3638">
                  <c:v>0.72779999999995204</c:v>
                </c:pt>
                <c:pt idx="3639">
                  <c:v>0.72799999999995202</c:v>
                </c:pt>
                <c:pt idx="3640">
                  <c:v>0.728199999999952</c:v>
                </c:pt>
                <c:pt idx="3641">
                  <c:v>0.72839999999995197</c:v>
                </c:pt>
                <c:pt idx="3642">
                  <c:v>0.72859999999995195</c:v>
                </c:pt>
                <c:pt idx="3643">
                  <c:v>0.72879999999995204</c:v>
                </c:pt>
                <c:pt idx="3644">
                  <c:v>0.72899999999995202</c:v>
                </c:pt>
                <c:pt idx="3645">
                  <c:v>0.729199999999952</c:v>
                </c:pt>
                <c:pt idx="3646">
                  <c:v>0.72939999999995198</c:v>
                </c:pt>
                <c:pt idx="3647">
                  <c:v>0.72959999999995195</c:v>
                </c:pt>
                <c:pt idx="3648">
                  <c:v>0.72979999999995204</c:v>
                </c:pt>
                <c:pt idx="3649">
                  <c:v>0.72999999999995202</c:v>
                </c:pt>
                <c:pt idx="3650">
                  <c:v>0.730199999999952</c:v>
                </c:pt>
                <c:pt idx="3651">
                  <c:v>0.73039999999995198</c:v>
                </c:pt>
                <c:pt idx="3652">
                  <c:v>0.73059999999995195</c:v>
                </c:pt>
                <c:pt idx="3653">
                  <c:v>0.73079999999995204</c:v>
                </c:pt>
                <c:pt idx="3654">
                  <c:v>0.73099999999995202</c:v>
                </c:pt>
                <c:pt idx="3655">
                  <c:v>0.731199999999952</c:v>
                </c:pt>
                <c:pt idx="3656">
                  <c:v>0.73139999999995198</c:v>
                </c:pt>
                <c:pt idx="3657">
                  <c:v>0.73159999999995196</c:v>
                </c:pt>
                <c:pt idx="3658">
                  <c:v>0.73179999999995204</c:v>
                </c:pt>
                <c:pt idx="3659">
                  <c:v>0.73199999999995202</c:v>
                </c:pt>
                <c:pt idx="3660">
                  <c:v>0.732199999999952</c:v>
                </c:pt>
                <c:pt idx="3661">
                  <c:v>0.73239999999995198</c:v>
                </c:pt>
                <c:pt idx="3662">
                  <c:v>0.73259999999995196</c:v>
                </c:pt>
                <c:pt idx="3663">
                  <c:v>0.73279999999995205</c:v>
                </c:pt>
                <c:pt idx="3664">
                  <c:v>0.73299999999995202</c:v>
                </c:pt>
                <c:pt idx="3665">
                  <c:v>0.733199999999952</c:v>
                </c:pt>
                <c:pt idx="3666">
                  <c:v>0.73339999999995198</c:v>
                </c:pt>
                <c:pt idx="3667">
                  <c:v>0.73359999999995196</c:v>
                </c:pt>
                <c:pt idx="3668">
                  <c:v>0.73379999999995205</c:v>
                </c:pt>
                <c:pt idx="3669">
                  <c:v>0.73399999999995202</c:v>
                </c:pt>
                <c:pt idx="3670">
                  <c:v>0.734199999999952</c:v>
                </c:pt>
                <c:pt idx="3671">
                  <c:v>0.73439999999995198</c:v>
                </c:pt>
                <c:pt idx="3672">
                  <c:v>0.73459999999995196</c:v>
                </c:pt>
                <c:pt idx="3673">
                  <c:v>0.73479999999995205</c:v>
                </c:pt>
                <c:pt idx="3674">
                  <c:v>0.73499999999995203</c:v>
                </c:pt>
                <c:pt idx="3675">
                  <c:v>0.735199999999952</c:v>
                </c:pt>
                <c:pt idx="3676">
                  <c:v>0.73539999999995198</c:v>
                </c:pt>
                <c:pt idx="3677">
                  <c:v>0.73559999999995196</c:v>
                </c:pt>
                <c:pt idx="3678">
                  <c:v>0.73579999999995205</c:v>
                </c:pt>
                <c:pt idx="3679">
                  <c:v>0.73599999999995203</c:v>
                </c:pt>
                <c:pt idx="3680">
                  <c:v>0.736199999999952</c:v>
                </c:pt>
                <c:pt idx="3681">
                  <c:v>0.73639999999995198</c:v>
                </c:pt>
                <c:pt idx="3682">
                  <c:v>0.73659999999995196</c:v>
                </c:pt>
                <c:pt idx="3683">
                  <c:v>0.73679999999995105</c:v>
                </c:pt>
                <c:pt idx="3684">
                  <c:v>0.73699999999995103</c:v>
                </c:pt>
                <c:pt idx="3685">
                  <c:v>0.73719999999995101</c:v>
                </c:pt>
                <c:pt idx="3686">
                  <c:v>0.73739999999995098</c:v>
                </c:pt>
                <c:pt idx="3687">
                  <c:v>0.73759999999995096</c:v>
                </c:pt>
                <c:pt idx="3688">
                  <c:v>0.73779999999995105</c:v>
                </c:pt>
                <c:pt idx="3689">
                  <c:v>0.73799999999995103</c:v>
                </c:pt>
                <c:pt idx="3690">
                  <c:v>0.73819999999995101</c:v>
                </c:pt>
                <c:pt idx="3691">
                  <c:v>0.73839999999995098</c:v>
                </c:pt>
                <c:pt idx="3692">
                  <c:v>0.73859999999995096</c:v>
                </c:pt>
                <c:pt idx="3693">
                  <c:v>0.73879999999995105</c:v>
                </c:pt>
                <c:pt idx="3694">
                  <c:v>0.73899999999995103</c:v>
                </c:pt>
                <c:pt idx="3695">
                  <c:v>0.73919999999995101</c:v>
                </c:pt>
                <c:pt idx="3696">
                  <c:v>0.73939999999995099</c:v>
                </c:pt>
                <c:pt idx="3697">
                  <c:v>0.73959999999995096</c:v>
                </c:pt>
                <c:pt idx="3698">
                  <c:v>0.73979999999995105</c:v>
                </c:pt>
                <c:pt idx="3699">
                  <c:v>0.73999999999995103</c:v>
                </c:pt>
                <c:pt idx="3700">
                  <c:v>0.74019999999995101</c:v>
                </c:pt>
                <c:pt idx="3701">
                  <c:v>0.74039999999995099</c:v>
                </c:pt>
                <c:pt idx="3702">
                  <c:v>0.74059999999995096</c:v>
                </c:pt>
                <c:pt idx="3703">
                  <c:v>0.74079999999995105</c:v>
                </c:pt>
                <c:pt idx="3704">
                  <c:v>0.74099999999995103</c:v>
                </c:pt>
                <c:pt idx="3705">
                  <c:v>0.74119999999995101</c:v>
                </c:pt>
                <c:pt idx="3706">
                  <c:v>0.74139999999995099</c:v>
                </c:pt>
                <c:pt idx="3707">
                  <c:v>0.74159999999995097</c:v>
                </c:pt>
                <c:pt idx="3708">
                  <c:v>0.74179999999995105</c:v>
                </c:pt>
                <c:pt idx="3709">
                  <c:v>0.74199999999995103</c:v>
                </c:pt>
                <c:pt idx="3710">
                  <c:v>0.74219999999995101</c:v>
                </c:pt>
                <c:pt idx="3711">
                  <c:v>0.74239999999995099</c:v>
                </c:pt>
                <c:pt idx="3712">
                  <c:v>0.74259999999995097</c:v>
                </c:pt>
                <c:pt idx="3713">
                  <c:v>0.74279999999995105</c:v>
                </c:pt>
                <c:pt idx="3714">
                  <c:v>0.74299999999995103</c:v>
                </c:pt>
                <c:pt idx="3715">
                  <c:v>0.74319999999995101</c:v>
                </c:pt>
                <c:pt idx="3716">
                  <c:v>0.74339999999995099</c:v>
                </c:pt>
                <c:pt idx="3717">
                  <c:v>0.74359999999995097</c:v>
                </c:pt>
                <c:pt idx="3718">
                  <c:v>0.74379999999995094</c:v>
                </c:pt>
                <c:pt idx="3719">
                  <c:v>0.74399999999995103</c:v>
                </c:pt>
                <c:pt idx="3720">
                  <c:v>0.74419999999995101</c:v>
                </c:pt>
                <c:pt idx="3721">
                  <c:v>0.74439999999995099</c:v>
                </c:pt>
                <c:pt idx="3722">
                  <c:v>0.74459999999995097</c:v>
                </c:pt>
                <c:pt idx="3723">
                  <c:v>0.74479999999995095</c:v>
                </c:pt>
                <c:pt idx="3724">
                  <c:v>0.74499999999995103</c:v>
                </c:pt>
                <c:pt idx="3725">
                  <c:v>0.74519999999995101</c:v>
                </c:pt>
                <c:pt idx="3726">
                  <c:v>0.74539999999995099</c:v>
                </c:pt>
                <c:pt idx="3727">
                  <c:v>0.74559999999995097</c:v>
                </c:pt>
                <c:pt idx="3728">
                  <c:v>0.74579999999995095</c:v>
                </c:pt>
                <c:pt idx="3729">
                  <c:v>0.74599999999995004</c:v>
                </c:pt>
                <c:pt idx="3730">
                  <c:v>0.74619999999995001</c:v>
                </c:pt>
                <c:pt idx="3731">
                  <c:v>0.74639999999994999</c:v>
                </c:pt>
                <c:pt idx="3732">
                  <c:v>0.74659999999994997</c:v>
                </c:pt>
                <c:pt idx="3733">
                  <c:v>0.74679999999994995</c:v>
                </c:pt>
                <c:pt idx="3734">
                  <c:v>0.74699999999995004</c:v>
                </c:pt>
                <c:pt idx="3735">
                  <c:v>0.74719999999995002</c:v>
                </c:pt>
                <c:pt idx="3736">
                  <c:v>0.74739999999994999</c:v>
                </c:pt>
                <c:pt idx="3737">
                  <c:v>0.74759999999994997</c:v>
                </c:pt>
                <c:pt idx="3738">
                  <c:v>0.74779999999994995</c:v>
                </c:pt>
                <c:pt idx="3739">
                  <c:v>0.74799999999995004</c:v>
                </c:pt>
                <c:pt idx="3740">
                  <c:v>0.74819999999995002</c:v>
                </c:pt>
                <c:pt idx="3741">
                  <c:v>0.74839999999994999</c:v>
                </c:pt>
                <c:pt idx="3742">
                  <c:v>0.74859999999994997</c:v>
                </c:pt>
                <c:pt idx="3743">
                  <c:v>0.74879999999994995</c:v>
                </c:pt>
                <c:pt idx="3744">
                  <c:v>0.74899999999995004</c:v>
                </c:pt>
                <c:pt idx="3745">
                  <c:v>0.74919999999995002</c:v>
                </c:pt>
                <c:pt idx="3746">
                  <c:v>0.74939999999995</c:v>
                </c:pt>
                <c:pt idx="3747">
                  <c:v>0.74959999999994997</c:v>
                </c:pt>
                <c:pt idx="3748">
                  <c:v>0.74979999999994995</c:v>
                </c:pt>
                <c:pt idx="3749">
                  <c:v>0.74999999999995004</c:v>
                </c:pt>
                <c:pt idx="3750">
                  <c:v>0.75019999999995002</c:v>
                </c:pt>
                <c:pt idx="3751">
                  <c:v>0.75039999999995</c:v>
                </c:pt>
                <c:pt idx="3752">
                  <c:v>0.75059999999994997</c:v>
                </c:pt>
                <c:pt idx="3753">
                  <c:v>0.75079999999994995</c:v>
                </c:pt>
                <c:pt idx="3754">
                  <c:v>0.75099999999995004</c:v>
                </c:pt>
                <c:pt idx="3755">
                  <c:v>0.75119999999995002</c:v>
                </c:pt>
                <c:pt idx="3756">
                  <c:v>0.75139999999995</c:v>
                </c:pt>
                <c:pt idx="3757">
                  <c:v>0.75159999999994997</c:v>
                </c:pt>
                <c:pt idx="3758">
                  <c:v>0.75179999999994995</c:v>
                </c:pt>
                <c:pt idx="3759">
                  <c:v>0.75199999999995004</c:v>
                </c:pt>
                <c:pt idx="3760">
                  <c:v>0.75219999999995002</c:v>
                </c:pt>
                <c:pt idx="3761">
                  <c:v>0.75239999999995</c:v>
                </c:pt>
                <c:pt idx="3762">
                  <c:v>0.75259999999994998</c:v>
                </c:pt>
                <c:pt idx="3763">
                  <c:v>0.75279999999994995</c:v>
                </c:pt>
                <c:pt idx="3764">
                  <c:v>0.75299999999995004</c:v>
                </c:pt>
                <c:pt idx="3765">
                  <c:v>0.75319999999995002</c:v>
                </c:pt>
                <c:pt idx="3766">
                  <c:v>0.75339999999995</c:v>
                </c:pt>
                <c:pt idx="3767">
                  <c:v>0.75359999999994998</c:v>
                </c:pt>
                <c:pt idx="3768">
                  <c:v>0.75379999999994995</c:v>
                </c:pt>
                <c:pt idx="3769">
                  <c:v>0.75399999999995004</c:v>
                </c:pt>
                <c:pt idx="3770">
                  <c:v>0.75419999999995002</c:v>
                </c:pt>
                <c:pt idx="3771">
                  <c:v>0.75439999999995</c:v>
                </c:pt>
                <c:pt idx="3772">
                  <c:v>0.75459999999994998</c:v>
                </c:pt>
                <c:pt idx="3773">
                  <c:v>0.75479999999994996</c:v>
                </c:pt>
                <c:pt idx="3774">
                  <c:v>0.75499999999994905</c:v>
                </c:pt>
                <c:pt idx="3775">
                  <c:v>0.75519999999994902</c:v>
                </c:pt>
                <c:pt idx="3776">
                  <c:v>0.755399999999949</c:v>
                </c:pt>
                <c:pt idx="3777">
                  <c:v>0.75559999999994898</c:v>
                </c:pt>
                <c:pt idx="3778">
                  <c:v>0.75579999999994896</c:v>
                </c:pt>
                <c:pt idx="3779">
                  <c:v>0.75599999999994905</c:v>
                </c:pt>
                <c:pt idx="3780">
                  <c:v>0.75619999999994902</c:v>
                </c:pt>
                <c:pt idx="3781">
                  <c:v>0.756399999999949</c:v>
                </c:pt>
                <c:pt idx="3782">
                  <c:v>0.75659999999994898</c:v>
                </c:pt>
                <c:pt idx="3783">
                  <c:v>0.75679999999994896</c:v>
                </c:pt>
                <c:pt idx="3784">
                  <c:v>0.75699999999994905</c:v>
                </c:pt>
                <c:pt idx="3785">
                  <c:v>0.75719999999994902</c:v>
                </c:pt>
                <c:pt idx="3786">
                  <c:v>0.757399999999949</c:v>
                </c:pt>
                <c:pt idx="3787">
                  <c:v>0.75759999999994898</c:v>
                </c:pt>
                <c:pt idx="3788">
                  <c:v>0.75779999999994896</c:v>
                </c:pt>
                <c:pt idx="3789">
                  <c:v>0.75799999999994905</c:v>
                </c:pt>
                <c:pt idx="3790">
                  <c:v>0.75819999999994903</c:v>
                </c:pt>
                <c:pt idx="3791">
                  <c:v>0.758399999999949</c:v>
                </c:pt>
                <c:pt idx="3792">
                  <c:v>0.75859999999994898</c:v>
                </c:pt>
                <c:pt idx="3793">
                  <c:v>0.75879999999994896</c:v>
                </c:pt>
                <c:pt idx="3794">
                  <c:v>0.75899999999994905</c:v>
                </c:pt>
                <c:pt idx="3795">
                  <c:v>0.75919999999994903</c:v>
                </c:pt>
                <c:pt idx="3796">
                  <c:v>0.759399999999949</c:v>
                </c:pt>
                <c:pt idx="3797">
                  <c:v>0.75959999999994898</c:v>
                </c:pt>
                <c:pt idx="3798">
                  <c:v>0.75979999999994896</c:v>
                </c:pt>
                <c:pt idx="3799">
                  <c:v>0.75999999999994905</c:v>
                </c:pt>
                <c:pt idx="3800">
                  <c:v>0.76019999999994903</c:v>
                </c:pt>
                <c:pt idx="3801">
                  <c:v>0.76039999999994901</c:v>
                </c:pt>
                <c:pt idx="3802">
                  <c:v>0.76059999999994898</c:v>
                </c:pt>
                <c:pt idx="3803">
                  <c:v>0.76079999999994896</c:v>
                </c:pt>
                <c:pt idx="3804">
                  <c:v>0.76099999999994905</c:v>
                </c:pt>
                <c:pt idx="3805">
                  <c:v>0.76119999999994903</c:v>
                </c:pt>
                <c:pt idx="3806">
                  <c:v>0.76139999999994901</c:v>
                </c:pt>
                <c:pt idx="3807">
                  <c:v>0.76159999999994898</c:v>
                </c:pt>
                <c:pt idx="3808">
                  <c:v>0.76179999999994896</c:v>
                </c:pt>
                <c:pt idx="3809">
                  <c:v>0.76199999999994905</c:v>
                </c:pt>
                <c:pt idx="3810">
                  <c:v>0.76219999999994903</c:v>
                </c:pt>
                <c:pt idx="3811">
                  <c:v>0.76239999999994901</c:v>
                </c:pt>
                <c:pt idx="3812">
                  <c:v>0.76259999999994899</c:v>
                </c:pt>
                <c:pt idx="3813">
                  <c:v>0.76279999999994896</c:v>
                </c:pt>
                <c:pt idx="3814">
                  <c:v>0.76299999999994905</c:v>
                </c:pt>
                <c:pt idx="3815">
                  <c:v>0.76319999999994903</c:v>
                </c:pt>
                <c:pt idx="3816">
                  <c:v>0.76339999999994901</c:v>
                </c:pt>
                <c:pt idx="3817">
                  <c:v>0.76359999999994899</c:v>
                </c:pt>
                <c:pt idx="3818">
                  <c:v>0.76379999999994896</c:v>
                </c:pt>
                <c:pt idx="3819">
                  <c:v>0.76399999999994805</c:v>
                </c:pt>
                <c:pt idx="3820">
                  <c:v>0.76419999999994803</c:v>
                </c:pt>
                <c:pt idx="3821">
                  <c:v>0.76439999999994801</c:v>
                </c:pt>
                <c:pt idx="3822">
                  <c:v>0.76459999999994799</c:v>
                </c:pt>
                <c:pt idx="3823">
                  <c:v>0.76479999999994797</c:v>
                </c:pt>
                <c:pt idx="3824">
                  <c:v>0.76499999999994805</c:v>
                </c:pt>
                <c:pt idx="3825">
                  <c:v>0.76519999999994803</c:v>
                </c:pt>
                <c:pt idx="3826">
                  <c:v>0.76539999999994801</c:v>
                </c:pt>
                <c:pt idx="3827">
                  <c:v>0.76559999999994799</c:v>
                </c:pt>
                <c:pt idx="3828">
                  <c:v>0.76579999999994797</c:v>
                </c:pt>
                <c:pt idx="3829">
                  <c:v>0.76599999999994794</c:v>
                </c:pt>
                <c:pt idx="3830">
                  <c:v>0.76619999999994803</c:v>
                </c:pt>
                <c:pt idx="3831">
                  <c:v>0.76639999999994801</c:v>
                </c:pt>
                <c:pt idx="3832">
                  <c:v>0.76659999999994799</c:v>
                </c:pt>
                <c:pt idx="3833">
                  <c:v>0.76679999999994797</c:v>
                </c:pt>
                <c:pt idx="3834">
                  <c:v>0.76699999999994795</c:v>
                </c:pt>
                <c:pt idx="3835">
                  <c:v>0.76719999999994803</c:v>
                </c:pt>
                <c:pt idx="3836">
                  <c:v>0.76739999999994801</c:v>
                </c:pt>
                <c:pt idx="3837">
                  <c:v>0.76759999999994799</c:v>
                </c:pt>
                <c:pt idx="3838">
                  <c:v>0.76779999999994797</c:v>
                </c:pt>
                <c:pt idx="3839">
                  <c:v>0.76799999999994795</c:v>
                </c:pt>
                <c:pt idx="3840">
                  <c:v>0.76819999999994804</c:v>
                </c:pt>
                <c:pt idx="3841">
                  <c:v>0.76839999999994801</c:v>
                </c:pt>
                <c:pt idx="3842">
                  <c:v>0.76859999999994799</c:v>
                </c:pt>
                <c:pt idx="3843">
                  <c:v>0.76879999999994797</c:v>
                </c:pt>
                <c:pt idx="3844">
                  <c:v>0.76899999999994795</c:v>
                </c:pt>
                <c:pt idx="3845">
                  <c:v>0.76919999999994804</c:v>
                </c:pt>
                <c:pt idx="3846">
                  <c:v>0.76939999999994801</c:v>
                </c:pt>
                <c:pt idx="3847">
                  <c:v>0.76959999999994799</c:v>
                </c:pt>
                <c:pt idx="3848">
                  <c:v>0.76979999999994797</c:v>
                </c:pt>
                <c:pt idx="3849">
                  <c:v>0.76999999999994795</c:v>
                </c:pt>
                <c:pt idx="3850">
                  <c:v>0.77019999999994804</c:v>
                </c:pt>
                <c:pt idx="3851">
                  <c:v>0.77039999999994802</c:v>
                </c:pt>
                <c:pt idx="3852">
                  <c:v>0.77059999999994799</c:v>
                </c:pt>
                <c:pt idx="3853">
                  <c:v>0.77079999999994797</c:v>
                </c:pt>
                <c:pt idx="3854">
                  <c:v>0.77099999999994795</c:v>
                </c:pt>
                <c:pt idx="3855">
                  <c:v>0.77119999999994804</c:v>
                </c:pt>
                <c:pt idx="3856">
                  <c:v>0.77139999999994802</c:v>
                </c:pt>
                <c:pt idx="3857">
                  <c:v>0.77159999999994799</c:v>
                </c:pt>
                <c:pt idx="3858">
                  <c:v>0.77179999999994797</c:v>
                </c:pt>
                <c:pt idx="3859">
                  <c:v>0.77199999999994795</c:v>
                </c:pt>
                <c:pt idx="3860">
                  <c:v>0.77219999999994804</c:v>
                </c:pt>
                <c:pt idx="3861">
                  <c:v>0.77239999999994802</c:v>
                </c:pt>
                <c:pt idx="3862">
                  <c:v>0.772599999999948</c:v>
                </c:pt>
                <c:pt idx="3863">
                  <c:v>0.77279999999994797</c:v>
                </c:pt>
                <c:pt idx="3864">
                  <c:v>0.77299999999994795</c:v>
                </c:pt>
                <c:pt idx="3865">
                  <c:v>0.77319999999994704</c:v>
                </c:pt>
                <c:pt idx="3866">
                  <c:v>0.77339999999994702</c:v>
                </c:pt>
                <c:pt idx="3867">
                  <c:v>0.773599999999947</c:v>
                </c:pt>
                <c:pt idx="3868">
                  <c:v>0.77379999999994697</c:v>
                </c:pt>
                <c:pt idx="3869">
                  <c:v>0.77399999999994695</c:v>
                </c:pt>
                <c:pt idx="3870">
                  <c:v>0.77419999999994704</c:v>
                </c:pt>
                <c:pt idx="3871">
                  <c:v>0.77439999999994702</c:v>
                </c:pt>
                <c:pt idx="3872">
                  <c:v>0.774599999999947</c:v>
                </c:pt>
                <c:pt idx="3873">
                  <c:v>0.77479999999994698</c:v>
                </c:pt>
                <c:pt idx="3874">
                  <c:v>0.77499999999994695</c:v>
                </c:pt>
                <c:pt idx="3875">
                  <c:v>0.77519999999994704</c:v>
                </c:pt>
                <c:pt idx="3876">
                  <c:v>0.77539999999994702</c:v>
                </c:pt>
                <c:pt idx="3877">
                  <c:v>0.775599999999947</c:v>
                </c:pt>
                <c:pt idx="3878">
                  <c:v>0.77579999999994698</c:v>
                </c:pt>
                <c:pt idx="3879">
                  <c:v>0.77599999999994695</c:v>
                </c:pt>
                <c:pt idx="3880">
                  <c:v>0.77619999999994704</c:v>
                </c:pt>
                <c:pt idx="3881">
                  <c:v>0.77639999999994702</c:v>
                </c:pt>
                <c:pt idx="3882">
                  <c:v>0.776599999999947</c:v>
                </c:pt>
                <c:pt idx="3883">
                  <c:v>0.77679999999994698</c:v>
                </c:pt>
                <c:pt idx="3884">
                  <c:v>0.77699999999994696</c:v>
                </c:pt>
                <c:pt idx="3885">
                  <c:v>0.77719999999994704</c:v>
                </c:pt>
                <c:pt idx="3886">
                  <c:v>0.77739999999994702</c:v>
                </c:pt>
                <c:pt idx="3887">
                  <c:v>0.777599999999947</c:v>
                </c:pt>
                <c:pt idx="3888">
                  <c:v>0.77779999999994698</c:v>
                </c:pt>
                <c:pt idx="3889">
                  <c:v>0.77799999999994696</c:v>
                </c:pt>
                <c:pt idx="3890">
                  <c:v>0.77819999999994705</c:v>
                </c:pt>
                <c:pt idx="3891">
                  <c:v>0.77839999999994702</c:v>
                </c:pt>
                <c:pt idx="3892">
                  <c:v>0.778599999999947</c:v>
                </c:pt>
                <c:pt idx="3893">
                  <c:v>0.77879999999994698</c:v>
                </c:pt>
                <c:pt idx="3894">
                  <c:v>0.77899999999994696</c:v>
                </c:pt>
                <c:pt idx="3895">
                  <c:v>0.77919999999994705</c:v>
                </c:pt>
                <c:pt idx="3896">
                  <c:v>0.77939999999994702</c:v>
                </c:pt>
                <c:pt idx="3897">
                  <c:v>0.779599999999947</c:v>
                </c:pt>
                <c:pt idx="3898">
                  <c:v>0.77979999999994698</c:v>
                </c:pt>
                <c:pt idx="3899">
                  <c:v>0.77999999999994696</c:v>
                </c:pt>
                <c:pt idx="3900">
                  <c:v>0.78019999999994705</c:v>
                </c:pt>
                <c:pt idx="3901">
                  <c:v>0.78039999999994702</c:v>
                </c:pt>
                <c:pt idx="3902">
                  <c:v>0.780599999999947</c:v>
                </c:pt>
                <c:pt idx="3903">
                  <c:v>0.78079999999994698</c:v>
                </c:pt>
                <c:pt idx="3904">
                  <c:v>0.78099999999994696</c:v>
                </c:pt>
                <c:pt idx="3905">
                  <c:v>0.78119999999994705</c:v>
                </c:pt>
                <c:pt idx="3906">
                  <c:v>0.78139999999994703</c:v>
                </c:pt>
                <c:pt idx="3907">
                  <c:v>0.781599999999947</c:v>
                </c:pt>
                <c:pt idx="3908">
                  <c:v>0.78179999999994698</c:v>
                </c:pt>
                <c:pt idx="3909">
                  <c:v>0.78199999999994696</c:v>
                </c:pt>
                <c:pt idx="3910">
                  <c:v>0.78219999999994605</c:v>
                </c:pt>
                <c:pt idx="3911">
                  <c:v>0.78239999999994603</c:v>
                </c:pt>
                <c:pt idx="3912">
                  <c:v>0.78259999999994601</c:v>
                </c:pt>
                <c:pt idx="3913">
                  <c:v>0.78279999999994598</c:v>
                </c:pt>
                <c:pt idx="3914">
                  <c:v>0.78299999999994596</c:v>
                </c:pt>
                <c:pt idx="3915">
                  <c:v>0.78319999999994605</c:v>
                </c:pt>
                <c:pt idx="3916">
                  <c:v>0.78339999999994603</c:v>
                </c:pt>
                <c:pt idx="3917">
                  <c:v>0.78359999999994601</c:v>
                </c:pt>
                <c:pt idx="3918">
                  <c:v>0.78379999999994598</c:v>
                </c:pt>
                <c:pt idx="3919">
                  <c:v>0.78399999999994596</c:v>
                </c:pt>
                <c:pt idx="3920">
                  <c:v>0.78419999999994605</c:v>
                </c:pt>
                <c:pt idx="3921">
                  <c:v>0.78439999999994603</c:v>
                </c:pt>
                <c:pt idx="3922">
                  <c:v>0.78459999999994601</c:v>
                </c:pt>
                <c:pt idx="3923">
                  <c:v>0.78479999999994599</c:v>
                </c:pt>
                <c:pt idx="3924">
                  <c:v>0.78499999999994596</c:v>
                </c:pt>
                <c:pt idx="3925">
                  <c:v>0.78519999999994605</c:v>
                </c:pt>
                <c:pt idx="3926">
                  <c:v>0.78539999999994603</c:v>
                </c:pt>
                <c:pt idx="3927">
                  <c:v>0.78559999999994601</c:v>
                </c:pt>
                <c:pt idx="3928">
                  <c:v>0.78579999999994599</c:v>
                </c:pt>
                <c:pt idx="3929">
                  <c:v>0.78599999999994596</c:v>
                </c:pt>
                <c:pt idx="3930">
                  <c:v>0.78619999999994605</c:v>
                </c:pt>
                <c:pt idx="3931">
                  <c:v>0.78639999999994603</c:v>
                </c:pt>
                <c:pt idx="3932">
                  <c:v>0.78659999999994601</c:v>
                </c:pt>
                <c:pt idx="3933">
                  <c:v>0.78679999999994599</c:v>
                </c:pt>
                <c:pt idx="3934">
                  <c:v>0.78699999999994597</c:v>
                </c:pt>
                <c:pt idx="3935">
                  <c:v>0.78719999999994605</c:v>
                </c:pt>
                <c:pt idx="3936">
                  <c:v>0.78739999999994603</c:v>
                </c:pt>
                <c:pt idx="3937">
                  <c:v>0.78759999999994601</c:v>
                </c:pt>
                <c:pt idx="3938">
                  <c:v>0.78779999999994599</c:v>
                </c:pt>
                <c:pt idx="3939">
                  <c:v>0.78799999999994597</c:v>
                </c:pt>
                <c:pt idx="3940">
                  <c:v>0.78819999999994605</c:v>
                </c:pt>
                <c:pt idx="3941">
                  <c:v>0.78839999999994603</c:v>
                </c:pt>
                <c:pt idx="3942">
                  <c:v>0.78859999999994601</c:v>
                </c:pt>
                <c:pt idx="3943">
                  <c:v>0.78879999999994599</c:v>
                </c:pt>
                <c:pt idx="3944">
                  <c:v>0.78899999999994597</c:v>
                </c:pt>
                <c:pt idx="3945">
                  <c:v>0.78919999999994594</c:v>
                </c:pt>
                <c:pt idx="3946">
                  <c:v>0.78939999999994603</c:v>
                </c:pt>
                <c:pt idx="3947">
                  <c:v>0.78959999999994601</c:v>
                </c:pt>
                <c:pt idx="3948">
                  <c:v>0.78979999999994599</c:v>
                </c:pt>
                <c:pt idx="3949">
                  <c:v>0.78999999999994597</c:v>
                </c:pt>
                <c:pt idx="3950">
                  <c:v>0.79019999999994595</c:v>
                </c:pt>
                <c:pt idx="3951">
                  <c:v>0.79039999999994603</c:v>
                </c:pt>
                <c:pt idx="3952">
                  <c:v>0.79059999999994601</c:v>
                </c:pt>
                <c:pt idx="3953">
                  <c:v>0.79079999999994599</c:v>
                </c:pt>
                <c:pt idx="3954">
                  <c:v>0.79099999999994597</c:v>
                </c:pt>
                <c:pt idx="3955">
                  <c:v>0.79119999999994595</c:v>
                </c:pt>
                <c:pt idx="3956">
                  <c:v>0.79139999999994504</c:v>
                </c:pt>
                <c:pt idx="3957">
                  <c:v>0.79159999999994501</c:v>
                </c:pt>
                <c:pt idx="3958">
                  <c:v>0.79179999999994499</c:v>
                </c:pt>
                <c:pt idx="3959">
                  <c:v>0.79199999999994497</c:v>
                </c:pt>
                <c:pt idx="3960">
                  <c:v>0.79219999999994495</c:v>
                </c:pt>
                <c:pt idx="3961">
                  <c:v>0.79239999999994504</c:v>
                </c:pt>
                <c:pt idx="3962">
                  <c:v>0.79259999999994502</c:v>
                </c:pt>
                <c:pt idx="3963">
                  <c:v>0.79279999999994499</c:v>
                </c:pt>
                <c:pt idx="3964">
                  <c:v>0.79299999999994497</c:v>
                </c:pt>
                <c:pt idx="3965">
                  <c:v>0.79319999999994495</c:v>
                </c:pt>
                <c:pt idx="3966">
                  <c:v>0.79339999999994504</c:v>
                </c:pt>
                <c:pt idx="3967">
                  <c:v>0.79359999999994502</c:v>
                </c:pt>
                <c:pt idx="3968">
                  <c:v>0.79379999999994499</c:v>
                </c:pt>
                <c:pt idx="3969">
                  <c:v>0.79399999999994497</c:v>
                </c:pt>
                <c:pt idx="3970">
                  <c:v>0.79419999999994495</c:v>
                </c:pt>
                <c:pt idx="3971">
                  <c:v>0.79439999999994504</c:v>
                </c:pt>
                <c:pt idx="3972">
                  <c:v>0.79459999999994502</c:v>
                </c:pt>
                <c:pt idx="3973">
                  <c:v>0.79479999999994499</c:v>
                </c:pt>
                <c:pt idx="3974">
                  <c:v>0.79499999999994497</c:v>
                </c:pt>
                <c:pt idx="3975">
                  <c:v>0.79519999999994495</c:v>
                </c:pt>
                <c:pt idx="3976">
                  <c:v>0.79539999999994504</c:v>
                </c:pt>
                <c:pt idx="3977">
                  <c:v>0.79559999999994502</c:v>
                </c:pt>
                <c:pt idx="3978">
                  <c:v>0.795799999999945</c:v>
                </c:pt>
                <c:pt idx="3979">
                  <c:v>0.79599999999994497</c:v>
                </c:pt>
                <c:pt idx="3980">
                  <c:v>0.79619999999994495</c:v>
                </c:pt>
                <c:pt idx="3981">
                  <c:v>0.79639999999994504</c:v>
                </c:pt>
                <c:pt idx="3982">
                  <c:v>0.79659999999994502</c:v>
                </c:pt>
                <c:pt idx="3983">
                  <c:v>0.796799999999945</c:v>
                </c:pt>
                <c:pt idx="3984">
                  <c:v>0.79699999999994497</c:v>
                </c:pt>
                <c:pt idx="3985">
                  <c:v>0.79719999999994495</c:v>
                </c:pt>
                <c:pt idx="3986">
                  <c:v>0.79739999999994504</c:v>
                </c:pt>
                <c:pt idx="3987">
                  <c:v>0.79759999999994502</c:v>
                </c:pt>
                <c:pt idx="3988">
                  <c:v>0.797799999999945</c:v>
                </c:pt>
                <c:pt idx="3989">
                  <c:v>0.79799999999994498</c:v>
                </c:pt>
                <c:pt idx="3990">
                  <c:v>0.79819999999994495</c:v>
                </c:pt>
                <c:pt idx="3991">
                  <c:v>0.79839999999994504</c:v>
                </c:pt>
                <c:pt idx="3992">
                  <c:v>0.79859999999994502</c:v>
                </c:pt>
                <c:pt idx="3993">
                  <c:v>0.798799999999945</c:v>
                </c:pt>
                <c:pt idx="3994">
                  <c:v>0.79899999999994498</c:v>
                </c:pt>
                <c:pt idx="3995">
                  <c:v>0.79919999999994495</c:v>
                </c:pt>
                <c:pt idx="3996">
                  <c:v>0.79939999999994504</c:v>
                </c:pt>
                <c:pt idx="3997">
                  <c:v>0.79959999999994502</c:v>
                </c:pt>
                <c:pt idx="3998">
                  <c:v>0.799799999999945</c:v>
                </c:pt>
                <c:pt idx="3999">
                  <c:v>0.79999999999994498</c:v>
                </c:pt>
                <c:pt idx="4000">
                  <c:v>0.80019999999994496</c:v>
                </c:pt>
                <c:pt idx="4001">
                  <c:v>0.80039999999994405</c:v>
                </c:pt>
                <c:pt idx="4002">
                  <c:v>0.80059999999994402</c:v>
                </c:pt>
                <c:pt idx="4003">
                  <c:v>0.800799999999944</c:v>
                </c:pt>
                <c:pt idx="4004">
                  <c:v>0.80099999999994398</c:v>
                </c:pt>
                <c:pt idx="4005">
                  <c:v>0.80119999999994396</c:v>
                </c:pt>
                <c:pt idx="4006">
                  <c:v>0.80139999999994405</c:v>
                </c:pt>
                <c:pt idx="4007">
                  <c:v>0.80159999999994402</c:v>
                </c:pt>
                <c:pt idx="4008">
                  <c:v>0.801799999999944</c:v>
                </c:pt>
                <c:pt idx="4009">
                  <c:v>0.80199999999994398</c:v>
                </c:pt>
                <c:pt idx="4010">
                  <c:v>0.80219999999994396</c:v>
                </c:pt>
                <c:pt idx="4011">
                  <c:v>0.80239999999994405</c:v>
                </c:pt>
                <c:pt idx="4012">
                  <c:v>0.80259999999994402</c:v>
                </c:pt>
                <c:pt idx="4013">
                  <c:v>0.802799999999944</c:v>
                </c:pt>
                <c:pt idx="4014">
                  <c:v>0.80299999999994398</c:v>
                </c:pt>
                <c:pt idx="4015">
                  <c:v>0.80319999999994396</c:v>
                </c:pt>
                <c:pt idx="4016">
                  <c:v>0.80339999999994405</c:v>
                </c:pt>
                <c:pt idx="4017">
                  <c:v>0.80359999999994403</c:v>
                </c:pt>
                <c:pt idx="4018">
                  <c:v>0.803799999999944</c:v>
                </c:pt>
                <c:pt idx="4019">
                  <c:v>0.80399999999994398</c:v>
                </c:pt>
                <c:pt idx="4020">
                  <c:v>0.80419999999994396</c:v>
                </c:pt>
                <c:pt idx="4021">
                  <c:v>0.80439999999994405</c:v>
                </c:pt>
                <c:pt idx="4022">
                  <c:v>0.80459999999994403</c:v>
                </c:pt>
                <c:pt idx="4023">
                  <c:v>0.804799999999944</c:v>
                </c:pt>
                <c:pt idx="4024">
                  <c:v>0.80499999999994398</c:v>
                </c:pt>
                <c:pt idx="4025">
                  <c:v>0.80519999999994396</c:v>
                </c:pt>
                <c:pt idx="4026">
                  <c:v>0.80539999999994405</c:v>
                </c:pt>
                <c:pt idx="4027">
                  <c:v>0.80559999999994403</c:v>
                </c:pt>
                <c:pt idx="4028">
                  <c:v>0.80579999999994401</c:v>
                </c:pt>
                <c:pt idx="4029">
                  <c:v>0.80599999999994398</c:v>
                </c:pt>
                <c:pt idx="4030">
                  <c:v>0.80619999999994396</c:v>
                </c:pt>
                <c:pt idx="4031">
                  <c:v>0.80639999999994405</c:v>
                </c:pt>
                <c:pt idx="4032">
                  <c:v>0.80659999999994403</c:v>
                </c:pt>
                <c:pt idx="4033">
                  <c:v>0.80679999999994401</c:v>
                </c:pt>
                <c:pt idx="4034">
                  <c:v>0.80699999999994398</c:v>
                </c:pt>
                <c:pt idx="4035">
                  <c:v>0.80719999999994396</c:v>
                </c:pt>
                <c:pt idx="4036">
                  <c:v>0.80739999999994405</c:v>
                </c:pt>
                <c:pt idx="4037">
                  <c:v>0.80759999999994403</c:v>
                </c:pt>
                <c:pt idx="4038">
                  <c:v>0.80779999999994401</c:v>
                </c:pt>
                <c:pt idx="4039">
                  <c:v>0.80799999999994399</c:v>
                </c:pt>
                <c:pt idx="4040">
                  <c:v>0.80819999999994396</c:v>
                </c:pt>
                <c:pt idx="4041">
                  <c:v>0.80839999999994405</c:v>
                </c:pt>
                <c:pt idx="4042">
                  <c:v>0.80859999999994403</c:v>
                </c:pt>
                <c:pt idx="4043">
                  <c:v>0.80879999999994401</c:v>
                </c:pt>
                <c:pt idx="4044">
                  <c:v>0.80899999999994399</c:v>
                </c:pt>
                <c:pt idx="4045">
                  <c:v>0.80919999999994396</c:v>
                </c:pt>
                <c:pt idx="4046">
                  <c:v>0.80939999999994305</c:v>
                </c:pt>
                <c:pt idx="4047">
                  <c:v>0.80959999999994303</c:v>
                </c:pt>
                <c:pt idx="4048">
                  <c:v>0.80979999999994301</c:v>
                </c:pt>
                <c:pt idx="4049">
                  <c:v>0.80999999999994299</c:v>
                </c:pt>
                <c:pt idx="4050">
                  <c:v>0.81019999999994297</c:v>
                </c:pt>
                <c:pt idx="4051">
                  <c:v>0.81039999999994305</c:v>
                </c:pt>
                <c:pt idx="4052">
                  <c:v>0.81059999999994303</c:v>
                </c:pt>
                <c:pt idx="4053">
                  <c:v>0.81079999999994301</c:v>
                </c:pt>
                <c:pt idx="4054">
                  <c:v>0.81099999999994299</c:v>
                </c:pt>
                <c:pt idx="4055">
                  <c:v>0.81119999999994297</c:v>
                </c:pt>
                <c:pt idx="4056">
                  <c:v>0.81139999999994294</c:v>
                </c:pt>
                <c:pt idx="4057">
                  <c:v>0.81159999999994303</c:v>
                </c:pt>
                <c:pt idx="4058">
                  <c:v>0.81179999999994301</c:v>
                </c:pt>
                <c:pt idx="4059">
                  <c:v>0.81199999999994299</c:v>
                </c:pt>
                <c:pt idx="4060">
                  <c:v>0.81219999999994297</c:v>
                </c:pt>
                <c:pt idx="4061">
                  <c:v>0.81239999999994295</c:v>
                </c:pt>
                <c:pt idx="4062">
                  <c:v>0.81259999999994303</c:v>
                </c:pt>
                <c:pt idx="4063">
                  <c:v>0.81279999999994301</c:v>
                </c:pt>
                <c:pt idx="4064">
                  <c:v>0.81299999999994299</c:v>
                </c:pt>
                <c:pt idx="4065">
                  <c:v>0.81319999999994297</c:v>
                </c:pt>
                <c:pt idx="4066">
                  <c:v>0.81339999999994295</c:v>
                </c:pt>
                <c:pt idx="4067">
                  <c:v>0.81359999999994304</c:v>
                </c:pt>
                <c:pt idx="4068">
                  <c:v>0.81379999999994301</c:v>
                </c:pt>
                <c:pt idx="4069">
                  <c:v>0.81399999999994299</c:v>
                </c:pt>
                <c:pt idx="4070">
                  <c:v>0.81419999999994297</c:v>
                </c:pt>
                <c:pt idx="4071">
                  <c:v>0.81439999999994295</c:v>
                </c:pt>
                <c:pt idx="4072">
                  <c:v>0.81459999999994304</c:v>
                </c:pt>
                <c:pt idx="4073">
                  <c:v>0.81479999999994301</c:v>
                </c:pt>
                <c:pt idx="4074">
                  <c:v>0.81499999999994299</c:v>
                </c:pt>
                <c:pt idx="4075">
                  <c:v>0.81519999999994297</c:v>
                </c:pt>
                <c:pt idx="4076">
                  <c:v>0.81539999999994295</c:v>
                </c:pt>
                <c:pt idx="4077">
                  <c:v>0.81559999999994304</c:v>
                </c:pt>
                <c:pt idx="4078">
                  <c:v>0.81579999999994302</c:v>
                </c:pt>
                <c:pt idx="4079">
                  <c:v>0.81599999999994299</c:v>
                </c:pt>
                <c:pt idx="4080">
                  <c:v>0.81619999999994297</c:v>
                </c:pt>
                <c:pt idx="4081">
                  <c:v>0.81639999999994295</c:v>
                </c:pt>
                <c:pt idx="4082">
                  <c:v>0.81659999999994304</c:v>
                </c:pt>
                <c:pt idx="4083">
                  <c:v>0.81679999999994302</c:v>
                </c:pt>
                <c:pt idx="4084">
                  <c:v>0.81699999999994299</c:v>
                </c:pt>
                <c:pt idx="4085">
                  <c:v>0.81719999999994297</c:v>
                </c:pt>
                <c:pt idx="4086">
                  <c:v>0.81739999999994295</c:v>
                </c:pt>
                <c:pt idx="4087">
                  <c:v>0.81759999999994304</c:v>
                </c:pt>
                <c:pt idx="4088">
                  <c:v>0.81779999999994302</c:v>
                </c:pt>
                <c:pt idx="4089">
                  <c:v>0.81799999999994299</c:v>
                </c:pt>
                <c:pt idx="4090">
                  <c:v>0.81819999999994297</c:v>
                </c:pt>
                <c:pt idx="4091">
                  <c:v>0.81839999999994295</c:v>
                </c:pt>
                <c:pt idx="4092">
                  <c:v>0.81859999999994204</c:v>
                </c:pt>
                <c:pt idx="4093">
                  <c:v>0.81879999999994202</c:v>
                </c:pt>
                <c:pt idx="4094">
                  <c:v>0.818999999999942</c:v>
                </c:pt>
                <c:pt idx="4095">
                  <c:v>0.81919999999994197</c:v>
                </c:pt>
                <c:pt idx="4096">
                  <c:v>0.81939999999994195</c:v>
                </c:pt>
                <c:pt idx="4097">
                  <c:v>0.81959999999994204</c:v>
                </c:pt>
                <c:pt idx="4098">
                  <c:v>0.81979999999994202</c:v>
                </c:pt>
                <c:pt idx="4099">
                  <c:v>0.819999999999942</c:v>
                </c:pt>
                <c:pt idx="4100">
                  <c:v>0.82019999999994198</c:v>
                </c:pt>
                <c:pt idx="4101">
                  <c:v>0.82039999999994195</c:v>
                </c:pt>
                <c:pt idx="4102">
                  <c:v>0.82059999999994204</c:v>
                </c:pt>
                <c:pt idx="4103">
                  <c:v>0.82079999999994202</c:v>
                </c:pt>
                <c:pt idx="4104">
                  <c:v>0.820999999999942</c:v>
                </c:pt>
                <c:pt idx="4105">
                  <c:v>0.82119999999994198</c:v>
                </c:pt>
                <c:pt idx="4106">
                  <c:v>0.82139999999994195</c:v>
                </c:pt>
                <c:pt idx="4107">
                  <c:v>0.82159999999994204</c:v>
                </c:pt>
                <c:pt idx="4108">
                  <c:v>0.82179999999994202</c:v>
                </c:pt>
                <c:pt idx="4109">
                  <c:v>0.821999999999942</c:v>
                </c:pt>
                <c:pt idx="4110">
                  <c:v>0.82219999999994198</c:v>
                </c:pt>
                <c:pt idx="4111">
                  <c:v>0.82239999999994196</c:v>
                </c:pt>
                <c:pt idx="4112">
                  <c:v>0.82259999999994204</c:v>
                </c:pt>
                <c:pt idx="4113">
                  <c:v>0.82279999999994202</c:v>
                </c:pt>
                <c:pt idx="4114">
                  <c:v>0.822999999999942</c:v>
                </c:pt>
                <c:pt idx="4115">
                  <c:v>0.82319999999994198</c:v>
                </c:pt>
                <c:pt idx="4116">
                  <c:v>0.82339999999994196</c:v>
                </c:pt>
                <c:pt idx="4117">
                  <c:v>0.82359999999994205</c:v>
                </c:pt>
                <c:pt idx="4118">
                  <c:v>0.82379999999994202</c:v>
                </c:pt>
                <c:pt idx="4119">
                  <c:v>0.823999999999942</c:v>
                </c:pt>
                <c:pt idx="4120">
                  <c:v>0.82419999999994198</c:v>
                </c:pt>
                <c:pt idx="4121">
                  <c:v>0.82439999999994196</c:v>
                </c:pt>
                <c:pt idx="4122">
                  <c:v>0.82459999999994205</c:v>
                </c:pt>
                <c:pt idx="4123">
                  <c:v>0.82479999999994202</c:v>
                </c:pt>
                <c:pt idx="4124">
                  <c:v>0.824999999999942</c:v>
                </c:pt>
                <c:pt idx="4125">
                  <c:v>0.82519999999994198</c:v>
                </c:pt>
                <c:pt idx="4126">
                  <c:v>0.82539999999994196</c:v>
                </c:pt>
                <c:pt idx="4127">
                  <c:v>0.82559999999994205</c:v>
                </c:pt>
                <c:pt idx="4128">
                  <c:v>0.82579999999994202</c:v>
                </c:pt>
                <c:pt idx="4129">
                  <c:v>0.825999999999942</c:v>
                </c:pt>
                <c:pt idx="4130">
                  <c:v>0.82619999999994198</c:v>
                </c:pt>
                <c:pt idx="4131">
                  <c:v>0.82639999999994196</c:v>
                </c:pt>
                <c:pt idx="4132">
                  <c:v>0.82659999999994205</c:v>
                </c:pt>
                <c:pt idx="4133">
                  <c:v>0.82679999999994203</c:v>
                </c:pt>
                <c:pt idx="4134">
                  <c:v>0.826999999999942</c:v>
                </c:pt>
                <c:pt idx="4135">
                  <c:v>0.82719999999994198</c:v>
                </c:pt>
                <c:pt idx="4136">
                  <c:v>0.82739999999994196</c:v>
                </c:pt>
                <c:pt idx="4137">
                  <c:v>0.82759999999994105</c:v>
                </c:pt>
                <c:pt idx="4138">
                  <c:v>0.82779999999994103</c:v>
                </c:pt>
                <c:pt idx="4139">
                  <c:v>0.82799999999994101</c:v>
                </c:pt>
                <c:pt idx="4140">
                  <c:v>0.82819999999994098</c:v>
                </c:pt>
                <c:pt idx="4141">
                  <c:v>0.82839999999994096</c:v>
                </c:pt>
                <c:pt idx="4142">
                  <c:v>0.82859999999994105</c:v>
                </c:pt>
                <c:pt idx="4143">
                  <c:v>0.82879999999994103</c:v>
                </c:pt>
                <c:pt idx="4144">
                  <c:v>0.82899999999994101</c:v>
                </c:pt>
                <c:pt idx="4145">
                  <c:v>0.82919999999994098</c:v>
                </c:pt>
                <c:pt idx="4146">
                  <c:v>0.82939999999994096</c:v>
                </c:pt>
                <c:pt idx="4147">
                  <c:v>0.82959999999994105</c:v>
                </c:pt>
                <c:pt idx="4148">
                  <c:v>0.82979999999994103</c:v>
                </c:pt>
                <c:pt idx="4149">
                  <c:v>0.82999999999994101</c:v>
                </c:pt>
                <c:pt idx="4150">
                  <c:v>0.83019999999994099</c:v>
                </c:pt>
                <c:pt idx="4151">
                  <c:v>0.83039999999994096</c:v>
                </c:pt>
                <c:pt idx="4152">
                  <c:v>0.83059999999994105</c:v>
                </c:pt>
                <c:pt idx="4153">
                  <c:v>0.83079999999994103</c:v>
                </c:pt>
                <c:pt idx="4154">
                  <c:v>0.83099999999994101</c:v>
                </c:pt>
                <c:pt idx="4155">
                  <c:v>0.83119999999994099</c:v>
                </c:pt>
                <c:pt idx="4156">
                  <c:v>0.83139999999994096</c:v>
                </c:pt>
                <c:pt idx="4157">
                  <c:v>0.83159999999994105</c:v>
                </c:pt>
                <c:pt idx="4158">
                  <c:v>0.83179999999994103</c:v>
                </c:pt>
                <c:pt idx="4159">
                  <c:v>0.83199999999994101</c:v>
                </c:pt>
                <c:pt idx="4160">
                  <c:v>0.83219999999994099</c:v>
                </c:pt>
                <c:pt idx="4161">
                  <c:v>0.83239999999994096</c:v>
                </c:pt>
                <c:pt idx="4162">
                  <c:v>0.83259999999994105</c:v>
                </c:pt>
                <c:pt idx="4163">
                  <c:v>0.83279999999994103</c:v>
                </c:pt>
                <c:pt idx="4164">
                  <c:v>0.83299999999994101</c:v>
                </c:pt>
                <c:pt idx="4165">
                  <c:v>0.83319999999994099</c:v>
                </c:pt>
                <c:pt idx="4166">
                  <c:v>0.83339999999994097</c:v>
                </c:pt>
                <c:pt idx="4167">
                  <c:v>0.83359999999994105</c:v>
                </c:pt>
                <c:pt idx="4168">
                  <c:v>0.83379999999994103</c:v>
                </c:pt>
                <c:pt idx="4169">
                  <c:v>0.83399999999994101</c:v>
                </c:pt>
                <c:pt idx="4170">
                  <c:v>0.83419999999994099</c:v>
                </c:pt>
                <c:pt idx="4171">
                  <c:v>0.83439999999994097</c:v>
                </c:pt>
                <c:pt idx="4172">
                  <c:v>0.83459999999994094</c:v>
                </c:pt>
                <c:pt idx="4173">
                  <c:v>0.83479999999994103</c:v>
                </c:pt>
                <c:pt idx="4174">
                  <c:v>0.83499999999994101</c:v>
                </c:pt>
                <c:pt idx="4175">
                  <c:v>0.83519999999994099</c:v>
                </c:pt>
                <c:pt idx="4176">
                  <c:v>0.83539999999994097</c:v>
                </c:pt>
                <c:pt idx="4177">
                  <c:v>0.83559999999994095</c:v>
                </c:pt>
                <c:pt idx="4178">
                  <c:v>0.83579999999994103</c:v>
                </c:pt>
                <c:pt idx="4179">
                  <c:v>0.83599999999994101</c:v>
                </c:pt>
                <c:pt idx="4180">
                  <c:v>0.83619999999994099</c:v>
                </c:pt>
                <c:pt idx="4181">
                  <c:v>0.83639999999994097</c:v>
                </c:pt>
                <c:pt idx="4182">
                  <c:v>0.83659999999994095</c:v>
                </c:pt>
                <c:pt idx="4183">
                  <c:v>0.83679999999994004</c:v>
                </c:pt>
                <c:pt idx="4184">
                  <c:v>0.83699999999994001</c:v>
                </c:pt>
                <c:pt idx="4185">
                  <c:v>0.83719999999993999</c:v>
                </c:pt>
                <c:pt idx="4186">
                  <c:v>0.83739999999993997</c:v>
                </c:pt>
                <c:pt idx="4187">
                  <c:v>0.83759999999993995</c:v>
                </c:pt>
                <c:pt idx="4188">
                  <c:v>0.83779999999994004</c:v>
                </c:pt>
                <c:pt idx="4189">
                  <c:v>0.83799999999994002</c:v>
                </c:pt>
                <c:pt idx="4190">
                  <c:v>0.83819999999993999</c:v>
                </c:pt>
                <c:pt idx="4191">
                  <c:v>0.83839999999993997</c:v>
                </c:pt>
                <c:pt idx="4192">
                  <c:v>0.83859999999993995</c:v>
                </c:pt>
                <c:pt idx="4193">
                  <c:v>0.83879999999994004</c:v>
                </c:pt>
                <c:pt idx="4194">
                  <c:v>0.83899999999994002</c:v>
                </c:pt>
                <c:pt idx="4195">
                  <c:v>0.83919999999993999</c:v>
                </c:pt>
                <c:pt idx="4196">
                  <c:v>0.83939999999993997</c:v>
                </c:pt>
                <c:pt idx="4197">
                  <c:v>0.83959999999993995</c:v>
                </c:pt>
                <c:pt idx="4198">
                  <c:v>0.83979999999994004</c:v>
                </c:pt>
                <c:pt idx="4199">
                  <c:v>0.83999999999994002</c:v>
                </c:pt>
                <c:pt idx="4200">
                  <c:v>0.84019999999993999</c:v>
                </c:pt>
                <c:pt idx="4201">
                  <c:v>0.84039999999993997</c:v>
                </c:pt>
                <c:pt idx="4202">
                  <c:v>0.84059999999993995</c:v>
                </c:pt>
                <c:pt idx="4203">
                  <c:v>0.84079999999994004</c:v>
                </c:pt>
                <c:pt idx="4204">
                  <c:v>0.84099999999994002</c:v>
                </c:pt>
                <c:pt idx="4205">
                  <c:v>0.84119999999994</c:v>
                </c:pt>
                <c:pt idx="4206">
                  <c:v>0.84139999999993997</c:v>
                </c:pt>
                <c:pt idx="4207">
                  <c:v>0.84159999999993995</c:v>
                </c:pt>
                <c:pt idx="4208">
                  <c:v>0.84179999999994004</c:v>
                </c:pt>
                <c:pt idx="4209">
                  <c:v>0.84199999999994002</c:v>
                </c:pt>
                <c:pt idx="4210">
                  <c:v>0.84219999999994</c:v>
                </c:pt>
                <c:pt idx="4211">
                  <c:v>0.84239999999993997</c:v>
                </c:pt>
                <c:pt idx="4212">
                  <c:v>0.84259999999993995</c:v>
                </c:pt>
                <c:pt idx="4213">
                  <c:v>0.84279999999994004</c:v>
                </c:pt>
                <c:pt idx="4214">
                  <c:v>0.84299999999994002</c:v>
                </c:pt>
                <c:pt idx="4215">
                  <c:v>0.84319999999994</c:v>
                </c:pt>
                <c:pt idx="4216">
                  <c:v>0.84339999999993998</c:v>
                </c:pt>
                <c:pt idx="4217">
                  <c:v>0.84359999999993995</c:v>
                </c:pt>
                <c:pt idx="4218">
                  <c:v>0.84379999999994004</c:v>
                </c:pt>
                <c:pt idx="4219">
                  <c:v>0.84399999999994002</c:v>
                </c:pt>
                <c:pt idx="4220">
                  <c:v>0.84419999999994</c:v>
                </c:pt>
                <c:pt idx="4221">
                  <c:v>0.84439999999993998</c:v>
                </c:pt>
                <c:pt idx="4222">
                  <c:v>0.84459999999993995</c:v>
                </c:pt>
                <c:pt idx="4223">
                  <c:v>0.84479999999994004</c:v>
                </c:pt>
                <c:pt idx="4224">
                  <c:v>0.84499999999994002</c:v>
                </c:pt>
                <c:pt idx="4225">
                  <c:v>0.84519999999994</c:v>
                </c:pt>
                <c:pt idx="4226">
                  <c:v>0.84539999999993998</c:v>
                </c:pt>
                <c:pt idx="4227">
                  <c:v>0.84559999999993996</c:v>
                </c:pt>
                <c:pt idx="4228">
                  <c:v>0.84579999999993905</c:v>
                </c:pt>
                <c:pt idx="4229">
                  <c:v>0.84599999999993902</c:v>
                </c:pt>
                <c:pt idx="4230">
                  <c:v>0.846199999999939</c:v>
                </c:pt>
                <c:pt idx="4231">
                  <c:v>0.84639999999993898</c:v>
                </c:pt>
                <c:pt idx="4232">
                  <c:v>0.84659999999993896</c:v>
                </c:pt>
                <c:pt idx="4233">
                  <c:v>0.84679999999993905</c:v>
                </c:pt>
                <c:pt idx="4234">
                  <c:v>0.84699999999993902</c:v>
                </c:pt>
                <c:pt idx="4235">
                  <c:v>0.847199999999939</c:v>
                </c:pt>
                <c:pt idx="4236">
                  <c:v>0.84739999999993898</c:v>
                </c:pt>
                <c:pt idx="4237">
                  <c:v>0.84759999999993896</c:v>
                </c:pt>
                <c:pt idx="4238">
                  <c:v>0.84779999999993905</c:v>
                </c:pt>
                <c:pt idx="4239">
                  <c:v>0.84799999999993902</c:v>
                </c:pt>
                <c:pt idx="4240">
                  <c:v>0.848199999999939</c:v>
                </c:pt>
                <c:pt idx="4241">
                  <c:v>0.84839999999993898</c:v>
                </c:pt>
                <c:pt idx="4242">
                  <c:v>0.84859999999993896</c:v>
                </c:pt>
                <c:pt idx="4243">
                  <c:v>0.84879999999993905</c:v>
                </c:pt>
                <c:pt idx="4244">
                  <c:v>0.84899999999993903</c:v>
                </c:pt>
                <c:pt idx="4245">
                  <c:v>0.849199999999939</c:v>
                </c:pt>
                <c:pt idx="4246">
                  <c:v>0.84939999999993898</c:v>
                </c:pt>
                <c:pt idx="4247">
                  <c:v>0.84959999999993896</c:v>
                </c:pt>
                <c:pt idx="4248">
                  <c:v>0.84979999999993905</c:v>
                </c:pt>
                <c:pt idx="4249">
                  <c:v>0.84999999999993903</c:v>
                </c:pt>
                <c:pt idx="4250">
                  <c:v>0.850199999999939</c:v>
                </c:pt>
                <c:pt idx="4251">
                  <c:v>0.85039999999993898</c:v>
                </c:pt>
                <c:pt idx="4252">
                  <c:v>0.85059999999993896</c:v>
                </c:pt>
                <c:pt idx="4253">
                  <c:v>0.85079999999993905</c:v>
                </c:pt>
                <c:pt idx="4254">
                  <c:v>0.85099999999993903</c:v>
                </c:pt>
                <c:pt idx="4255">
                  <c:v>0.85119999999993901</c:v>
                </c:pt>
                <c:pt idx="4256">
                  <c:v>0.85139999999993898</c:v>
                </c:pt>
                <c:pt idx="4257">
                  <c:v>0.85159999999993896</c:v>
                </c:pt>
                <c:pt idx="4258">
                  <c:v>0.85179999999993905</c:v>
                </c:pt>
                <c:pt idx="4259">
                  <c:v>0.85199999999993903</c:v>
                </c:pt>
                <c:pt idx="4260">
                  <c:v>0.85219999999993901</c:v>
                </c:pt>
                <c:pt idx="4261">
                  <c:v>0.85239999999993898</c:v>
                </c:pt>
                <c:pt idx="4262">
                  <c:v>0.85259999999993896</c:v>
                </c:pt>
                <c:pt idx="4263">
                  <c:v>0.85279999999993905</c:v>
                </c:pt>
                <c:pt idx="4264">
                  <c:v>0.85299999999993903</c:v>
                </c:pt>
                <c:pt idx="4265">
                  <c:v>0.85319999999993901</c:v>
                </c:pt>
                <c:pt idx="4266">
                  <c:v>0.85339999999993899</c:v>
                </c:pt>
                <c:pt idx="4267">
                  <c:v>0.85359999999993896</c:v>
                </c:pt>
                <c:pt idx="4268">
                  <c:v>0.85379999999993905</c:v>
                </c:pt>
                <c:pt idx="4269">
                  <c:v>0.85399999999993903</c:v>
                </c:pt>
                <c:pt idx="4270">
                  <c:v>0.85419999999993901</c:v>
                </c:pt>
                <c:pt idx="4271">
                  <c:v>0.85439999999993899</c:v>
                </c:pt>
                <c:pt idx="4272">
                  <c:v>0.85459999999993896</c:v>
                </c:pt>
                <c:pt idx="4273">
                  <c:v>0.85479999999993805</c:v>
                </c:pt>
                <c:pt idx="4274">
                  <c:v>0.85499999999993803</c:v>
                </c:pt>
                <c:pt idx="4275">
                  <c:v>0.85519999999993801</c:v>
                </c:pt>
                <c:pt idx="4276">
                  <c:v>0.85539999999993799</c:v>
                </c:pt>
                <c:pt idx="4277">
                  <c:v>0.85559999999993797</c:v>
                </c:pt>
                <c:pt idx="4278">
                  <c:v>0.85579999999993805</c:v>
                </c:pt>
                <c:pt idx="4279">
                  <c:v>0.85599999999993803</c:v>
                </c:pt>
                <c:pt idx="4280">
                  <c:v>0.85619999999993801</c:v>
                </c:pt>
                <c:pt idx="4281">
                  <c:v>0.85639999999993799</c:v>
                </c:pt>
                <c:pt idx="4282">
                  <c:v>0.85659999999993797</c:v>
                </c:pt>
                <c:pt idx="4283">
                  <c:v>0.85679999999993794</c:v>
                </c:pt>
                <c:pt idx="4284">
                  <c:v>0.85699999999993803</c:v>
                </c:pt>
                <c:pt idx="4285">
                  <c:v>0.85719999999993801</c:v>
                </c:pt>
                <c:pt idx="4286">
                  <c:v>0.85739999999993799</c:v>
                </c:pt>
                <c:pt idx="4287">
                  <c:v>0.85759999999993797</c:v>
                </c:pt>
                <c:pt idx="4288">
                  <c:v>0.85779999999993795</c:v>
                </c:pt>
                <c:pt idx="4289">
                  <c:v>0.85799999999993803</c:v>
                </c:pt>
                <c:pt idx="4290">
                  <c:v>0.85819999999993801</c:v>
                </c:pt>
                <c:pt idx="4291">
                  <c:v>0.85839999999993799</c:v>
                </c:pt>
                <c:pt idx="4292">
                  <c:v>0.85859999999993797</c:v>
                </c:pt>
                <c:pt idx="4293">
                  <c:v>0.85879999999993795</c:v>
                </c:pt>
                <c:pt idx="4294">
                  <c:v>0.85899999999993804</c:v>
                </c:pt>
                <c:pt idx="4295">
                  <c:v>0.85919999999993801</c:v>
                </c:pt>
                <c:pt idx="4296">
                  <c:v>0.85939999999993799</c:v>
                </c:pt>
                <c:pt idx="4297">
                  <c:v>0.85959999999993797</c:v>
                </c:pt>
                <c:pt idx="4298">
                  <c:v>0.85979999999993795</c:v>
                </c:pt>
                <c:pt idx="4299">
                  <c:v>0.85999999999993804</c:v>
                </c:pt>
                <c:pt idx="4300">
                  <c:v>0.86019999999993801</c:v>
                </c:pt>
                <c:pt idx="4301">
                  <c:v>0.86039999999993799</c:v>
                </c:pt>
                <c:pt idx="4302">
                  <c:v>0.86059999999993797</c:v>
                </c:pt>
                <c:pt idx="4303">
                  <c:v>0.86079999999993795</c:v>
                </c:pt>
                <c:pt idx="4304">
                  <c:v>0.86099999999993804</c:v>
                </c:pt>
                <c:pt idx="4305">
                  <c:v>0.86119999999993802</c:v>
                </c:pt>
                <c:pt idx="4306">
                  <c:v>0.86139999999993799</c:v>
                </c:pt>
                <c:pt idx="4307">
                  <c:v>0.86159999999993797</c:v>
                </c:pt>
                <c:pt idx="4308">
                  <c:v>0.86179999999993795</c:v>
                </c:pt>
                <c:pt idx="4309">
                  <c:v>0.86199999999993804</c:v>
                </c:pt>
                <c:pt idx="4310">
                  <c:v>0.86219999999993802</c:v>
                </c:pt>
                <c:pt idx="4311">
                  <c:v>0.86239999999993799</c:v>
                </c:pt>
                <c:pt idx="4312">
                  <c:v>0.86259999999993797</c:v>
                </c:pt>
                <c:pt idx="4313">
                  <c:v>0.86279999999993795</c:v>
                </c:pt>
                <c:pt idx="4314">
                  <c:v>0.86299999999993804</c:v>
                </c:pt>
                <c:pt idx="4315">
                  <c:v>0.86319999999993802</c:v>
                </c:pt>
                <c:pt idx="4316">
                  <c:v>0.86339999999993799</c:v>
                </c:pt>
                <c:pt idx="4317">
                  <c:v>0.86359999999993797</c:v>
                </c:pt>
                <c:pt idx="4318">
                  <c:v>0.86379999999993795</c:v>
                </c:pt>
                <c:pt idx="4319">
                  <c:v>0.86399999999993704</c:v>
                </c:pt>
                <c:pt idx="4320">
                  <c:v>0.86419999999993702</c:v>
                </c:pt>
                <c:pt idx="4321">
                  <c:v>0.864399999999937</c:v>
                </c:pt>
                <c:pt idx="4322">
                  <c:v>0.86459999999993697</c:v>
                </c:pt>
                <c:pt idx="4323">
                  <c:v>0.86479999999993695</c:v>
                </c:pt>
                <c:pt idx="4324">
                  <c:v>0.86499999999993704</c:v>
                </c:pt>
                <c:pt idx="4325">
                  <c:v>0.86519999999993702</c:v>
                </c:pt>
                <c:pt idx="4326">
                  <c:v>0.865399999999937</c:v>
                </c:pt>
                <c:pt idx="4327">
                  <c:v>0.86559999999993698</c:v>
                </c:pt>
                <c:pt idx="4328">
                  <c:v>0.86579999999993695</c:v>
                </c:pt>
                <c:pt idx="4329">
                  <c:v>0.86599999999993704</c:v>
                </c:pt>
                <c:pt idx="4330">
                  <c:v>0.86619999999993702</c:v>
                </c:pt>
                <c:pt idx="4331">
                  <c:v>0.866399999999937</c:v>
                </c:pt>
                <c:pt idx="4332">
                  <c:v>0.86659999999993698</c:v>
                </c:pt>
                <c:pt idx="4333">
                  <c:v>0.86679999999993695</c:v>
                </c:pt>
                <c:pt idx="4334">
                  <c:v>0.86699999999993704</c:v>
                </c:pt>
                <c:pt idx="4335">
                  <c:v>0.86719999999993702</c:v>
                </c:pt>
                <c:pt idx="4336">
                  <c:v>0.867399999999937</c:v>
                </c:pt>
                <c:pt idx="4337">
                  <c:v>0.86759999999993698</c:v>
                </c:pt>
                <c:pt idx="4338">
                  <c:v>0.86779999999993696</c:v>
                </c:pt>
                <c:pt idx="4339">
                  <c:v>0.86799999999993704</c:v>
                </c:pt>
                <c:pt idx="4340">
                  <c:v>0.86819999999993702</c:v>
                </c:pt>
                <c:pt idx="4341">
                  <c:v>0.868399999999937</c:v>
                </c:pt>
                <c:pt idx="4342">
                  <c:v>0.86859999999993698</c:v>
                </c:pt>
                <c:pt idx="4343">
                  <c:v>0.86879999999993696</c:v>
                </c:pt>
                <c:pt idx="4344">
                  <c:v>0.86899999999993705</c:v>
                </c:pt>
                <c:pt idx="4345">
                  <c:v>0.86919999999993702</c:v>
                </c:pt>
                <c:pt idx="4346">
                  <c:v>0.869399999999937</c:v>
                </c:pt>
                <c:pt idx="4347">
                  <c:v>0.86959999999993698</c:v>
                </c:pt>
                <c:pt idx="4348">
                  <c:v>0.86979999999993696</c:v>
                </c:pt>
                <c:pt idx="4349">
                  <c:v>0.86999999999993705</c:v>
                </c:pt>
                <c:pt idx="4350">
                  <c:v>0.87019999999993702</c:v>
                </c:pt>
                <c:pt idx="4351">
                  <c:v>0.870399999999937</c:v>
                </c:pt>
                <c:pt idx="4352">
                  <c:v>0.87059999999993698</c:v>
                </c:pt>
                <c:pt idx="4353">
                  <c:v>0.87079999999993696</c:v>
                </c:pt>
                <c:pt idx="4354">
                  <c:v>0.87099999999993705</c:v>
                </c:pt>
                <c:pt idx="4355">
                  <c:v>0.87119999999993702</c:v>
                </c:pt>
                <c:pt idx="4356">
                  <c:v>0.871399999999937</c:v>
                </c:pt>
                <c:pt idx="4357">
                  <c:v>0.87159999999993698</c:v>
                </c:pt>
                <c:pt idx="4358">
                  <c:v>0.87179999999993696</c:v>
                </c:pt>
                <c:pt idx="4359">
                  <c:v>0.87199999999993705</c:v>
                </c:pt>
                <c:pt idx="4360">
                  <c:v>0.87219999999993703</c:v>
                </c:pt>
                <c:pt idx="4361">
                  <c:v>0.872399999999937</c:v>
                </c:pt>
                <c:pt idx="4362">
                  <c:v>0.87259999999993698</c:v>
                </c:pt>
                <c:pt idx="4363">
                  <c:v>0.87279999999993696</c:v>
                </c:pt>
                <c:pt idx="4364">
                  <c:v>0.87299999999993605</c:v>
                </c:pt>
                <c:pt idx="4365">
                  <c:v>0.87319999999993603</c:v>
                </c:pt>
                <c:pt idx="4366">
                  <c:v>0.87339999999993601</c:v>
                </c:pt>
                <c:pt idx="4367">
                  <c:v>0.87359999999993598</c:v>
                </c:pt>
                <c:pt idx="4368">
                  <c:v>0.87379999999993596</c:v>
                </c:pt>
                <c:pt idx="4369">
                  <c:v>0.87399999999993605</c:v>
                </c:pt>
                <c:pt idx="4370">
                  <c:v>0.87419999999993603</c:v>
                </c:pt>
                <c:pt idx="4371">
                  <c:v>0.87439999999993601</c:v>
                </c:pt>
                <c:pt idx="4372">
                  <c:v>0.87459999999993598</c:v>
                </c:pt>
                <c:pt idx="4373">
                  <c:v>0.87479999999993596</c:v>
                </c:pt>
                <c:pt idx="4374">
                  <c:v>0.87499999999993605</c:v>
                </c:pt>
                <c:pt idx="4375">
                  <c:v>0.87519999999993603</c:v>
                </c:pt>
                <c:pt idx="4376">
                  <c:v>0.87539999999993601</c:v>
                </c:pt>
                <c:pt idx="4377">
                  <c:v>0.87559999999993599</c:v>
                </c:pt>
                <c:pt idx="4378">
                  <c:v>0.87579999999993596</c:v>
                </c:pt>
                <c:pt idx="4379">
                  <c:v>0.87599999999993605</c:v>
                </c:pt>
                <c:pt idx="4380">
                  <c:v>0.87619999999993603</c:v>
                </c:pt>
                <c:pt idx="4381">
                  <c:v>0.87639999999993601</c:v>
                </c:pt>
                <c:pt idx="4382">
                  <c:v>0.87659999999993599</c:v>
                </c:pt>
                <c:pt idx="4383">
                  <c:v>0.87679999999993596</c:v>
                </c:pt>
                <c:pt idx="4384">
                  <c:v>0.87699999999993605</c:v>
                </c:pt>
                <c:pt idx="4385">
                  <c:v>0.87719999999993603</c:v>
                </c:pt>
                <c:pt idx="4386">
                  <c:v>0.87739999999993601</c:v>
                </c:pt>
                <c:pt idx="4387">
                  <c:v>0.87759999999993599</c:v>
                </c:pt>
                <c:pt idx="4388">
                  <c:v>0.87779999999993596</c:v>
                </c:pt>
                <c:pt idx="4389">
                  <c:v>0.87799999999993605</c:v>
                </c:pt>
                <c:pt idx="4390">
                  <c:v>0.87819999999993603</c:v>
                </c:pt>
                <c:pt idx="4391">
                  <c:v>0.87839999999993601</c:v>
                </c:pt>
                <c:pt idx="4392">
                  <c:v>0.87859999999993599</c:v>
                </c:pt>
                <c:pt idx="4393">
                  <c:v>0.87879999999993597</c:v>
                </c:pt>
                <c:pt idx="4394">
                  <c:v>0.87899999999993605</c:v>
                </c:pt>
                <c:pt idx="4395">
                  <c:v>0.87919999999993603</c:v>
                </c:pt>
                <c:pt idx="4396">
                  <c:v>0.87939999999993601</c:v>
                </c:pt>
                <c:pt idx="4397">
                  <c:v>0.87959999999993599</c:v>
                </c:pt>
                <c:pt idx="4398">
                  <c:v>0.87979999999993597</c:v>
                </c:pt>
                <c:pt idx="4399">
                  <c:v>0.87999999999993594</c:v>
                </c:pt>
                <c:pt idx="4400">
                  <c:v>0.88019999999993603</c:v>
                </c:pt>
                <c:pt idx="4401">
                  <c:v>0.88039999999993601</c:v>
                </c:pt>
                <c:pt idx="4402">
                  <c:v>0.88059999999993599</c:v>
                </c:pt>
                <c:pt idx="4403">
                  <c:v>0.88079999999993597</c:v>
                </c:pt>
                <c:pt idx="4404">
                  <c:v>0.88099999999993595</c:v>
                </c:pt>
                <c:pt idx="4405">
                  <c:v>0.88119999999993603</c:v>
                </c:pt>
                <c:pt idx="4406">
                  <c:v>0.88139999999993601</c:v>
                </c:pt>
                <c:pt idx="4407">
                  <c:v>0.88159999999993599</c:v>
                </c:pt>
                <c:pt idx="4408">
                  <c:v>0.88179999999993597</c:v>
                </c:pt>
                <c:pt idx="4409">
                  <c:v>0.88199999999993595</c:v>
                </c:pt>
                <c:pt idx="4410">
                  <c:v>0.88219999999993504</c:v>
                </c:pt>
                <c:pt idx="4411">
                  <c:v>0.88239999999993501</c:v>
                </c:pt>
                <c:pt idx="4412">
                  <c:v>0.88259999999993499</c:v>
                </c:pt>
                <c:pt idx="4413">
                  <c:v>0.88279999999993497</c:v>
                </c:pt>
                <c:pt idx="4414">
                  <c:v>0.88299999999993495</c:v>
                </c:pt>
                <c:pt idx="4415">
                  <c:v>0.88319999999993504</c:v>
                </c:pt>
                <c:pt idx="4416">
                  <c:v>0.88339999999993502</c:v>
                </c:pt>
                <c:pt idx="4417">
                  <c:v>0.88359999999993499</c:v>
                </c:pt>
                <c:pt idx="4418">
                  <c:v>0.88379999999993497</c:v>
                </c:pt>
                <c:pt idx="4419">
                  <c:v>0.88399999999993495</c:v>
                </c:pt>
                <c:pt idx="4420">
                  <c:v>0.88419999999993504</c:v>
                </c:pt>
                <c:pt idx="4421">
                  <c:v>0.88439999999993502</c:v>
                </c:pt>
                <c:pt idx="4422">
                  <c:v>0.88459999999993499</c:v>
                </c:pt>
                <c:pt idx="4423">
                  <c:v>0.88479999999993497</c:v>
                </c:pt>
                <c:pt idx="4424">
                  <c:v>0.88499999999993495</c:v>
                </c:pt>
                <c:pt idx="4425">
                  <c:v>0.88519999999993504</c:v>
                </c:pt>
                <c:pt idx="4426">
                  <c:v>0.88539999999993502</c:v>
                </c:pt>
                <c:pt idx="4427">
                  <c:v>0.88559999999993499</c:v>
                </c:pt>
                <c:pt idx="4428">
                  <c:v>0.88579999999993497</c:v>
                </c:pt>
                <c:pt idx="4429">
                  <c:v>0.88599999999993495</c:v>
                </c:pt>
                <c:pt idx="4430">
                  <c:v>0.88619999999993504</c:v>
                </c:pt>
                <c:pt idx="4431">
                  <c:v>0.88639999999993502</c:v>
                </c:pt>
                <c:pt idx="4432">
                  <c:v>0.886599999999935</c:v>
                </c:pt>
                <c:pt idx="4433">
                  <c:v>0.88679999999993497</c:v>
                </c:pt>
                <c:pt idx="4434">
                  <c:v>0.88699999999993495</c:v>
                </c:pt>
                <c:pt idx="4435">
                  <c:v>0.88719999999993504</c:v>
                </c:pt>
                <c:pt idx="4436">
                  <c:v>0.88739999999993502</c:v>
                </c:pt>
                <c:pt idx="4437">
                  <c:v>0.887599999999935</c:v>
                </c:pt>
                <c:pt idx="4438">
                  <c:v>0.88779999999993497</c:v>
                </c:pt>
                <c:pt idx="4439">
                  <c:v>0.88799999999993495</c:v>
                </c:pt>
                <c:pt idx="4440">
                  <c:v>0.88819999999993504</c:v>
                </c:pt>
                <c:pt idx="4441">
                  <c:v>0.88839999999993502</c:v>
                </c:pt>
                <c:pt idx="4442">
                  <c:v>0.888599999999935</c:v>
                </c:pt>
                <c:pt idx="4443">
                  <c:v>0.88879999999993498</c:v>
                </c:pt>
                <c:pt idx="4444">
                  <c:v>0.88899999999993495</c:v>
                </c:pt>
                <c:pt idx="4445">
                  <c:v>0.88919999999993504</c:v>
                </c:pt>
                <c:pt idx="4446">
                  <c:v>0.88939999999993502</c:v>
                </c:pt>
                <c:pt idx="4447">
                  <c:v>0.889599999999935</c:v>
                </c:pt>
                <c:pt idx="4448">
                  <c:v>0.88979999999993498</c:v>
                </c:pt>
                <c:pt idx="4449">
                  <c:v>0.88999999999993495</c:v>
                </c:pt>
                <c:pt idx="4450">
                  <c:v>0.89019999999993504</c:v>
                </c:pt>
                <c:pt idx="4451">
                  <c:v>0.89039999999993502</c:v>
                </c:pt>
                <c:pt idx="4452">
                  <c:v>0.890599999999935</c:v>
                </c:pt>
                <c:pt idx="4453">
                  <c:v>0.89079999999993498</c:v>
                </c:pt>
                <c:pt idx="4454">
                  <c:v>0.89099999999993496</c:v>
                </c:pt>
                <c:pt idx="4455">
                  <c:v>0.89119999999993404</c:v>
                </c:pt>
                <c:pt idx="4456">
                  <c:v>0.89139999999993402</c:v>
                </c:pt>
                <c:pt idx="4457">
                  <c:v>0.891599999999934</c:v>
                </c:pt>
                <c:pt idx="4458">
                  <c:v>0.89179999999993398</c:v>
                </c:pt>
                <c:pt idx="4459">
                  <c:v>0.89199999999993396</c:v>
                </c:pt>
                <c:pt idx="4460">
                  <c:v>0.89219999999993405</c:v>
                </c:pt>
                <c:pt idx="4461">
                  <c:v>0.89239999999993402</c:v>
                </c:pt>
                <c:pt idx="4462">
                  <c:v>0.892599999999934</c:v>
                </c:pt>
                <c:pt idx="4463">
                  <c:v>0.89279999999993398</c:v>
                </c:pt>
                <c:pt idx="4464">
                  <c:v>0.89299999999993396</c:v>
                </c:pt>
                <c:pt idx="4465">
                  <c:v>0.89319999999993405</c:v>
                </c:pt>
                <c:pt idx="4466">
                  <c:v>0.89339999999993402</c:v>
                </c:pt>
                <c:pt idx="4467">
                  <c:v>0.893599999999934</c:v>
                </c:pt>
                <c:pt idx="4468">
                  <c:v>0.89379999999993398</c:v>
                </c:pt>
                <c:pt idx="4469">
                  <c:v>0.89399999999993396</c:v>
                </c:pt>
                <c:pt idx="4470">
                  <c:v>0.89419999999993405</c:v>
                </c:pt>
                <c:pt idx="4471">
                  <c:v>0.89439999999993403</c:v>
                </c:pt>
                <c:pt idx="4472">
                  <c:v>0.894599999999934</c:v>
                </c:pt>
                <c:pt idx="4473">
                  <c:v>0.89479999999993398</c:v>
                </c:pt>
                <c:pt idx="4474">
                  <c:v>0.89499999999993396</c:v>
                </c:pt>
                <c:pt idx="4475">
                  <c:v>0.89519999999993405</c:v>
                </c:pt>
                <c:pt idx="4476">
                  <c:v>0.89539999999993403</c:v>
                </c:pt>
                <c:pt idx="4477">
                  <c:v>0.895599999999934</c:v>
                </c:pt>
                <c:pt idx="4478">
                  <c:v>0.89579999999993398</c:v>
                </c:pt>
                <c:pt idx="4479">
                  <c:v>0.89599999999993396</c:v>
                </c:pt>
                <c:pt idx="4480">
                  <c:v>0.89619999999993405</c:v>
                </c:pt>
                <c:pt idx="4481">
                  <c:v>0.89639999999993403</c:v>
                </c:pt>
                <c:pt idx="4482">
                  <c:v>0.89659999999993401</c:v>
                </c:pt>
                <c:pt idx="4483">
                  <c:v>0.89679999999993398</c:v>
                </c:pt>
                <c:pt idx="4484">
                  <c:v>0.89699999999993396</c:v>
                </c:pt>
                <c:pt idx="4485">
                  <c:v>0.89719999999993405</c:v>
                </c:pt>
                <c:pt idx="4486">
                  <c:v>0.89739999999993403</c:v>
                </c:pt>
                <c:pt idx="4487">
                  <c:v>0.89759999999993401</c:v>
                </c:pt>
                <c:pt idx="4488">
                  <c:v>0.89779999999993398</c:v>
                </c:pt>
                <c:pt idx="4489">
                  <c:v>0.89799999999993396</c:v>
                </c:pt>
                <c:pt idx="4490">
                  <c:v>0.89819999999993405</c:v>
                </c:pt>
                <c:pt idx="4491">
                  <c:v>0.89839999999993403</c:v>
                </c:pt>
                <c:pt idx="4492">
                  <c:v>0.89859999999993401</c:v>
                </c:pt>
                <c:pt idx="4493">
                  <c:v>0.89879999999993399</c:v>
                </c:pt>
                <c:pt idx="4494">
                  <c:v>0.89899999999993396</c:v>
                </c:pt>
                <c:pt idx="4495">
                  <c:v>0.89919999999993405</c:v>
                </c:pt>
                <c:pt idx="4496">
                  <c:v>0.89939999999993403</c:v>
                </c:pt>
                <c:pt idx="4497">
                  <c:v>0.89959999999993401</c:v>
                </c:pt>
                <c:pt idx="4498">
                  <c:v>0.89979999999993399</c:v>
                </c:pt>
                <c:pt idx="4499">
                  <c:v>0.89999999999993396</c:v>
                </c:pt>
                <c:pt idx="4500">
                  <c:v>0.90019999999993305</c:v>
                </c:pt>
                <c:pt idx="4501">
                  <c:v>0.90039999999993303</c:v>
                </c:pt>
                <c:pt idx="4502">
                  <c:v>0.90059999999993301</c:v>
                </c:pt>
                <c:pt idx="4503">
                  <c:v>0.90079999999993299</c:v>
                </c:pt>
                <c:pt idx="4504">
                  <c:v>0.90099999999993297</c:v>
                </c:pt>
                <c:pt idx="4505">
                  <c:v>0.90119999999993305</c:v>
                </c:pt>
                <c:pt idx="4506">
                  <c:v>0.90139999999993303</c:v>
                </c:pt>
                <c:pt idx="4507">
                  <c:v>0.90159999999993301</c:v>
                </c:pt>
                <c:pt idx="4508">
                  <c:v>0.90179999999993299</c:v>
                </c:pt>
                <c:pt idx="4509">
                  <c:v>0.90199999999993297</c:v>
                </c:pt>
                <c:pt idx="4510">
                  <c:v>0.90219999999993306</c:v>
                </c:pt>
                <c:pt idx="4511">
                  <c:v>0.90239999999993303</c:v>
                </c:pt>
                <c:pt idx="4512">
                  <c:v>0.90259999999993301</c:v>
                </c:pt>
                <c:pt idx="4513">
                  <c:v>0.90279999999993299</c:v>
                </c:pt>
                <c:pt idx="4514">
                  <c:v>0.90299999999993297</c:v>
                </c:pt>
                <c:pt idx="4515">
                  <c:v>0.90319999999993295</c:v>
                </c:pt>
                <c:pt idx="4516">
                  <c:v>0.90339999999993303</c:v>
                </c:pt>
                <c:pt idx="4517">
                  <c:v>0.90359999999993301</c:v>
                </c:pt>
                <c:pt idx="4518">
                  <c:v>0.90379999999993299</c:v>
                </c:pt>
                <c:pt idx="4519">
                  <c:v>0.90399999999993297</c:v>
                </c:pt>
                <c:pt idx="4520">
                  <c:v>0.90419999999993295</c:v>
                </c:pt>
                <c:pt idx="4521">
                  <c:v>0.90439999999993304</c:v>
                </c:pt>
                <c:pt idx="4522">
                  <c:v>0.90459999999993301</c:v>
                </c:pt>
                <c:pt idx="4523">
                  <c:v>0.90479999999993299</c:v>
                </c:pt>
                <c:pt idx="4524">
                  <c:v>0.90499999999993297</c:v>
                </c:pt>
                <c:pt idx="4525">
                  <c:v>0.90519999999993295</c:v>
                </c:pt>
                <c:pt idx="4526">
                  <c:v>0.90539999999993304</c:v>
                </c:pt>
                <c:pt idx="4527">
                  <c:v>0.90559999999993301</c:v>
                </c:pt>
                <c:pt idx="4528">
                  <c:v>0.90579999999993299</c:v>
                </c:pt>
                <c:pt idx="4529">
                  <c:v>0.90599999999993297</c:v>
                </c:pt>
                <c:pt idx="4530">
                  <c:v>0.90619999999993295</c:v>
                </c:pt>
                <c:pt idx="4531">
                  <c:v>0.90639999999993304</c:v>
                </c:pt>
                <c:pt idx="4532">
                  <c:v>0.90659999999993302</c:v>
                </c:pt>
                <c:pt idx="4533">
                  <c:v>0.90679999999993299</c:v>
                </c:pt>
                <c:pt idx="4534">
                  <c:v>0.90699999999993297</c:v>
                </c:pt>
                <c:pt idx="4535">
                  <c:v>0.90719999999993295</c:v>
                </c:pt>
                <c:pt idx="4536">
                  <c:v>0.90739999999993304</c:v>
                </c:pt>
                <c:pt idx="4537">
                  <c:v>0.90759999999993302</c:v>
                </c:pt>
                <c:pt idx="4538">
                  <c:v>0.90779999999993299</c:v>
                </c:pt>
                <c:pt idx="4539">
                  <c:v>0.90799999999993297</c:v>
                </c:pt>
                <c:pt idx="4540">
                  <c:v>0.90819999999993295</c:v>
                </c:pt>
                <c:pt idx="4541">
                  <c:v>0.90839999999993304</c:v>
                </c:pt>
                <c:pt idx="4542">
                  <c:v>0.90859999999993302</c:v>
                </c:pt>
                <c:pt idx="4543">
                  <c:v>0.90879999999993299</c:v>
                </c:pt>
                <c:pt idx="4544">
                  <c:v>0.90899999999993297</c:v>
                </c:pt>
                <c:pt idx="4545">
                  <c:v>0.90919999999993295</c:v>
                </c:pt>
                <c:pt idx="4546">
                  <c:v>0.90939999999993204</c:v>
                </c:pt>
                <c:pt idx="4547">
                  <c:v>0.90959999999993202</c:v>
                </c:pt>
                <c:pt idx="4548">
                  <c:v>0.909799999999932</c:v>
                </c:pt>
                <c:pt idx="4549">
                  <c:v>0.90999999999993197</c:v>
                </c:pt>
                <c:pt idx="4550">
                  <c:v>0.91019999999993195</c:v>
                </c:pt>
                <c:pt idx="4551">
                  <c:v>0.91039999999993204</c:v>
                </c:pt>
                <c:pt idx="4552">
                  <c:v>0.91059999999993202</c:v>
                </c:pt>
                <c:pt idx="4553">
                  <c:v>0.910799999999932</c:v>
                </c:pt>
                <c:pt idx="4554">
                  <c:v>0.91099999999993198</c:v>
                </c:pt>
                <c:pt idx="4555">
                  <c:v>0.91119999999993195</c:v>
                </c:pt>
                <c:pt idx="4556">
                  <c:v>0.91139999999993204</c:v>
                </c:pt>
                <c:pt idx="4557">
                  <c:v>0.91159999999993202</c:v>
                </c:pt>
                <c:pt idx="4558">
                  <c:v>0.911799999999932</c:v>
                </c:pt>
                <c:pt idx="4559">
                  <c:v>0.91199999999993198</c:v>
                </c:pt>
                <c:pt idx="4560">
                  <c:v>0.91219999999993195</c:v>
                </c:pt>
                <c:pt idx="4561">
                  <c:v>0.91239999999993204</c:v>
                </c:pt>
                <c:pt idx="4562">
                  <c:v>0.91259999999993202</c:v>
                </c:pt>
                <c:pt idx="4563">
                  <c:v>0.912799999999932</c:v>
                </c:pt>
                <c:pt idx="4564">
                  <c:v>0.91299999999993198</c:v>
                </c:pt>
                <c:pt idx="4565">
                  <c:v>0.91319999999993196</c:v>
                </c:pt>
                <c:pt idx="4566">
                  <c:v>0.91339999999993204</c:v>
                </c:pt>
                <c:pt idx="4567">
                  <c:v>0.91359999999993202</c:v>
                </c:pt>
                <c:pt idx="4568">
                  <c:v>0.913799999999932</c:v>
                </c:pt>
                <c:pt idx="4569">
                  <c:v>0.91399999999993198</c:v>
                </c:pt>
                <c:pt idx="4570">
                  <c:v>0.91419999999993196</c:v>
                </c:pt>
                <c:pt idx="4571">
                  <c:v>0.91439999999993204</c:v>
                </c:pt>
                <c:pt idx="4572">
                  <c:v>0.91459999999993202</c:v>
                </c:pt>
                <c:pt idx="4573">
                  <c:v>0.914799999999932</c:v>
                </c:pt>
                <c:pt idx="4574">
                  <c:v>0.91499999999993198</c:v>
                </c:pt>
                <c:pt idx="4575">
                  <c:v>0.91519999999993196</c:v>
                </c:pt>
                <c:pt idx="4576">
                  <c:v>0.91539999999993205</c:v>
                </c:pt>
                <c:pt idx="4577">
                  <c:v>0.91559999999993202</c:v>
                </c:pt>
                <c:pt idx="4578">
                  <c:v>0.915799999999932</c:v>
                </c:pt>
                <c:pt idx="4579">
                  <c:v>0.91599999999993198</c:v>
                </c:pt>
                <c:pt idx="4580">
                  <c:v>0.91619999999993196</c:v>
                </c:pt>
                <c:pt idx="4581">
                  <c:v>0.91639999999993205</c:v>
                </c:pt>
                <c:pt idx="4582">
                  <c:v>0.91659999999993202</c:v>
                </c:pt>
                <c:pt idx="4583">
                  <c:v>0.916799999999932</c:v>
                </c:pt>
                <c:pt idx="4584">
                  <c:v>0.91699999999993198</c:v>
                </c:pt>
                <c:pt idx="4585">
                  <c:v>0.91719999999993196</c:v>
                </c:pt>
                <c:pt idx="4586">
                  <c:v>0.91739999999993205</c:v>
                </c:pt>
                <c:pt idx="4587">
                  <c:v>0.91759999999993203</c:v>
                </c:pt>
                <c:pt idx="4588">
                  <c:v>0.917799999999932</c:v>
                </c:pt>
                <c:pt idx="4589">
                  <c:v>0.91799999999993198</c:v>
                </c:pt>
                <c:pt idx="4590">
                  <c:v>0.91819999999993196</c:v>
                </c:pt>
                <c:pt idx="4591">
                  <c:v>0.91839999999993105</c:v>
                </c:pt>
                <c:pt idx="4592">
                  <c:v>0.91859999999993103</c:v>
                </c:pt>
                <c:pt idx="4593">
                  <c:v>0.91879999999993101</c:v>
                </c:pt>
                <c:pt idx="4594">
                  <c:v>0.91899999999993098</c:v>
                </c:pt>
                <c:pt idx="4595">
                  <c:v>0.91919999999993096</c:v>
                </c:pt>
                <c:pt idx="4596">
                  <c:v>0.91939999999993105</c:v>
                </c:pt>
                <c:pt idx="4597">
                  <c:v>0.91959999999993103</c:v>
                </c:pt>
                <c:pt idx="4598">
                  <c:v>0.91979999999993101</c:v>
                </c:pt>
                <c:pt idx="4599">
                  <c:v>0.91999999999993098</c:v>
                </c:pt>
                <c:pt idx="4600">
                  <c:v>0.92019999999993096</c:v>
                </c:pt>
                <c:pt idx="4601">
                  <c:v>0.92039999999993105</c:v>
                </c:pt>
                <c:pt idx="4602">
                  <c:v>0.92059999999993103</c:v>
                </c:pt>
                <c:pt idx="4603">
                  <c:v>0.92079999999993101</c:v>
                </c:pt>
                <c:pt idx="4604">
                  <c:v>0.92099999999993098</c:v>
                </c:pt>
                <c:pt idx="4605">
                  <c:v>0.92119999999993096</c:v>
                </c:pt>
                <c:pt idx="4606">
                  <c:v>0.92139999999993105</c:v>
                </c:pt>
                <c:pt idx="4607">
                  <c:v>0.92159999999993103</c:v>
                </c:pt>
                <c:pt idx="4608">
                  <c:v>0.92179999999993101</c:v>
                </c:pt>
                <c:pt idx="4609">
                  <c:v>0.92199999999993099</c:v>
                </c:pt>
                <c:pt idx="4610">
                  <c:v>0.92219999999993096</c:v>
                </c:pt>
                <c:pt idx="4611">
                  <c:v>0.92239999999993105</c:v>
                </c:pt>
                <c:pt idx="4612">
                  <c:v>0.92259999999993103</c:v>
                </c:pt>
                <c:pt idx="4613">
                  <c:v>0.92279999999993101</c:v>
                </c:pt>
                <c:pt idx="4614">
                  <c:v>0.92299999999993099</c:v>
                </c:pt>
                <c:pt idx="4615">
                  <c:v>0.92319999999993096</c:v>
                </c:pt>
                <c:pt idx="4616">
                  <c:v>0.92339999999993105</c:v>
                </c:pt>
                <c:pt idx="4617">
                  <c:v>0.92359999999993103</c:v>
                </c:pt>
                <c:pt idx="4618">
                  <c:v>0.92379999999993101</c:v>
                </c:pt>
                <c:pt idx="4619">
                  <c:v>0.92399999999993099</c:v>
                </c:pt>
                <c:pt idx="4620">
                  <c:v>0.92419999999993097</c:v>
                </c:pt>
                <c:pt idx="4621">
                  <c:v>0.92439999999993105</c:v>
                </c:pt>
                <c:pt idx="4622">
                  <c:v>0.92459999999993103</c:v>
                </c:pt>
                <c:pt idx="4623">
                  <c:v>0.92479999999993101</c:v>
                </c:pt>
                <c:pt idx="4624">
                  <c:v>0.92499999999993099</c:v>
                </c:pt>
                <c:pt idx="4625">
                  <c:v>0.92519999999993097</c:v>
                </c:pt>
                <c:pt idx="4626">
                  <c:v>0.92539999999993106</c:v>
                </c:pt>
                <c:pt idx="4627">
                  <c:v>0.92559999999993103</c:v>
                </c:pt>
                <c:pt idx="4628">
                  <c:v>0.92579999999993101</c:v>
                </c:pt>
                <c:pt idx="4629">
                  <c:v>0.92599999999993099</c:v>
                </c:pt>
                <c:pt idx="4630">
                  <c:v>0.92619999999993097</c:v>
                </c:pt>
                <c:pt idx="4631">
                  <c:v>0.92639999999993095</c:v>
                </c:pt>
                <c:pt idx="4632">
                  <c:v>0.92659999999993103</c:v>
                </c:pt>
                <c:pt idx="4633">
                  <c:v>0.92679999999993101</c:v>
                </c:pt>
                <c:pt idx="4634">
                  <c:v>0.92699999999993099</c:v>
                </c:pt>
                <c:pt idx="4635">
                  <c:v>0.92719999999993097</c:v>
                </c:pt>
                <c:pt idx="4636">
                  <c:v>0.92739999999993095</c:v>
                </c:pt>
                <c:pt idx="4637">
                  <c:v>0.92759999999993004</c:v>
                </c:pt>
                <c:pt idx="4638">
                  <c:v>0.92779999999993001</c:v>
                </c:pt>
                <c:pt idx="4639">
                  <c:v>0.92799999999992999</c:v>
                </c:pt>
                <c:pt idx="4640">
                  <c:v>0.92819999999992997</c:v>
                </c:pt>
                <c:pt idx="4641">
                  <c:v>0.92839999999992995</c:v>
                </c:pt>
                <c:pt idx="4642">
                  <c:v>0.92859999999993004</c:v>
                </c:pt>
                <c:pt idx="4643">
                  <c:v>0.92879999999993001</c:v>
                </c:pt>
                <c:pt idx="4644">
                  <c:v>0.92899999999992999</c:v>
                </c:pt>
                <c:pt idx="4645">
                  <c:v>0.92919999999992997</c:v>
                </c:pt>
                <c:pt idx="4646">
                  <c:v>0.92939999999992995</c:v>
                </c:pt>
                <c:pt idx="4647">
                  <c:v>0.92959999999993004</c:v>
                </c:pt>
                <c:pt idx="4648">
                  <c:v>0.92979999999993002</c:v>
                </c:pt>
                <c:pt idx="4649">
                  <c:v>0.92999999999992999</c:v>
                </c:pt>
                <c:pt idx="4650">
                  <c:v>0.93019999999992997</c:v>
                </c:pt>
                <c:pt idx="4651">
                  <c:v>0.93039999999992995</c:v>
                </c:pt>
                <c:pt idx="4652">
                  <c:v>0.93059999999993004</c:v>
                </c:pt>
                <c:pt idx="4653">
                  <c:v>0.93079999999993002</c:v>
                </c:pt>
                <c:pt idx="4654">
                  <c:v>0.93099999999992999</c:v>
                </c:pt>
                <c:pt idx="4655">
                  <c:v>0.93119999999992997</c:v>
                </c:pt>
                <c:pt idx="4656">
                  <c:v>0.93139999999992995</c:v>
                </c:pt>
                <c:pt idx="4657">
                  <c:v>0.93159999999993004</c:v>
                </c:pt>
                <c:pt idx="4658">
                  <c:v>0.93179999999993002</c:v>
                </c:pt>
                <c:pt idx="4659">
                  <c:v>0.93199999999993</c:v>
                </c:pt>
                <c:pt idx="4660">
                  <c:v>0.93219999999992997</c:v>
                </c:pt>
                <c:pt idx="4661">
                  <c:v>0.93239999999992995</c:v>
                </c:pt>
                <c:pt idx="4662">
                  <c:v>0.93259999999993004</c:v>
                </c:pt>
                <c:pt idx="4663">
                  <c:v>0.93279999999993002</c:v>
                </c:pt>
                <c:pt idx="4664">
                  <c:v>0.93299999999993</c:v>
                </c:pt>
                <c:pt idx="4665">
                  <c:v>0.93319999999992997</c:v>
                </c:pt>
                <c:pt idx="4666">
                  <c:v>0.93339999999992995</c:v>
                </c:pt>
                <c:pt idx="4667">
                  <c:v>0.93359999999993004</c:v>
                </c:pt>
                <c:pt idx="4668">
                  <c:v>0.93379999999993002</c:v>
                </c:pt>
                <c:pt idx="4669">
                  <c:v>0.93399999999993</c:v>
                </c:pt>
                <c:pt idx="4670">
                  <c:v>0.93419999999992998</c:v>
                </c:pt>
                <c:pt idx="4671">
                  <c:v>0.93439999999992995</c:v>
                </c:pt>
                <c:pt idx="4672">
                  <c:v>0.93459999999993004</c:v>
                </c:pt>
                <c:pt idx="4673">
                  <c:v>0.93479999999993002</c:v>
                </c:pt>
                <c:pt idx="4674">
                  <c:v>0.93499999999993</c:v>
                </c:pt>
                <c:pt idx="4675">
                  <c:v>0.93519999999992998</c:v>
                </c:pt>
                <c:pt idx="4676">
                  <c:v>0.93539999999992995</c:v>
                </c:pt>
                <c:pt idx="4677">
                  <c:v>0.93559999999993004</c:v>
                </c:pt>
                <c:pt idx="4678">
                  <c:v>0.93579999999993002</c:v>
                </c:pt>
                <c:pt idx="4679">
                  <c:v>0.93599999999993</c:v>
                </c:pt>
                <c:pt idx="4680">
                  <c:v>0.93619999999992998</c:v>
                </c:pt>
                <c:pt idx="4681">
                  <c:v>0.93639999999992996</c:v>
                </c:pt>
                <c:pt idx="4682">
                  <c:v>0.93659999999992904</c:v>
                </c:pt>
                <c:pt idx="4683">
                  <c:v>0.93679999999992902</c:v>
                </c:pt>
                <c:pt idx="4684">
                  <c:v>0.936999999999929</c:v>
                </c:pt>
                <c:pt idx="4685">
                  <c:v>0.93719999999992898</c:v>
                </c:pt>
                <c:pt idx="4686">
                  <c:v>0.93739999999992896</c:v>
                </c:pt>
                <c:pt idx="4687">
                  <c:v>0.93759999999992905</c:v>
                </c:pt>
                <c:pt idx="4688">
                  <c:v>0.93779999999992902</c:v>
                </c:pt>
                <c:pt idx="4689">
                  <c:v>0.937999999999929</c:v>
                </c:pt>
                <c:pt idx="4690">
                  <c:v>0.93819999999992898</c:v>
                </c:pt>
                <c:pt idx="4691">
                  <c:v>0.93839999999992896</c:v>
                </c:pt>
                <c:pt idx="4692">
                  <c:v>0.93859999999992905</c:v>
                </c:pt>
                <c:pt idx="4693">
                  <c:v>0.93879999999992902</c:v>
                </c:pt>
                <c:pt idx="4694">
                  <c:v>0.938999999999929</c:v>
                </c:pt>
                <c:pt idx="4695">
                  <c:v>0.93919999999992898</c:v>
                </c:pt>
                <c:pt idx="4696">
                  <c:v>0.93939999999992896</c:v>
                </c:pt>
                <c:pt idx="4697">
                  <c:v>0.93959999999992905</c:v>
                </c:pt>
                <c:pt idx="4698">
                  <c:v>0.93979999999992903</c:v>
                </c:pt>
                <c:pt idx="4699">
                  <c:v>0.939999999999929</c:v>
                </c:pt>
                <c:pt idx="4700">
                  <c:v>0.94019999999992898</c:v>
                </c:pt>
                <c:pt idx="4701">
                  <c:v>0.94039999999992896</c:v>
                </c:pt>
                <c:pt idx="4702">
                  <c:v>0.94059999999992905</c:v>
                </c:pt>
                <c:pt idx="4703">
                  <c:v>0.94079999999992903</c:v>
                </c:pt>
                <c:pt idx="4704">
                  <c:v>0.940999999999929</c:v>
                </c:pt>
                <c:pt idx="4705">
                  <c:v>0.94119999999992898</c:v>
                </c:pt>
                <c:pt idx="4706">
                  <c:v>0.94139999999992896</c:v>
                </c:pt>
                <c:pt idx="4707">
                  <c:v>0.94159999999992905</c:v>
                </c:pt>
                <c:pt idx="4708">
                  <c:v>0.94179999999992903</c:v>
                </c:pt>
                <c:pt idx="4709">
                  <c:v>0.94199999999992901</c:v>
                </c:pt>
                <c:pt idx="4710">
                  <c:v>0.94219999999992898</c:v>
                </c:pt>
                <c:pt idx="4711">
                  <c:v>0.94239999999992896</c:v>
                </c:pt>
                <c:pt idx="4712">
                  <c:v>0.94259999999992905</c:v>
                </c:pt>
                <c:pt idx="4713">
                  <c:v>0.94279999999992903</c:v>
                </c:pt>
                <c:pt idx="4714">
                  <c:v>0.94299999999992901</c:v>
                </c:pt>
                <c:pt idx="4715">
                  <c:v>0.94319999999992898</c:v>
                </c:pt>
                <c:pt idx="4716">
                  <c:v>0.94339999999992896</c:v>
                </c:pt>
                <c:pt idx="4717">
                  <c:v>0.94359999999992905</c:v>
                </c:pt>
                <c:pt idx="4718">
                  <c:v>0.94379999999992903</c:v>
                </c:pt>
                <c:pt idx="4719">
                  <c:v>0.94399999999992901</c:v>
                </c:pt>
                <c:pt idx="4720">
                  <c:v>0.94419999999992898</c:v>
                </c:pt>
                <c:pt idx="4721">
                  <c:v>0.94439999999992896</c:v>
                </c:pt>
                <c:pt idx="4722">
                  <c:v>0.94459999999992905</c:v>
                </c:pt>
                <c:pt idx="4723">
                  <c:v>0.94479999999992903</c:v>
                </c:pt>
                <c:pt idx="4724">
                  <c:v>0.94499999999992901</c:v>
                </c:pt>
                <c:pt idx="4725">
                  <c:v>0.94519999999992899</c:v>
                </c:pt>
                <c:pt idx="4726">
                  <c:v>0.94539999999992896</c:v>
                </c:pt>
                <c:pt idx="4727">
                  <c:v>0.94559999999992805</c:v>
                </c:pt>
                <c:pt idx="4728">
                  <c:v>0.94579999999992803</c:v>
                </c:pt>
                <c:pt idx="4729">
                  <c:v>0.94599999999992801</c:v>
                </c:pt>
                <c:pt idx="4730">
                  <c:v>0.94619999999992799</c:v>
                </c:pt>
                <c:pt idx="4731">
                  <c:v>0.94639999999992797</c:v>
                </c:pt>
                <c:pt idx="4732">
                  <c:v>0.94659999999992805</c:v>
                </c:pt>
                <c:pt idx="4733">
                  <c:v>0.94679999999992803</c:v>
                </c:pt>
                <c:pt idx="4734">
                  <c:v>0.94699999999992801</c:v>
                </c:pt>
                <c:pt idx="4735">
                  <c:v>0.94719999999992799</c:v>
                </c:pt>
                <c:pt idx="4736">
                  <c:v>0.94739999999992797</c:v>
                </c:pt>
                <c:pt idx="4737">
                  <c:v>0.94759999999992806</c:v>
                </c:pt>
                <c:pt idx="4738">
                  <c:v>0.94779999999992803</c:v>
                </c:pt>
                <c:pt idx="4739">
                  <c:v>0.94799999999992801</c:v>
                </c:pt>
                <c:pt idx="4740">
                  <c:v>0.94819999999992799</c:v>
                </c:pt>
                <c:pt idx="4741">
                  <c:v>0.94839999999992797</c:v>
                </c:pt>
                <c:pt idx="4742">
                  <c:v>0.94859999999992795</c:v>
                </c:pt>
                <c:pt idx="4743">
                  <c:v>0.94879999999992803</c:v>
                </c:pt>
                <c:pt idx="4744">
                  <c:v>0.94899999999992801</c:v>
                </c:pt>
                <c:pt idx="4745">
                  <c:v>0.94919999999992799</c:v>
                </c:pt>
                <c:pt idx="4746">
                  <c:v>0.94939999999992797</c:v>
                </c:pt>
                <c:pt idx="4747">
                  <c:v>0.94959999999992795</c:v>
                </c:pt>
                <c:pt idx="4748">
                  <c:v>0.94979999999992804</c:v>
                </c:pt>
                <c:pt idx="4749">
                  <c:v>0.94999999999992801</c:v>
                </c:pt>
                <c:pt idx="4750">
                  <c:v>0.95019999999992799</c:v>
                </c:pt>
                <c:pt idx="4751">
                  <c:v>0.95039999999992797</c:v>
                </c:pt>
                <c:pt idx="4752">
                  <c:v>0.95059999999992795</c:v>
                </c:pt>
                <c:pt idx="4753">
                  <c:v>0.95079999999992804</c:v>
                </c:pt>
                <c:pt idx="4754">
                  <c:v>0.95099999999992801</c:v>
                </c:pt>
                <c:pt idx="4755">
                  <c:v>0.95119999999992799</c:v>
                </c:pt>
                <c:pt idx="4756">
                  <c:v>0.95139999999992797</c:v>
                </c:pt>
                <c:pt idx="4757">
                  <c:v>0.95159999999992795</c:v>
                </c:pt>
                <c:pt idx="4758">
                  <c:v>0.95179999999992804</c:v>
                </c:pt>
                <c:pt idx="4759">
                  <c:v>0.95199999999992801</c:v>
                </c:pt>
                <c:pt idx="4760">
                  <c:v>0.95219999999992799</c:v>
                </c:pt>
                <c:pt idx="4761">
                  <c:v>0.95239999999992797</c:v>
                </c:pt>
                <c:pt idx="4762">
                  <c:v>0.95259999999992795</c:v>
                </c:pt>
                <c:pt idx="4763">
                  <c:v>0.95279999999992804</c:v>
                </c:pt>
                <c:pt idx="4764">
                  <c:v>0.95299999999992802</c:v>
                </c:pt>
                <c:pt idx="4765">
                  <c:v>0.95319999999992799</c:v>
                </c:pt>
                <c:pt idx="4766">
                  <c:v>0.95339999999992797</c:v>
                </c:pt>
                <c:pt idx="4767">
                  <c:v>0.95359999999992795</c:v>
                </c:pt>
                <c:pt idx="4768">
                  <c:v>0.95379999999992804</c:v>
                </c:pt>
                <c:pt idx="4769">
                  <c:v>0.95399999999992802</c:v>
                </c:pt>
                <c:pt idx="4770">
                  <c:v>0.95419999999992799</c:v>
                </c:pt>
                <c:pt idx="4771">
                  <c:v>0.95439999999992797</c:v>
                </c:pt>
                <c:pt idx="4772">
                  <c:v>0.95459999999992795</c:v>
                </c:pt>
                <c:pt idx="4773">
                  <c:v>0.95479999999992704</c:v>
                </c:pt>
                <c:pt idx="4774">
                  <c:v>0.95499999999992702</c:v>
                </c:pt>
                <c:pt idx="4775">
                  <c:v>0.955199999999927</c:v>
                </c:pt>
                <c:pt idx="4776">
                  <c:v>0.95539999999992697</c:v>
                </c:pt>
                <c:pt idx="4777">
                  <c:v>0.95559999999992695</c:v>
                </c:pt>
                <c:pt idx="4778">
                  <c:v>0.95579999999992704</c:v>
                </c:pt>
                <c:pt idx="4779">
                  <c:v>0.95599999999992702</c:v>
                </c:pt>
                <c:pt idx="4780">
                  <c:v>0.956199999999927</c:v>
                </c:pt>
                <c:pt idx="4781">
                  <c:v>0.95639999999992698</c:v>
                </c:pt>
                <c:pt idx="4782">
                  <c:v>0.95659999999992695</c:v>
                </c:pt>
                <c:pt idx="4783">
                  <c:v>0.95679999999992704</c:v>
                </c:pt>
                <c:pt idx="4784">
                  <c:v>0.95699999999992702</c:v>
                </c:pt>
                <c:pt idx="4785">
                  <c:v>0.957199999999927</c:v>
                </c:pt>
                <c:pt idx="4786">
                  <c:v>0.95739999999992698</c:v>
                </c:pt>
                <c:pt idx="4787">
                  <c:v>0.95759999999992695</c:v>
                </c:pt>
                <c:pt idx="4788">
                  <c:v>0.95779999999992704</c:v>
                </c:pt>
                <c:pt idx="4789">
                  <c:v>0.95799999999992702</c:v>
                </c:pt>
                <c:pt idx="4790">
                  <c:v>0.958199999999927</c:v>
                </c:pt>
                <c:pt idx="4791">
                  <c:v>0.95839999999992698</c:v>
                </c:pt>
                <c:pt idx="4792">
                  <c:v>0.95859999999992695</c:v>
                </c:pt>
                <c:pt idx="4793">
                  <c:v>0.95879999999992704</c:v>
                </c:pt>
                <c:pt idx="4794">
                  <c:v>0.95899999999992702</c:v>
                </c:pt>
                <c:pt idx="4795">
                  <c:v>0.959199999999927</c:v>
                </c:pt>
                <c:pt idx="4796">
                  <c:v>0.95939999999992698</c:v>
                </c:pt>
                <c:pt idx="4797">
                  <c:v>0.95959999999992696</c:v>
                </c:pt>
                <c:pt idx="4798">
                  <c:v>0.95979999999992704</c:v>
                </c:pt>
                <c:pt idx="4799">
                  <c:v>0.95999999999992702</c:v>
                </c:pt>
                <c:pt idx="4800">
                  <c:v>0.960199999999927</c:v>
                </c:pt>
                <c:pt idx="4801">
                  <c:v>0.96039999999992698</c:v>
                </c:pt>
                <c:pt idx="4802">
                  <c:v>0.96059999999992696</c:v>
                </c:pt>
                <c:pt idx="4803">
                  <c:v>0.96079999999992705</c:v>
                </c:pt>
                <c:pt idx="4804">
                  <c:v>0.96099999999992702</c:v>
                </c:pt>
                <c:pt idx="4805">
                  <c:v>0.961199999999927</c:v>
                </c:pt>
                <c:pt idx="4806">
                  <c:v>0.96139999999992698</c:v>
                </c:pt>
                <c:pt idx="4807">
                  <c:v>0.96159999999992696</c:v>
                </c:pt>
                <c:pt idx="4808">
                  <c:v>0.96179999999992705</c:v>
                </c:pt>
                <c:pt idx="4809">
                  <c:v>0.96199999999992702</c:v>
                </c:pt>
                <c:pt idx="4810">
                  <c:v>0.962199999999927</c:v>
                </c:pt>
                <c:pt idx="4811">
                  <c:v>0.96239999999992698</c:v>
                </c:pt>
                <c:pt idx="4812">
                  <c:v>0.96259999999992696</c:v>
                </c:pt>
                <c:pt idx="4813">
                  <c:v>0.96279999999992705</c:v>
                </c:pt>
                <c:pt idx="4814">
                  <c:v>0.96299999999992703</c:v>
                </c:pt>
                <c:pt idx="4815">
                  <c:v>0.963199999999927</c:v>
                </c:pt>
                <c:pt idx="4816">
                  <c:v>0.96339999999992698</c:v>
                </c:pt>
                <c:pt idx="4817">
                  <c:v>0.96359999999992696</c:v>
                </c:pt>
                <c:pt idx="4818">
                  <c:v>0.96379999999992605</c:v>
                </c:pt>
                <c:pt idx="4819">
                  <c:v>0.96399999999992603</c:v>
                </c:pt>
                <c:pt idx="4820">
                  <c:v>0.96419999999992601</c:v>
                </c:pt>
                <c:pt idx="4821">
                  <c:v>0.96439999999992598</c:v>
                </c:pt>
                <c:pt idx="4822">
                  <c:v>0.96459999999992596</c:v>
                </c:pt>
                <c:pt idx="4823">
                  <c:v>0.96479999999992605</c:v>
                </c:pt>
                <c:pt idx="4824">
                  <c:v>0.96499999999992603</c:v>
                </c:pt>
                <c:pt idx="4825">
                  <c:v>0.96519999999992601</c:v>
                </c:pt>
                <c:pt idx="4826">
                  <c:v>0.96539999999992598</c:v>
                </c:pt>
                <c:pt idx="4827">
                  <c:v>0.96559999999992596</c:v>
                </c:pt>
                <c:pt idx="4828">
                  <c:v>0.96579999999992605</c:v>
                </c:pt>
                <c:pt idx="4829">
                  <c:v>0.96599999999992603</c:v>
                </c:pt>
                <c:pt idx="4830">
                  <c:v>0.96619999999992601</c:v>
                </c:pt>
                <c:pt idx="4831">
                  <c:v>0.96639999999992598</c:v>
                </c:pt>
                <c:pt idx="4832">
                  <c:v>0.96659999999992596</c:v>
                </c:pt>
                <c:pt idx="4833">
                  <c:v>0.96679999999992605</c:v>
                </c:pt>
                <c:pt idx="4834">
                  <c:v>0.96699999999992603</c:v>
                </c:pt>
                <c:pt idx="4835">
                  <c:v>0.96719999999992601</c:v>
                </c:pt>
                <c:pt idx="4836">
                  <c:v>0.96739999999992599</c:v>
                </c:pt>
                <c:pt idx="4837">
                  <c:v>0.96759999999992596</c:v>
                </c:pt>
                <c:pt idx="4838">
                  <c:v>0.96779999999992605</c:v>
                </c:pt>
                <c:pt idx="4839">
                  <c:v>0.96799999999992603</c:v>
                </c:pt>
                <c:pt idx="4840">
                  <c:v>0.96819999999992601</c:v>
                </c:pt>
                <c:pt idx="4841">
                  <c:v>0.96839999999992599</c:v>
                </c:pt>
                <c:pt idx="4842">
                  <c:v>0.96859999999992596</c:v>
                </c:pt>
                <c:pt idx="4843">
                  <c:v>0.96879999999992605</c:v>
                </c:pt>
                <c:pt idx="4844">
                  <c:v>0.96899999999992603</c:v>
                </c:pt>
                <c:pt idx="4845">
                  <c:v>0.96919999999992601</c:v>
                </c:pt>
                <c:pt idx="4846">
                  <c:v>0.96939999999992599</c:v>
                </c:pt>
                <c:pt idx="4847">
                  <c:v>0.96959999999992597</c:v>
                </c:pt>
                <c:pt idx="4848">
                  <c:v>0.96979999999992605</c:v>
                </c:pt>
                <c:pt idx="4849">
                  <c:v>0.96999999999992603</c:v>
                </c:pt>
                <c:pt idx="4850">
                  <c:v>0.97019999999992601</c:v>
                </c:pt>
                <c:pt idx="4851">
                  <c:v>0.97039999999992599</c:v>
                </c:pt>
                <c:pt idx="4852">
                  <c:v>0.97059999999992597</c:v>
                </c:pt>
                <c:pt idx="4853">
                  <c:v>0.97079999999992606</c:v>
                </c:pt>
                <c:pt idx="4854">
                  <c:v>0.97099999999992603</c:v>
                </c:pt>
                <c:pt idx="4855">
                  <c:v>0.97119999999992601</c:v>
                </c:pt>
                <c:pt idx="4856">
                  <c:v>0.97139999999992599</c:v>
                </c:pt>
                <c:pt idx="4857">
                  <c:v>0.97159999999992597</c:v>
                </c:pt>
                <c:pt idx="4858">
                  <c:v>0.97179999999992595</c:v>
                </c:pt>
                <c:pt idx="4859">
                  <c:v>0.97199999999992603</c:v>
                </c:pt>
                <c:pt idx="4860">
                  <c:v>0.97219999999992601</c:v>
                </c:pt>
                <c:pt idx="4861">
                  <c:v>0.97239999999992599</c:v>
                </c:pt>
                <c:pt idx="4862">
                  <c:v>0.97259999999992597</c:v>
                </c:pt>
                <c:pt idx="4863">
                  <c:v>0.97279999999992595</c:v>
                </c:pt>
                <c:pt idx="4864">
                  <c:v>0.97299999999992504</c:v>
                </c:pt>
                <c:pt idx="4865">
                  <c:v>0.97319999999992501</c:v>
                </c:pt>
                <c:pt idx="4866">
                  <c:v>0.97339999999992499</c:v>
                </c:pt>
                <c:pt idx="4867">
                  <c:v>0.97359999999992497</c:v>
                </c:pt>
                <c:pt idx="4868">
                  <c:v>0.97379999999992495</c:v>
                </c:pt>
                <c:pt idx="4869">
                  <c:v>0.97399999999992504</c:v>
                </c:pt>
                <c:pt idx="4870">
                  <c:v>0.97419999999992501</c:v>
                </c:pt>
                <c:pt idx="4871">
                  <c:v>0.97439999999992499</c:v>
                </c:pt>
                <c:pt idx="4872">
                  <c:v>0.97459999999992497</c:v>
                </c:pt>
                <c:pt idx="4873">
                  <c:v>0.97479999999992495</c:v>
                </c:pt>
                <c:pt idx="4874">
                  <c:v>0.97499999999992504</c:v>
                </c:pt>
                <c:pt idx="4875">
                  <c:v>0.97519999999992502</c:v>
                </c:pt>
                <c:pt idx="4876">
                  <c:v>0.97539999999992499</c:v>
                </c:pt>
                <c:pt idx="4877">
                  <c:v>0.97559999999992497</c:v>
                </c:pt>
                <c:pt idx="4878">
                  <c:v>0.97579999999992495</c:v>
                </c:pt>
                <c:pt idx="4879">
                  <c:v>0.97599999999992504</c:v>
                </c:pt>
                <c:pt idx="4880">
                  <c:v>0.97619999999992502</c:v>
                </c:pt>
                <c:pt idx="4881">
                  <c:v>0.97639999999992499</c:v>
                </c:pt>
                <c:pt idx="4882">
                  <c:v>0.97659999999992497</c:v>
                </c:pt>
                <c:pt idx="4883">
                  <c:v>0.97679999999992495</c:v>
                </c:pt>
                <c:pt idx="4884">
                  <c:v>0.97699999999992504</c:v>
                </c:pt>
                <c:pt idx="4885">
                  <c:v>0.97719999999992502</c:v>
                </c:pt>
                <c:pt idx="4886">
                  <c:v>0.977399999999925</c:v>
                </c:pt>
                <c:pt idx="4887">
                  <c:v>0.97759999999992497</c:v>
                </c:pt>
                <c:pt idx="4888">
                  <c:v>0.97779999999992495</c:v>
                </c:pt>
                <c:pt idx="4889">
                  <c:v>0.97799999999992504</c:v>
                </c:pt>
                <c:pt idx="4890">
                  <c:v>0.97819999999992502</c:v>
                </c:pt>
                <c:pt idx="4891">
                  <c:v>0.978399999999925</c:v>
                </c:pt>
                <c:pt idx="4892">
                  <c:v>0.97859999999992497</c:v>
                </c:pt>
                <c:pt idx="4893">
                  <c:v>0.97879999999992495</c:v>
                </c:pt>
                <c:pt idx="4894">
                  <c:v>0.97899999999992504</c:v>
                </c:pt>
                <c:pt idx="4895">
                  <c:v>0.97919999999992502</c:v>
                </c:pt>
                <c:pt idx="4896">
                  <c:v>0.979399999999925</c:v>
                </c:pt>
                <c:pt idx="4897">
                  <c:v>0.97959999999992498</c:v>
                </c:pt>
                <c:pt idx="4898">
                  <c:v>0.97979999999992495</c:v>
                </c:pt>
                <c:pt idx="4899">
                  <c:v>0.97999999999992504</c:v>
                </c:pt>
                <c:pt idx="4900">
                  <c:v>0.98019999999992502</c:v>
                </c:pt>
                <c:pt idx="4901">
                  <c:v>0.980399999999925</c:v>
                </c:pt>
                <c:pt idx="4902">
                  <c:v>0.98059999999992498</c:v>
                </c:pt>
                <c:pt idx="4903">
                  <c:v>0.98079999999992495</c:v>
                </c:pt>
                <c:pt idx="4904">
                  <c:v>0.98099999999992504</c:v>
                </c:pt>
                <c:pt idx="4905">
                  <c:v>0.98119999999992502</c:v>
                </c:pt>
                <c:pt idx="4906">
                  <c:v>0.981399999999925</c:v>
                </c:pt>
                <c:pt idx="4907">
                  <c:v>0.98159999999992498</c:v>
                </c:pt>
                <c:pt idx="4908">
                  <c:v>0.98179999999992495</c:v>
                </c:pt>
                <c:pt idx="4909">
                  <c:v>0.98199999999992404</c:v>
                </c:pt>
                <c:pt idx="4910">
                  <c:v>0.98219999999992402</c:v>
                </c:pt>
                <c:pt idx="4911">
                  <c:v>0.982399999999924</c:v>
                </c:pt>
                <c:pt idx="4912">
                  <c:v>0.98259999999992398</c:v>
                </c:pt>
                <c:pt idx="4913">
                  <c:v>0.98279999999992396</c:v>
                </c:pt>
                <c:pt idx="4914">
                  <c:v>0.98299999999992405</c:v>
                </c:pt>
                <c:pt idx="4915">
                  <c:v>0.98319999999992402</c:v>
                </c:pt>
                <c:pt idx="4916">
                  <c:v>0.983399999999924</c:v>
                </c:pt>
                <c:pt idx="4917">
                  <c:v>0.98359999999992398</c:v>
                </c:pt>
                <c:pt idx="4918">
                  <c:v>0.98379999999992396</c:v>
                </c:pt>
                <c:pt idx="4919">
                  <c:v>0.98399999999992405</c:v>
                </c:pt>
                <c:pt idx="4920">
                  <c:v>0.98419999999992402</c:v>
                </c:pt>
                <c:pt idx="4921">
                  <c:v>0.984399999999924</c:v>
                </c:pt>
                <c:pt idx="4922">
                  <c:v>0.98459999999992398</c:v>
                </c:pt>
                <c:pt idx="4923">
                  <c:v>0.98479999999992396</c:v>
                </c:pt>
                <c:pt idx="4924">
                  <c:v>0.98499999999992405</c:v>
                </c:pt>
                <c:pt idx="4925">
                  <c:v>0.98519999999992403</c:v>
                </c:pt>
                <c:pt idx="4926">
                  <c:v>0.985399999999924</c:v>
                </c:pt>
                <c:pt idx="4927">
                  <c:v>0.98559999999992398</c:v>
                </c:pt>
                <c:pt idx="4928">
                  <c:v>0.98579999999992396</c:v>
                </c:pt>
                <c:pt idx="4929">
                  <c:v>0.98599999999992405</c:v>
                </c:pt>
                <c:pt idx="4930">
                  <c:v>0.98619999999992403</c:v>
                </c:pt>
                <c:pt idx="4931">
                  <c:v>0.986399999999924</c:v>
                </c:pt>
                <c:pt idx="4932">
                  <c:v>0.98659999999992398</c:v>
                </c:pt>
                <c:pt idx="4933">
                  <c:v>0.98679999999992396</c:v>
                </c:pt>
                <c:pt idx="4934">
                  <c:v>0.98699999999992405</c:v>
                </c:pt>
                <c:pt idx="4935">
                  <c:v>0.98719999999992403</c:v>
                </c:pt>
                <c:pt idx="4936">
                  <c:v>0.98739999999992401</c:v>
                </c:pt>
                <c:pt idx="4937">
                  <c:v>0.98759999999992398</c:v>
                </c:pt>
                <c:pt idx="4938">
                  <c:v>0.98779999999992396</c:v>
                </c:pt>
                <c:pt idx="4939">
                  <c:v>0.98799999999992405</c:v>
                </c:pt>
                <c:pt idx="4940">
                  <c:v>0.98819999999992403</c:v>
                </c:pt>
                <c:pt idx="4941">
                  <c:v>0.98839999999992401</c:v>
                </c:pt>
                <c:pt idx="4942">
                  <c:v>0.98859999999992398</c:v>
                </c:pt>
                <c:pt idx="4943">
                  <c:v>0.98879999999992396</c:v>
                </c:pt>
                <c:pt idx="4944">
                  <c:v>0.98899999999992405</c:v>
                </c:pt>
                <c:pt idx="4945">
                  <c:v>0.98919999999992403</c:v>
                </c:pt>
                <c:pt idx="4946">
                  <c:v>0.98939999999992401</c:v>
                </c:pt>
                <c:pt idx="4947">
                  <c:v>0.98959999999992398</c:v>
                </c:pt>
                <c:pt idx="4948">
                  <c:v>0.98979999999992396</c:v>
                </c:pt>
                <c:pt idx="4949">
                  <c:v>0.98999999999992405</c:v>
                </c:pt>
                <c:pt idx="4950">
                  <c:v>0.99019999999992403</c:v>
                </c:pt>
                <c:pt idx="4951">
                  <c:v>0.99039999999992401</c:v>
                </c:pt>
                <c:pt idx="4952">
                  <c:v>0.99059999999992399</c:v>
                </c:pt>
                <c:pt idx="4953">
                  <c:v>0.99079999999992396</c:v>
                </c:pt>
                <c:pt idx="4954">
                  <c:v>0.99099999999992305</c:v>
                </c:pt>
                <c:pt idx="4955">
                  <c:v>0.99119999999992303</c:v>
                </c:pt>
                <c:pt idx="4956">
                  <c:v>0.99139999999992301</c:v>
                </c:pt>
                <c:pt idx="4957">
                  <c:v>0.99159999999992299</c:v>
                </c:pt>
                <c:pt idx="4958">
                  <c:v>0.99179999999992297</c:v>
                </c:pt>
                <c:pt idx="4959">
                  <c:v>0.99199999999992305</c:v>
                </c:pt>
                <c:pt idx="4960">
                  <c:v>0.99219999999992303</c:v>
                </c:pt>
                <c:pt idx="4961">
                  <c:v>0.99239999999992301</c:v>
                </c:pt>
                <c:pt idx="4962">
                  <c:v>0.99259999999992299</c:v>
                </c:pt>
                <c:pt idx="4963">
                  <c:v>0.99279999999992297</c:v>
                </c:pt>
                <c:pt idx="4964">
                  <c:v>0.99299999999992306</c:v>
                </c:pt>
                <c:pt idx="4965">
                  <c:v>0.99319999999992303</c:v>
                </c:pt>
                <c:pt idx="4966">
                  <c:v>0.99339999999992301</c:v>
                </c:pt>
                <c:pt idx="4967">
                  <c:v>0.99359999999992299</c:v>
                </c:pt>
                <c:pt idx="4968">
                  <c:v>0.99379999999992297</c:v>
                </c:pt>
                <c:pt idx="4969">
                  <c:v>0.99399999999992295</c:v>
                </c:pt>
                <c:pt idx="4970">
                  <c:v>0.99419999999992303</c:v>
                </c:pt>
                <c:pt idx="4971">
                  <c:v>0.99439999999992301</c:v>
                </c:pt>
                <c:pt idx="4972">
                  <c:v>0.99459999999992299</c:v>
                </c:pt>
                <c:pt idx="4973">
                  <c:v>0.99479999999992297</c:v>
                </c:pt>
                <c:pt idx="4974">
                  <c:v>0.99499999999992295</c:v>
                </c:pt>
                <c:pt idx="4975">
                  <c:v>0.99519999999992304</c:v>
                </c:pt>
                <c:pt idx="4976">
                  <c:v>0.99539999999992301</c:v>
                </c:pt>
                <c:pt idx="4977">
                  <c:v>0.99559999999992299</c:v>
                </c:pt>
                <c:pt idx="4978">
                  <c:v>0.99579999999992297</c:v>
                </c:pt>
                <c:pt idx="4979">
                  <c:v>0.99599999999992295</c:v>
                </c:pt>
                <c:pt idx="4980">
                  <c:v>0.99619999999992304</c:v>
                </c:pt>
                <c:pt idx="4981">
                  <c:v>0.99639999999992301</c:v>
                </c:pt>
                <c:pt idx="4982">
                  <c:v>0.99659999999992299</c:v>
                </c:pt>
                <c:pt idx="4983">
                  <c:v>0.99679999999992297</c:v>
                </c:pt>
                <c:pt idx="4984">
                  <c:v>0.99699999999992295</c:v>
                </c:pt>
                <c:pt idx="4985">
                  <c:v>0.99719999999992304</c:v>
                </c:pt>
                <c:pt idx="4986">
                  <c:v>0.99739999999992301</c:v>
                </c:pt>
                <c:pt idx="4987">
                  <c:v>0.99759999999992299</c:v>
                </c:pt>
                <c:pt idx="4988">
                  <c:v>0.99779999999992297</c:v>
                </c:pt>
                <c:pt idx="4989">
                  <c:v>0.99799999999992295</c:v>
                </c:pt>
                <c:pt idx="4990">
                  <c:v>0.99819999999992304</c:v>
                </c:pt>
                <c:pt idx="4991">
                  <c:v>0.99839999999992302</c:v>
                </c:pt>
                <c:pt idx="4992">
                  <c:v>0.99859999999992299</c:v>
                </c:pt>
                <c:pt idx="4993">
                  <c:v>0.99879999999992297</c:v>
                </c:pt>
                <c:pt idx="4994">
                  <c:v>0.99899999999992295</c:v>
                </c:pt>
                <c:pt idx="4995">
                  <c:v>0.99919999999992304</c:v>
                </c:pt>
                <c:pt idx="4996">
                  <c:v>0.99939999999992302</c:v>
                </c:pt>
                <c:pt idx="4997">
                  <c:v>0.99959999999992299</c:v>
                </c:pt>
                <c:pt idx="4998">
                  <c:v>0.99979999999992297</c:v>
                </c:pt>
                <c:pt idx="4999">
                  <c:v>0.99999999999992295</c:v>
                </c:pt>
              </c:numCache>
            </c:numRef>
          </c:xVal>
          <c:yVal>
            <c:numRef>
              <c:f>problem2!$I$2:$I$5001</c:f>
              <c:numCache>
                <c:formatCode>General</c:formatCode>
                <c:ptCount val="5000"/>
                <c:pt idx="0">
                  <c:v>55.775394599999998</c:v>
                </c:pt>
                <c:pt idx="1">
                  <c:v>55.775394599999998</c:v>
                </c:pt>
                <c:pt idx="2">
                  <c:v>55.775394599999998</c:v>
                </c:pt>
                <c:pt idx="3">
                  <c:v>55.775394599999998</c:v>
                </c:pt>
                <c:pt idx="4">
                  <c:v>55.775394599999998</c:v>
                </c:pt>
                <c:pt idx="5">
                  <c:v>55.775394599999998</c:v>
                </c:pt>
                <c:pt idx="6">
                  <c:v>55.775394599999998</c:v>
                </c:pt>
                <c:pt idx="7">
                  <c:v>55.775394599999998</c:v>
                </c:pt>
                <c:pt idx="8">
                  <c:v>55.775394599999998</c:v>
                </c:pt>
                <c:pt idx="9">
                  <c:v>55.775394599999998</c:v>
                </c:pt>
                <c:pt idx="10">
                  <c:v>55.775394599999998</c:v>
                </c:pt>
                <c:pt idx="11">
                  <c:v>55.775394599999998</c:v>
                </c:pt>
                <c:pt idx="12">
                  <c:v>55.775394599999998</c:v>
                </c:pt>
                <c:pt idx="13">
                  <c:v>55.775394599999998</c:v>
                </c:pt>
                <c:pt idx="14">
                  <c:v>55.775394599999998</c:v>
                </c:pt>
                <c:pt idx="15">
                  <c:v>55.775394599999998</c:v>
                </c:pt>
                <c:pt idx="16">
                  <c:v>55.775394599999998</c:v>
                </c:pt>
                <c:pt idx="17">
                  <c:v>55.775394599999998</c:v>
                </c:pt>
                <c:pt idx="18">
                  <c:v>55.775394599999998</c:v>
                </c:pt>
                <c:pt idx="19">
                  <c:v>55.775394599999998</c:v>
                </c:pt>
                <c:pt idx="20">
                  <c:v>55.775394599999998</c:v>
                </c:pt>
                <c:pt idx="21">
                  <c:v>55.775394599999998</c:v>
                </c:pt>
                <c:pt idx="22">
                  <c:v>55.775394599999998</c:v>
                </c:pt>
                <c:pt idx="23">
                  <c:v>55.775394599999998</c:v>
                </c:pt>
                <c:pt idx="24">
                  <c:v>55.775394599999998</c:v>
                </c:pt>
                <c:pt idx="25">
                  <c:v>55.775394599999998</c:v>
                </c:pt>
                <c:pt idx="26">
                  <c:v>55.775394599999998</c:v>
                </c:pt>
                <c:pt idx="27">
                  <c:v>55.775394599999998</c:v>
                </c:pt>
                <c:pt idx="28">
                  <c:v>55.775394599999998</c:v>
                </c:pt>
                <c:pt idx="29">
                  <c:v>55.775394599999998</c:v>
                </c:pt>
                <c:pt idx="30">
                  <c:v>55.775394599999998</c:v>
                </c:pt>
                <c:pt idx="31">
                  <c:v>55.775394599999998</c:v>
                </c:pt>
                <c:pt idx="32">
                  <c:v>55.775394599999998</c:v>
                </c:pt>
                <c:pt idx="33">
                  <c:v>55.775394599999998</c:v>
                </c:pt>
                <c:pt idx="34">
                  <c:v>55.775394599999998</c:v>
                </c:pt>
                <c:pt idx="35">
                  <c:v>55.775394599999998</c:v>
                </c:pt>
                <c:pt idx="36">
                  <c:v>55.775394599999998</c:v>
                </c:pt>
                <c:pt idx="37">
                  <c:v>55.775394599999998</c:v>
                </c:pt>
                <c:pt idx="38">
                  <c:v>55.775394599999998</c:v>
                </c:pt>
                <c:pt idx="39">
                  <c:v>55.775394599999998</c:v>
                </c:pt>
                <c:pt idx="40">
                  <c:v>55.775394599999998</c:v>
                </c:pt>
                <c:pt idx="41">
                  <c:v>55.775394599999998</c:v>
                </c:pt>
                <c:pt idx="42">
                  <c:v>56.814973199999997</c:v>
                </c:pt>
                <c:pt idx="43">
                  <c:v>56.814973199999997</c:v>
                </c:pt>
                <c:pt idx="44">
                  <c:v>56.814973199999997</c:v>
                </c:pt>
                <c:pt idx="45">
                  <c:v>56.814973199999997</c:v>
                </c:pt>
                <c:pt idx="46">
                  <c:v>56.814973199999997</c:v>
                </c:pt>
                <c:pt idx="47">
                  <c:v>56.814973199999997</c:v>
                </c:pt>
                <c:pt idx="48">
                  <c:v>56.814973199999997</c:v>
                </c:pt>
                <c:pt idx="49">
                  <c:v>56.814973199999997</c:v>
                </c:pt>
                <c:pt idx="50">
                  <c:v>56.814973199999997</c:v>
                </c:pt>
                <c:pt idx="51">
                  <c:v>56.814973199999997</c:v>
                </c:pt>
                <c:pt idx="52">
                  <c:v>56.814973199999997</c:v>
                </c:pt>
                <c:pt idx="53">
                  <c:v>56.814973199999997</c:v>
                </c:pt>
                <c:pt idx="54">
                  <c:v>56.814973199999997</c:v>
                </c:pt>
                <c:pt idx="55">
                  <c:v>56.814973199999997</c:v>
                </c:pt>
                <c:pt idx="56">
                  <c:v>56.814973199999997</c:v>
                </c:pt>
                <c:pt idx="57">
                  <c:v>56.814973199999997</c:v>
                </c:pt>
                <c:pt idx="58">
                  <c:v>56.814973199999997</c:v>
                </c:pt>
                <c:pt idx="59">
                  <c:v>56.814973199999997</c:v>
                </c:pt>
                <c:pt idx="60">
                  <c:v>56.814973199999997</c:v>
                </c:pt>
                <c:pt idx="61">
                  <c:v>56.814973199999997</c:v>
                </c:pt>
                <c:pt idx="62">
                  <c:v>56.814973199999997</c:v>
                </c:pt>
                <c:pt idx="63">
                  <c:v>56.814973199999997</c:v>
                </c:pt>
                <c:pt idx="64">
                  <c:v>56.814973199999997</c:v>
                </c:pt>
                <c:pt idx="65">
                  <c:v>56.814973199999997</c:v>
                </c:pt>
                <c:pt idx="66">
                  <c:v>56.814973199999997</c:v>
                </c:pt>
                <c:pt idx="67">
                  <c:v>56.814973199999997</c:v>
                </c:pt>
                <c:pt idx="68">
                  <c:v>56.814973199999997</c:v>
                </c:pt>
                <c:pt idx="69">
                  <c:v>56.814973199999997</c:v>
                </c:pt>
                <c:pt idx="70">
                  <c:v>56.814973199999997</c:v>
                </c:pt>
                <c:pt idx="71">
                  <c:v>56.814973199999997</c:v>
                </c:pt>
                <c:pt idx="72">
                  <c:v>56.814973199999997</c:v>
                </c:pt>
                <c:pt idx="73">
                  <c:v>56.814973199999997</c:v>
                </c:pt>
                <c:pt idx="74">
                  <c:v>56.814973199999997</c:v>
                </c:pt>
                <c:pt idx="75">
                  <c:v>56.814973199999997</c:v>
                </c:pt>
                <c:pt idx="76">
                  <c:v>56.814973199999997</c:v>
                </c:pt>
                <c:pt idx="77">
                  <c:v>56.814973199999997</c:v>
                </c:pt>
                <c:pt idx="78">
                  <c:v>56.814973199999997</c:v>
                </c:pt>
                <c:pt idx="79">
                  <c:v>56.814973199999997</c:v>
                </c:pt>
                <c:pt idx="80">
                  <c:v>56.814973199999997</c:v>
                </c:pt>
                <c:pt idx="81">
                  <c:v>56.814973199999997</c:v>
                </c:pt>
                <c:pt idx="82">
                  <c:v>56.814973199999997</c:v>
                </c:pt>
                <c:pt idx="83">
                  <c:v>56.814973199999997</c:v>
                </c:pt>
                <c:pt idx="84">
                  <c:v>56.814973199999997</c:v>
                </c:pt>
                <c:pt idx="85">
                  <c:v>57.016298399999997</c:v>
                </c:pt>
                <c:pt idx="86">
                  <c:v>57.016298399999997</c:v>
                </c:pt>
                <c:pt idx="87">
                  <c:v>57.016298399999997</c:v>
                </c:pt>
                <c:pt idx="88">
                  <c:v>57.016298399999997</c:v>
                </c:pt>
                <c:pt idx="89">
                  <c:v>57.016298399999997</c:v>
                </c:pt>
                <c:pt idx="90">
                  <c:v>57.016298399999997</c:v>
                </c:pt>
                <c:pt idx="91">
                  <c:v>57.016298399999997</c:v>
                </c:pt>
                <c:pt idx="92">
                  <c:v>57.016298399999997</c:v>
                </c:pt>
                <c:pt idx="93">
                  <c:v>57.016298399999997</c:v>
                </c:pt>
                <c:pt idx="94">
                  <c:v>57.016298399999997</c:v>
                </c:pt>
                <c:pt idx="95">
                  <c:v>57.016298399999997</c:v>
                </c:pt>
                <c:pt idx="96">
                  <c:v>57.016298399999997</c:v>
                </c:pt>
                <c:pt idx="97">
                  <c:v>57.016298399999997</c:v>
                </c:pt>
                <c:pt idx="98">
                  <c:v>57.016298399999997</c:v>
                </c:pt>
                <c:pt idx="99">
                  <c:v>57.016298399999997</c:v>
                </c:pt>
                <c:pt idx="100">
                  <c:v>57.016298399999997</c:v>
                </c:pt>
                <c:pt idx="101">
                  <c:v>57.016298399999997</c:v>
                </c:pt>
                <c:pt idx="102">
                  <c:v>57.016298399999997</c:v>
                </c:pt>
                <c:pt idx="103">
                  <c:v>57.016298399999997</c:v>
                </c:pt>
                <c:pt idx="104">
                  <c:v>57.016298399999997</c:v>
                </c:pt>
                <c:pt idx="105">
                  <c:v>57.016298399999997</c:v>
                </c:pt>
                <c:pt idx="106">
                  <c:v>57.016298399999997</c:v>
                </c:pt>
                <c:pt idx="107">
                  <c:v>57.016298399999997</c:v>
                </c:pt>
                <c:pt idx="108">
                  <c:v>57.016298399999997</c:v>
                </c:pt>
                <c:pt idx="109">
                  <c:v>57.016298399999997</c:v>
                </c:pt>
                <c:pt idx="110">
                  <c:v>57.016298399999997</c:v>
                </c:pt>
                <c:pt idx="111">
                  <c:v>57.016298399999997</c:v>
                </c:pt>
                <c:pt idx="112">
                  <c:v>57.016298399999997</c:v>
                </c:pt>
                <c:pt idx="113">
                  <c:v>57.016298399999997</c:v>
                </c:pt>
                <c:pt idx="114">
                  <c:v>57.016298399999997</c:v>
                </c:pt>
                <c:pt idx="115">
                  <c:v>57.016298399999997</c:v>
                </c:pt>
                <c:pt idx="116">
                  <c:v>57.016298399999997</c:v>
                </c:pt>
                <c:pt idx="117">
                  <c:v>57.016298399999997</c:v>
                </c:pt>
                <c:pt idx="118">
                  <c:v>57.016298399999997</c:v>
                </c:pt>
                <c:pt idx="119">
                  <c:v>57.016298399999997</c:v>
                </c:pt>
                <c:pt idx="120">
                  <c:v>57.016298399999997</c:v>
                </c:pt>
                <c:pt idx="121">
                  <c:v>57.016298399999997</c:v>
                </c:pt>
                <c:pt idx="122">
                  <c:v>57.016298399999997</c:v>
                </c:pt>
                <c:pt idx="123">
                  <c:v>57.016298399999997</c:v>
                </c:pt>
                <c:pt idx="124">
                  <c:v>57.016298399999997</c:v>
                </c:pt>
                <c:pt idx="125">
                  <c:v>57.016298399999997</c:v>
                </c:pt>
                <c:pt idx="126">
                  <c:v>57.016298399999997</c:v>
                </c:pt>
                <c:pt idx="127">
                  <c:v>57.016298399999997</c:v>
                </c:pt>
                <c:pt idx="128">
                  <c:v>57.016298399999997</c:v>
                </c:pt>
                <c:pt idx="129">
                  <c:v>57.016298399999997</c:v>
                </c:pt>
                <c:pt idx="130">
                  <c:v>57.016298399999997</c:v>
                </c:pt>
                <c:pt idx="131">
                  <c:v>57.016298399999997</c:v>
                </c:pt>
                <c:pt idx="132">
                  <c:v>57.016298399999997</c:v>
                </c:pt>
                <c:pt idx="133">
                  <c:v>57.016298399999997</c:v>
                </c:pt>
                <c:pt idx="134">
                  <c:v>57.016298399999997</c:v>
                </c:pt>
                <c:pt idx="135">
                  <c:v>57.016298399999997</c:v>
                </c:pt>
                <c:pt idx="136">
                  <c:v>57.016298399999997</c:v>
                </c:pt>
                <c:pt idx="137">
                  <c:v>57.016298399999997</c:v>
                </c:pt>
                <c:pt idx="138">
                  <c:v>57.016298399999997</c:v>
                </c:pt>
                <c:pt idx="139">
                  <c:v>57.016298399999997</c:v>
                </c:pt>
                <c:pt idx="140">
                  <c:v>57.016298399999997</c:v>
                </c:pt>
                <c:pt idx="141">
                  <c:v>57.016298399999997</c:v>
                </c:pt>
                <c:pt idx="142">
                  <c:v>57.016298399999997</c:v>
                </c:pt>
                <c:pt idx="143">
                  <c:v>57.016298399999997</c:v>
                </c:pt>
                <c:pt idx="144">
                  <c:v>57.016298399999997</c:v>
                </c:pt>
                <c:pt idx="145">
                  <c:v>57.016298399999997</c:v>
                </c:pt>
                <c:pt idx="146">
                  <c:v>57.016298399999997</c:v>
                </c:pt>
                <c:pt idx="147">
                  <c:v>57.016298399999997</c:v>
                </c:pt>
                <c:pt idx="148">
                  <c:v>57.016298399999997</c:v>
                </c:pt>
                <c:pt idx="149">
                  <c:v>57.016298399999997</c:v>
                </c:pt>
                <c:pt idx="150">
                  <c:v>57.016298399999997</c:v>
                </c:pt>
                <c:pt idx="151">
                  <c:v>57.016298399999997</c:v>
                </c:pt>
                <c:pt idx="152">
                  <c:v>57.016298399999997</c:v>
                </c:pt>
                <c:pt idx="153">
                  <c:v>57.016298399999997</c:v>
                </c:pt>
                <c:pt idx="154">
                  <c:v>57.016298399999997</c:v>
                </c:pt>
                <c:pt idx="155">
                  <c:v>57.016298399999997</c:v>
                </c:pt>
                <c:pt idx="156">
                  <c:v>57.016298399999997</c:v>
                </c:pt>
                <c:pt idx="157">
                  <c:v>57.016298399999997</c:v>
                </c:pt>
                <c:pt idx="158">
                  <c:v>57.016298399999997</c:v>
                </c:pt>
                <c:pt idx="159">
                  <c:v>57.016298399999997</c:v>
                </c:pt>
                <c:pt idx="160">
                  <c:v>57.016298399999997</c:v>
                </c:pt>
                <c:pt idx="161">
                  <c:v>57.016298399999997</c:v>
                </c:pt>
                <c:pt idx="162">
                  <c:v>57.016298399999997</c:v>
                </c:pt>
                <c:pt idx="163">
                  <c:v>57.016298399999997</c:v>
                </c:pt>
                <c:pt idx="164">
                  <c:v>57.016298399999997</c:v>
                </c:pt>
                <c:pt idx="165">
                  <c:v>57.016298399999997</c:v>
                </c:pt>
                <c:pt idx="166">
                  <c:v>57.016298399999997</c:v>
                </c:pt>
                <c:pt idx="167">
                  <c:v>57.134978400000001</c:v>
                </c:pt>
                <c:pt idx="168">
                  <c:v>57.134978400000001</c:v>
                </c:pt>
                <c:pt idx="169">
                  <c:v>57.134978400000001</c:v>
                </c:pt>
                <c:pt idx="170">
                  <c:v>57.134978400000001</c:v>
                </c:pt>
                <c:pt idx="171">
                  <c:v>57.134978400000001</c:v>
                </c:pt>
                <c:pt idx="172">
                  <c:v>57.134978400000001</c:v>
                </c:pt>
                <c:pt idx="173">
                  <c:v>57.134978400000001</c:v>
                </c:pt>
                <c:pt idx="174">
                  <c:v>57.134978400000001</c:v>
                </c:pt>
                <c:pt idx="175">
                  <c:v>57.134978400000001</c:v>
                </c:pt>
                <c:pt idx="176">
                  <c:v>57.134978400000001</c:v>
                </c:pt>
                <c:pt idx="177">
                  <c:v>57.134978400000001</c:v>
                </c:pt>
                <c:pt idx="178">
                  <c:v>57.134978400000001</c:v>
                </c:pt>
                <c:pt idx="179">
                  <c:v>57.134978400000001</c:v>
                </c:pt>
                <c:pt idx="180">
                  <c:v>57.134978400000001</c:v>
                </c:pt>
                <c:pt idx="181">
                  <c:v>57.134978400000001</c:v>
                </c:pt>
                <c:pt idx="182">
                  <c:v>57.134978400000001</c:v>
                </c:pt>
                <c:pt idx="183">
                  <c:v>57.134978400000001</c:v>
                </c:pt>
                <c:pt idx="184">
                  <c:v>57.134978400000001</c:v>
                </c:pt>
                <c:pt idx="185">
                  <c:v>57.134978400000001</c:v>
                </c:pt>
                <c:pt idx="186">
                  <c:v>57.134978400000001</c:v>
                </c:pt>
                <c:pt idx="187">
                  <c:v>57.134978400000001</c:v>
                </c:pt>
                <c:pt idx="188">
                  <c:v>57.134978400000001</c:v>
                </c:pt>
                <c:pt idx="189">
                  <c:v>57.134978400000001</c:v>
                </c:pt>
                <c:pt idx="190">
                  <c:v>57.134978400000001</c:v>
                </c:pt>
                <c:pt idx="191">
                  <c:v>57.134978400000001</c:v>
                </c:pt>
                <c:pt idx="192">
                  <c:v>57.134978400000001</c:v>
                </c:pt>
                <c:pt idx="193">
                  <c:v>57.134978400000001</c:v>
                </c:pt>
                <c:pt idx="194">
                  <c:v>57.134978400000001</c:v>
                </c:pt>
                <c:pt idx="195">
                  <c:v>57.134978400000001</c:v>
                </c:pt>
                <c:pt idx="196">
                  <c:v>57.134978400000001</c:v>
                </c:pt>
                <c:pt idx="197">
                  <c:v>57.134978400000001</c:v>
                </c:pt>
                <c:pt idx="198">
                  <c:v>57.134978400000001</c:v>
                </c:pt>
                <c:pt idx="199">
                  <c:v>57.134978400000001</c:v>
                </c:pt>
                <c:pt idx="200">
                  <c:v>57.134978400000001</c:v>
                </c:pt>
                <c:pt idx="201">
                  <c:v>57.134978400000001</c:v>
                </c:pt>
                <c:pt idx="202">
                  <c:v>57.263752799999999</c:v>
                </c:pt>
                <c:pt idx="203">
                  <c:v>57.263752799999999</c:v>
                </c:pt>
                <c:pt idx="204">
                  <c:v>57.342191399999997</c:v>
                </c:pt>
                <c:pt idx="205">
                  <c:v>57.342191399999997</c:v>
                </c:pt>
                <c:pt idx="206">
                  <c:v>57.342191399999997</c:v>
                </c:pt>
                <c:pt idx="207">
                  <c:v>57.342191399999997</c:v>
                </c:pt>
                <c:pt idx="208">
                  <c:v>57.342191399999997</c:v>
                </c:pt>
                <c:pt idx="209">
                  <c:v>57.342191399999997</c:v>
                </c:pt>
                <c:pt idx="210">
                  <c:v>57.342191399999997</c:v>
                </c:pt>
                <c:pt idx="211">
                  <c:v>57.342191399999997</c:v>
                </c:pt>
                <c:pt idx="212">
                  <c:v>57.342191399999997</c:v>
                </c:pt>
                <c:pt idx="213">
                  <c:v>57.342191399999997</c:v>
                </c:pt>
                <c:pt idx="214">
                  <c:v>57.342191399999997</c:v>
                </c:pt>
                <c:pt idx="215">
                  <c:v>57.342191399999997</c:v>
                </c:pt>
                <c:pt idx="216">
                  <c:v>57.342191399999997</c:v>
                </c:pt>
                <c:pt idx="217">
                  <c:v>57.342191399999997</c:v>
                </c:pt>
                <c:pt idx="218">
                  <c:v>57.342191399999997</c:v>
                </c:pt>
                <c:pt idx="219">
                  <c:v>57.342191399999997</c:v>
                </c:pt>
                <c:pt idx="220">
                  <c:v>57.342191399999997</c:v>
                </c:pt>
                <c:pt idx="221">
                  <c:v>57.342191399999997</c:v>
                </c:pt>
                <c:pt idx="222">
                  <c:v>57.342191399999997</c:v>
                </c:pt>
                <c:pt idx="223">
                  <c:v>57.342191399999997</c:v>
                </c:pt>
                <c:pt idx="224">
                  <c:v>57.342191399999997</c:v>
                </c:pt>
                <c:pt idx="225">
                  <c:v>57.342191399999997</c:v>
                </c:pt>
                <c:pt idx="226">
                  <c:v>57.342191399999997</c:v>
                </c:pt>
                <c:pt idx="227">
                  <c:v>57.342191399999997</c:v>
                </c:pt>
                <c:pt idx="228">
                  <c:v>57.342191399999997</c:v>
                </c:pt>
                <c:pt idx="229">
                  <c:v>57.342191399999997</c:v>
                </c:pt>
                <c:pt idx="230">
                  <c:v>57.342191399999997</c:v>
                </c:pt>
                <c:pt idx="231">
                  <c:v>57.342191399999997</c:v>
                </c:pt>
                <c:pt idx="232">
                  <c:v>57.342191399999997</c:v>
                </c:pt>
                <c:pt idx="233">
                  <c:v>57.342191399999997</c:v>
                </c:pt>
                <c:pt idx="234">
                  <c:v>57.342191399999997</c:v>
                </c:pt>
                <c:pt idx="235">
                  <c:v>57.342191399999997</c:v>
                </c:pt>
                <c:pt idx="236">
                  <c:v>57.342191399999997</c:v>
                </c:pt>
                <c:pt idx="237">
                  <c:v>57.342191399999997</c:v>
                </c:pt>
                <c:pt idx="238">
                  <c:v>57.342191399999997</c:v>
                </c:pt>
                <c:pt idx="239">
                  <c:v>57.342191399999997</c:v>
                </c:pt>
                <c:pt idx="240">
                  <c:v>57.342191399999997</c:v>
                </c:pt>
                <c:pt idx="241">
                  <c:v>57.342191399999997</c:v>
                </c:pt>
                <c:pt idx="242">
                  <c:v>57.342191399999997</c:v>
                </c:pt>
                <c:pt idx="243">
                  <c:v>57.342191399999997</c:v>
                </c:pt>
                <c:pt idx="244">
                  <c:v>57.342191399999997</c:v>
                </c:pt>
                <c:pt idx="245">
                  <c:v>58.396056600000001</c:v>
                </c:pt>
                <c:pt idx="246">
                  <c:v>58.396056600000001</c:v>
                </c:pt>
                <c:pt idx="247">
                  <c:v>58.396056600000001</c:v>
                </c:pt>
                <c:pt idx="248">
                  <c:v>58.396056600000001</c:v>
                </c:pt>
                <c:pt idx="249">
                  <c:v>58.396056600000001</c:v>
                </c:pt>
                <c:pt idx="250">
                  <c:v>58.396056600000001</c:v>
                </c:pt>
                <c:pt idx="251">
                  <c:v>58.396056600000001</c:v>
                </c:pt>
                <c:pt idx="252">
                  <c:v>58.396056600000001</c:v>
                </c:pt>
                <c:pt idx="253">
                  <c:v>58.396056600000001</c:v>
                </c:pt>
                <c:pt idx="254">
                  <c:v>58.396056600000001</c:v>
                </c:pt>
                <c:pt idx="255">
                  <c:v>58.396056600000001</c:v>
                </c:pt>
                <c:pt idx="256">
                  <c:v>58.5155058</c:v>
                </c:pt>
                <c:pt idx="257">
                  <c:v>58.5155058</c:v>
                </c:pt>
                <c:pt idx="258">
                  <c:v>58.5155058</c:v>
                </c:pt>
                <c:pt idx="259">
                  <c:v>58.5155058</c:v>
                </c:pt>
                <c:pt idx="260">
                  <c:v>58.5155058</c:v>
                </c:pt>
                <c:pt idx="261">
                  <c:v>58.5155058</c:v>
                </c:pt>
                <c:pt idx="262">
                  <c:v>58.5155058</c:v>
                </c:pt>
                <c:pt idx="263">
                  <c:v>58.5155058</c:v>
                </c:pt>
                <c:pt idx="264">
                  <c:v>58.5155058</c:v>
                </c:pt>
                <c:pt idx="265">
                  <c:v>58.5155058</c:v>
                </c:pt>
                <c:pt idx="266">
                  <c:v>58.5155058</c:v>
                </c:pt>
                <c:pt idx="267">
                  <c:v>58.5155058</c:v>
                </c:pt>
                <c:pt idx="268">
                  <c:v>58.5155058</c:v>
                </c:pt>
                <c:pt idx="269">
                  <c:v>58.5155058</c:v>
                </c:pt>
                <c:pt idx="270">
                  <c:v>58.5155058</c:v>
                </c:pt>
                <c:pt idx="271">
                  <c:v>58.5155058</c:v>
                </c:pt>
                <c:pt idx="272">
                  <c:v>58.5155058</c:v>
                </c:pt>
                <c:pt idx="273">
                  <c:v>58.5155058</c:v>
                </c:pt>
                <c:pt idx="274">
                  <c:v>58.5155058</c:v>
                </c:pt>
                <c:pt idx="275">
                  <c:v>58.5155058</c:v>
                </c:pt>
                <c:pt idx="276">
                  <c:v>58.5155058</c:v>
                </c:pt>
                <c:pt idx="277">
                  <c:v>58.5155058</c:v>
                </c:pt>
                <c:pt idx="278">
                  <c:v>58.5155058</c:v>
                </c:pt>
                <c:pt idx="279">
                  <c:v>58.5155058</c:v>
                </c:pt>
                <c:pt idx="280">
                  <c:v>58.5155058</c:v>
                </c:pt>
                <c:pt idx="281">
                  <c:v>58.5155058</c:v>
                </c:pt>
                <c:pt idx="282">
                  <c:v>58.5155058</c:v>
                </c:pt>
                <c:pt idx="283">
                  <c:v>58.5155058</c:v>
                </c:pt>
                <c:pt idx="284">
                  <c:v>58.5155058</c:v>
                </c:pt>
                <c:pt idx="285">
                  <c:v>58.5155058</c:v>
                </c:pt>
                <c:pt idx="286">
                  <c:v>58.5155058</c:v>
                </c:pt>
                <c:pt idx="287">
                  <c:v>58.5155058</c:v>
                </c:pt>
                <c:pt idx="288">
                  <c:v>58.5155058</c:v>
                </c:pt>
                <c:pt idx="289">
                  <c:v>58.5155058</c:v>
                </c:pt>
                <c:pt idx="290">
                  <c:v>58.5155058</c:v>
                </c:pt>
                <c:pt idx="291">
                  <c:v>58.5155058</c:v>
                </c:pt>
                <c:pt idx="292">
                  <c:v>58.5155058</c:v>
                </c:pt>
                <c:pt idx="293">
                  <c:v>58.5155058</c:v>
                </c:pt>
                <c:pt idx="294">
                  <c:v>58.5155058</c:v>
                </c:pt>
                <c:pt idx="295">
                  <c:v>58.5155058</c:v>
                </c:pt>
                <c:pt idx="296">
                  <c:v>58.5155058</c:v>
                </c:pt>
                <c:pt idx="297">
                  <c:v>58.5155058</c:v>
                </c:pt>
                <c:pt idx="298">
                  <c:v>58.5155058</c:v>
                </c:pt>
                <c:pt idx="299">
                  <c:v>58.5155058</c:v>
                </c:pt>
                <c:pt idx="300">
                  <c:v>58.5155058</c:v>
                </c:pt>
                <c:pt idx="301">
                  <c:v>58.5155058</c:v>
                </c:pt>
                <c:pt idx="302">
                  <c:v>58.5155058</c:v>
                </c:pt>
                <c:pt idx="303">
                  <c:v>58.5155058</c:v>
                </c:pt>
                <c:pt idx="304">
                  <c:v>58.5155058</c:v>
                </c:pt>
                <c:pt idx="305">
                  <c:v>58.5155058</c:v>
                </c:pt>
                <c:pt idx="306">
                  <c:v>58.5155058</c:v>
                </c:pt>
                <c:pt idx="307">
                  <c:v>58.5155058</c:v>
                </c:pt>
                <c:pt idx="308">
                  <c:v>58.5155058</c:v>
                </c:pt>
                <c:pt idx="309">
                  <c:v>58.5155058</c:v>
                </c:pt>
                <c:pt idx="310">
                  <c:v>58.5155058</c:v>
                </c:pt>
                <c:pt idx="311">
                  <c:v>58.5155058</c:v>
                </c:pt>
                <c:pt idx="312">
                  <c:v>58.5155058</c:v>
                </c:pt>
                <c:pt idx="313">
                  <c:v>58.5155058</c:v>
                </c:pt>
                <c:pt idx="314">
                  <c:v>58.5155058</c:v>
                </c:pt>
                <c:pt idx="315">
                  <c:v>58.5155058</c:v>
                </c:pt>
                <c:pt idx="316">
                  <c:v>58.5155058</c:v>
                </c:pt>
                <c:pt idx="317">
                  <c:v>58.5155058</c:v>
                </c:pt>
                <c:pt idx="318">
                  <c:v>58.5155058</c:v>
                </c:pt>
                <c:pt idx="319">
                  <c:v>58.5155058</c:v>
                </c:pt>
                <c:pt idx="320">
                  <c:v>58.5155058</c:v>
                </c:pt>
                <c:pt idx="321">
                  <c:v>58.5155058</c:v>
                </c:pt>
                <c:pt idx="322">
                  <c:v>58.5155058</c:v>
                </c:pt>
                <c:pt idx="323">
                  <c:v>58.5155058</c:v>
                </c:pt>
                <c:pt idx="324">
                  <c:v>58.5155058</c:v>
                </c:pt>
                <c:pt idx="325">
                  <c:v>58.5155058</c:v>
                </c:pt>
                <c:pt idx="326">
                  <c:v>58.5155058</c:v>
                </c:pt>
                <c:pt idx="327">
                  <c:v>58.5155058</c:v>
                </c:pt>
                <c:pt idx="328">
                  <c:v>58.5155058</c:v>
                </c:pt>
                <c:pt idx="329">
                  <c:v>58.5155058</c:v>
                </c:pt>
                <c:pt idx="330">
                  <c:v>58.5155058</c:v>
                </c:pt>
                <c:pt idx="331">
                  <c:v>58.5155058</c:v>
                </c:pt>
                <c:pt idx="332">
                  <c:v>58.5155058</c:v>
                </c:pt>
                <c:pt idx="333">
                  <c:v>58.5155058</c:v>
                </c:pt>
                <c:pt idx="334">
                  <c:v>58.5211878</c:v>
                </c:pt>
                <c:pt idx="335">
                  <c:v>58.5211878</c:v>
                </c:pt>
                <c:pt idx="336">
                  <c:v>58.5211878</c:v>
                </c:pt>
                <c:pt idx="337">
                  <c:v>58.5211878</c:v>
                </c:pt>
                <c:pt idx="338">
                  <c:v>58.5211878</c:v>
                </c:pt>
                <c:pt idx="339">
                  <c:v>58.5211878</c:v>
                </c:pt>
                <c:pt idx="340">
                  <c:v>58.5211878</c:v>
                </c:pt>
                <c:pt idx="341">
                  <c:v>58.5211878</c:v>
                </c:pt>
                <c:pt idx="342">
                  <c:v>58.5211878</c:v>
                </c:pt>
                <c:pt idx="343">
                  <c:v>58.5211878</c:v>
                </c:pt>
                <c:pt idx="344">
                  <c:v>58.5211878</c:v>
                </c:pt>
                <c:pt idx="345">
                  <c:v>58.5211878</c:v>
                </c:pt>
                <c:pt idx="346">
                  <c:v>58.5211878</c:v>
                </c:pt>
                <c:pt idx="347">
                  <c:v>58.5211878</c:v>
                </c:pt>
                <c:pt idx="348">
                  <c:v>58.5211878</c:v>
                </c:pt>
                <c:pt idx="349">
                  <c:v>58.5211878</c:v>
                </c:pt>
                <c:pt idx="350">
                  <c:v>58.5211878</c:v>
                </c:pt>
                <c:pt idx="351">
                  <c:v>58.5211878</c:v>
                </c:pt>
                <c:pt idx="352">
                  <c:v>58.5211878</c:v>
                </c:pt>
                <c:pt idx="353">
                  <c:v>58.5211878</c:v>
                </c:pt>
                <c:pt idx="354">
                  <c:v>58.5211878</c:v>
                </c:pt>
                <c:pt idx="355">
                  <c:v>58.5211878</c:v>
                </c:pt>
                <c:pt idx="356">
                  <c:v>58.5211878</c:v>
                </c:pt>
                <c:pt idx="357">
                  <c:v>58.5211878</c:v>
                </c:pt>
                <c:pt idx="358">
                  <c:v>58.5211878</c:v>
                </c:pt>
                <c:pt idx="359">
                  <c:v>58.5211878</c:v>
                </c:pt>
                <c:pt idx="360">
                  <c:v>58.5211878</c:v>
                </c:pt>
                <c:pt idx="361">
                  <c:v>58.5211878</c:v>
                </c:pt>
                <c:pt idx="362">
                  <c:v>58.5211878</c:v>
                </c:pt>
                <c:pt idx="363">
                  <c:v>58.5211878</c:v>
                </c:pt>
                <c:pt idx="364">
                  <c:v>58.5211878</c:v>
                </c:pt>
                <c:pt idx="365">
                  <c:v>58.5211878</c:v>
                </c:pt>
                <c:pt idx="366">
                  <c:v>58.5211878</c:v>
                </c:pt>
                <c:pt idx="367">
                  <c:v>58.5211878</c:v>
                </c:pt>
                <c:pt idx="368">
                  <c:v>58.5211878</c:v>
                </c:pt>
                <c:pt idx="369">
                  <c:v>58.5211878</c:v>
                </c:pt>
                <c:pt idx="370">
                  <c:v>58.5211878</c:v>
                </c:pt>
                <c:pt idx="371">
                  <c:v>58.5211878</c:v>
                </c:pt>
                <c:pt idx="372">
                  <c:v>58.5211878</c:v>
                </c:pt>
                <c:pt idx="373">
                  <c:v>58.5211878</c:v>
                </c:pt>
                <c:pt idx="374">
                  <c:v>58.5211878</c:v>
                </c:pt>
                <c:pt idx="375">
                  <c:v>58.5211878</c:v>
                </c:pt>
                <c:pt idx="376">
                  <c:v>58.5211878</c:v>
                </c:pt>
                <c:pt idx="377">
                  <c:v>58.5211878</c:v>
                </c:pt>
                <c:pt idx="378">
                  <c:v>58.5211878</c:v>
                </c:pt>
                <c:pt idx="379">
                  <c:v>58.5211878</c:v>
                </c:pt>
                <c:pt idx="380">
                  <c:v>58.5211878</c:v>
                </c:pt>
                <c:pt idx="381">
                  <c:v>58.5211878</c:v>
                </c:pt>
                <c:pt idx="382">
                  <c:v>58.5211878</c:v>
                </c:pt>
                <c:pt idx="383">
                  <c:v>58.5211878</c:v>
                </c:pt>
                <c:pt idx="384">
                  <c:v>58.5211878</c:v>
                </c:pt>
                <c:pt idx="385">
                  <c:v>58.5211878</c:v>
                </c:pt>
                <c:pt idx="386">
                  <c:v>58.5211878</c:v>
                </c:pt>
                <c:pt idx="387">
                  <c:v>58.5211878</c:v>
                </c:pt>
                <c:pt idx="388">
                  <c:v>58.5211878</c:v>
                </c:pt>
                <c:pt idx="389">
                  <c:v>58.5211878</c:v>
                </c:pt>
                <c:pt idx="390">
                  <c:v>58.5211878</c:v>
                </c:pt>
                <c:pt idx="391">
                  <c:v>58.5211878</c:v>
                </c:pt>
                <c:pt idx="392">
                  <c:v>58.5211878</c:v>
                </c:pt>
                <c:pt idx="393">
                  <c:v>58.5211878</c:v>
                </c:pt>
                <c:pt idx="394">
                  <c:v>58.5211878</c:v>
                </c:pt>
                <c:pt idx="395">
                  <c:v>58.5211878</c:v>
                </c:pt>
                <c:pt idx="396">
                  <c:v>58.5211878</c:v>
                </c:pt>
                <c:pt idx="397">
                  <c:v>58.5211878</c:v>
                </c:pt>
                <c:pt idx="398">
                  <c:v>58.5211878</c:v>
                </c:pt>
                <c:pt idx="399">
                  <c:v>58.5211878</c:v>
                </c:pt>
                <c:pt idx="400">
                  <c:v>58.5211878</c:v>
                </c:pt>
                <c:pt idx="401">
                  <c:v>58.5211878</c:v>
                </c:pt>
                <c:pt idx="402">
                  <c:v>58.5211878</c:v>
                </c:pt>
                <c:pt idx="403">
                  <c:v>58.5211878</c:v>
                </c:pt>
                <c:pt idx="404">
                  <c:v>58.5211878</c:v>
                </c:pt>
                <c:pt idx="405">
                  <c:v>58.5211878</c:v>
                </c:pt>
                <c:pt idx="406">
                  <c:v>58.5211878</c:v>
                </c:pt>
                <c:pt idx="407">
                  <c:v>58.5211878</c:v>
                </c:pt>
                <c:pt idx="408">
                  <c:v>58.5211878</c:v>
                </c:pt>
                <c:pt idx="409">
                  <c:v>58.5211878</c:v>
                </c:pt>
                <c:pt idx="410">
                  <c:v>58.5211878</c:v>
                </c:pt>
                <c:pt idx="411">
                  <c:v>58.5211878</c:v>
                </c:pt>
                <c:pt idx="412">
                  <c:v>58.5211878</c:v>
                </c:pt>
                <c:pt idx="413">
                  <c:v>58.5211878</c:v>
                </c:pt>
                <c:pt idx="414">
                  <c:v>58.5211878</c:v>
                </c:pt>
                <c:pt idx="415">
                  <c:v>58.5211878</c:v>
                </c:pt>
                <c:pt idx="416">
                  <c:v>58.824871799999997</c:v>
                </c:pt>
                <c:pt idx="417">
                  <c:v>58.824871799999997</c:v>
                </c:pt>
                <c:pt idx="418">
                  <c:v>58.824871799999997</c:v>
                </c:pt>
                <c:pt idx="419">
                  <c:v>58.824871799999997</c:v>
                </c:pt>
                <c:pt idx="420">
                  <c:v>58.824871799999997</c:v>
                </c:pt>
                <c:pt idx="421">
                  <c:v>58.824871799999997</c:v>
                </c:pt>
                <c:pt idx="422">
                  <c:v>58.824871799999997</c:v>
                </c:pt>
                <c:pt idx="423">
                  <c:v>58.824871799999997</c:v>
                </c:pt>
                <c:pt idx="424">
                  <c:v>58.824871799999997</c:v>
                </c:pt>
                <c:pt idx="425">
                  <c:v>58.824871799999997</c:v>
                </c:pt>
                <c:pt idx="426">
                  <c:v>58.824871799999997</c:v>
                </c:pt>
                <c:pt idx="427">
                  <c:v>58.824871799999997</c:v>
                </c:pt>
                <c:pt idx="428">
                  <c:v>58.824871799999997</c:v>
                </c:pt>
                <c:pt idx="429">
                  <c:v>58.824871799999997</c:v>
                </c:pt>
                <c:pt idx="430">
                  <c:v>58.824871799999997</c:v>
                </c:pt>
                <c:pt idx="431">
                  <c:v>58.824871799999997</c:v>
                </c:pt>
                <c:pt idx="432">
                  <c:v>58.824871799999997</c:v>
                </c:pt>
                <c:pt idx="433">
                  <c:v>58.824871799999997</c:v>
                </c:pt>
                <c:pt idx="434">
                  <c:v>58.824871799999997</c:v>
                </c:pt>
                <c:pt idx="435">
                  <c:v>58.824871799999997</c:v>
                </c:pt>
                <c:pt idx="436">
                  <c:v>58.824871799999997</c:v>
                </c:pt>
                <c:pt idx="437">
                  <c:v>58.824871799999997</c:v>
                </c:pt>
                <c:pt idx="438">
                  <c:v>58.824871799999997</c:v>
                </c:pt>
                <c:pt idx="439">
                  <c:v>58.824871799999997</c:v>
                </c:pt>
                <c:pt idx="440">
                  <c:v>58.824871799999997</c:v>
                </c:pt>
                <c:pt idx="441">
                  <c:v>58.824871799999997</c:v>
                </c:pt>
                <c:pt idx="442">
                  <c:v>58.824871799999997</c:v>
                </c:pt>
                <c:pt idx="443">
                  <c:v>58.824871799999997</c:v>
                </c:pt>
                <c:pt idx="444">
                  <c:v>58.824871799999997</c:v>
                </c:pt>
                <c:pt idx="445">
                  <c:v>58.824871799999997</c:v>
                </c:pt>
                <c:pt idx="446">
                  <c:v>58.824871799999997</c:v>
                </c:pt>
                <c:pt idx="447">
                  <c:v>58.824871799999997</c:v>
                </c:pt>
                <c:pt idx="448">
                  <c:v>58.824871799999997</c:v>
                </c:pt>
                <c:pt idx="449">
                  <c:v>58.824871799999997</c:v>
                </c:pt>
                <c:pt idx="450">
                  <c:v>58.824871799999997</c:v>
                </c:pt>
                <c:pt idx="451">
                  <c:v>58.824871799999997</c:v>
                </c:pt>
                <c:pt idx="452">
                  <c:v>58.824871799999997</c:v>
                </c:pt>
                <c:pt idx="453">
                  <c:v>58.824871799999997</c:v>
                </c:pt>
                <c:pt idx="454">
                  <c:v>58.824871799999997</c:v>
                </c:pt>
                <c:pt idx="455">
                  <c:v>58.824871799999997</c:v>
                </c:pt>
                <c:pt idx="456">
                  <c:v>58.824871799999997</c:v>
                </c:pt>
                <c:pt idx="457">
                  <c:v>58.880265600000001</c:v>
                </c:pt>
                <c:pt idx="458">
                  <c:v>58.880265600000001</c:v>
                </c:pt>
                <c:pt idx="459">
                  <c:v>58.880265600000001</c:v>
                </c:pt>
                <c:pt idx="460">
                  <c:v>58.880265600000001</c:v>
                </c:pt>
                <c:pt idx="461">
                  <c:v>58.880265600000001</c:v>
                </c:pt>
                <c:pt idx="462">
                  <c:v>58.880265600000001</c:v>
                </c:pt>
                <c:pt idx="463">
                  <c:v>58.880265600000001</c:v>
                </c:pt>
                <c:pt idx="464">
                  <c:v>58.880265600000001</c:v>
                </c:pt>
                <c:pt idx="465">
                  <c:v>58.880265600000001</c:v>
                </c:pt>
                <c:pt idx="466">
                  <c:v>58.880265600000001</c:v>
                </c:pt>
                <c:pt idx="467">
                  <c:v>58.880265600000001</c:v>
                </c:pt>
                <c:pt idx="468">
                  <c:v>58.880265600000001</c:v>
                </c:pt>
                <c:pt idx="469">
                  <c:v>58.880265600000001</c:v>
                </c:pt>
                <c:pt idx="470">
                  <c:v>58.880265600000001</c:v>
                </c:pt>
                <c:pt idx="471">
                  <c:v>58.880265600000001</c:v>
                </c:pt>
                <c:pt idx="472">
                  <c:v>58.880265600000001</c:v>
                </c:pt>
                <c:pt idx="473">
                  <c:v>58.880265600000001</c:v>
                </c:pt>
                <c:pt idx="474">
                  <c:v>58.880265600000001</c:v>
                </c:pt>
                <c:pt idx="475">
                  <c:v>58.880265600000001</c:v>
                </c:pt>
                <c:pt idx="476">
                  <c:v>58.880265600000001</c:v>
                </c:pt>
                <c:pt idx="477">
                  <c:v>58.880265600000001</c:v>
                </c:pt>
                <c:pt idx="478">
                  <c:v>58.880265600000001</c:v>
                </c:pt>
                <c:pt idx="479">
                  <c:v>58.880265600000001</c:v>
                </c:pt>
                <c:pt idx="480">
                  <c:v>58.880265600000001</c:v>
                </c:pt>
                <c:pt idx="481">
                  <c:v>58.880265600000001</c:v>
                </c:pt>
                <c:pt idx="482">
                  <c:v>58.880265600000001</c:v>
                </c:pt>
                <c:pt idx="483">
                  <c:v>58.880265600000001</c:v>
                </c:pt>
                <c:pt idx="484">
                  <c:v>58.880265600000001</c:v>
                </c:pt>
                <c:pt idx="485">
                  <c:v>58.880265600000001</c:v>
                </c:pt>
                <c:pt idx="486">
                  <c:v>58.880265600000001</c:v>
                </c:pt>
                <c:pt idx="487">
                  <c:v>58.880265600000001</c:v>
                </c:pt>
                <c:pt idx="488">
                  <c:v>58.880265600000001</c:v>
                </c:pt>
                <c:pt idx="489">
                  <c:v>58.880265600000001</c:v>
                </c:pt>
                <c:pt idx="490">
                  <c:v>58.880265600000001</c:v>
                </c:pt>
                <c:pt idx="491">
                  <c:v>58.880265600000001</c:v>
                </c:pt>
                <c:pt idx="492">
                  <c:v>58.880265600000001</c:v>
                </c:pt>
                <c:pt idx="493">
                  <c:v>58.880265600000001</c:v>
                </c:pt>
                <c:pt idx="494">
                  <c:v>58.880265600000001</c:v>
                </c:pt>
                <c:pt idx="495">
                  <c:v>58.880265600000001</c:v>
                </c:pt>
                <c:pt idx="496">
                  <c:v>58.880265600000001</c:v>
                </c:pt>
                <c:pt idx="497">
                  <c:v>58.880265600000001</c:v>
                </c:pt>
                <c:pt idx="498">
                  <c:v>58.898657999999998</c:v>
                </c:pt>
                <c:pt idx="499">
                  <c:v>58.898657999999998</c:v>
                </c:pt>
                <c:pt idx="500">
                  <c:v>58.898657999999998</c:v>
                </c:pt>
                <c:pt idx="501">
                  <c:v>58.898657999999998</c:v>
                </c:pt>
                <c:pt idx="502">
                  <c:v>58.898657999999998</c:v>
                </c:pt>
                <c:pt idx="503">
                  <c:v>58.898657999999998</c:v>
                </c:pt>
                <c:pt idx="504">
                  <c:v>58.898657999999998</c:v>
                </c:pt>
                <c:pt idx="505">
                  <c:v>58.898657999999998</c:v>
                </c:pt>
                <c:pt idx="506">
                  <c:v>58.898657999999998</c:v>
                </c:pt>
                <c:pt idx="507">
                  <c:v>58.898657999999998</c:v>
                </c:pt>
                <c:pt idx="508">
                  <c:v>58.898657999999998</c:v>
                </c:pt>
                <c:pt idx="509">
                  <c:v>58.898657999999998</c:v>
                </c:pt>
                <c:pt idx="510">
                  <c:v>58.898657999999998</c:v>
                </c:pt>
                <c:pt idx="511">
                  <c:v>58.898657999999998</c:v>
                </c:pt>
                <c:pt idx="512">
                  <c:v>58.898657999999998</c:v>
                </c:pt>
                <c:pt idx="513">
                  <c:v>58.898657999999998</c:v>
                </c:pt>
                <c:pt idx="514">
                  <c:v>58.898657999999998</c:v>
                </c:pt>
                <c:pt idx="515">
                  <c:v>58.898657999999998</c:v>
                </c:pt>
                <c:pt idx="516">
                  <c:v>58.898657999999998</c:v>
                </c:pt>
                <c:pt idx="517">
                  <c:v>58.898657999999998</c:v>
                </c:pt>
                <c:pt idx="518">
                  <c:v>58.898657999999998</c:v>
                </c:pt>
                <c:pt idx="519">
                  <c:v>58.898657999999998</c:v>
                </c:pt>
                <c:pt idx="520">
                  <c:v>58.898657999999998</c:v>
                </c:pt>
                <c:pt idx="521">
                  <c:v>58.898657999999998</c:v>
                </c:pt>
                <c:pt idx="522">
                  <c:v>58.898657999999998</c:v>
                </c:pt>
                <c:pt idx="523">
                  <c:v>58.898657999999998</c:v>
                </c:pt>
                <c:pt idx="524">
                  <c:v>58.898657999999998</c:v>
                </c:pt>
                <c:pt idx="525">
                  <c:v>58.898657999999998</c:v>
                </c:pt>
                <c:pt idx="526">
                  <c:v>58.898657999999998</c:v>
                </c:pt>
                <c:pt idx="527">
                  <c:v>58.898657999999998</c:v>
                </c:pt>
                <c:pt idx="528">
                  <c:v>58.898657999999998</c:v>
                </c:pt>
                <c:pt idx="529">
                  <c:v>58.898657999999998</c:v>
                </c:pt>
                <c:pt idx="530">
                  <c:v>58.898657999999998</c:v>
                </c:pt>
                <c:pt idx="531">
                  <c:v>58.898657999999998</c:v>
                </c:pt>
                <c:pt idx="532">
                  <c:v>58.898657999999998</c:v>
                </c:pt>
                <c:pt idx="533">
                  <c:v>58.898657999999998</c:v>
                </c:pt>
                <c:pt idx="534">
                  <c:v>58.898657999999998</c:v>
                </c:pt>
                <c:pt idx="535">
                  <c:v>58.898657999999998</c:v>
                </c:pt>
                <c:pt idx="536">
                  <c:v>58.898657999999998</c:v>
                </c:pt>
                <c:pt idx="537">
                  <c:v>58.898657999999998</c:v>
                </c:pt>
                <c:pt idx="538">
                  <c:v>58.898657999999998</c:v>
                </c:pt>
                <c:pt idx="539">
                  <c:v>58.898657999999998</c:v>
                </c:pt>
                <c:pt idx="540">
                  <c:v>58.898657999999998</c:v>
                </c:pt>
                <c:pt idx="541">
                  <c:v>58.898657999999998</c:v>
                </c:pt>
                <c:pt idx="542">
                  <c:v>58.898657999999998</c:v>
                </c:pt>
                <c:pt idx="543">
                  <c:v>58.898657999999998</c:v>
                </c:pt>
                <c:pt idx="544">
                  <c:v>58.898657999999998</c:v>
                </c:pt>
                <c:pt idx="545">
                  <c:v>58.898657999999998</c:v>
                </c:pt>
                <c:pt idx="546">
                  <c:v>59.0951892</c:v>
                </c:pt>
                <c:pt idx="547">
                  <c:v>59.0951892</c:v>
                </c:pt>
                <c:pt idx="548">
                  <c:v>59.0951892</c:v>
                </c:pt>
                <c:pt idx="549">
                  <c:v>59.0951892</c:v>
                </c:pt>
                <c:pt idx="550">
                  <c:v>59.0951892</c:v>
                </c:pt>
                <c:pt idx="551">
                  <c:v>59.0951892</c:v>
                </c:pt>
                <c:pt idx="552">
                  <c:v>59.0951892</c:v>
                </c:pt>
                <c:pt idx="553">
                  <c:v>59.0951892</c:v>
                </c:pt>
                <c:pt idx="554">
                  <c:v>59.0951892</c:v>
                </c:pt>
                <c:pt idx="555">
                  <c:v>59.0951892</c:v>
                </c:pt>
                <c:pt idx="556">
                  <c:v>59.0951892</c:v>
                </c:pt>
                <c:pt idx="557">
                  <c:v>59.119216199999997</c:v>
                </c:pt>
                <c:pt idx="558">
                  <c:v>59.119216199999997</c:v>
                </c:pt>
                <c:pt idx="559">
                  <c:v>59.119216199999997</c:v>
                </c:pt>
                <c:pt idx="560">
                  <c:v>59.119216199999997</c:v>
                </c:pt>
                <c:pt idx="561">
                  <c:v>59.119216199999997</c:v>
                </c:pt>
                <c:pt idx="562">
                  <c:v>59.119216199999997</c:v>
                </c:pt>
                <c:pt idx="563">
                  <c:v>59.119216199999997</c:v>
                </c:pt>
                <c:pt idx="564">
                  <c:v>59.119216199999997</c:v>
                </c:pt>
                <c:pt idx="565">
                  <c:v>59.119216199999997</c:v>
                </c:pt>
                <c:pt idx="566">
                  <c:v>59.119216199999997</c:v>
                </c:pt>
                <c:pt idx="567">
                  <c:v>59.119216199999997</c:v>
                </c:pt>
                <c:pt idx="568">
                  <c:v>59.119216199999997</c:v>
                </c:pt>
                <c:pt idx="569">
                  <c:v>59.119216199999997</c:v>
                </c:pt>
                <c:pt idx="570">
                  <c:v>59.119216199999997</c:v>
                </c:pt>
                <c:pt idx="571">
                  <c:v>59.119216199999997</c:v>
                </c:pt>
                <c:pt idx="572">
                  <c:v>59.119216199999997</c:v>
                </c:pt>
                <c:pt idx="573">
                  <c:v>59.119216199999997</c:v>
                </c:pt>
                <c:pt idx="574">
                  <c:v>59.119216199999997</c:v>
                </c:pt>
                <c:pt idx="575">
                  <c:v>59.119216199999997</c:v>
                </c:pt>
                <c:pt idx="576">
                  <c:v>59.119216199999997</c:v>
                </c:pt>
                <c:pt idx="577">
                  <c:v>59.119216199999997</c:v>
                </c:pt>
                <c:pt idx="578">
                  <c:v>59.119216199999997</c:v>
                </c:pt>
                <c:pt idx="579">
                  <c:v>59.119216199999997</c:v>
                </c:pt>
                <c:pt idx="580">
                  <c:v>59.119216199999997</c:v>
                </c:pt>
                <c:pt idx="581">
                  <c:v>59.119216199999997</c:v>
                </c:pt>
                <c:pt idx="582">
                  <c:v>59.119216199999997</c:v>
                </c:pt>
                <c:pt idx="583">
                  <c:v>59.119216199999997</c:v>
                </c:pt>
                <c:pt idx="584">
                  <c:v>59.119216199999997</c:v>
                </c:pt>
                <c:pt idx="585">
                  <c:v>59.119216199999997</c:v>
                </c:pt>
                <c:pt idx="586">
                  <c:v>59.119216199999997</c:v>
                </c:pt>
                <c:pt idx="587">
                  <c:v>59.119216199999997</c:v>
                </c:pt>
                <c:pt idx="588">
                  <c:v>59.119216199999997</c:v>
                </c:pt>
                <c:pt idx="589">
                  <c:v>59.119216199999997</c:v>
                </c:pt>
                <c:pt idx="590">
                  <c:v>59.119216199999997</c:v>
                </c:pt>
                <c:pt idx="591">
                  <c:v>59.119216199999997</c:v>
                </c:pt>
                <c:pt idx="592">
                  <c:v>59.119216199999997</c:v>
                </c:pt>
                <c:pt idx="593">
                  <c:v>59.119216199999997</c:v>
                </c:pt>
                <c:pt idx="594">
                  <c:v>59.119216199999997</c:v>
                </c:pt>
                <c:pt idx="595">
                  <c:v>59.119216199999997</c:v>
                </c:pt>
                <c:pt idx="596">
                  <c:v>59.119216199999997</c:v>
                </c:pt>
                <c:pt idx="597">
                  <c:v>59.119216199999997</c:v>
                </c:pt>
                <c:pt idx="598">
                  <c:v>59.119216199999997</c:v>
                </c:pt>
                <c:pt idx="599">
                  <c:v>59.119216199999997</c:v>
                </c:pt>
                <c:pt idx="600">
                  <c:v>59.119216199999997</c:v>
                </c:pt>
                <c:pt idx="601">
                  <c:v>59.119216199999997</c:v>
                </c:pt>
                <c:pt idx="602">
                  <c:v>59.119216199999997</c:v>
                </c:pt>
                <c:pt idx="603">
                  <c:v>59.119216199999997</c:v>
                </c:pt>
                <c:pt idx="604">
                  <c:v>59.119216199999997</c:v>
                </c:pt>
                <c:pt idx="605">
                  <c:v>59.119216199999997</c:v>
                </c:pt>
                <c:pt idx="606">
                  <c:v>59.119216199999997</c:v>
                </c:pt>
                <c:pt idx="607">
                  <c:v>59.119216199999997</c:v>
                </c:pt>
                <c:pt idx="608">
                  <c:v>59.119216199999997</c:v>
                </c:pt>
                <c:pt idx="609">
                  <c:v>59.119216199999997</c:v>
                </c:pt>
                <c:pt idx="610">
                  <c:v>59.119216199999997</c:v>
                </c:pt>
                <c:pt idx="611">
                  <c:v>59.119216199999997</c:v>
                </c:pt>
                <c:pt idx="612">
                  <c:v>59.119216199999997</c:v>
                </c:pt>
                <c:pt idx="613">
                  <c:v>59.119216199999997</c:v>
                </c:pt>
                <c:pt idx="614">
                  <c:v>59.119216199999997</c:v>
                </c:pt>
                <c:pt idx="615">
                  <c:v>59.119216199999997</c:v>
                </c:pt>
                <c:pt idx="616">
                  <c:v>59.119216199999997</c:v>
                </c:pt>
                <c:pt idx="617">
                  <c:v>59.119216199999997</c:v>
                </c:pt>
                <c:pt idx="618">
                  <c:v>59.119216199999997</c:v>
                </c:pt>
                <c:pt idx="619">
                  <c:v>59.119216199999997</c:v>
                </c:pt>
                <c:pt idx="620">
                  <c:v>59.119216199999997</c:v>
                </c:pt>
                <c:pt idx="621">
                  <c:v>59.119216199999997</c:v>
                </c:pt>
                <c:pt idx="622">
                  <c:v>59.119216199999997</c:v>
                </c:pt>
                <c:pt idx="623">
                  <c:v>59.119216199999997</c:v>
                </c:pt>
                <c:pt idx="624">
                  <c:v>59.119216199999997</c:v>
                </c:pt>
                <c:pt idx="625">
                  <c:v>59.119216199999997</c:v>
                </c:pt>
                <c:pt idx="626">
                  <c:v>59.119216199999997</c:v>
                </c:pt>
                <c:pt idx="627">
                  <c:v>59.119216199999997</c:v>
                </c:pt>
                <c:pt idx="628">
                  <c:v>59.119216199999997</c:v>
                </c:pt>
                <c:pt idx="629">
                  <c:v>59.119216199999997</c:v>
                </c:pt>
                <c:pt idx="630">
                  <c:v>59.119216199999997</c:v>
                </c:pt>
                <c:pt idx="631">
                  <c:v>59.119216199999997</c:v>
                </c:pt>
                <c:pt idx="632">
                  <c:v>59.119216199999997</c:v>
                </c:pt>
                <c:pt idx="633">
                  <c:v>59.119216199999997</c:v>
                </c:pt>
                <c:pt idx="634">
                  <c:v>59.119216199999997</c:v>
                </c:pt>
                <c:pt idx="635">
                  <c:v>59.119216199999997</c:v>
                </c:pt>
                <c:pt idx="636">
                  <c:v>59.119216199999997</c:v>
                </c:pt>
                <c:pt idx="637">
                  <c:v>59.119216199999997</c:v>
                </c:pt>
                <c:pt idx="638">
                  <c:v>59.119216199999997</c:v>
                </c:pt>
                <c:pt idx="639">
                  <c:v>59.119216199999997</c:v>
                </c:pt>
                <c:pt idx="640">
                  <c:v>59.119216199999997</c:v>
                </c:pt>
                <c:pt idx="641">
                  <c:v>59.119216199999997</c:v>
                </c:pt>
                <c:pt idx="642">
                  <c:v>59.119216199999997</c:v>
                </c:pt>
                <c:pt idx="643">
                  <c:v>59.119216199999997</c:v>
                </c:pt>
                <c:pt idx="644">
                  <c:v>59.119216199999997</c:v>
                </c:pt>
                <c:pt idx="645">
                  <c:v>59.119216199999997</c:v>
                </c:pt>
                <c:pt idx="646">
                  <c:v>59.119216199999997</c:v>
                </c:pt>
                <c:pt idx="647">
                  <c:v>59.119216199999997</c:v>
                </c:pt>
                <c:pt idx="648">
                  <c:v>59.119216199999997</c:v>
                </c:pt>
                <c:pt idx="649">
                  <c:v>59.119216199999997</c:v>
                </c:pt>
                <c:pt idx="650">
                  <c:v>59.119216199999997</c:v>
                </c:pt>
                <c:pt idx="651">
                  <c:v>59.119216199999997</c:v>
                </c:pt>
                <c:pt idx="652">
                  <c:v>59.119216199999997</c:v>
                </c:pt>
                <c:pt idx="653">
                  <c:v>59.119216199999997</c:v>
                </c:pt>
                <c:pt idx="654">
                  <c:v>59.119216199999997</c:v>
                </c:pt>
                <c:pt idx="655">
                  <c:v>59.119216199999997</c:v>
                </c:pt>
                <c:pt idx="656">
                  <c:v>59.119216199999997</c:v>
                </c:pt>
                <c:pt idx="657">
                  <c:v>59.119216199999997</c:v>
                </c:pt>
                <c:pt idx="658">
                  <c:v>59.119216199999997</c:v>
                </c:pt>
                <c:pt idx="659">
                  <c:v>59.119216199999997</c:v>
                </c:pt>
                <c:pt idx="660">
                  <c:v>59.119216199999997</c:v>
                </c:pt>
                <c:pt idx="661">
                  <c:v>59.119216199999997</c:v>
                </c:pt>
                <c:pt idx="662">
                  <c:v>59.119216199999997</c:v>
                </c:pt>
                <c:pt idx="663">
                  <c:v>59.119216199999997</c:v>
                </c:pt>
                <c:pt idx="664">
                  <c:v>59.119216199999997</c:v>
                </c:pt>
                <c:pt idx="665">
                  <c:v>59.119216199999997</c:v>
                </c:pt>
                <c:pt idx="666">
                  <c:v>59.119216199999997</c:v>
                </c:pt>
                <c:pt idx="667">
                  <c:v>59.119216199999997</c:v>
                </c:pt>
                <c:pt idx="668">
                  <c:v>59.119216199999997</c:v>
                </c:pt>
                <c:pt idx="669">
                  <c:v>59.119216199999997</c:v>
                </c:pt>
                <c:pt idx="670">
                  <c:v>59.119216199999997</c:v>
                </c:pt>
                <c:pt idx="671">
                  <c:v>59.119216199999997</c:v>
                </c:pt>
                <c:pt idx="672">
                  <c:v>59.119216199999997</c:v>
                </c:pt>
                <c:pt idx="673">
                  <c:v>59.119216199999997</c:v>
                </c:pt>
                <c:pt idx="674">
                  <c:v>59.119216199999997</c:v>
                </c:pt>
                <c:pt idx="675">
                  <c:v>59.119216199999997</c:v>
                </c:pt>
                <c:pt idx="676">
                  <c:v>59.119216199999997</c:v>
                </c:pt>
                <c:pt idx="677">
                  <c:v>59.119216199999997</c:v>
                </c:pt>
                <c:pt idx="678">
                  <c:v>59.119216199999997</c:v>
                </c:pt>
                <c:pt idx="679">
                  <c:v>59.119216199999997</c:v>
                </c:pt>
                <c:pt idx="680">
                  <c:v>59.119216199999997</c:v>
                </c:pt>
                <c:pt idx="681">
                  <c:v>59.119216199999997</c:v>
                </c:pt>
                <c:pt idx="682">
                  <c:v>59.119216199999997</c:v>
                </c:pt>
                <c:pt idx="683">
                  <c:v>59.119216199999997</c:v>
                </c:pt>
                <c:pt idx="684">
                  <c:v>59.119216199999997</c:v>
                </c:pt>
                <c:pt idx="685">
                  <c:v>59.119216199999997</c:v>
                </c:pt>
                <c:pt idx="686">
                  <c:v>59.119216199999997</c:v>
                </c:pt>
                <c:pt idx="687">
                  <c:v>59.119216199999997</c:v>
                </c:pt>
                <c:pt idx="688">
                  <c:v>59.119216199999997</c:v>
                </c:pt>
                <c:pt idx="689">
                  <c:v>59.119216199999997</c:v>
                </c:pt>
                <c:pt idx="690">
                  <c:v>59.119216199999997</c:v>
                </c:pt>
                <c:pt idx="691">
                  <c:v>59.119216199999997</c:v>
                </c:pt>
                <c:pt idx="692">
                  <c:v>59.119216199999997</c:v>
                </c:pt>
                <c:pt idx="693">
                  <c:v>59.119216199999997</c:v>
                </c:pt>
                <c:pt idx="694">
                  <c:v>59.119216199999997</c:v>
                </c:pt>
                <c:pt idx="695">
                  <c:v>59.119216199999997</c:v>
                </c:pt>
                <c:pt idx="696">
                  <c:v>59.119216199999997</c:v>
                </c:pt>
                <c:pt idx="697">
                  <c:v>59.119216199999997</c:v>
                </c:pt>
                <c:pt idx="698">
                  <c:v>59.119216199999997</c:v>
                </c:pt>
                <c:pt idx="699">
                  <c:v>59.119216199999997</c:v>
                </c:pt>
                <c:pt idx="700">
                  <c:v>59.119216199999997</c:v>
                </c:pt>
                <c:pt idx="701">
                  <c:v>59.119216199999997</c:v>
                </c:pt>
                <c:pt idx="702">
                  <c:v>59.119216199999997</c:v>
                </c:pt>
                <c:pt idx="703">
                  <c:v>59.119216199999997</c:v>
                </c:pt>
                <c:pt idx="704">
                  <c:v>59.486979599999998</c:v>
                </c:pt>
                <c:pt idx="705">
                  <c:v>59.486979599999998</c:v>
                </c:pt>
                <c:pt idx="706">
                  <c:v>59.589995999999999</c:v>
                </c:pt>
                <c:pt idx="707">
                  <c:v>59.589995999999999</c:v>
                </c:pt>
                <c:pt idx="708">
                  <c:v>59.589995999999999</c:v>
                </c:pt>
                <c:pt idx="709">
                  <c:v>59.589995999999999</c:v>
                </c:pt>
                <c:pt idx="710">
                  <c:v>59.589995999999999</c:v>
                </c:pt>
                <c:pt idx="711">
                  <c:v>59.589995999999999</c:v>
                </c:pt>
                <c:pt idx="712">
                  <c:v>59.589995999999999</c:v>
                </c:pt>
                <c:pt idx="713">
                  <c:v>59.589995999999999</c:v>
                </c:pt>
                <c:pt idx="714">
                  <c:v>59.589995999999999</c:v>
                </c:pt>
                <c:pt idx="715">
                  <c:v>59.589995999999999</c:v>
                </c:pt>
                <c:pt idx="716">
                  <c:v>59.589995999999999</c:v>
                </c:pt>
                <c:pt idx="717">
                  <c:v>59.589995999999999</c:v>
                </c:pt>
                <c:pt idx="718">
                  <c:v>59.589995999999999</c:v>
                </c:pt>
                <c:pt idx="719">
                  <c:v>59.589995999999999</c:v>
                </c:pt>
                <c:pt idx="720">
                  <c:v>59.589995999999999</c:v>
                </c:pt>
                <c:pt idx="721">
                  <c:v>59.589995999999999</c:v>
                </c:pt>
                <c:pt idx="722">
                  <c:v>59.589995999999999</c:v>
                </c:pt>
                <c:pt idx="723">
                  <c:v>59.589995999999999</c:v>
                </c:pt>
                <c:pt idx="724">
                  <c:v>59.589995999999999</c:v>
                </c:pt>
                <c:pt idx="725">
                  <c:v>59.589995999999999</c:v>
                </c:pt>
                <c:pt idx="726">
                  <c:v>59.589995999999999</c:v>
                </c:pt>
                <c:pt idx="727">
                  <c:v>59.589995999999999</c:v>
                </c:pt>
                <c:pt idx="728">
                  <c:v>59.589995999999999</c:v>
                </c:pt>
                <c:pt idx="729">
                  <c:v>59.589995999999999</c:v>
                </c:pt>
                <c:pt idx="730">
                  <c:v>59.589995999999999</c:v>
                </c:pt>
                <c:pt idx="731">
                  <c:v>59.589995999999999</c:v>
                </c:pt>
                <c:pt idx="732">
                  <c:v>59.589995999999999</c:v>
                </c:pt>
                <c:pt idx="733">
                  <c:v>59.589995999999999</c:v>
                </c:pt>
                <c:pt idx="734">
                  <c:v>59.589995999999999</c:v>
                </c:pt>
                <c:pt idx="735">
                  <c:v>59.589995999999999</c:v>
                </c:pt>
                <c:pt idx="736">
                  <c:v>59.589995999999999</c:v>
                </c:pt>
                <c:pt idx="737">
                  <c:v>59.589995999999999</c:v>
                </c:pt>
                <c:pt idx="738">
                  <c:v>59.589995999999999</c:v>
                </c:pt>
                <c:pt idx="739">
                  <c:v>59.589995999999999</c:v>
                </c:pt>
                <c:pt idx="740">
                  <c:v>59.589995999999999</c:v>
                </c:pt>
                <c:pt idx="741">
                  <c:v>59.589995999999999</c:v>
                </c:pt>
                <c:pt idx="742">
                  <c:v>59.589995999999999</c:v>
                </c:pt>
                <c:pt idx="743">
                  <c:v>59.589995999999999</c:v>
                </c:pt>
                <c:pt idx="744">
                  <c:v>59.589995999999999</c:v>
                </c:pt>
                <c:pt idx="745">
                  <c:v>59.589995999999999</c:v>
                </c:pt>
                <c:pt idx="746">
                  <c:v>59.589995999999999</c:v>
                </c:pt>
                <c:pt idx="747">
                  <c:v>59.589995999999999</c:v>
                </c:pt>
                <c:pt idx="748">
                  <c:v>59.589995999999999</c:v>
                </c:pt>
                <c:pt idx="749">
                  <c:v>59.589995999999999</c:v>
                </c:pt>
                <c:pt idx="750">
                  <c:v>59.589995999999999</c:v>
                </c:pt>
                <c:pt idx="751">
                  <c:v>59.589995999999999</c:v>
                </c:pt>
                <c:pt idx="752">
                  <c:v>59.589995999999999</c:v>
                </c:pt>
                <c:pt idx="753">
                  <c:v>59.589995999999999</c:v>
                </c:pt>
                <c:pt idx="754">
                  <c:v>59.589995999999999</c:v>
                </c:pt>
                <c:pt idx="755">
                  <c:v>59.589995999999999</c:v>
                </c:pt>
                <c:pt idx="756">
                  <c:v>59.589995999999999</c:v>
                </c:pt>
                <c:pt idx="757">
                  <c:v>59.589995999999999</c:v>
                </c:pt>
                <c:pt idx="758">
                  <c:v>59.589995999999999</c:v>
                </c:pt>
                <c:pt idx="759">
                  <c:v>59.589995999999999</c:v>
                </c:pt>
                <c:pt idx="760">
                  <c:v>59.589995999999999</c:v>
                </c:pt>
                <c:pt idx="761">
                  <c:v>59.589995999999999</c:v>
                </c:pt>
                <c:pt idx="762">
                  <c:v>59.589995999999999</c:v>
                </c:pt>
                <c:pt idx="763">
                  <c:v>59.589995999999999</c:v>
                </c:pt>
                <c:pt idx="764">
                  <c:v>59.589995999999999</c:v>
                </c:pt>
                <c:pt idx="765">
                  <c:v>59.589995999999999</c:v>
                </c:pt>
                <c:pt idx="766">
                  <c:v>59.589995999999999</c:v>
                </c:pt>
                <c:pt idx="767">
                  <c:v>59.589995999999999</c:v>
                </c:pt>
                <c:pt idx="768">
                  <c:v>59.589995999999999</c:v>
                </c:pt>
                <c:pt idx="769">
                  <c:v>59.589995999999999</c:v>
                </c:pt>
                <c:pt idx="770">
                  <c:v>59.589995999999999</c:v>
                </c:pt>
                <c:pt idx="771">
                  <c:v>59.589995999999999</c:v>
                </c:pt>
                <c:pt idx="772">
                  <c:v>59.589995999999999</c:v>
                </c:pt>
                <c:pt idx="773">
                  <c:v>59.589995999999999</c:v>
                </c:pt>
                <c:pt idx="774">
                  <c:v>59.589995999999999</c:v>
                </c:pt>
                <c:pt idx="775">
                  <c:v>59.589995999999999</c:v>
                </c:pt>
                <c:pt idx="776">
                  <c:v>59.589995999999999</c:v>
                </c:pt>
                <c:pt idx="777">
                  <c:v>59.589995999999999</c:v>
                </c:pt>
                <c:pt idx="778">
                  <c:v>59.589995999999999</c:v>
                </c:pt>
                <c:pt idx="779">
                  <c:v>59.589995999999999</c:v>
                </c:pt>
                <c:pt idx="780">
                  <c:v>59.589995999999999</c:v>
                </c:pt>
                <c:pt idx="781">
                  <c:v>59.589995999999999</c:v>
                </c:pt>
                <c:pt idx="782">
                  <c:v>59.589995999999999</c:v>
                </c:pt>
                <c:pt idx="783">
                  <c:v>59.589995999999999</c:v>
                </c:pt>
                <c:pt idx="784">
                  <c:v>59.589995999999999</c:v>
                </c:pt>
                <c:pt idx="785">
                  <c:v>59.589995999999999</c:v>
                </c:pt>
                <c:pt idx="786">
                  <c:v>59.589995999999999</c:v>
                </c:pt>
                <c:pt idx="787">
                  <c:v>59.589995999999999</c:v>
                </c:pt>
                <c:pt idx="788">
                  <c:v>59.589995999999999</c:v>
                </c:pt>
                <c:pt idx="789">
                  <c:v>59.589995999999999</c:v>
                </c:pt>
                <c:pt idx="790">
                  <c:v>59.589995999999999</c:v>
                </c:pt>
                <c:pt idx="791">
                  <c:v>59.589995999999999</c:v>
                </c:pt>
                <c:pt idx="792">
                  <c:v>59.589995999999999</c:v>
                </c:pt>
                <c:pt idx="793">
                  <c:v>59.589995999999999</c:v>
                </c:pt>
                <c:pt idx="794">
                  <c:v>59.589995999999999</c:v>
                </c:pt>
                <c:pt idx="795">
                  <c:v>59.589995999999999</c:v>
                </c:pt>
                <c:pt idx="796">
                  <c:v>59.589995999999999</c:v>
                </c:pt>
                <c:pt idx="797">
                  <c:v>59.589995999999999</c:v>
                </c:pt>
                <c:pt idx="798">
                  <c:v>59.589995999999999</c:v>
                </c:pt>
                <c:pt idx="799">
                  <c:v>59.589995999999999</c:v>
                </c:pt>
                <c:pt idx="800">
                  <c:v>59.589995999999999</c:v>
                </c:pt>
                <c:pt idx="801">
                  <c:v>59.589995999999999</c:v>
                </c:pt>
                <c:pt idx="802">
                  <c:v>59.589995999999999</c:v>
                </c:pt>
                <c:pt idx="803">
                  <c:v>59.589995999999999</c:v>
                </c:pt>
                <c:pt idx="804">
                  <c:v>59.692021199999999</c:v>
                </c:pt>
                <c:pt idx="805">
                  <c:v>59.692021199999999</c:v>
                </c:pt>
                <c:pt idx="806">
                  <c:v>59.709210599999999</c:v>
                </c:pt>
                <c:pt idx="807">
                  <c:v>59.750608200000002</c:v>
                </c:pt>
                <c:pt idx="808">
                  <c:v>59.750608200000002</c:v>
                </c:pt>
                <c:pt idx="809">
                  <c:v>59.750608200000002</c:v>
                </c:pt>
                <c:pt idx="810">
                  <c:v>59.750608200000002</c:v>
                </c:pt>
                <c:pt idx="811">
                  <c:v>59.750608200000002</c:v>
                </c:pt>
                <c:pt idx="812">
                  <c:v>59.750608200000002</c:v>
                </c:pt>
                <c:pt idx="813">
                  <c:v>59.750608200000002</c:v>
                </c:pt>
                <c:pt idx="814">
                  <c:v>59.750608200000002</c:v>
                </c:pt>
                <c:pt idx="815">
                  <c:v>59.750608200000002</c:v>
                </c:pt>
                <c:pt idx="816">
                  <c:v>59.750608200000002</c:v>
                </c:pt>
                <c:pt idx="817">
                  <c:v>59.750608200000002</c:v>
                </c:pt>
                <c:pt idx="818">
                  <c:v>59.750608200000002</c:v>
                </c:pt>
                <c:pt idx="819">
                  <c:v>59.750608200000002</c:v>
                </c:pt>
                <c:pt idx="820">
                  <c:v>59.750608200000002</c:v>
                </c:pt>
                <c:pt idx="821">
                  <c:v>59.750608200000002</c:v>
                </c:pt>
                <c:pt idx="822">
                  <c:v>59.750608200000002</c:v>
                </c:pt>
                <c:pt idx="823">
                  <c:v>59.750608200000002</c:v>
                </c:pt>
                <c:pt idx="824">
                  <c:v>59.750608200000002</c:v>
                </c:pt>
                <c:pt idx="825">
                  <c:v>59.750608200000002</c:v>
                </c:pt>
                <c:pt idx="826">
                  <c:v>59.750608200000002</c:v>
                </c:pt>
                <c:pt idx="827">
                  <c:v>59.750608200000002</c:v>
                </c:pt>
                <c:pt idx="828">
                  <c:v>59.750608200000002</c:v>
                </c:pt>
                <c:pt idx="829">
                  <c:v>59.750608200000002</c:v>
                </c:pt>
                <c:pt idx="830">
                  <c:v>59.750608200000002</c:v>
                </c:pt>
                <c:pt idx="831">
                  <c:v>59.750608200000002</c:v>
                </c:pt>
                <c:pt idx="832">
                  <c:v>59.750608200000002</c:v>
                </c:pt>
                <c:pt idx="833">
                  <c:v>59.750608200000002</c:v>
                </c:pt>
                <c:pt idx="834">
                  <c:v>59.750608200000002</c:v>
                </c:pt>
                <c:pt idx="835">
                  <c:v>59.750608200000002</c:v>
                </c:pt>
                <c:pt idx="836">
                  <c:v>59.750608200000002</c:v>
                </c:pt>
                <c:pt idx="837">
                  <c:v>59.750608200000002</c:v>
                </c:pt>
                <c:pt idx="838">
                  <c:v>59.9899506</c:v>
                </c:pt>
                <c:pt idx="839">
                  <c:v>59.9899506</c:v>
                </c:pt>
                <c:pt idx="840">
                  <c:v>59.9899506</c:v>
                </c:pt>
                <c:pt idx="841">
                  <c:v>59.99763797</c:v>
                </c:pt>
                <c:pt idx="842">
                  <c:v>59.99763797</c:v>
                </c:pt>
                <c:pt idx="843">
                  <c:v>59.99763797</c:v>
                </c:pt>
                <c:pt idx="844">
                  <c:v>59.99763797</c:v>
                </c:pt>
                <c:pt idx="845">
                  <c:v>59.99763797</c:v>
                </c:pt>
                <c:pt idx="846">
                  <c:v>59.99763797</c:v>
                </c:pt>
                <c:pt idx="847">
                  <c:v>59.99763797</c:v>
                </c:pt>
                <c:pt idx="848">
                  <c:v>59.99763797</c:v>
                </c:pt>
                <c:pt idx="849">
                  <c:v>59.99763797</c:v>
                </c:pt>
                <c:pt idx="850">
                  <c:v>59.99763797</c:v>
                </c:pt>
                <c:pt idx="851">
                  <c:v>59.99763797</c:v>
                </c:pt>
                <c:pt idx="852">
                  <c:v>59.99763797</c:v>
                </c:pt>
                <c:pt idx="853">
                  <c:v>59.99763797</c:v>
                </c:pt>
                <c:pt idx="854">
                  <c:v>59.99763797</c:v>
                </c:pt>
                <c:pt idx="855">
                  <c:v>59.99763797</c:v>
                </c:pt>
                <c:pt idx="856">
                  <c:v>59.99763797</c:v>
                </c:pt>
                <c:pt idx="857">
                  <c:v>59.99763797</c:v>
                </c:pt>
                <c:pt idx="858">
                  <c:v>59.99763797</c:v>
                </c:pt>
                <c:pt idx="859">
                  <c:v>59.99763797</c:v>
                </c:pt>
                <c:pt idx="860">
                  <c:v>59.99763797</c:v>
                </c:pt>
                <c:pt idx="861">
                  <c:v>59.99763797</c:v>
                </c:pt>
                <c:pt idx="862">
                  <c:v>59.99763797</c:v>
                </c:pt>
                <c:pt idx="863">
                  <c:v>59.99763797</c:v>
                </c:pt>
                <c:pt idx="864">
                  <c:v>59.99763797</c:v>
                </c:pt>
                <c:pt idx="865">
                  <c:v>59.99763797</c:v>
                </c:pt>
                <c:pt idx="866">
                  <c:v>59.99763797</c:v>
                </c:pt>
                <c:pt idx="867">
                  <c:v>59.99763797</c:v>
                </c:pt>
                <c:pt idx="868">
                  <c:v>59.99763797</c:v>
                </c:pt>
                <c:pt idx="869">
                  <c:v>59.99763797</c:v>
                </c:pt>
                <c:pt idx="870">
                  <c:v>59.99763797</c:v>
                </c:pt>
                <c:pt idx="871">
                  <c:v>59.99763797</c:v>
                </c:pt>
                <c:pt idx="872">
                  <c:v>59.99763797</c:v>
                </c:pt>
                <c:pt idx="873">
                  <c:v>59.99763797</c:v>
                </c:pt>
                <c:pt idx="874">
                  <c:v>59.99763797</c:v>
                </c:pt>
                <c:pt idx="875">
                  <c:v>59.99763797</c:v>
                </c:pt>
                <c:pt idx="876">
                  <c:v>60.046616999999998</c:v>
                </c:pt>
                <c:pt idx="877">
                  <c:v>60.046616999999998</c:v>
                </c:pt>
                <c:pt idx="878">
                  <c:v>60.046616999999998</c:v>
                </c:pt>
                <c:pt idx="879">
                  <c:v>60.046616999999998</c:v>
                </c:pt>
                <c:pt idx="880">
                  <c:v>60.046616999999998</c:v>
                </c:pt>
                <c:pt idx="881">
                  <c:v>60.046616999999998</c:v>
                </c:pt>
                <c:pt idx="882">
                  <c:v>60.046616999999998</c:v>
                </c:pt>
                <c:pt idx="883">
                  <c:v>60.046616999999998</c:v>
                </c:pt>
                <c:pt idx="884">
                  <c:v>60.046616999999998</c:v>
                </c:pt>
                <c:pt idx="885">
                  <c:v>60.046616999999998</c:v>
                </c:pt>
                <c:pt idx="886">
                  <c:v>60.046616999999998</c:v>
                </c:pt>
                <c:pt idx="887">
                  <c:v>60.046616999999998</c:v>
                </c:pt>
                <c:pt idx="888">
                  <c:v>60.046616999999998</c:v>
                </c:pt>
                <c:pt idx="889">
                  <c:v>60.046616999999998</c:v>
                </c:pt>
                <c:pt idx="890">
                  <c:v>60.046616999999998</c:v>
                </c:pt>
                <c:pt idx="891">
                  <c:v>60.046616999999998</c:v>
                </c:pt>
                <c:pt idx="892">
                  <c:v>60.046616999999998</c:v>
                </c:pt>
                <c:pt idx="893">
                  <c:v>60.046616999999998</c:v>
                </c:pt>
                <c:pt idx="894">
                  <c:v>60.046616999999998</c:v>
                </c:pt>
                <c:pt idx="895">
                  <c:v>60.046616999999998</c:v>
                </c:pt>
                <c:pt idx="896">
                  <c:v>60.046616999999998</c:v>
                </c:pt>
                <c:pt idx="897">
                  <c:v>60.046616999999998</c:v>
                </c:pt>
                <c:pt idx="898">
                  <c:v>60.046616999999998</c:v>
                </c:pt>
                <c:pt idx="899">
                  <c:v>60.046616999999998</c:v>
                </c:pt>
                <c:pt idx="900">
                  <c:v>60.046616999999998</c:v>
                </c:pt>
                <c:pt idx="901">
                  <c:v>60.046616999999998</c:v>
                </c:pt>
                <c:pt idx="902">
                  <c:v>60.046616999999998</c:v>
                </c:pt>
                <c:pt idx="903">
                  <c:v>60.046616999999998</c:v>
                </c:pt>
                <c:pt idx="904">
                  <c:v>60.046616999999998</c:v>
                </c:pt>
                <c:pt idx="905">
                  <c:v>60.046616999999998</c:v>
                </c:pt>
                <c:pt idx="906">
                  <c:v>60.046616999999998</c:v>
                </c:pt>
                <c:pt idx="907">
                  <c:v>60.046616999999998</c:v>
                </c:pt>
                <c:pt idx="908">
                  <c:v>60.046616999999998</c:v>
                </c:pt>
                <c:pt idx="909">
                  <c:v>60.046616999999998</c:v>
                </c:pt>
                <c:pt idx="910">
                  <c:v>60.046616999999998</c:v>
                </c:pt>
                <c:pt idx="911">
                  <c:v>60.046616999999998</c:v>
                </c:pt>
                <c:pt idx="912">
                  <c:v>60.046616999999998</c:v>
                </c:pt>
                <c:pt idx="913">
                  <c:v>60.046616999999998</c:v>
                </c:pt>
                <c:pt idx="914">
                  <c:v>60.046616999999998</c:v>
                </c:pt>
                <c:pt idx="915">
                  <c:v>60.046616999999998</c:v>
                </c:pt>
                <c:pt idx="916">
                  <c:v>60.046616999999998</c:v>
                </c:pt>
                <c:pt idx="917">
                  <c:v>60.046616999999998</c:v>
                </c:pt>
                <c:pt idx="918">
                  <c:v>60.046616999999998</c:v>
                </c:pt>
                <c:pt idx="919">
                  <c:v>60.046616999999998</c:v>
                </c:pt>
                <c:pt idx="920">
                  <c:v>60.046616999999998</c:v>
                </c:pt>
                <c:pt idx="921">
                  <c:v>60.046616999999998</c:v>
                </c:pt>
                <c:pt idx="922">
                  <c:v>60.046616999999998</c:v>
                </c:pt>
                <c:pt idx="923">
                  <c:v>60.046616999999998</c:v>
                </c:pt>
                <c:pt idx="924">
                  <c:v>60.046616999999998</c:v>
                </c:pt>
                <c:pt idx="925">
                  <c:v>60.046616999999998</c:v>
                </c:pt>
                <c:pt idx="926">
                  <c:v>60.046616999999998</c:v>
                </c:pt>
                <c:pt idx="927">
                  <c:v>60.144904199999999</c:v>
                </c:pt>
                <c:pt idx="928">
                  <c:v>60.144904199999999</c:v>
                </c:pt>
                <c:pt idx="929">
                  <c:v>60.144904199999999</c:v>
                </c:pt>
                <c:pt idx="930">
                  <c:v>60.144904199999999</c:v>
                </c:pt>
                <c:pt idx="931">
                  <c:v>60.144904199999999</c:v>
                </c:pt>
                <c:pt idx="932">
                  <c:v>60.144904199999999</c:v>
                </c:pt>
                <c:pt idx="933">
                  <c:v>60.144904199999999</c:v>
                </c:pt>
                <c:pt idx="934">
                  <c:v>60.144904199999999</c:v>
                </c:pt>
                <c:pt idx="935">
                  <c:v>60.144904199999999</c:v>
                </c:pt>
                <c:pt idx="936">
                  <c:v>60.144904199999999</c:v>
                </c:pt>
                <c:pt idx="937">
                  <c:v>60.144904199999999</c:v>
                </c:pt>
                <c:pt idx="938">
                  <c:v>60.144904199999999</c:v>
                </c:pt>
                <c:pt idx="939">
                  <c:v>60.144904199999999</c:v>
                </c:pt>
                <c:pt idx="940">
                  <c:v>60.144904199999999</c:v>
                </c:pt>
                <c:pt idx="941">
                  <c:v>60.144904199999999</c:v>
                </c:pt>
                <c:pt idx="942">
                  <c:v>60.144904199999999</c:v>
                </c:pt>
                <c:pt idx="943">
                  <c:v>60.144904199999999</c:v>
                </c:pt>
                <c:pt idx="944">
                  <c:v>60.144904199999999</c:v>
                </c:pt>
                <c:pt idx="945">
                  <c:v>60.144904199999999</c:v>
                </c:pt>
                <c:pt idx="946">
                  <c:v>60.144904199999999</c:v>
                </c:pt>
                <c:pt idx="947">
                  <c:v>60.144904199999999</c:v>
                </c:pt>
                <c:pt idx="948">
                  <c:v>60.144904199999999</c:v>
                </c:pt>
                <c:pt idx="949">
                  <c:v>60.144904199999999</c:v>
                </c:pt>
                <c:pt idx="950">
                  <c:v>60.144904199999999</c:v>
                </c:pt>
                <c:pt idx="951">
                  <c:v>60.144904199999999</c:v>
                </c:pt>
                <c:pt idx="952">
                  <c:v>60.144904199999999</c:v>
                </c:pt>
                <c:pt idx="953">
                  <c:v>60.144904199999999</c:v>
                </c:pt>
                <c:pt idx="954">
                  <c:v>60.144904199999999</c:v>
                </c:pt>
                <c:pt idx="955">
                  <c:v>60.144904199999999</c:v>
                </c:pt>
                <c:pt idx="956">
                  <c:v>60.144904199999999</c:v>
                </c:pt>
                <c:pt idx="957">
                  <c:v>60.144904199999999</c:v>
                </c:pt>
                <c:pt idx="958">
                  <c:v>60.144904199999999</c:v>
                </c:pt>
                <c:pt idx="959">
                  <c:v>60.144904199999999</c:v>
                </c:pt>
                <c:pt idx="960">
                  <c:v>60.144904199999999</c:v>
                </c:pt>
                <c:pt idx="961">
                  <c:v>60.144904199999999</c:v>
                </c:pt>
                <c:pt idx="962">
                  <c:v>60.144904199999999</c:v>
                </c:pt>
                <c:pt idx="963">
                  <c:v>60.144904199999999</c:v>
                </c:pt>
                <c:pt idx="964">
                  <c:v>60.144904199999999</c:v>
                </c:pt>
                <c:pt idx="965">
                  <c:v>60.144904199999999</c:v>
                </c:pt>
                <c:pt idx="966">
                  <c:v>60.144904199999999</c:v>
                </c:pt>
                <c:pt idx="967">
                  <c:v>60.144904199999999</c:v>
                </c:pt>
                <c:pt idx="968">
                  <c:v>60.144904199999999</c:v>
                </c:pt>
                <c:pt idx="969">
                  <c:v>60.144904199999999</c:v>
                </c:pt>
                <c:pt idx="970">
                  <c:v>60.144904199999999</c:v>
                </c:pt>
                <c:pt idx="971">
                  <c:v>60.144904199999999</c:v>
                </c:pt>
                <c:pt idx="972">
                  <c:v>60.144904199999999</c:v>
                </c:pt>
                <c:pt idx="973">
                  <c:v>60.144904199999999</c:v>
                </c:pt>
                <c:pt idx="974">
                  <c:v>60.144904199999999</c:v>
                </c:pt>
                <c:pt idx="975">
                  <c:v>60.144904199999999</c:v>
                </c:pt>
                <c:pt idx="976">
                  <c:v>60.144904199999999</c:v>
                </c:pt>
                <c:pt idx="977">
                  <c:v>60.144904199999999</c:v>
                </c:pt>
                <c:pt idx="978">
                  <c:v>60.144904199999999</c:v>
                </c:pt>
                <c:pt idx="979">
                  <c:v>60.144904199999999</c:v>
                </c:pt>
                <c:pt idx="980">
                  <c:v>60.144904199999999</c:v>
                </c:pt>
                <c:pt idx="981">
                  <c:v>60.144904199999999</c:v>
                </c:pt>
                <c:pt idx="982">
                  <c:v>60.144904199999999</c:v>
                </c:pt>
                <c:pt idx="983">
                  <c:v>60.144904199999999</c:v>
                </c:pt>
                <c:pt idx="984">
                  <c:v>60.144904199999999</c:v>
                </c:pt>
                <c:pt idx="985">
                  <c:v>60.144904199999999</c:v>
                </c:pt>
                <c:pt idx="986">
                  <c:v>60.144904199999999</c:v>
                </c:pt>
                <c:pt idx="987">
                  <c:v>60.144904199999999</c:v>
                </c:pt>
                <c:pt idx="988">
                  <c:v>60.144904199999999</c:v>
                </c:pt>
                <c:pt idx="989">
                  <c:v>60.144904199999999</c:v>
                </c:pt>
                <c:pt idx="990">
                  <c:v>60.144904199999999</c:v>
                </c:pt>
                <c:pt idx="991">
                  <c:v>60.144904199999999</c:v>
                </c:pt>
                <c:pt idx="992">
                  <c:v>60.144904199999999</c:v>
                </c:pt>
                <c:pt idx="993">
                  <c:v>60.144904199999999</c:v>
                </c:pt>
                <c:pt idx="994">
                  <c:v>60.144904199999999</c:v>
                </c:pt>
                <c:pt idx="995">
                  <c:v>60.144904199999999</c:v>
                </c:pt>
                <c:pt idx="996">
                  <c:v>60.144904199999999</c:v>
                </c:pt>
                <c:pt idx="997">
                  <c:v>60.144904199999999</c:v>
                </c:pt>
                <c:pt idx="998">
                  <c:v>60.144904199999999</c:v>
                </c:pt>
                <c:pt idx="999">
                  <c:v>60.144904199999999</c:v>
                </c:pt>
                <c:pt idx="1000">
                  <c:v>60.144904199999999</c:v>
                </c:pt>
                <c:pt idx="1001">
                  <c:v>60.177142199999999</c:v>
                </c:pt>
                <c:pt idx="1002">
                  <c:v>60.177142199999999</c:v>
                </c:pt>
                <c:pt idx="1003">
                  <c:v>60.182189399999999</c:v>
                </c:pt>
                <c:pt idx="1004">
                  <c:v>60.182189399999999</c:v>
                </c:pt>
                <c:pt idx="1005">
                  <c:v>60.182189399999999</c:v>
                </c:pt>
                <c:pt idx="1006">
                  <c:v>60.182189399999999</c:v>
                </c:pt>
                <c:pt idx="1007">
                  <c:v>60.182189399999999</c:v>
                </c:pt>
                <c:pt idx="1008">
                  <c:v>60.182189399999999</c:v>
                </c:pt>
                <c:pt idx="1009">
                  <c:v>60.182189399999999</c:v>
                </c:pt>
                <c:pt idx="1010">
                  <c:v>60.182189399999999</c:v>
                </c:pt>
                <c:pt idx="1011">
                  <c:v>60.182189399999999</c:v>
                </c:pt>
                <c:pt idx="1012">
                  <c:v>60.182189399999999</c:v>
                </c:pt>
                <c:pt idx="1013">
                  <c:v>60.182189399999999</c:v>
                </c:pt>
                <c:pt idx="1014">
                  <c:v>60.182189399999999</c:v>
                </c:pt>
                <c:pt idx="1015">
                  <c:v>60.182189399999999</c:v>
                </c:pt>
                <c:pt idx="1016">
                  <c:v>60.182189399999999</c:v>
                </c:pt>
                <c:pt idx="1017">
                  <c:v>60.182189399999999</c:v>
                </c:pt>
                <c:pt idx="1018">
                  <c:v>60.182189399999999</c:v>
                </c:pt>
                <c:pt idx="1019">
                  <c:v>60.182189399999999</c:v>
                </c:pt>
                <c:pt idx="1020">
                  <c:v>60.182189399999999</c:v>
                </c:pt>
                <c:pt idx="1021">
                  <c:v>60.182189399999999</c:v>
                </c:pt>
                <c:pt idx="1022">
                  <c:v>60.182189399999999</c:v>
                </c:pt>
                <c:pt idx="1023">
                  <c:v>60.182189399999999</c:v>
                </c:pt>
                <c:pt idx="1024">
                  <c:v>60.182189399999999</c:v>
                </c:pt>
                <c:pt idx="1025">
                  <c:v>60.182189399999999</c:v>
                </c:pt>
                <c:pt idx="1026">
                  <c:v>60.182189399999999</c:v>
                </c:pt>
                <c:pt idx="1027">
                  <c:v>60.182189399999999</c:v>
                </c:pt>
                <c:pt idx="1028">
                  <c:v>60.182189399999999</c:v>
                </c:pt>
                <c:pt idx="1029">
                  <c:v>60.182189399999999</c:v>
                </c:pt>
                <c:pt idx="1030">
                  <c:v>60.182189399999999</c:v>
                </c:pt>
                <c:pt idx="1031">
                  <c:v>60.182189399999999</c:v>
                </c:pt>
                <c:pt idx="1032">
                  <c:v>60.182189399999999</c:v>
                </c:pt>
                <c:pt idx="1033">
                  <c:v>60.182189399999999</c:v>
                </c:pt>
                <c:pt idx="1034">
                  <c:v>60.182189399999999</c:v>
                </c:pt>
                <c:pt idx="1035">
                  <c:v>60.182189399999999</c:v>
                </c:pt>
                <c:pt idx="1036">
                  <c:v>60.182189399999999</c:v>
                </c:pt>
                <c:pt idx="1037">
                  <c:v>60.182189399999999</c:v>
                </c:pt>
                <c:pt idx="1038">
                  <c:v>60.182189399999999</c:v>
                </c:pt>
                <c:pt idx="1039">
                  <c:v>60.182189399999999</c:v>
                </c:pt>
                <c:pt idx="1040">
                  <c:v>60.182189399999999</c:v>
                </c:pt>
                <c:pt idx="1041">
                  <c:v>60.182189399999999</c:v>
                </c:pt>
                <c:pt idx="1042">
                  <c:v>60.182189399999999</c:v>
                </c:pt>
                <c:pt idx="1043">
                  <c:v>60.182189399999999</c:v>
                </c:pt>
                <c:pt idx="1044">
                  <c:v>60.182189399999999</c:v>
                </c:pt>
                <c:pt idx="1045">
                  <c:v>60.182189399999999</c:v>
                </c:pt>
                <c:pt idx="1046">
                  <c:v>60.182189399999999</c:v>
                </c:pt>
                <c:pt idx="1047">
                  <c:v>60.182189399999999</c:v>
                </c:pt>
                <c:pt idx="1048">
                  <c:v>60.182189399999999</c:v>
                </c:pt>
                <c:pt idx="1049">
                  <c:v>60.182189399999999</c:v>
                </c:pt>
                <c:pt idx="1050">
                  <c:v>60.182189399999999</c:v>
                </c:pt>
                <c:pt idx="1051">
                  <c:v>60.182189399999999</c:v>
                </c:pt>
                <c:pt idx="1052">
                  <c:v>60.288282600000002</c:v>
                </c:pt>
                <c:pt idx="1053">
                  <c:v>60.288282600000002</c:v>
                </c:pt>
                <c:pt idx="1054">
                  <c:v>60.288282600000002</c:v>
                </c:pt>
                <c:pt idx="1055">
                  <c:v>60.288282600000002</c:v>
                </c:pt>
                <c:pt idx="1056">
                  <c:v>60.288282600000002</c:v>
                </c:pt>
                <c:pt idx="1057">
                  <c:v>60.288282600000002</c:v>
                </c:pt>
                <c:pt idx="1058">
                  <c:v>60.288282600000002</c:v>
                </c:pt>
                <c:pt idx="1059">
                  <c:v>60.288282600000002</c:v>
                </c:pt>
                <c:pt idx="1060">
                  <c:v>60.288282600000002</c:v>
                </c:pt>
                <c:pt idx="1061">
                  <c:v>60.288282600000002</c:v>
                </c:pt>
                <c:pt idx="1062">
                  <c:v>60.288282600000002</c:v>
                </c:pt>
                <c:pt idx="1063">
                  <c:v>60.288282600000002</c:v>
                </c:pt>
                <c:pt idx="1064">
                  <c:v>60.288282600000002</c:v>
                </c:pt>
                <c:pt idx="1065">
                  <c:v>60.288282600000002</c:v>
                </c:pt>
                <c:pt idx="1066">
                  <c:v>60.288282600000002</c:v>
                </c:pt>
                <c:pt idx="1067">
                  <c:v>60.288282600000002</c:v>
                </c:pt>
                <c:pt idx="1068">
                  <c:v>60.288282600000002</c:v>
                </c:pt>
                <c:pt idx="1069">
                  <c:v>60.288282600000002</c:v>
                </c:pt>
                <c:pt idx="1070">
                  <c:v>60.288282600000002</c:v>
                </c:pt>
                <c:pt idx="1071">
                  <c:v>60.288282600000002</c:v>
                </c:pt>
                <c:pt idx="1072">
                  <c:v>60.288282600000002</c:v>
                </c:pt>
                <c:pt idx="1073">
                  <c:v>60.288282600000002</c:v>
                </c:pt>
                <c:pt idx="1074">
                  <c:v>60.288282600000002</c:v>
                </c:pt>
                <c:pt idx="1075">
                  <c:v>60.288282600000002</c:v>
                </c:pt>
                <c:pt idx="1076">
                  <c:v>60.288282600000002</c:v>
                </c:pt>
                <c:pt idx="1077">
                  <c:v>60.288282600000002</c:v>
                </c:pt>
                <c:pt idx="1078">
                  <c:v>60.288282600000002</c:v>
                </c:pt>
                <c:pt idx="1079">
                  <c:v>60.288282600000002</c:v>
                </c:pt>
                <c:pt idx="1080">
                  <c:v>60.288282600000002</c:v>
                </c:pt>
                <c:pt idx="1081">
                  <c:v>60.288282600000002</c:v>
                </c:pt>
                <c:pt idx="1082">
                  <c:v>60.288282600000002</c:v>
                </c:pt>
                <c:pt idx="1083">
                  <c:v>60.288282600000002</c:v>
                </c:pt>
                <c:pt idx="1084">
                  <c:v>60.288282600000002</c:v>
                </c:pt>
                <c:pt idx="1085">
                  <c:v>60.288282600000002</c:v>
                </c:pt>
                <c:pt idx="1086">
                  <c:v>60.288282600000002</c:v>
                </c:pt>
                <c:pt idx="1087">
                  <c:v>60.288282600000002</c:v>
                </c:pt>
                <c:pt idx="1088">
                  <c:v>60.288282600000002</c:v>
                </c:pt>
                <c:pt idx="1089">
                  <c:v>60.288282600000002</c:v>
                </c:pt>
                <c:pt idx="1090">
                  <c:v>60.288282600000002</c:v>
                </c:pt>
                <c:pt idx="1091">
                  <c:v>60.288282600000002</c:v>
                </c:pt>
                <c:pt idx="1092">
                  <c:v>60.288282600000002</c:v>
                </c:pt>
                <c:pt idx="1093">
                  <c:v>60.288282600000002</c:v>
                </c:pt>
                <c:pt idx="1094">
                  <c:v>60.288282600000002</c:v>
                </c:pt>
                <c:pt idx="1095">
                  <c:v>60.288282600000002</c:v>
                </c:pt>
                <c:pt idx="1096">
                  <c:v>60.288282600000002</c:v>
                </c:pt>
                <c:pt idx="1097">
                  <c:v>60.288282600000002</c:v>
                </c:pt>
                <c:pt idx="1098">
                  <c:v>60.288282600000002</c:v>
                </c:pt>
                <c:pt idx="1099">
                  <c:v>60.288282600000002</c:v>
                </c:pt>
                <c:pt idx="1100">
                  <c:v>60.288282600000002</c:v>
                </c:pt>
                <c:pt idx="1101">
                  <c:v>60.288282600000002</c:v>
                </c:pt>
                <c:pt idx="1102">
                  <c:v>60.288282600000002</c:v>
                </c:pt>
                <c:pt idx="1103">
                  <c:v>60.288282600000002</c:v>
                </c:pt>
                <c:pt idx="1104">
                  <c:v>60.288282600000002</c:v>
                </c:pt>
                <c:pt idx="1105">
                  <c:v>60.288282600000002</c:v>
                </c:pt>
                <c:pt idx="1106">
                  <c:v>60.288282600000002</c:v>
                </c:pt>
                <c:pt idx="1107">
                  <c:v>60.288282600000002</c:v>
                </c:pt>
                <c:pt idx="1108">
                  <c:v>60.288282600000002</c:v>
                </c:pt>
                <c:pt idx="1109">
                  <c:v>60.288282600000002</c:v>
                </c:pt>
                <c:pt idx="1110">
                  <c:v>60.288282600000002</c:v>
                </c:pt>
                <c:pt idx="1111">
                  <c:v>60.288282600000002</c:v>
                </c:pt>
                <c:pt idx="1112">
                  <c:v>60.288282600000002</c:v>
                </c:pt>
                <c:pt idx="1113">
                  <c:v>60.288282600000002</c:v>
                </c:pt>
                <c:pt idx="1114">
                  <c:v>60.288282600000002</c:v>
                </c:pt>
                <c:pt idx="1115">
                  <c:v>60.288282600000002</c:v>
                </c:pt>
                <c:pt idx="1116">
                  <c:v>60.288282600000002</c:v>
                </c:pt>
                <c:pt idx="1117">
                  <c:v>60.288282600000002</c:v>
                </c:pt>
                <c:pt idx="1118">
                  <c:v>60.288282600000002</c:v>
                </c:pt>
                <c:pt idx="1119">
                  <c:v>60.288282600000002</c:v>
                </c:pt>
                <c:pt idx="1120">
                  <c:v>60.288282600000002</c:v>
                </c:pt>
                <c:pt idx="1121">
                  <c:v>60.288282600000002</c:v>
                </c:pt>
                <c:pt idx="1122">
                  <c:v>60.288282600000002</c:v>
                </c:pt>
                <c:pt idx="1123">
                  <c:v>60.288282600000002</c:v>
                </c:pt>
                <c:pt idx="1124">
                  <c:v>60.288282600000002</c:v>
                </c:pt>
                <c:pt idx="1125">
                  <c:v>60.288282600000002</c:v>
                </c:pt>
                <c:pt idx="1126">
                  <c:v>60.288282600000002</c:v>
                </c:pt>
                <c:pt idx="1127">
                  <c:v>60.288282600000002</c:v>
                </c:pt>
                <c:pt idx="1128">
                  <c:v>60.288282600000002</c:v>
                </c:pt>
                <c:pt idx="1129">
                  <c:v>60.288282600000002</c:v>
                </c:pt>
                <c:pt idx="1130">
                  <c:v>60.356285399999997</c:v>
                </c:pt>
                <c:pt idx="1131">
                  <c:v>60.356285399999997</c:v>
                </c:pt>
                <c:pt idx="1132">
                  <c:v>60.356285399999997</c:v>
                </c:pt>
                <c:pt idx="1133">
                  <c:v>60.356285399999997</c:v>
                </c:pt>
                <c:pt idx="1134">
                  <c:v>60.356285399999997</c:v>
                </c:pt>
                <c:pt idx="1135">
                  <c:v>60.356285399999997</c:v>
                </c:pt>
                <c:pt idx="1136">
                  <c:v>60.356285399999997</c:v>
                </c:pt>
                <c:pt idx="1137">
                  <c:v>60.356285399999997</c:v>
                </c:pt>
                <c:pt idx="1138">
                  <c:v>60.356285399999997</c:v>
                </c:pt>
                <c:pt idx="1139">
                  <c:v>60.356285399999997</c:v>
                </c:pt>
                <c:pt idx="1140">
                  <c:v>60.356285399999997</c:v>
                </c:pt>
                <c:pt idx="1141">
                  <c:v>60.356285399999997</c:v>
                </c:pt>
                <c:pt idx="1142">
                  <c:v>60.356285399999997</c:v>
                </c:pt>
                <c:pt idx="1143">
                  <c:v>60.356285399999997</c:v>
                </c:pt>
                <c:pt idx="1144">
                  <c:v>60.356285399999997</c:v>
                </c:pt>
                <c:pt idx="1145">
                  <c:v>60.356285399999997</c:v>
                </c:pt>
                <c:pt idx="1146">
                  <c:v>60.356285399999997</c:v>
                </c:pt>
                <c:pt idx="1147">
                  <c:v>60.356285399999997</c:v>
                </c:pt>
                <c:pt idx="1148">
                  <c:v>60.356285399999997</c:v>
                </c:pt>
                <c:pt idx="1149">
                  <c:v>60.356285399999997</c:v>
                </c:pt>
                <c:pt idx="1150">
                  <c:v>60.356285399999997</c:v>
                </c:pt>
                <c:pt idx="1151">
                  <c:v>60.356285399999997</c:v>
                </c:pt>
                <c:pt idx="1152">
                  <c:v>60.356285399999997</c:v>
                </c:pt>
                <c:pt idx="1153">
                  <c:v>60.356285399999997</c:v>
                </c:pt>
                <c:pt idx="1154">
                  <c:v>60.356285399999997</c:v>
                </c:pt>
                <c:pt idx="1155">
                  <c:v>60.356285399999997</c:v>
                </c:pt>
                <c:pt idx="1156">
                  <c:v>60.356285399999997</c:v>
                </c:pt>
                <c:pt idx="1157">
                  <c:v>60.356285399999997</c:v>
                </c:pt>
                <c:pt idx="1158">
                  <c:v>60.356285399999997</c:v>
                </c:pt>
                <c:pt idx="1159">
                  <c:v>60.356285399999997</c:v>
                </c:pt>
                <c:pt idx="1160">
                  <c:v>60.356285399999997</c:v>
                </c:pt>
                <c:pt idx="1161">
                  <c:v>60.356285399999997</c:v>
                </c:pt>
                <c:pt idx="1162">
                  <c:v>60.356285399999997</c:v>
                </c:pt>
                <c:pt idx="1163">
                  <c:v>60.356285399999997</c:v>
                </c:pt>
                <c:pt idx="1164">
                  <c:v>60.356285399999997</c:v>
                </c:pt>
                <c:pt idx="1165">
                  <c:v>60.356285399999997</c:v>
                </c:pt>
                <c:pt idx="1166">
                  <c:v>60.356285399999997</c:v>
                </c:pt>
                <c:pt idx="1167">
                  <c:v>60.356285399999997</c:v>
                </c:pt>
                <c:pt idx="1168">
                  <c:v>60.356285399999997</c:v>
                </c:pt>
                <c:pt idx="1169">
                  <c:v>60.356285399999997</c:v>
                </c:pt>
                <c:pt idx="1170">
                  <c:v>60.356285399999997</c:v>
                </c:pt>
                <c:pt idx="1171">
                  <c:v>60.543850800000001</c:v>
                </c:pt>
                <c:pt idx="1172">
                  <c:v>60.543850800000001</c:v>
                </c:pt>
                <c:pt idx="1173">
                  <c:v>60.543850800000001</c:v>
                </c:pt>
                <c:pt idx="1174">
                  <c:v>60.543850800000001</c:v>
                </c:pt>
                <c:pt idx="1175">
                  <c:v>60.543850800000001</c:v>
                </c:pt>
                <c:pt idx="1176">
                  <c:v>60.543850800000001</c:v>
                </c:pt>
                <c:pt idx="1177">
                  <c:v>60.543850800000001</c:v>
                </c:pt>
                <c:pt idx="1178">
                  <c:v>60.543850800000001</c:v>
                </c:pt>
                <c:pt idx="1179">
                  <c:v>60.543850800000001</c:v>
                </c:pt>
                <c:pt idx="1180">
                  <c:v>60.543850800000001</c:v>
                </c:pt>
                <c:pt idx="1181">
                  <c:v>60.543850800000001</c:v>
                </c:pt>
                <c:pt idx="1182">
                  <c:v>60.543850800000001</c:v>
                </c:pt>
                <c:pt idx="1183">
                  <c:v>60.543850800000001</c:v>
                </c:pt>
                <c:pt idx="1184">
                  <c:v>60.543850800000001</c:v>
                </c:pt>
                <c:pt idx="1185">
                  <c:v>60.543850800000001</c:v>
                </c:pt>
                <c:pt idx="1186">
                  <c:v>60.543850800000001</c:v>
                </c:pt>
                <c:pt idx="1187">
                  <c:v>60.543850800000001</c:v>
                </c:pt>
                <c:pt idx="1188">
                  <c:v>60.543850800000001</c:v>
                </c:pt>
                <c:pt idx="1189">
                  <c:v>60.543850800000001</c:v>
                </c:pt>
                <c:pt idx="1190">
                  <c:v>60.543850800000001</c:v>
                </c:pt>
                <c:pt idx="1191">
                  <c:v>60.543850800000001</c:v>
                </c:pt>
                <c:pt idx="1192">
                  <c:v>60.543850800000001</c:v>
                </c:pt>
                <c:pt idx="1193">
                  <c:v>60.543850800000001</c:v>
                </c:pt>
                <c:pt idx="1194">
                  <c:v>60.543850800000001</c:v>
                </c:pt>
                <c:pt idx="1195">
                  <c:v>60.543850800000001</c:v>
                </c:pt>
                <c:pt idx="1196">
                  <c:v>60.543850800000001</c:v>
                </c:pt>
                <c:pt idx="1197">
                  <c:v>60.543850800000001</c:v>
                </c:pt>
                <c:pt idx="1198">
                  <c:v>60.543850800000001</c:v>
                </c:pt>
                <c:pt idx="1199">
                  <c:v>60.543850800000001</c:v>
                </c:pt>
                <c:pt idx="1200">
                  <c:v>60.543850800000001</c:v>
                </c:pt>
                <c:pt idx="1201">
                  <c:v>60.543850800000001</c:v>
                </c:pt>
                <c:pt idx="1202">
                  <c:v>60.543850800000001</c:v>
                </c:pt>
                <c:pt idx="1203">
                  <c:v>60.543850800000001</c:v>
                </c:pt>
                <c:pt idx="1204">
                  <c:v>60.543850800000001</c:v>
                </c:pt>
                <c:pt idx="1205">
                  <c:v>60.543850800000001</c:v>
                </c:pt>
                <c:pt idx="1206">
                  <c:v>60.543850800000001</c:v>
                </c:pt>
                <c:pt idx="1207">
                  <c:v>60.543850800000001</c:v>
                </c:pt>
                <c:pt idx="1208">
                  <c:v>60.543850800000001</c:v>
                </c:pt>
                <c:pt idx="1209">
                  <c:v>60.543850800000001</c:v>
                </c:pt>
                <c:pt idx="1210">
                  <c:v>60.543850800000001</c:v>
                </c:pt>
                <c:pt idx="1211">
                  <c:v>60.543850800000001</c:v>
                </c:pt>
                <c:pt idx="1212">
                  <c:v>60.543850800000001</c:v>
                </c:pt>
                <c:pt idx="1213">
                  <c:v>60.543850800000001</c:v>
                </c:pt>
                <c:pt idx="1214">
                  <c:v>60.543850800000001</c:v>
                </c:pt>
                <c:pt idx="1215">
                  <c:v>60.543850800000001</c:v>
                </c:pt>
                <c:pt idx="1216">
                  <c:v>60.543850800000001</c:v>
                </c:pt>
                <c:pt idx="1217">
                  <c:v>60.543850800000001</c:v>
                </c:pt>
                <c:pt idx="1218">
                  <c:v>60.543850800000001</c:v>
                </c:pt>
                <c:pt idx="1219">
                  <c:v>60.543850800000001</c:v>
                </c:pt>
                <c:pt idx="1220">
                  <c:v>60.543850800000001</c:v>
                </c:pt>
                <c:pt idx="1221">
                  <c:v>60.543850800000001</c:v>
                </c:pt>
                <c:pt idx="1222">
                  <c:v>60.543850800000001</c:v>
                </c:pt>
                <c:pt idx="1223">
                  <c:v>60.543850800000001</c:v>
                </c:pt>
                <c:pt idx="1224">
                  <c:v>60.543850800000001</c:v>
                </c:pt>
                <c:pt idx="1225">
                  <c:v>60.543850800000001</c:v>
                </c:pt>
                <c:pt idx="1226">
                  <c:v>60.543850800000001</c:v>
                </c:pt>
                <c:pt idx="1227">
                  <c:v>60.543850800000001</c:v>
                </c:pt>
                <c:pt idx="1228">
                  <c:v>60.543850800000001</c:v>
                </c:pt>
                <c:pt idx="1229">
                  <c:v>60.543850800000001</c:v>
                </c:pt>
                <c:pt idx="1230">
                  <c:v>60.543850800000001</c:v>
                </c:pt>
                <c:pt idx="1231">
                  <c:v>60.543850800000001</c:v>
                </c:pt>
                <c:pt idx="1232">
                  <c:v>60.543850800000001</c:v>
                </c:pt>
                <c:pt idx="1233">
                  <c:v>60.543850800000001</c:v>
                </c:pt>
                <c:pt idx="1234">
                  <c:v>60.543850800000001</c:v>
                </c:pt>
                <c:pt idx="1235">
                  <c:v>60.543850800000001</c:v>
                </c:pt>
                <c:pt idx="1236">
                  <c:v>60.543850800000001</c:v>
                </c:pt>
                <c:pt idx="1237">
                  <c:v>60.543850800000001</c:v>
                </c:pt>
                <c:pt idx="1238">
                  <c:v>60.543850800000001</c:v>
                </c:pt>
                <c:pt idx="1239">
                  <c:v>60.543850800000001</c:v>
                </c:pt>
                <c:pt idx="1240">
                  <c:v>60.543850800000001</c:v>
                </c:pt>
                <c:pt idx="1241">
                  <c:v>60.543850800000001</c:v>
                </c:pt>
                <c:pt idx="1242">
                  <c:v>60.543850800000001</c:v>
                </c:pt>
                <c:pt idx="1243">
                  <c:v>60.543850800000001</c:v>
                </c:pt>
                <c:pt idx="1244">
                  <c:v>60.543850800000001</c:v>
                </c:pt>
                <c:pt idx="1245">
                  <c:v>60.543850800000001</c:v>
                </c:pt>
                <c:pt idx="1246">
                  <c:v>60.543850800000001</c:v>
                </c:pt>
                <c:pt idx="1247">
                  <c:v>60.543850800000001</c:v>
                </c:pt>
                <c:pt idx="1248">
                  <c:v>60.543850800000001</c:v>
                </c:pt>
                <c:pt idx="1249">
                  <c:v>60.543850800000001</c:v>
                </c:pt>
                <c:pt idx="1250">
                  <c:v>60.543850800000001</c:v>
                </c:pt>
                <c:pt idx="1251">
                  <c:v>60.543850800000001</c:v>
                </c:pt>
                <c:pt idx="1252">
                  <c:v>60.543850800000001</c:v>
                </c:pt>
                <c:pt idx="1253">
                  <c:v>60.607544400000002</c:v>
                </c:pt>
                <c:pt idx="1254">
                  <c:v>60.607544400000002</c:v>
                </c:pt>
                <c:pt idx="1255">
                  <c:v>60.607544400000002</c:v>
                </c:pt>
                <c:pt idx="1256">
                  <c:v>60.607544400000002</c:v>
                </c:pt>
                <c:pt idx="1257">
                  <c:v>60.607544400000002</c:v>
                </c:pt>
                <c:pt idx="1258">
                  <c:v>60.607544400000002</c:v>
                </c:pt>
                <c:pt idx="1259">
                  <c:v>60.607544400000002</c:v>
                </c:pt>
                <c:pt idx="1260">
                  <c:v>60.607544400000002</c:v>
                </c:pt>
                <c:pt idx="1261">
                  <c:v>60.607544400000002</c:v>
                </c:pt>
                <c:pt idx="1262">
                  <c:v>60.607544400000002</c:v>
                </c:pt>
                <c:pt idx="1263">
                  <c:v>60.607544400000002</c:v>
                </c:pt>
                <c:pt idx="1264">
                  <c:v>60.607544400000002</c:v>
                </c:pt>
                <c:pt idx="1265">
                  <c:v>60.607544400000002</c:v>
                </c:pt>
                <c:pt idx="1266">
                  <c:v>60.607544400000002</c:v>
                </c:pt>
                <c:pt idx="1267">
                  <c:v>60.607544400000002</c:v>
                </c:pt>
                <c:pt idx="1268">
                  <c:v>60.607544400000002</c:v>
                </c:pt>
                <c:pt idx="1269">
                  <c:v>60.607544400000002</c:v>
                </c:pt>
                <c:pt idx="1270">
                  <c:v>60.607544400000002</c:v>
                </c:pt>
                <c:pt idx="1271">
                  <c:v>60.607544400000002</c:v>
                </c:pt>
                <c:pt idx="1272">
                  <c:v>60.607544400000002</c:v>
                </c:pt>
                <c:pt idx="1273">
                  <c:v>60.607544400000002</c:v>
                </c:pt>
                <c:pt idx="1274">
                  <c:v>60.607544400000002</c:v>
                </c:pt>
                <c:pt idx="1275">
                  <c:v>60.607544400000002</c:v>
                </c:pt>
                <c:pt idx="1276">
                  <c:v>60.607544400000002</c:v>
                </c:pt>
                <c:pt idx="1277">
                  <c:v>60.607544400000002</c:v>
                </c:pt>
                <c:pt idx="1278">
                  <c:v>60.607544400000002</c:v>
                </c:pt>
                <c:pt idx="1279">
                  <c:v>60.607544400000002</c:v>
                </c:pt>
                <c:pt idx="1280">
                  <c:v>60.607544400000002</c:v>
                </c:pt>
                <c:pt idx="1281">
                  <c:v>60.607544400000002</c:v>
                </c:pt>
                <c:pt idx="1282">
                  <c:v>60.607544400000002</c:v>
                </c:pt>
                <c:pt idx="1283">
                  <c:v>60.607544400000002</c:v>
                </c:pt>
                <c:pt idx="1284">
                  <c:v>60.607544400000002</c:v>
                </c:pt>
                <c:pt idx="1285">
                  <c:v>60.607544400000002</c:v>
                </c:pt>
                <c:pt idx="1286">
                  <c:v>60.607544400000002</c:v>
                </c:pt>
                <c:pt idx="1287">
                  <c:v>60.607544400000002</c:v>
                </c:pt>
                <c:pt idx="1288">
                  <c:v>60.607544400000002</c:v>
                </c:pt>
                <c:pt idx="1289">
                  <c:v>60.607544400000002</c:v>
                </c:pt>
                <c:pt idx="1290">
                  <c:v>60.607544400000002</c:v>
                </c:pt>
                <c:pt idx="1291">
                  <c:v>60.607544400000002</c:v>
                </c:pt>
                <c:pt idx="1292">
                  <c:v>60.607544400000002</c:v>
                </c:pt>
                <c:pt idx="1293">
                  <c:v>60.607544400000002</c:v>
                </c:pt>
                <c:pt idx="1294">
                  <c:v>60.607544400000002</c:v>
                </c:pt>
                <c:pt idx="1295">
                  <c:v>60.607544400000002</c:v>
                </c:pt>
                <c:pt idx="1296">
                  <c:v>60.607544400000002</c:v>
                </c:pt>
                <c:pt idx="1297">
                  <c:v>60.607544400000002</c:v>
                </c:pt>
                <c:pt idx="1298">
                  <c:v>60.607544400000002</c:v>
                </c:pt>
                <c:pt idx="1299">
                  <c:v>60.607544400000002</c:v>
                </c:pt>
                <c:pt idx="1300">
                  <c:v>60.607544400000002</c:v>
                </c:pt>
                <c:pt idx="1301">
                  <c:v>60.607544400000002</c:v>
                </c:pt>
                <c:pt idx="1302">
                  <c:v>60.607544400000002</c:v>
                </c:pt>
                <c:pt idx="1303">
                  <c:v>60.607544400000002</c:v>
                </c:pt>
                <c:pt idx="1304">
                  <c:v>60.607544400000002</c:v>
                </c:pt>
                <c:pt idx="1305">
                  <c:v>60.607544400000002</c:v>
                </c:pt>
                <c:pt idx="1306">
                  <c:v>60.607544400000002</c:v>
                </c:pt>
                <c:pt idx="1307">
                  <c:v>60.607544400000002</c:v>
                </c:pt>
                <c:pt idx="1308">
                  <c:v>60.607544400000002</c:v>
                </c:pt>
                <c:pt idx="1309">
                  <c:v>60.607544400000002</c:v>
                </c:pt>
                <c:pt idx="1310">
                  <c:v>60.607544400000002</c:v>
                </c:pt>
                <c:pt idx="1311">
                  <c:v>60.607544400000002</c:v>
                </c:pt>
                <c:pt idx="1312">
                  <c:v>60.607544400000002</c:v>
                </c:pt>
                <c:pt idx="1313">
                  <c:v>60.607544400000002</c:v>
                </c:pt>
                <c:pt idx="1314">
                  <c:v>60.607544400000002</c:v>
                </c:pt>
                <c:pt idx="1315">
                  <c:v>60.607544400000002</c:v>
                </c:pt>
                <c:pt idx="1316">
                  <c:v>60.607544400000002</c:v>
                </c:pt>
                <c:pt idx="1317">
                  <c:v>60.607544400000002</c:v>
                </c:pt>
                <c:pt idx="1318">
                  <c:v>60.607544400000002</c:v>
                </c:pt>
                <c:pt idx="1319">
                  <c:v>60.607544400000002</c:v>
                </c:pt>
                <c:pt idx="1320">
                  <c:v>60.607544400000002</c:v>
                </c:pt>
                <c:pt idx="1321">
                  <c:v>60.607544400000002</c:v>
                </c:pt>
                <c:pt idx="1322">
                  <c:v>60.607544400000002</c:v>
                </c:pt>
                <c:pt idx="1323">
                  <c:v>60.607544400000002</c:v>
                </c:pt>
                <c:pt idx="1324">
                  <c:v>60.607544400000002</c:v>
                </c:pt>
                <c:pt idx="1325">
                  <c:v>60.607544400000002</c:v>
                </c:pt>
                <c:pt idx="1326">
                  <c:v>60.607544400000002</c:v>
                </c:pt>
                <c:pt idx="1327">
                  <c:v>60.607544400000002</c:v>
                </c:pt>
                <c:pt idx="1328">
                  <c:v>60.607544400000002</c:v>
                </c:pt>
                <c:pt idx="1329">
                  <c:v>60.607544400000002</c:v>
                </c:pt>
                <c:pt idx="1330">
                  <c:v>60.607544400000002</c:v>
                </c:pt>
                <c:pt idx="1331">
                  <c:v>60.607544400000002</c:v>
                </c:pt>
                <c:pt idx="1332">
                  <c:v>60.607544400000002</c:v>
                </c:pt>
                <c:pt idx="1333">
                  <c:v>60.607544400000002</c:v>
                </c:pt>
                <c:pt idx="1334">
                  <c:v>60.607544400000002</c:v>
                </c:pt>
                <c:pt idx="1335">
                  <c:v>60.607544400000002</c:v>
                </c:pt>
                <c:pt idx="1336">
                  <c:v>60.607544400000002</c:v>
                </c:pt>
                <c:pt idx="1337">
                  <c:v>60.607544400000002</c:v>
                </c:pt>
                <c:pt idx="1338">
                  <c:v>60.607544400000002</c:v>
                </c:pt>
                <c:pt idx="1339">
                  <c:v>60.607544400000002</c:v>
                </c:pt>
                <c:pt idx="1340">
                  <c:v>60.607544400000002</c:v>
                </c:pt>
                <c:pt idx="1341">
                  <c:v>60.607544400000002</c:v>
                </c:pt>
                <c:pt idx="1342">
                  <c:v>60.607544400000002</c:v>
                </c:pt>
                <c:pt idx="1343">
                  <c:v>60.607544400000002</c:v>
                </c:pt>
                <c:pt idx="1344">
                  <c:v>60.607544400000002</c:v>
                </c:pt>
                <c:pt idx="1345">
                  <c:v>60.607544400000002</c:v>
                </c:pt>
                <c:pt idx="1346">
                  <c:v>60.607544400000002</c:v>
                </c:pt>
                <c:pt idx="1347">
                  <c:v>60.607544400000002</c:v>
                </c:pt>
                <c:pt idx="1348">
                  <c:v>60.607544400000002</c:v>
                </c:pt>
                <c:pt idx="1349">
                  <c:v>60.607544400000002</c:v>
                </c:pt>
                <c:pt idx="1350">
                  <c:v>60.607544400000002</c:v>
                </c:pt>
                <c:pt idx="1351">
                  <c:v>60.656164799999999</c:v>
                </c:pt>
                <c:pt idx="1352">
                  <c:v>60.656164799999999</c:v>
                </c:pt>
                <c:pt idx="1353">
                  <c:v>60.656164799999999</c:v>
                </c:pt>
                <c:pt idx="1354">
                  <c:v>60.656164799999999</c:v>
                </c:pt>
                <c:pt idx="1355">
                  <c:v>60.656164799999999</c:v>
                </c:pt>
                <c:pt idx="1356">
                  <c:v>60.656164799999999</c:v>
                </c:pt>
                <c:pt idx="1357">
                  <c:v>60.656164799999999</c:v>
                </c:pt>
                <c:pt idx="1358">
                  <c:v>60.656164799999999</c:v>
                </c:pt>
                <c:pt idx="1359">
                  <c:v>60.656164799999999</c:v>
                </c:pt>
                <c:pt idx="1360">
                  <c:v>60.656164799999999</c:v>
                </c:pt>
                <c:pt idx="1361">
                  <c:v>60.656164799999999</c:v>
                </c:pt>
                <c:pt idx="1362">
                  <c:v>60.656164799999999</c:v>
                </c:pt>
                <c:pt idx="1363">
                  <c:v>60.656164799999999</c:v>
                </c:pt>
                <c:pt idx="1364">
                  <c:v>60.656164799999999</c:v>
                </c:pt>
                <c:pt idx="1365">
                  <c:v>60.656164799999999</c:v>
                </c:pt>
                <c:pt idx="1366">
                  <c:v>60.656164799999999</c:v>
                </c:pt>
                <c:pt idx="1367">
                  <c:v>60.656164799999999</c:v>
                </c:pt>
                <c:pt idx="1368">
                  <c:v>60.656164799999999</c:v>
                </c:pt>
                <c:pt idx="1369">
                  <c:v>60.656164799999999</c:v>
                </c:pt>
                <c:pt idx="1370">
                  <c:v>60.656164799999999</c:v>
                </c:pt>
                <c:pt idx="1371">
                  <c:v>60.656164799999999</c:v>
                </c:pt>
                <c:pt idx="1372">
                  <c:v>60.656164799999999</c:v>
                </c:pt>
                <c:pt idx="1373">
                  <c:v>60.656164799999999</c:v>
                </c:pt>
                <c:pt idx="1374">
                  <c:v>60.656164799999999</c:v>
                </c:pt>
                <c:pt idx="1375">
                  <c:v>60.656164799999999</c:v>
                </c:pt>
                <c:pt idx="1376">
                  <c:v>60.656164799999999</c:v>
                </c:pt>
                <c:pt idx="1377">
                  <c:v>60.656164799999999</c:v>
                </c:pt>
                <c:pt idx="1378">
                  <c:v>60.656164799999999</c:v>
                </c:pt>
                <c:pt idx="1379">
                  <c:v>60.656164799999999</c:v>
                </c:pt>
                <c:pt idx="1380">
                  <c:v>60.656164799999999</c:v>
                </c:pt>
                <c:pt idx="1381">
                  <c:v>60.656164799999999</c:v>
                </c:pt>
                <c:pt idx="1382">
                  <c:v>60.656164799999999</c:v>
                </c:pt>
                <c:pt idx="1383">
                  <c:v>60.656164799999999</c:v>
                </c:pt>
                <c:pt idx="1384">
                  <c:v>60.656164799999999</c:v>
                </c:pt>
                <c:pt idx="1385">
                  <c:v>60.656164799999999</c:v>
                </c:pt>
                <c:pt idx="1386">
                  <c:v>60.656164799999999</c:v>
                </c:pt>
                <c:pt idx="1387">
                  <c:v>60.656164799999999</c:v>
                </c:pt>
                <c:pt idx="1388">
                  <c:v>60.656164799999999</c:v>
                </c:pt>
                <c:pt idx="1389">
                  <c:v>60.656164799999999</c:v>
                </c:pt>
                <c:pt idx="1390">
                  <c:v>60.656164799999999</c:v>
                </c:pt>
                <c:pt idx="1391">
                  <c:v>60.656164799999999</c:v>
                </c:pt>
                <c:pt idx="1392">
                  <c:v>60.656164799999999</c:v>
                </c:pt>
                <c:pt idx="1393">
                  <c:v>60.656164799999999</c:v>
                </c:pt>
                <c:pt idx="1394">
                  <c:v>60.656164799999999</c:v>
                </c:pt>
                <c:pt idx="1395">
                  <c:v>60.656164799999999</c:v>
                </c:pt>
                <c:pt idx="1396">
                  <c:v>60.656164799999999</c:v>
                </c:pt>
                <c:pt idx="1397">
                  <c:v>60.656164799999999</c:v>
                </c:pt>
                <c:pt idx="1398">
                  <c:v>60.656164799999999</c:v>
                </c:pt>
                <c:pt idx="1399">
                  <c:v>60.656164799999999</c:v>
                </c:pt>
                <c:pt idx="1400">
                  <c:v>60.656164799999999</c:v>
                </c:pt>
                <c:pt idx="1401">
                  <c:v>60.656164799999999</c:v>
                </c:pt>
                <c:pt idx="1402">
                  <c:v>60.656164799999999</c:v>
                </c:pt>
                <c:pt idx="1403">
                  <c:v>60.656164799999999</c:v>
                </c:pt>
                <c:pt idx="1404">
                  <c:v>60.656164799999999</c:v>
                </c:pt>
                <c:pt idx="1405">
                  <c:v>60.656164799999999</c:v>
                </c:pt>
                <c:pt idx="1406">
                  <c:v>60.656164799999999</c:v>
                </c:pt>
                <c:pt idx="1407">
                  <c:v>60.656164799999999</c:v>
                </c:pt>
                <c:pt idx="1408">
                  <c:v>60.656164799999999</c:v>
                </c:pt>
                <c:pt idx="1409">
                  <c:v>60.656164799999999</c:v>
                </c:pt>
                <c:pt idx="1410">
                  <c:v>60.656164799999999</c:v>
                </c:pt>
                <c:pt idx="1411">
                  <c:v>60.656164799999999</c:v>
                </c:pt>
                <c:pt idx="1412">
                  <c:v>60.656164799999999</c:v>
                </c:pt>
                <c:pt idx="1413">
                  <c:v>60.656164799999999</c:v>
                </c:pt>
                <c:pt idx="1414">
                  <c:v>60.656164799999999</c:v>
                </c:pt>
                <c:pt idx="1415">
                  <c:v>60.656164799999999</c:v>
                </c:pt>
                <c:pt idx="1416">
                  <c:v>60.656164799999999</c:v>
                </c:pt>
                <c:pt idx="1417">
                  <c:v>60.656164799999999</c:v>
                </c:pt>
                <c:pt idx="1418">
                  <c:v>60.656164799999999</c:v>
                </c:pt>
                <c:pt idx="1419">
                  <c:v>60.656164799999999</c:v>
                </c:pt>
                <c:pt idx="1420">
                  <c:v>60.656164799999999</c:v>
                </c:pt>
                <c:pt idx="1421">
                  <c:v>60.656164799999999</c:v>
                </c:pt>
                <c:pt idx="1422">
                  <c:v>60.656164799999999</c:v>
                </c:pt>
                <c:pt idx="1423">
                  <c:v>60.656164799999999</c:v>
                </c:pt>
                <c:pt idx="1424">
                  <c:v>60.656164799999999</c:v>
                </c:pt>
                <c:pt idx="1425">
                  <c:v>60.656164799999999</c:v>
                </c:pt>
                <c:pt idx="1426">
                  <c:v>60.656164799999999</c:v>
                </c:pt>
                <c:pt idx="1427">
                  <c:v>60.656164799999999</c:v>
                </c:pt>
                <c:pt idx="1428">
                  <c:v>60.656164799999999</c:v>
                </c:pt>
                <c:pt idx="1429">
                  <c:v>60.656164799999999</c:v>
                </c:pt>
                <c:pt idx="1430">
                  <c:v>60.656164799999999</c:v>
                </c:pt>
                <c:pt idx="1431">
                  <c:v>60.656164799999999</c:v>
                </c:pt>
                <c:pt idx="1432">
                  <c:v>60.656164799999999</c:v>
                </c:pt>
                <c:pt idx="1433">
                  <c:v>60.656164799999999</c:v>
                </c:pt>
                <c:pt idx="1434">
                  <c:v>60.656164799999999</c:v>
                </c:pt>
                <c:pt idx="1435">
                  <c:v>60.656164799999999</c:v>
                </c:pt>
                <c:pt idx="1436">
                  <c:v>60.656164799999999</c:v>
                </c:pt>
                <c:pt idx="1437">
                  <c:v>60.656164799999999</c:v>
                </c:pt>
                <c:pt idx="1438">
                  <c:v>60.656164799999999</c:v>
                </c:pt>
                <c:pt idx="1439">
                  <c:v>60.656164799999999</c:v>
                </c:pt>
                <c:pt idx="1440">
                  <c:v>60.656164799999999</c:v>
                </c:pt>
                <c:pt idx="1441">
                  <c:v>60.656164799999999</c:v>
                </c:pt>
                <c:pt idx="1442">
                  <c:v>60.656164799999999</c:v>
                </c:pt>
                <c:pt idx="1443">
                  <c:v>60.656164799999999</c:v>
                </c:pt>
                <c:pt idx="1444">
                  <c:v>60.656164799999999</c:v>
                </c:pt>
                <c:pt idx="1445">
                  <c:v>60.656164799999999</c:v>
                </c:pt>
                <c:pt idx="1446">
                  <c:v>60.656164799999999</c:v>
                </c:pt>
                <c:pt idx="1447">
                  <c:v>60.656164799999999</c:v>
                </c:pt>
                <c:pt idx="1448">
                  <c:v>60.656164799999999</c:v>
                </c:pt>
                <c:pt idx="1449">
                  <c:v>60.656164799999999</c:v>
                </c:pt>
                <c:pt idx="1450">
                  <c:v>60.656164799999999</c:v>
                </c:pt>
                <c:pt idx="1451">
                  <c:v>60.656164799999999</c:v>
                </c:pt>
                <c:pt idx="1452">
                  <c:v>60.656164799999999</c:v>
                </c:pt>
                <c:pt idx="1453">
                  <c:v>60.656164799999999</c:v>
                </c:pt>
                <c:pt idx="1454">
                  <c:v>60.656164799999999</c:v>
                </c:pt>
                <c:pt idx="1455">
                  <c:v>60.656164799999999</c:v>
                </c:pt>
                <c:pt idx="1456">
                  <c:v>60.656164799999999</c:v>
                </c:pt>
                <c:pt idx="1457">
                  <c:v>60.656164799999999</c:v>
                </c:pt>
                <c:pt idx="1458">
                  <c:v>60.656164799999999</c:v>
                </c:pt>
                <c:pt idx="1459">
                  <c:v>60.656164799999999</c:v>
                </c:pt>
                <c:pt idx="1460">
                  <c:v>60.656164799999999</c:v>
                </c:pt>
                <c:pt idx="1461">
                  <c:v>60.656164799999999</c:v>
                </c:pt>
                <c:pt idx="1462">
                  <c:v>60.656164799999999</c:v>
                </c:pt>
                <c:pt idx="1463">
                  <c:v>60.656164799999999</c:v>
                </c:pt>
                <c:pt idx="1464">
                  <c:v>60.656164799999999</c:v>
                </c:pt>
                <c:pt idx="1465">
                  <c:v>60.656164799999999</c:v>
                </c:pt>
                <c:pt idx="1466">
                  <c:v>60.656164799999999</c:v>
                </c:pt>
                <c:pt idx="1467">
                  <c:v>60.656164799999999</c:v>
                </c:pt>
                <c:pt idx="1468">
                  <c:v>60.656164799999999</c:v>
                </c:pt>
                <c:pt idx="1469">
                  <c:v>60.656164799999999</c:v>
                </c:pt>
                <c:pt idx="1470">
                  <c:v>60.656164799999999</c:v>
                </c:pt>
                <c:pt idx="1471">
                  <c:v>60.656164799999999</c:v>
                </c:pt>
                <c:pt idx="1472">
                  <c:v>60.656164799999999</c:v>
                </c:pt>
                <c:pt idx="1473">
                  <c:v>60.656164799999999</c:v>
                </c:pt>
                <c:pt idx="1474">
                  <c:v>60.656164799999999</c:v>
                </c:pt>
                <c:pt idx="1475">
                  <c:v>60.656164799999999</c:v>
                </c:pt>
                <c:pt idx="1476">
                  <c:v>60.656164799999999</c:v>
                </c:pt>
                <c:pt idx="1477">
                  <c:v>60.656164799999999</c:v>
                </c:pt>
                <c:pt idx="1478">
                  <c:v>60.656164799999999</c:v>
                </c:pt>
                <c:pt idx="1479">
                  <c:v>60.656164799999999</c:v>
                </c:pt>
                <c:pt idx="1480">
                  <c:v>60.656164799999999</c:v>
                </c:pt>
                <c:pt idx="1481">
                  <c:v>60.656164799999999</c:v>
                </c:pt>
                <c:pt idx="1482">
                  <c:v>60.656164799999999</c:v>
                </c:pt>
                <c:pt idx="1483">
                  <c:v>60.656164799999999</c:v>
                </c:pt>
                <c:pt idx="1484">
                  <c:v>60.656164799999999</c:v>
                </c:pt>
                <c:pt idx="1485">
                  <c:v>60.656164799999999</c:v>
                </c:pt>
                <c:pt idx="1486">
                  <c:v>60.656164799999999</c:v>
                </c:pt>
                <c:pt idx="1487">
                  <c:v>60.656164799999999</c:v>
                </c:pt>
                <c:pt idx="1488">
                  <c:v>60.656164799999999</c:v>
                </c:pt>
                <c:pt idx="1489">
                  <c:v>60.656164799999999</c:v>
                </c:pt>
                <c:pt idx="1490">
                  <c:v>60.982670400000003</c:v>
                </c:pt>
                <c:pt idx="1491">
                  <c:v>60.982670400000003</c:v>
                </c:pt>
                <c:pt idx="1492">
                  <c:v>60.982670400000003</c:v>
                </c:pt>
                <c:pt idx="1493">
                  <c:v>60.982670400000003</c:v>
                </c:pt>
                <c:pt idx="1494">
                  <c:v>60.982670400000003</c:v>
                </c:pt>
                <c:pt idx="1495">
                  <c:v>60.982670400000003</c:v>
                </c:pt>
                <c:pt idx="1496">
                  <c:v>60.982670400000003</c:v>
                </c:pt>
                <c:pt idx="1497">
                  <c:v>60.982670400000003</c:v>
                </c:pt>
                <c:pt idx="1498">
                  <c:v>60.982670400000003</c:v>
                </c:pt>
                <c:pt idx="1499">
                  <c:v>60.982670400000003</c:v>
                </c:pt>
                <c:pt idx="1500">
                  <c:v>60.982670400000003</c:v>
                </c:pt>
                <c:pt idx="1501">
                  <c:v>77.677583999999996</c:v>
                </c:pt>
                <c:pt idx="1502">
                  <c:v>77.677583999999996</c:v>
                </c:pt>
                <c:pt idx="1503">
                  <c:v>77.677583999999996</c:v>
                </c:pt>
                <c:pt idx="1504">
                  <c:v>77.677583999999996</c:v>
                </c:pt>
                <c:pt idx="1505">
                  <c:v>77.677583999999996</c:v>
                </c:pt>
                <c:pt idx="1506">
                  <c:v>77.677583999999996</c:v>
                </c:pt>
                <c:pt idx="1507">
                  <c:v>77.677583999999996</c:v>
                </c:pt>
                <c:pt idx="1508">
                  <c:v>77.677583999999996</c:v>
                </c:pt>
                <c:pt idx="1509">
                  <c:v>77.677583999999996</c:v>
                </c:pt>
                <c:pt idx="1510">
                  <c:v>77.677583999999996</c:v>
                </c:pt>
                <c:pt idx="1511">
                  <c:v>77.677583999999996</c:v>
                </c:pt>
                <c:pt idx="1512">
                  <c:v>77.677583999999996</c:v>
                </c:pt>
                <c:pt idx="1513">
                  <c:v>77.677583999999996</c:v>
                </c:pt>
                <c:pt idx="1514">
                  <c:v>79.422437329999994</c:v>
                </c:pt>
                <c:pt idx="1515">
                  <c:v>79.422437329999994</c:v>
                </c:pt>
                <c:pt idx="1516">
                  <c:v>79.456833779999997</c:v>
                </c:pt>
                <c:pt idx="1517">
                  <c:v>79.456833779999997</c:v>
                </c:pt>
                <c:pt idx="1518">
                  <c:v>79.456833779999997</c:v>
                </c:pt>
                <c:pt idx="1519">
                  <c:v>79.456833779999997</c:v>
                </c:pt>
                <c:pt idx="1520">
                  <c:v>79.456833779999997</c:v>
                </c:pt>
                <c:pt idx="1521">
                  <c:v>79.456833779999997</c:v>
                </c:pt>
                <c:pt idx="1522">
                  <c:v>79.456833779999997</c:v>
                </c:pt>
                <c:pt idx="1523">
                  <c:v>79.456833779999997</c:v>
                </c:pt>
                <c:pt idx="1524">
                  <c:v>79.456833779999997</c:v>
                </c:pt>
                <c:pt idx="1525">
                  <c:v>79.456833779999997</c:v>
                </c:pt>
                <c:pt idx="1526">
                  <c:v>79.456833779999997</c:v>
                </c:pt>
                <c:pt idx="1527">
                  <c:v>79.456833779999997</c:v>
                </c:pt>
                <c:pt idx="1528">
                  <c:v>79.456833779999997</c:v>
                </c:pt>
                <c:pt idx="1529">
                  <c:v>79.456833779999997</c:v>
                </c:pt>
                <c:pt idx="1530">
                  <c:v>79.456833779999997</c:v>
                </c:pt>
                <c:pt idx="1531">
                  <c:v>79.456833779999997</c:v>
                </c:pt>
                <c:pt idx="1532">
                  <c:v>79.456833779999997</c:v>
                </c:pt>
                <c:pt idx="1533">
                  <c:v>79.456833779999997</c:v>
                </c:pt>
                <c:pt idx="1534">
                  <c:v>79.456833779999997</c:v>
                </c:pt>
                <c:pt idx="1535">
                  <c:v>79.456833779999997</c:v>
                </c:pt>
                <c:pt idx="1536">
                  <c:v>79.456833779999997</c:v>
                </c:pt>
                <c:pt idx="1537">
                  <c:v>79.456833779999997</c:v>
                </c:pt>
                <c:pt idx="1538">
                  <c:v>79.456833779999997</c:v>
                </c:pt>
                <c:pt idx="1539">
                  <c:v>79.456833779999997</c:v>
                </c:pt>
                <c:pt idx="1540">
                  <c:v>79.456833779999997</c:v>
                </c:pt>
                <c:pt idx="1541">
                  <c:v>79.456833779999997</c:v>
                </c:pt>
                <c:pt idx="1542">
                  <c:v>79.456833779999997</c:v>
                </c:pt>
                <c:pt idx="1543">
                  <c:v>79.456833779999997</c:v>
                </c:pt>
                <c:pt idx="1544">
                  <c:v>79.456833779999997</c:v>
                </c:pt>
                <c:pt idx="1545">
                  <c:v>79.456833779999997</c:v>
                </c:pt>
                <c:pt idx="1546">
                  <c:v>79.456833779999997</c:v>
                </c:pt>
                <c:pt idx="1547">
                  <c:v>79.456833779999997</c:v>
                </c:pt>
                <c:pt idx="1548">
                  <c:v>79.456833779999997</c:v>
                </c:pt>
                <c:pt idx="1549">
                  <c:v>79.456833779999997</c:v>
                </c:pt>
                <c:pt idx="1550">
                  <c:v>79.456833779999997</c:v>
                </c:pt>
                <c:pt idx="1551">
                  <c:v>79.456833779999997</c:v>
                </c:pt>
                <c:pt idx="1552">
                  <c:v>79.456833779999997</c:v>
                </c:pt>
                <c:pt idx="1553">
                  <c:v>79.456833779999997</c:v>
                </c:pt>
                <c:pt idx="1554">
                  <c:v>79.456833779999997</c:v>
                </c:pt>
                <c:pt idx="1555">
                  <c:v>79.456833779999997</c:v>
                </c:pt>
                <c:pt idx="1556">
                  <c:v>79.456833779999997</c:v>
                </c:pt>
                <c:pt idx="1557">
                  <c:v>79.456833779999997</c:v>
                </c:pt>
                <c:pt idx="1558">
                  <c:v>79.456833779999997</c:v>
                </c:pt>
                <c:pt idx="1559">
                  <c:v>79.456833779999997</c:v>
                </c:pt>
                <c:pt idx="1560">
                  <c:v>79.456833779999997</c:v>
                </c:pt>
                <c:pt idx="1561">
                  <c:v>79.456833779999997</c:v>
                </c:pt>
                <c:pt idx="1562">
                  <c:v>79.456833779999997</c:v>
                </c:pt>
                <c:pt idx="1563">
                  <c:v>79.456833779999997</c:v>
                </c:pt>
                <c:pt idx="1564">
                  <c:v>79.456833779999997</c:v>
                </c:pt>
                <c:pt idx="1565">
                  <c:v>79.456833779999997</c:v>
                </c:pt>
                <c:pt idx="1566">
                  <c:v>79.456833779999997</c:v>
                </c:pt>
                <c:pt idx="1567">
                  <c:v>80.166858669999996</c:v>
                </c:pt>
                <c:pt idx="1568">
                  <c:v>80.166858669999996</c:v>
                </c:pt>
                <c:pt idx="1569">
                  <c:v>80.166858669999996</c:v>
                </c:pt>
                <c:pt idx="1570">
                  <c:v>80.166858669999996</c:v>
                </c:pt>
                <c:pt idx="1571">
                  <c:v>80.166858669999996</c:v>
                </c:pt>
                <c:pt idx="1572">
                  <c:v>80.166858669999996</c:v>
                </c:pt>
                <c:pt idx="1573">
                  <c:v>80.166858669999996</c:v>
                </c:pt>
                <c:pt idx="1574">
                  <c:v>80.166858669999996</c:v>
                </c:pt>
                <c:pt idx="1575">
                  <c:v>80.166858669999996</c:v>
                </c:pt>
                <c:pt idx="1576">
                  <c:v>80.166858669999996</c:v>
                </c:pt>
                <c:pt idx="1577">
                  <c:v>80.166858669999996</c:v>
                </c:pt>
                <c:pt idx="1578">
                  <c:v>80.166858669999996</c:v>
                </c:pt>
                <c:pt idx="1579">
                  <c:v>80.166858669999996</c:v>
                </c:pt>
                <c:pt idx="1580">
                  <c:v>80.166858669999996</c:v>
                </c:pt>
                <c:pt idx="1581">
                  <c:v>80.166858669999996</c:v>
                </c:pt>
                <c:pt idx="1582">
                  <c:v>80.166858669999996</c:v>
                </c:pt>
                <c:pt idx="1583">
                  <c:v>80.166858669999996</c:v>
                </c:pt>
                <c:pt idx="1584">
                  <c:v>80.166858669999996</c:v>
                </c:pt>
                <c:pt idx="1585">
                  <c:v>80.166858669999996</c:v>
                </c:pt>
                <c:pt idx="1586">
                  <c:v>80.683762669999993</c:v>
                </c:pt>
                <c:pt idx="1587">
                  <c:v>80.683762669999993</c:v>
                </c:pt>
                <c:pt idx="1588">
                  <c:v>80.683762669999993</c:v>
                </c:pt>
                <c:pt idx="1589">
                  <c:v>80.683762669999993</c:v>
                </c:pt>
                <c:pt idx="1590">
                  <c:v>80.683762669999993</c:v>
                </c:pt>
                <c:pt idx="1591">
                  <c:v>80.683762669999993</c:v>
                </c:pt>
                <c:pt idx="1592">
                  <c:v>80.683762669999993</c:v>
                </c:pt>
                <c:pt idx="1593">
                  <c:v>80.683762669999993</c:v>
                </c:pt>
                <c:pt idx="1594">
                  <c:v>80.683762669999993</c:v>
                </c:pt>
                <c:pt idx="1595">
                  <c:v>80.683762669999993</c:v>
                </c:pt>
                <c:pt idx="1596">
                  <c:v>80.683762669999993</c:v>
                </c:pt>
                <c:pt idx="1597">
                  <c:v>81.292292450000005</c:v>
                </c:pt>
                <c:pt idx="1598">
                  <c:v>81.292292450000005</c:v>
                </c:pt>
                <c:pt idx="1599">
                  <c:v>81.292292450000005</c:v>
                </c:pt>
                <c:pt idx="1600">
                  <c:v>81.292292450000005</c:v>
                </c:pt>
                <c:pt idx="1601">
                  <c:v>81.292292450000005</c:v>
                </c:pt>
                <c:pt idx="1602">
                  <c:v>81.292292450000005</c:v>
                </c:pt>
                <c:pt idx="1603">
                  <c:v>81.292292450000005</c:v>
                </c:pt>
                <c:pt idx="1604">
                  <c:v>81.292292450000005</c:v>
                </c:pt>
                <c:pt idx="1605">
                  <c:v>81.292292450000005</c:v>
                </c:pt>
                <c:pt idx="1606">
                  <c:v>81.292292450000005</c:v>
                </c:pt>
                <c:pt idx="1607">
                  <c:v>81.292292450000005</c:v>
                </c:pt>
                <c:pt idx="1608">
                  <c:v>81.292292450000005</c:v>
                </c:pt>
                <c:pt idx="1609">
                  <c:v>81.292292450000005</c:v>
                </c:pt>
                <c:pt idx="1610">
                  <c:v>81.292292450000005</c:v>
                </c:pt>
                <c:pt idx="1611">
                  <c:v>81.292292450000005</c:v>
                </c:pt>
                <c:pt idx="1612">
                  <c:v>81.292292450000005</c:v>
                </c:pt>
                <c:pt idx="1613">
                  <c:v>81.292292450000005</c:v>
                </c:pt>
                <c:pt idx="1614">
                  <c:v>81.292292450000005</c:v>
                </c:pt>
                <c:pt idx="1615">
                  <c:v>81.292292450000005</c:v>
                </c:pt>
                <c:pt idx="1616">
                  <c:v>81.292292450000005</c:v>
                </c:pt>
                <c:pt idx="1617">
                  <c:v>81.292292450000005</c:v>
                </c:pt>
                <c:pt idx="1618">
                  <c:v>81.292292450000005</c:v>
                </c:pt>
                <c:pt idx="1619">
                  <c:v>81.292292450000005</c:v>
                </c:pt>
                <c:pt idx="1620">
                  <c:v>81.292292450000005</c:v>
                </c:pt>
                <c:pt idx="1621">
                  <c:v>81.292292450000005</c:v>
                </c:pt>
                <c:pt idx="1622">
                  <c:v>81.292292450000005</c:v>
                </c:pt>
                <c:pt idx="1623">
                  <c:v>81.292292450000005</c:v>
                </c:pt>
                <c:pt idx="1624">
                  <c:v>81.292292450000005</c:v>
                </c:pt>
                <c:pt idx="1625">
                  <c:v>81.292292450000005</c:v>
                </c:pt>
                <c:pt idx="1626">
                  <c:v>81.292292450000005</c:v>
                </c:pt>
                <c:pt idx="1627">
                  <c:v>81.292292450000005</c:v>
                </c:pt>
                <c:pt idx="1628">
                  <c:v>81.292292450000005</c:v>
                </c:pt>
                <c:pt idx="1629">
                  <c:v>81.292292450000005</c:v>
                </c:pt>
                <c:pt idx="1630">
                  <c:v>81.292292450000005</c:v>
                </c:pt>
                <c:pt idx="1631">
                  <c:v>81.292292450000005</c:v>
                </c:pt>
                <c:pt idx="1632">
                  <c:v>81.292292450000005</c:v>
                </c:pt>
                <c:pt idx="1633">
                  <c:v>81.292292450000005</c:v>
                </c:pt>
                <c:pt idx="1634">
                  <c:v>81.292292450000005</c:v>
                </c:pt>
                <c:pt idx="1635">
                  <c:v>81.292292450000005</c:v>
                </c:pt>
                <c:pt idx="1636">
                  <c:v>81.292292450000005</c:v>
                </c:pt>
                <c:pt idx="1637">
                  <c:v>81.292292450000005</c:v>
                </c:pt>
                <c:pt idx="1638">
                  <c:v>82.176591999999999</c:v>
                </c:pt>
                <c:pt idx="1639">
                  <c:v>82.176591999999999</c:v>
                </c:pt>
                <c:pt idx="1640">
                  <c:v>82.176591999999999</c:v>
                </c:pt>
                <c:pt idx="1641">
                  <c:v>82.176591999999999</c:v>
                </c:pt>
                <c:pt idx="1642">
                  <c:v>82.176591999999999</c:v>
                </c:pt>
                <c:pt idx="1643">
                  <c:v>82.176591999999999</c:v>
                </c:pt>
                <c:pt idx="1644">
                  <c:v>82.176591999999999</c:v>
                </c:pt>
                <c:pt idx="1645">
                  <c:v>82.176591999999999</c:v>
                </c:pt>
                <c:pt idx="1646">
                  <c:v>82.176591999999999</c:v>
                </c:pt>
                <c:pt idx="1647">
                  <c:v>82.176591999999999</c:v>
                </c:pt>
                <c:pt idx="1648">
                  <c:v>82.176591999999999</c:v>
                </c:pt>
                <c:pt idx="1649">
                  <c:v>82.176591999999999</c:v>
                </c:pt>
                <c:pt idx="1650">
                  <c:v>82.176591999999999</c:v>
                </c:pt>
                <c:pt idx="1651">
                  <c:v>82.176591999999999</c:v>
                </c:pt>
                <c:pt idx="1652">
                  <c:v>82.176591999999999</c:v>
                </c:pt>
                <c:pt idx="1653">
                  <c:v>82.176591999999999</c:v>
                </c:pt>
                <c:pt idx="1654">
                  <c:v>82.176591999999999</c:v>
                </c:pt>
                <c:pt idx="1655">
                  <c:v>82.176591999999999</c:v>
                </c:pt>
                <c:pt idx="1656">
                  <c:v>82.176591999999999</c:v>
                </c:pt>
                <c:pt idx="1657">
                  <c:v>82.176591999999999</c:v>
                </c:pt>
                <c:pt idx="1658">
                  <c:v>82.176591999999999</c:v>
                </c:pt>
                <c:pt idx="1659">
                  <c:v>82.176591999999999</c:v>
                </c:pt>
                <c:pt idx="1660">
                  <c:v>82.176591999999999</c:v>
                </c:pt>
                <c:pt idx="1661">
                  <c:v>82.176591999999999</c:v>
                </c:pt>
                <c:pt idx="1662">
                  <c:v>82.176591999999999</c:v>
                </c:pt>
                <c:pt idx="1663">
                  <c:v>82.176591999999999</c:v>
                </c:pt>
                <c:pt idx="1664">
                  <c:v>82.176591999999999</c:v>
                </c:pt>
                <c:pt idx="1665">
                  <c:v>82.176591999999999</c:v>
                </c:pt>
                <c:pt idx="1666">
                  <c:v>82.176591999999999</c:v>
                </c:pt>
                <c:pt idx="1667">
                  <c:v>82.176591999999999</c:v>
                </c:pt>
                <c:pt idx="1668">
                  <c:v>82.176591999999999</c:v>
                </c:pt>
                <c:pt idx="1669">
                  <c:v>82.176591999999999</c:v>
                </c:pt>
                <c:pt idx="1670">
                  <c:v>82.176591999999999</c:v>
                </c:pt>
                <c:pt idx="1671">
                  <c:v>82.176591999999999</c:v>
                </c:pt>
                <c:pt idx="1672">
                  <c:v>82.176591999999999</c:v>
                </c:pt>
                <c:pt idx="1673">
                  <c:v>82.176591999999999</c:v>
                </c:pt>
                <c:pt idx="1674">
                  <c:v>82.176591999999999</c:v>
                </c:pt>
                <c:pt idx="1675">
                  <c:v>82.176591999999999</c:v>
                </c:pt>
                <c:pt idx="1676">
                  <c:v>82.176591999999999</c:v>
                </c:pt>
                <c:pt idx="1677">
                  <c:v>82.176591999999999</c:v>
                </c:pt>
                <c:pt idx="1678">
                  <c:v>82.176591999999999</c:v>
                </c:pt>
                <c:pt idx="1679">
                  <c:v>82.176591999999999</c:v>
                </c:pt>
                <c:pt idx="1680">
                  <c:v>82.176591999999999</c:v>
                </c:pt>
                <c:pt idx="1681">
                  <c:v>82.176591999999999</c:v>
                </c:pt>
                <c:pt idx="1682">
                  <c:v>82.176591999999999</c:v>
                </c:pt>
                <c:pt idx="1683">
                  <c:v>82.176591999999999</c:v>
                </c:pt>
                <c:pt idx="1684">
                  <c:v>82.176591999999999</c:v>
                </c:pt>
                <c:pt idx="1685">
                  <c:v>82.176591999999999</c:v>
                </c:pt>
                <c:pt idx="1686">
                  <c:v>82.176591999999999</c:v>
                </c:pt>
                <c:pt idx="1687">
                  <c:v>82.176591999999999</c:v>
                </c:pt>
                <c:pt idx="1688">
                  <c:v>82.176591999999999</c:v>
                </c:pt>
                <c:pt idx="1689">
                  <c:v>82.176591999999999</c:v>
                </c:pt>
                <c:pt idx="1690">
                  <c:v>82.176591999999999</c:v>
                </c:pt>
                <c:pt idx="1691">
                  <c:v>82.176591999999999</c:v>
                </c:pt>
                <c:pt idx="1692">
                  <c:v>82.176591999999999</c:v>
                </c:pt>
                <c:pt idx="1693">
                  <c:v>82.176591999999999</c:v>
                </c:pt>
                <c:pt idx="1694">
                  <c:v>82.176591999999999</c:v>
                </c:pt>
                <c:pt idx="1695">
                  <c:v>82.176591999999999</c:v>
                </c:pt>
                <c:pt idx="1696">
                  <c:v>82.176591999999999</c:v>
                </c:pt>
                <c:pt idx="1697">
                  <c:v>82.176591999999999</c:v>
                </c:pt>
                <c:pt idx="1698">
                  <c:v>82.176591999999999</c:v>
                </c:pt>
                <c:pt idx="1699">
                  <c:v>82.176591999999999</c:v>
                </c:pt>
                <c:pt idx="1700">
                  <c:v>82.176591999999999</c:v>
                </c:pt>
                <c:pt idx="1701">
                  <c:v>82.176591999999999</c:v>
                </c:pt>
                <c:pt idx="1702">
                  <c:v>82.176591999999999</c:v>
                </c:pt>
                <c:pt idx="1703">
                  <c:v>82.176591999999999</c:v>
                </c:pt>
                <c:pt idx="1704">
                  <c:v>82.176591999999999</c:v>
                </c:pt>
                <c:pt idx="1705">
                  <c:v>82.176591999999999</c:v>
                </c:pt>
                <c:pt idx="1706">
                  <c:v>82.176591999999999</c:v>
                </c:pt>
                <c:pt idx="1707">
                  <c:v>82.176591999999999</c:v>
                </c:pt>
                <c:pt idx="1708">
                  <c:v>82.176591999999999</c:v>
                </c:pt>
                <c:pt idx="1709">
                  <c:v>82.176591999999999</c:v>
                </c:pt>
                <c:pt idx="1710">
                  <c:v>82.176591999999999</c:v>
                </c:pt>
                <c:pt idx="1711">
                  <c:v>82.176591999999999</c:v>
                </c:pt>
                <c:pt idx="1712">
                  <c:v>82.176591999999999</c:v>
                </c:pt>
                <c:pt idx="1713">
                  <c:v>82.176591999999999</c:v>
                </c:pt>
                <c:pt idx="1714">
                  <c:v>82.176591999999999</c:v>
                </c:pt>
                <c:pt idx="1715">
                  <c:v>82.176591999999999</c:v>
                </c:pt>
                <c:pt idx="1716">
                  <c:v>82.176591999999999</c:v>
                </c:pt>
                <c:pt idx="1717">
                  <c:v>82.176591999999999</c:v>
                </c:pt>
                <c:pt idx="1718">
                  <c:v>82.176591999999999</c:v>
                </c:pt>
                <c:pt idx="1719">
                  <c:v>82.176591999999999</c:v>
                </c:pt>
                <c:pt idx="1720">
                  <c:v>82.176591999999999</c:v>
                </c:pt>
                <c:pt idx="1721">
                  <c:v>82.176591999999999</c:v>
                </c:pt>
                <c:pt idx="1722">
                  <c:v>82.176591999999999</c:v>
                </c:pt>
                <c:pt idx="1723">
                  <c:v>82.176591999999999</c:v>
                </c:pt>
                <c:pt idx="1724">
                  <c:v>82.176591999999999</c:v>
                </c:pt>
                <c:pt idx="1725">
                  <c:v>82.176591999999999</c:v>
                </c:pt>
                <c:pt idx="1726">
                  <c:v>82.176591999999999</c:v>
                </c:pt>
                <c:pt idx="1727">
                  <c:v>82.176591999999999</c:v>
                </c:pt>
                <c:pt idx="1728">
                  <c:v>82.176591999999999</c:v>
                </c:pt>
                <c:pt idx="1729">
                  <c:v>82.176591999999999</c:v>
                </c:pt>
                <c:pt idx="1730">
                  <c:v>82.176591999999999</c:v>
                </c:pt>
                <c:pt idx="1731">
                  <c:v>82.176591999999999</c:v>
                </c:pt>
                <c:pt idx="1732">
                  <c:v>82.841560000000001</c:v>
                </c:pt>
                <c:pt idx="1733">
                  <c:v>82.841560000000001</c:v>
                </c:pt>
                <c:pt idx="1734">
                  <c:v>82.841560000000001</c:v>
                </c:pt>
                <c:pt idx="1735">
                  <c:v>82.841560000000001</c:v>
                </c:pt>
                <c:pt idx="1736">
                  <c:v>82.841560000000001</c:v>
                </c:pt>
                <c:pt idx="1737">
                  <c:v>82.841560000000001</c:v>
                </c:pt>
                <c:pt idx="1738">
                  <c:v>82.841560000000001</c:v>
                </c:pt>
                <c:pt idx="1739">
                  <c:v>82.841560000000001</c:v>
                </c:pt>
                <c:pt idx="1740">
                  <c:v>82.841560000000001</c:v>
                </c:pt>
                <c:pt idx="1741">
                  <c:v>82.841560000000001</c:v>
                </c:pt>
                <c:pt idx="1742">
                  <c:v>82.841560000000001</c:v>
                </c:pt>
                <c:pt idx="1743">
                  <c:v>82.841560000000001</c:v>
                </c:pt>
                <c:pt idx="1744">
                  <c:v>82.841560000000001</c:v>
                </c:pt>
                <c:pt idx="1745">
                  <c:v>82.841560000000001</c:v>
                </c:pt>
                <c:pt idx="1746">
                  <c:v>82.841560000000001</c:v>
                </c:pt>
                <c:pt idx="1747">
                  <c:v>82.841560000000001</c:v>
                </c:pt>
                <c:pt idx="1748">
                  <c:v>82.841560000000001</c:v>
                </c:pt>
                <c:pt idx="1749">
                  <c:v>82.841560000000001</c:v>
                </c:pt>
                <c:pt idx="1750">
                  <c:v>82.841560000000001</c:v>
                </c:pt>
                <c:pt idx="1751">
                  <c:v>82.841560000000001</c:v>
                </c:pt>
                <c:pt idx="1752">
                  <c:v>82.841560000000001</c:v>
                </c:pt>
                <c:pt idx="1753">
                  <c:v>82.841560000000001</c:v>
                </c:pt>
                <c:pt idx="1754">
                  <c:v>82.841560000000001</c:v>
                </c:pt>
                <c:pt idx="1755">
                  <c:v>82.841560000000001</c:v>
                </c:pt>
                <c:pt idx="1756">
                  <c:v>82.841560000000001</c:v>
                </c:pt>
                <c:pt idx="1757">
                  <c:v>82.841560000000001</c:v>
                </c:pt>
                <c:pt idx="1758">
                  <c:v>82.841560000000001</c:v>
                </c:pt>
                <c:pt idx="1759">
                  <c:v>82.841560000000001</c:v>
                </c:pt>
                <c:pt idx="1760">
                  <c:v>82.841560000000001</c:v>
                </c:pt>
                <c:pt idx="1761">
                  <c:v>82.841560000000001</c:v>
                </c:pt>
                <c:pt idx="1762">
                  <c:v>82.841560000000001</c:v>
                </c:pt>
                <c:pt idx="1763">
                  <c:v>82.841560000000001</c:v>
                </c:pt>
                <c:pt idx="1764">
                  <c:v>82.841560000000001</c:v>
                </c:pt>
                <c:pt idx="1765">
                  <c:v>82.841560000000001</c:v>
                </c:pt>
                <c:pt idx="1766">
                  <c:v>82.841560000000001</c:v>
                </c:pt>
                <c:pt idx="1767">
                  <c:v>82.841560000000001</c:v>
                </c:pt>
                <c:pt idx="1768">
                  <c:v>82.841560000000001</c:v>
                </c:pt>
                <c:pt idx="1769">
                  <c:v>82.841560000000001</c:v>
                </c:pt>
                <c:pt idx="1770">
                  <c:v>82.841560000000001</c:v>
                </c:pt>
                <c:pt idx="1771">
                  <c:v>82.841560000000001</c:v>
                </c:pt>
                <c:pt idx="1772">
                  <c:v>82.841560000000001</c:v>
                </c:pt>
                <c:pt idx="1773">
                  <c:v>82.841560000000001</c:v>
                </c:pt>
                <c:pt idx="1774">
                  <c:v>82.841560000000001</c:v>
                </c:pt>
                <c:pt idx="1775">
                  <c:v>82.841560000000001</c:v>
                </c:pt>
                <c:pt idx="1776">
                  <c:v>82.841560000000001</c:v>
                </c:pt>
                <c:pt idx="1777">
                  <c:v>82.841560000000001</c:v>
                </c:pt>
                <c:pt idx="1778">
                  <c:v>82.841560000000001</c:v>
                </c:pt>
                <c:pt idx="1779">
                  <c:v>82.841560000000001</c:v>
                </c:pt>
                <c:pt idx="1780">
                  <c:v>82.841560000000001</c:v>
                </c:pt>
                <c:pt idx="1781">
                  <c:v>82.841560000000001</c:v>
                </c:pt>
                <c:pt idx="1782">
                  <c:v>82.841560000000001</c:v>
                </c:pt>
                <c:pt idx="1783">
                  <c:v>82.841560000000001</c:v>
                </c:pt>
                <c:pt idx="1784">
                  <c:v>82.841560000000001</c:v>
                </c:pt>
                <c:pt idx="1785">
                  <c:v>82.841560000000001</c:v>
                </c:pt>
                <c:pt idx="1786">
                  <c:v>82.841560000000001</c:v>
                </c:pt>
                <c:pt idx="1787">
                  <c:v>82.841560000000001</c:v>
                </c:pt>
                <c:pt idx="1788">
                  <c:v>82.841560000000001</c:v>
                </c:pt>
                <c:pt idx="1789">
                  <c:v>82.841560000000001</c:v>
                </c:pt>
                <c:pt idx="1790">
                  <c:v>82.841560000000001</c:v>
                </c:pt>
                <c:pt idx="1791">
                  <c:v>84.853139560000002</c:v>
                </c:pt>
                <c:pt idx="1792">
                  <c:v>84.853139560000002</c:v>
                </c:pt>
                <c:pt idx="1793">
                  <c:v>84.853139560000002</c:v>
                </c:pt>
                <c:pt idx="1794">
                  <c:v>84.853139560000002</c:v>
                </c:pt>
                <c:pt idx="1795">
                  <c:v>84.853139560000002</c:v>
                </c:pt>
                <c:pt idx="1796">
                  <c:v>84.853139560000002</c:v>
                </c:pt>
                <c:pt idx="1797">
                  <c:v>84.853139560000002</c:v>
                </c:pt>
                <c:pt idx="1798">
                  <c:v>84.853139560000002</c:v>
                </c:pt>
                <c:pt idx="1799">
                  <c:v>84.853139560000002</c:v>
                </c:pt>
                <c:pt idx="1800">
                  <c:v>84.853139560000002</c:v>
                </c:pt>
                <c:pt idx="1801">
                  <c:v>84.853139560000002</c:v>
                </c:pt>
                <c:pt idx="1802">
                  <c:v>84.853139560000002</c:v>
                </c:pt>
                <c:pt idx="1803">
                  <c:v>84.853139560000002</c:v>
                </c:pt>
                <c:pt idx="1804">
                  <c:v>84.853139560000002</c:v>
                </c:pt>
                <c:pt idx="1805">
                  <c:v>84.853139560000002</c:v>
                </c:pt>
                <c:pt idx="1806">
                  <c:v>84.853139560000002</c:v>
                </c:pt>
                <c:pt idx="1807">
                  <c:v>84.853139560000002</c:v>
                </c:pt>
                <c:pt idx="1808">
                  <c:v>84.853139560000002</c:v>
                </c:pt>
                <c:pt idx="1809">
                  <c:v>84.853139560000002</c:v>
                </c:pt>
                <c:pt idx="1810">
                  <c:v>84.853139560000002</c:v>
                </c:pt>
                <c:pt idx="1811">
                  <c:v>84.853139560000002</c:v>
                </c:pt>
                <c:pt idx="1812">
                  <c:v>84.853139560000002</c:v>
                </c:pt>
                <c:pt idx="1813">
                  <c:v>84.853139560000002</c:v>
                </c:pt>
                <c:pt idx="1814">
                  <c:v>84.853139560000002</c:v>
                </c:pt>
                <c:pt idx="1815">
                  <c:v>84.853139560000002</c:v>
                </c:pt>
                <c:pt idx="1816">
                  <c:v>84.853139560000002</c:v>
                </c:pt>
                <c:pt idx="1817">
                  <c:v>84.853139560000002</c:v>
                </c:pt>
                <c:pt idx="1818">
                  <c:v>84.853139560000002</c:v>
                </c:pt>
                <c:pt idx="1819">
                  <c:v>84.853139560000002</c:v>
                </c:pt>
                <c:pt idx="1820">
                  <c:v>84.853139560000002</c:v>
                </c:pt>
                <c:pt idx="1821">
                  <c:v>84.853139560000002</c:v>
                </c:pt>
                <c:pt idx="1822">
                  <c:v>84.853139560000002</c:v>
                </c:pt>
                <c:pt idx="1823">
                  <c:v>84.853139560000002</c:v>
                </c:pt>
                <c:pt idx="1824">
                  <c:v>84.853139560000002</c:v>
                </c:pt>
                <c:pt idx="1825">
                  <c:v>84.853139560000002</c:v>
                </c:pt>
                <c:pt idx="1826">
                  <c:v>84.853139560000002</c:v>
                </c:pt>
                <c:pt idx="1827">
                  <c:v>84.853139560000002</c:v>
                </c:pt>
                <c:pt idx="1828">
                  <c:v>84.853139560000002</c:v>
                </c:pt>
                <c:pt idx="1829">
                  <c:v>84.853139560000002</c:v>
                </c:pt>
                <c:pt idx="1830">
                  <c:v>84.853139560000002</c:v>
                </c:pt>
                <c:pt idx="1831">
                  <c:v>84.853139560000002</c:v>
                </c:pt>
                <c:pt idx="1832">
                  <c:v>86.220450670000005</c:v>
                </c:pt>
                <c:pt idx="1833">
                  <c:v>86.220450670000005</c:v>
                </c:pt>
                <c:pt idx="1834">
                  <c:v>86.220450670000005</c:v>
                </c:pt>
                <c:pt idx="1835">
                  <c:v>86.220450670000005</c:v>
                </c:pt>
                <c:pt idx="1836">
                  <c:v>86.220450670000005</c:v>
                </c:pt>
                <c:pt idx="1837">
                  <c:v>86.220450670000005</c:v>
                </c:pt>
                <c:pt idx="1838">
                  <c:v>86.220450670000005</c:v>
                </c:pt>
                <c:pt idx="1839">
                  <c:v>86.220450670000005</c:v>
                </c:pt>
                <c:pt idx="1840">
                  <c:v>86.220450670000005</c:v>
                </c:pt>
                <c:pt idx="1841">
                  <c:v>86.220450670000005</c:v>
                </c:pt>
                <c:pt idx="1842">
                  <c:v>86.220450670000005</c:v>
                </c:pt>
                <c:pt idx="1843">
                  <c:v>86.220450670000005</c:v>
                </c:pt>
                <c:pt idx="1844">
                  <c:v>86.220450670000005</c:v>
                </c:pt>
                <c:pt idx="1845">
                  <c:v>86.220450670000005</c:v>
                </c:pt>
                <c:pt idx="1846">
                  <c:v>86.220450670000005</c:v>
                </c:pt>
                <c:pt idx="1847">
                  <c:v>86.220450670000005</c:v>
                </c:pt>
                <c:pt idx="1848">
                  <c:v>86.220450670000005</c:v>
                </c:pt>
                <c:pt idx="1849">
                  <c:v>86.220450670000005</c:v>
                </c:pt>
                <c:pt idx="1850">
                  <c:v>86.220450670000005</c:v>
                </c:pt>
                <c:pt idx="1851">
                  <c:v>86.220450670000005</c:v>
                </c:pt>
                <c:pt idx="1852">
                  <c:v>86.220450670000005</c:v>
                </c:pt>
                <c:pt idx="1853">
                  <c:v>86.220450670000005</c:v>
                </c:pt>
                <c:pt idx="1854">
                  <c:v>86.220450670000005</c:v>
                </c:pt>
                <c:pt idx="1855">
                  <c:v>86.220450670000005</c:v>
                </c:pt>
                <c:pt idx="1856">
                  <c:v>86.220450670000005</c:v>
                </c:pt>
                <c:pt idx="1857">
                  <c:v>86.220450670000005</c:v>
                </c:pt>
                <c:pt idx="1858">
                  <c:v>86.220450670000005</c:v>
                </c:pt>
                <c:pt idx="1859">
                  <c:v>86.220450670000005</c:v>
                </c:pt>
                <c:pt idx="1860">
                  <c:v>86.220450670000005</c:v>
                </c:pt>
                <c:pt idx="1861">
                  <c:v>86.220450670000005</c:v>
                </c:pt>
                <c:pt idx="1862">
                  <c:v>86.220450670000005</c:v>
                </c:pt>
                <c:pt idx="1863">
                  <c:v>86.220450670000005</c:v>
                </c:pt>
                <c:pt idx="1864">
                  <c:v>86.220450670000005</c:v>
                </c:pt>
                <c:pt idx="1865">
                  <c:v>86.220450670000005</c:v>
                </c:pt>
                <c:pt idx="1866">
                  <c:v>86.220450670000005</c:v>
                </c:pt>
                <c:pt idx="1867">
                  <c:v>86.220450670000005</c:v>
                </c:pt>
                <c:pt idx="1868">
                  <c:v>86.220450670000005</c:v>
                </c:pt>
                <c:pt idx="1869">
                  <c:v>86.220450670000005</c:v>
                </c:pt>
                <c:pt idx="1870">
                  <c:v>86.220450670000005</c:v>
                </c:pt>
                <c:pt idx="1871">
                  <c:v>86.220450670000005</c:v>
                </c:pt>
                <c:pt idx="1872">
                  <c:v>86.220450670000005</c:v>
                </c:pt>
                <c:pt idx="1873">
                  <c:v>86.220450670000005</c:v>
                </c:pt>
                <c:pt idx="1874">
                  <c:v>86.220450670000005</c:v>
                </c:pt>
                <c:pt idx="1875">
                  <c:v>86.220450670000005</c:v>
                </c:pt>
                <c:pt idx="1876">
                  <c:v>86.220450670000005</c:v>
                </c:pt>
                <c:pt idx="1877">
                  <c:v>86.220450670000005</c:v>
                </c:pt>
                <c:pt idx="1878">
                  <c:v>86.220450670000005</c:v>
                </c:pt>
                <c:pt idx="1879">
                  <c:v>86.220450670000005</c:v>
                </c:pt>
                <c:pt idx="1880">
                  <c:v>86.220450670000005</c:v>
                </c:pt>
                <c:pt idx="1881">
                  <c:v>86.220450670000005</c:v>
                </c:pt>
                <c:pt idx="1882">
                  <c:v>86.220450670000005</c:v>
                </c:pt>
                <c:pt idx="1883">
                  <c:v>86.220450670000005</c:v>
                </c:pt>
                <c:pt idx="1884">
                  <c:v>86.220450670000005</c:v>
                </c:pt>
                <c:pt idx="1885">
                  <c:v>86.220450670000005</c:v>
                </c:pt>
                <c:pt idx="1886">
                  <c:v>86.220450670000005</c:v>
                </c:pt>
                <c:pt idx="1887">
                  <c:v>86.220450670000005</c:v>
                </c:pt>
                <c:pt idx="1888">
                  <c:v>86.220450670000005</c:v>
                </c:pt>
                <c:pt idx="1889">
                  <c:v>86.220450670000005</c:v>
                </c:pt>
                <c:pt idx="1890">
                  <c:v>86.220450670000005</c:v>
                </c:pt>
                <c:pt idx="1891">
                  <c:v>86.220450670000005</c:v>
                </c:pt>
                <c:pt idx="1892">
                  <c:v>86.220450670000005</c:v>
                </c:pt>
                <c:pt idx="1893">
                  <c:v>86.220450670000005</c:v>
                </c:pt>
                <c:pt idx="1894">
                  <c:v>86.220450670000005</c:v>
                </c:pt>
                <c:pt idx="1895">
                  <c:v>86.220450670000005</c:v>
                </c:pt>
                <c:pt idx="1896">
                  <c:v>86.220450670000005</c:v>
                </c:pt>
                <c:pt idx="1897">
                  <c:v>86.220450670000005</c:v>
                </c:pt>
                <c:pt idx="1898">
                  <c:v>86.220450670000005</c:v>
                </c:pt>
                <c:pt idx="1899">
                  <c:v>86.220450670000005</c:v>
                </c:pt>
                <c:pt idx="1900">
                  <c:v>86.220450670000005</c:v>
                </c:pt>
                <c:pt idx="1901">
                  <c:v>86.220450670000005</c:v>
                </c:pt>
                <c:pt idx="1902">
                  <c:v>86.220450670000005</c:v>
                </c:pt>
                <c:pt idx="1903">
                  <c:v>86.220450670000005</c:v>
                </c:pt>
                <c:pt idx="1904">
                  <c:v>86.220450670000005</c:v>
                </c:pt>
                <c:pt idx="1905">
                  <c:v>86.220450670000005</c:v>
                </c:pt>
                <c:pt idx="1906">
                  <c:v>86.220450670000005</c:v>
                </c:pt>
                <c:pt idx="1907">
                  <c:v>86.220450670000005</c:v>
                </c:pt>
                <c:pt idx="1908">
                  <c:v>86.220450670000005</c:v>
                </c:pt>
                <c:pt idx="1909">
                  <c:v>86.220450670000005</c:v>
                </c:pt>
                <c:pt idx="1910">
                  <c:v>88.888888890000004</c:v>
                </c:pt>
                <c:pt idx="1911">
                  <c:v>88.888888890000004</c:v>
                </c:pt>
                <c:pt idx="1912">
                  <c:v>88.888888890000004</c:v>
                </c:pt>
                <c:pt idx="1913">
                  <c:v>88.888888890000004</c:v>
                </c:pt>
                <c:pt idx="1914">
                  <c:v>88.888888890000004</c:v>
                </c:pt>
                <c:pt idx="1915">
                  <c:v>88.888888890000004</c:v>
                </c:pt>
                <c:pt idx="1916">
                  <c:v>88.888888890000004</c:v>
                </c:pt>
                <c:pt idx="1917">
                  <c:v>88.888888890000004</c:v>
                </c:pt>
                <c:pt idx="1918">
                  <c:v>88.888888890000004</c:v>
                </c:pt>
                <c:pt idx="1919">
                  <c:v>88.888888890000004</c:v>
                </c:pt>
                <c:pt idx="1920">
                  <c:v>88.888888890000004</c:v>
                </c:pt>
                <c:pt idx="1921">
                  <c:v>88.888888890000004</c:v>
                </c:pt>
                <c:pt idx="1922">
                  <c:v>88.888888890000004</c:v>
                </c:pt>
                <c:pt idx="1923">
                  <c:v>88.888888890000004</c:v>
                </c:pt>
                <c:pt idx="1924">
                  <c:v>88.888888890000004</c:v>
                </c:pt>
                <c:pt idx="1925">
                  <c:v>88.888888890000004</c:v>
                </c:pt>
                <c:pt idx="1926">
                  <c:v>88.888888890000004</c:v>
                </c:pt>
                <c:pt idx="1927">
                  <c:v>88.888888890000004</c:v>
                </c:pt>
                <c:pt idx="1928">
                  <c:v>88.888888890000004</c:v>
                </c:pt>
                <c:pt idx="1929">
                  <c:v>88.888888890000004</c:v>
                </c:pt>
                <c:pt idx="1930">
                  <c:v>88.888888890000004</c:v>
                </c:pt>
                <c:pt idx="1931">
                  <c:v>88.888888890000004</c:v>
                </c:pt>
                <c:pt idx="1932">
                  <c:v>88.888888890000004</c:v>
                </c:pt>
                <c:pt idx="1933">
                  <c:v>88.888888890000004</c:v>
                </c:pt>
                <c:pt idx="1934">
                  <c:v>88.888888890000004</c:v>
                </c:pt>
                <c:pt idx="1935">
                  <c:v>88.888888890000004</c:v>
                </c:pt>
                <c:pt idx="1936">
                  <c:v>88.888888890000004</c:v>
                </c:pt>
                <c:pt idx="1937">
                  <c:v>88.888888890000004</c:v>
                </c:pt>
                <c:pt idx="1938">
                  <c:v>88.888888890000004</c:v>
                </c:pt>
                <c:pt idx="1939">
                  <c:v>88.888888890000004</c:v>
                </c:pt>
                <c:pt idx="1940">
                  <c:v>88.888888890000004</c:v>
                </c:pt>
                <c:pt idx="1941">
                  <c:v>88.888888890000004</c:v>
                </c:pt>
                <c:pt idx="1942">
                  <c:v>88.888888890000004</c:v>
                </c:pt>
                <c:pt idx="1943">
                  <c:v>88.888888890000004</c:v>
                </c:pt>
                <c:pt idx="1944">
                  <c:v>88.888888890000004</c:v>
                </c:pt>
                <c:pt idx="1945">
                  <c:v>88.888888890000004</c:v>
                </c:pt>
                <c:pt idx="1946">
                  <c:v>88.888888890000004</c:v>
                </c:pt>
                <c:pt idx="1947">
                  <c:v>88.888888890000004</c:v>
                </c:pt>
                <c:pt idx="1948">
                  <c:v>88.888888890000004</c:v>
                </c:pt>
                <c:pt idx="1949">
                  <c:v>88.888888890000004</c:v>
                </c:pt>
                <c:pt idx="1950">
                  <c:v>88.888888890000004</c:v>
                </c:pt>
                <c:pt idx="1951">
                  <c:v>88.888888890000004</c:v>
                </c:pt>
                <c:pt idx="1952">
                  <c:v>88.888888890000004</c:v>
                </c:pt>
                <c:pt idx="1953">
                  <c:v>88.888888890000004</c:v>
                </c:pt>
                <c:pt idx="1954">
                  <c:v>88.888888890000004</c:v>
                </c:pt>
                <c:pt idx="1955">
                  <c:v>88.888888890000004</c:v>
                </c:pt>
                <c:pt idx="1956">
                  <c:v>88.888888890000004</c:v>
                </c:pt>
                <c:pt idx="1957">
                  <c:v>88.888888890000004</c:v>
                </c:pt>
                <c:pt idx="1958">
                  <c:v>88.888888890000004</c:v>
                </c:pt>
                <c:pt idx="1959">
                  <c:v>88.888888890000004</c:v>
                </c:pt>
                <c:pt idx="1960">
                  <c:v>88.888888890000004</c:v>
                </c:pt>
                <c:pt idx="1961">
                  <c:v>88.888888890000004</c:v>
                </c:pt>
                <c:pt idx="1962">
                  <c:v>88.888888890000004</c:v>
                </c:pt>
                <c:pt idx="1963">
                  <c:v>88.888888890000004</c:v>
                </c:pt>
                <c:pt idx="1964">
                  <c:v>88.888888890000004</c:v>
                </c:pt>
                <c:pt idx="1965">
                  <c:v>88.888888890000004</c:v>
                </c:pt>
                <c:pt idx="1966">
                  <c:v>88.888888890000004</c:v>
                </c:pt>
                <c:pt idx="1967">
                  <c:v>88.888888890000004</c:v>
                </c:pt>
                <c:pt idx="1968">
                  <c:v>88.888888890000004</c:v>
                </c:pt>
                <c:pt idx="1969">
                  <c:v>88.888888890000004</c:v>
                </c:pt>
                <c:pt idx="1970">
                  <c:v>88.888888890000004</c:v>
                </c:pt>
                <c:pt idx="1971">
                  <c:v>88.888888890000004</c:v>
                </c:pt>
                <c:pt idx="1972">
                  <c:v>88.888888890000004</c:v>
                </c:pt>
                <c:pt idx="1973">
                  <c:v>88.888888890000004</c:v>
                </c:pt>
                <c:pt idx="1974">
                  <c:v>88.888888890000004</c:v>
                </c:pt>
                <c:pt idx="1975">
                  <c:v>88.888888890000004</c:v>
                </c:pt>
                <c:pt idx="1976">
                  <c:v>88.888888890000004</c:v>
                </c:pt>
                <c:pt idx="1977">
                  <c:v>88.888888890000004</c:v>
                </c:pt>
                <c:pt idx="1978">
                  <c:v>88.888888890000004</c:v>
                </c:pt>
                <c:pt idx="1979">
                  <c:v>88.888888890000004</c:v>
                </c:pt>
                <c:pt idx="1980">
                  <c:v>88.888888890000004</c:v>
                </c:pt>
                <c:pt idx="1981">
                  <c:v>88.888888890000004</c:v>
                </c:pt>
                <c:pt idx="1982">
                  <c:v>88.888888890000004</c:v>
                </c:pt>
                <c:pt idx="1983">
                  <c:v>88.888888890000004</c:v>
                </c:pt>
                <c:pt idx="1984">
                  <c:v>88.888888890000004</c:v>
                </c:pt>
                <c:pt idx="1985">
                  <c:v>88.888888890000004</c:v>
                </c:pt>
                <c:pt idx="1986">
                  <c:v>96.085941000000005</c:v>
                </c:pt>
                <c:pt idx="1987">
                  <c:v>96.085941000000005</c:v>
                </c:pt>
                <c:pt idx="1988">
                  <c:v>96.085941000000005</c:v>
                </c:pt>
                <c:pt idx="1989">
                  <c:v>96.085941000000005</c:v>
                </c:pt>
                <c:pt idx="1990">
                  <c:v>96.085941000000005</c:v>
                </c:pt>
                <c:pt idx="1991">
                  <c:v>96.085941000000005</c:v>
                </c:pt>
                <c:pt idx="1992">
                  <c:v>96.085941000000005</c:v>
                </c:pt>
                <c:pt idx="1993">
                  <c:v>96.085941000000005</c:v>
                </c:pt>
                <c:pt idx="1994">
                  <c:v>96.085941000000005</c:v>
                </c:pt>
                <c:pt idx="1995">
                  <c:v>96.085941000000005</c:v>
                </c:pt>
                <c:pt idx="1996">
                  <c:v>96.085941000000005</c:v>
                </c:pt>
                <c:pt idx="1997">
                  <c:v>96.085941000000005</c:v>
                </c:pt>
                <c:pt idx="1998">
                  <c:v>96.085941000000005</c:v>
                </c:pt>
                <c:pt idx="1999">
                  <c:v>96.085941000000005</c:v>
                </c:pt>
                <c:pt idx="2000">
                  <c:v>96.085941000000005</c:v>
                </c:pt>
                <c:pt idx="2001">
                  <c:v>96.085941000000005</c:v>
                </c:pt>
                <c:pt idx="2002">
                  <c:v>96.085941000000005</c:v>
                </c:pt>
                <c:pt idx="2003">
                  <c:v>96.085941000000005</c:v>
                </c:pt>
                <c:pt idx="2004">
                  <c:v>96.085941000000005</c:v>
                </c:pt>
                <c:pt idx="2005">
                  <c:v>96.085941000000005</c:v>
                </c:pt>
                <c:pt idx="2006">
                  <c:v>96.085941000000005</c:v>
                </c:pt>
                <c:pt idx="2007">
                  <c:v>96.085941000000005</c:v>
                </c:pt>
                <c:pt idx="2008">
                  <c:v>96.085941000000005</c:v>
                </c:pt>
                <c:pt idx="2009">
                  <c:v>96.085941000000005</c:v>
                </c:pt>
                <c:pt idx="2010">
                  <c:v>96.085941000000005</c:v>
                </c:pt>
                <c:pt idx="2011">
                  <c:v>96.085941000000005</c:v>
                </c:pt>
                <c:pt idx="2012">
                  <c:v>96.085941000000005</c:v>
                </c:pt>
                <c:pt idx="2013">
                  <c:v>96.085941000000005</c:v>
                </c:pt>
                <c:pt idx="2014">
                  <c:v>96.085941000000005</c:v>
                </c:pt>
                <c:pt idx="2015">
                  <c:v>96.085941000000005</c:v>
                </c:pt>
                <c:pt idx="2016">
                  <c:v>96.085941000000005</c:v>
                </c:pt>
                <c:pt idx="2017">
                  <c:v>96.085941000000005</c:v>
                </c:pt>
                <c:pt idx="2018">
                  <c:v>96.085941000000005</c:v>
                </c:pt>
                <c:pt idx="2019">
                  <c:v>96.085941000000005</c:v>
                </c:pt>
                <c:pt idx="2020">
                  <c:v>96.085941000000005</c:v>
                </c:pt>
                <c:pt idx="2021">
                  <c:v>96.085941000000005</c:v>
                </c:pt>
                <c:pt idx="2022">
                  <c:v>96.085941000000005</c:v>
                </c:pt>
                <c:pt idx="2023">
                  <c:v>96.085941000000005</c:v>
                </c:pt>
                <c:pt idx="2024">
                  <c:v>96.085941000000005</c:v>
                </c:pt>
                <c:pt idx="2025">
                  <c:v>96.085941000000005</c:v>
                </c:pt>
                <c:pt idx="2026">
                  <c:v>96.085941000000005</c:v>
                </c:pt>
                <c:pt idx="2027">
                  <c:v>96.085941000000005</c:v>
                </c:pt>
                <c:pt idx="2028">
                  <c:v>96.085941000000005</c:v>
                </c:pt>
                <c:pt idx="2029">
                  <c:v>96.085941000000005</c:v>
                </c:pt>
                <c:pt idx="2030">
                  <c:v>96.085941000000005</c:v>
                </c:pt>
                <c:pt idx="2031">
                  <c:v>96.085941000000005</c:v>
                </c:pt>
                <c:pt idx="2032">
                  <c:v>96.085941000000005</c:v>
                </c:pt>
                <c:pt idx="2033">
                  <c:v>96.085941000000005</c:v>
                </c:pt>
                <c:pt idx="2034">
                  <c:v>96.085941000000005</c:v>
                </c:pt>
                <c:pt idx="2035">
                  <c:v>96.085941000000005</c:v>
                </c:pt>
                <c:pt idx="2036">
                  <c:v>96.085941000000005</c:v>
                </c:pt>
                <c:pt idx="2037">
                  <c:v>96.085941000000005</c:v>
                </c:pt>
                <c:pt idx="2038">
                  <c:v>96.085941000000005</c:v>
                </c:pt>
                <c:pt idx="2039">
                  <c:v>96.085941000000005</c:v>
                </c:pt>
                <c:pt idx="2040">
                  <c:v>96.085941000000005</c:v>
                </c:pt>
                <c:pt idx="2041">
                  <c:v>96.085941000000005</c:v>
                </c:pt>
                <c:pt idx="2042">
                  <c:v>96.085941000000005</c:v>
                </c:pt>
                <c:pt idx="2043">
                  <c:v>96.085941000000005</c:v>
                </c:pt>
                <c:pt idx="2044">
                  <c:v>96.085941000000005</c:v>
                </c:pt>
                <c:pt idx="2045">
                  <c:v>96.085941000000005</c:v>
                </c:pt>
                <c:pt idx="2046">
                  <c:v>96.085941000000005</c:v>
                </c:pt>
                <c:pt idx="2047">
                  <c:v>96.085941000000005</c:v>
                </c:pt>
                <c:pt idx="2048">
                  <c:v>96.085941000000005</c:v>
                </c:pt>
                <c:pt idx="2049">
                  <c:v>96.085941000000005</c:v>
                </c:pt>
                <c:pt idx="2050">
                  <c:v>96.085941000000005</c:v>
                </c:pt>
                <c:pt idx="2051">
                  <c:v>96.085941000000005</c:v>
                </c:pt>
                <c:pt idx="2052">
                  <c:v>96.085941000000005</c:v>
                </c:pt>
                <c:pt idx="2053">
                  <c:v>96.085941000000005</c:v>
                </c:pt>
                <c:pt idx="2054">
                  <c:v>96.085941000000005</c:v>
                </c:pt>
                <c:pt idx="2055">
                  <c:v>96.085941000000005</c:v>
                </c:pt>
                <c:pt idx="2056">
                  <c:v>96.085941000000005</c:v>
                </c:pt>
                <c:pt idx="2057">
                  <c:v>96.085941000000005</c:v>
                </c:pt>
                <c:pt idx="2058">
                  <c:v>96.085941000000005</c:v>
                </c:pt>
                <c:pt idx="2059">
                  <c:v>96.085941000000005</c:v>
                </c:pt>
                <c:pt idx="2060">
                  <c:v>96.085941000000005</c:v>
                </c:pt>
                <c:pt idx="2061">
                  <c:v>96.085941000000005</c:v>
                </c:pt>
                <c:pt idx="2062">
                  <c:v>96.085941000000005</c:v>
                </c:pt>
                <c:pt idx="2063">
                  <c:v>96.085941000000005</c:v>
                </c:pt>
                <c:pt idx="2064">
                  <c:v>96.085941000000005</c:v>
                </c:pt>
                <c:pt idx="2065">
                  <c:v>96.085941000000005</c:v>
                </c:pt>
                <c:pt idx="2066">
                  <c:v>96.085941000000005</c:v>
                </c:pt>
                <c:pt idx="2067">
                  <c:v>96.085941000000005</c:v>
                </c:pt>
                <c:pt idx="2068">
                  <c:v>96.085941000000005</c:v>
                </c:pt>
                <c:pt idx="2069">
                  <c:v>96.085941000000005</c:v>
                </c:pt>
                <c:pt idx="2070">
                  <c:v>96.085941000000005</c:v>
                </c:pt>
                <c:pt idx="2071">
                  <c:v>96.085941000000005</c:v>
                </c:pt>
                <c:pt idx="2072">
                  <c:v>96.085941000000005</c:v>
                </c:pt>
                <c:pt idx="2073">
                  <c:v>96.085941000000005</c:v>
                </c:pt>
                <c:pt idx="2074">
                  <c:v>96.085941000000005</c:v>
                </c:pt>
                <c:pt idx="2075">
                  <c:v>96.085941000000005</c:v>
                </c:pt>
                <c:pt idx="2076">
                  <c:v>96.085941000000005</c:v>
                </c:pt>
                <c:pt idx="2077">
                  <c:v>96.085941000000005</c:v>
                </c:pt>
                <c:pt idx="2078">
                  <c:v>96.085941000000005</c:v>
                </c:pt>
                <c:pt idx="2079">
                  <c:v>96.085941000000005</c:v>
                </c:pt>
                <c:pt idx="2080">
                  <c:v>96.085941000000005</c:v>
                </c:pt>
                <c:pt idx="2081">
                  <c:v>96.085941000000005</c:v>
                </c:pt>
                <c:pt idx="2082">
                  <c:v>96.085941000000005</c:v>
                </c:pt>
                <c:pt idx="2083">
                  <c:v>96.085941000000005</c:v>
                </c:pt>
                <c:pt idx="2084">
                  <c:v>96.085941000000005</c:v>
                </c:pt>
                <c:pt idx="2085">
                  <c:v>96.085941000000005</c:v>
                </c:pt>
                <c:pt idx="2086">
                  <c:v>96.085941000000005</c:v>
                </c:pt>
                <c:pt idx="2087">
                  <c:v>96.085941000000005</c:v>
                </c:pt>
                <c:pt idx="2088">
                  <c:v>96.085941000000005</c:v>
                </c:pt>
                <c:pt idx="2089">
                  <c:v>96.085941000000005</c:v>
                </c:pt>
                <c:pt idx="2090">
                  <c:v>96.085941000000005</c:v>
                </c:pt>
                <c:pt idx="2091">
                  <c:v>98.128637999999995</c:v>
                </c:pt>
                <c:pt idx="2092">
                  <c:v>98.128637999999995</c:v>
                </c:pt>
                <c:pt idx="2093">
                  <c:v>98.128637999999995</c:v>
                </c:pt>
                <c:pt idx="2094">
                  <c:v>98.128637999999995</c:v>
                </c:pt>
                <c:pt idx="2095">
                  <c:v>98.128637999999995</c:v>
                </c:pt>
                <c:pt idx="2096">
                  <c:v>98.128637999999995</c:v>
                </c:pt>
                <c:pt idx="2097">
                  <c:v>98.128637999999995</c:v>
                </c:pt>
                <c:pt idx="2098">
                  <c:v>98.128637999999995</c:v>
                </c:pt>
                <c:pt idx="2099">
                  <c:v>98.128637999999995</c:v>
                </c:pt>
                <c:pt idx="2100">
                  <c:v>98.128637999999995</c:v>
                </c:pt>
                <c:pt idx="2101">
                  <c:v>98.128637999999995</c:v>
                </c:pt>
                <c:pt idx="2102">
                  <c:v>98.128637999999995</c:v>
                </c:pt>
                <c:pt idx="2103">
                  <c:v>98.128637999999995</c:v>
                </c:pt>
                <c:pt idx="2104">
                  <c:v>98.128637999999995</c:v>
                </c:pt>
                <c:pt idx="2105">
                  <c:v>98.128637999999995</c:v>
                </c:pt>
                <c:pt idx="2106">
                  <c:v>98.128637999999995</c:v>
                </c:pt>
                <c:pt idx="2107">
                  <c:v>98.128637999999995</c:v>
                </c:pt>
                <c:pt idx="2108">
                  <c:v>98.128637999999995</c:v>
                </c:pt>
                <c:pt idx="2109">
                  <c:v>98.128637999999995</c:v>
                </c:pt>
                <c:pt idx="2110">
                  <c:v>98.128637999999995</c:v>
                </c:pt>
                <c:pt idx="2111">
                  <c:v>98.128637999999995</c:v>
                </c:pt>
                <c:pt idx="2112">
                  <c:v>98.128637999999995</c:v>
                </c:pt>
                <c:pt idx="2113">
                  <c:v>98.128637999999995</c:v>
                </c:pt>
                <c:pt idx="2114">
                  <c:v>98.128637999999995</c:v>
                </c:pt>
                <c:pt idx="2115">
                  <c:v>98.128637999999995</c:v>
                </c:pt>
                <c:pt idx="2116">
                  <c:v>98.128637999999995</c:v>
                </c:pt>
                <c:pt idx="2117">
                  <c:v>98.128637999999995</c:v>
                </c:pt>
                <c:pt idx="2118">
                  <c:v>98.128637999999995</c:v>
                </c:pt>
                <c:pt idx="2119">
                  <c:v>98.128637999999995</c:v>
                </c:pt>
                <c:pt idx="2120">
                  <c:v>98.128637999999995</c:v>
                </c:pt>
                <c:pt idx="2121">
                  <c:v>98.128637999999995</c:v>
                </c:pt>
                <c:pt idx="2122">
                  <c:v>98.128637999999995</c:v>
                </c:pt>
                <c:pt idx="2123">
                  <c:v>98.128637999999995</c:v>
                </c:pt>
                <c:pt idx="2124">
                  <c:v>98.128637999999995</c:v>
                </c:pt>
                <c:pt idx="2125">
                  <c:v>98.128637999999995</c:v>
                </c:pt>
                <c:pt idx="2126">
                  <c:v>98.128637999999995</c:v>
                </c:pt>
                <c:pt idx="2127">
                  <c:v>98.128637999999995</c:v>
                </c:pt>
                <c:pt idx="2128">
                  <c:v>98.128637999999995</c:v>
                </c:pt>
                <c:pt idx="2129">
                  <c:v>98.128637999999995</c:v>
                </c:pt>
                <c:pt idx="2130">
                  <c:v>98.128637999999995</c:v>
                </c:pt>
                <c:pt idx="2131">
                  <c:v>98.128637999999995</c:v>
                </c:pt>
                <c:pt idx="2132">
                  <c:v>98.128637999999995</c:v>
                </c:pt>
                <c:pt idx="2133">
                  <c:v>98.128637999999995</c:v>
                </c:pt>
                <c:pt idx="2134">
                  <c:v>98.128637999999995</c:v>
                </c:pt>
                <c:pt idx="2135">
                  <c:v>98.128637999999995</c:v>
                </c:pt>
                <c:pt idx="2136">
                  <c:v>98.128637999999995</c:v>
                </c:pt>
                <c:pt idx="2137">
                  <c:v>98.128637999999995</c:v>
                </c:pt>
                <c:pt idx="2138">
                  <c:v>98.128637999999995</c:v>
                </c:pt>
                <c:pt idx="2139">
                  <c:v>98.128637999999995</c:v>
                </c:pt>
                <c:pt idx="2140">
                  <c:v>98.128637999999995</c:v>
                </c:pt>
                <c:pt idx="2141">
                  <c:v>98.128637999999995</c:v>
                </c:pt>
                <c:pt idx="2142">
                  <c:v>98.128637999999995</c:v>
                </c:pt>
                <c:pt idx="2143">
                  <c:v>98.128637999999995</c:v>
                </c:pt>
                <c:pt idx="2144">
                  <c:v>98.128637999999995</c:v>
                </c:pt>
                <c:pt idx="2145">
                  <c:v>98.128637999999995</c:v>
                </c:pt>
                <c:pt idx="2146">
                  <c:v>98.128637999999995</c:v>
                </c:pt>
                <c:pt idx="2147">
                  <c:v>98.128637999999995</c:v>
                </c:pt>
                <c:pt idx="2148">
                  <c:v>98.128637999999995</c:v>
                </c:pt>
                <c:pt idx="2149">
                  <c:v>98.128637999999995</c:v>
                </c:pt>
                <c:pt idx="2150">
                  <c:v>98.128637999999995</c:v>
                </c:pt>
                <c:pt idx="2151">
                  <c:v>98.128637999999995</c:v>
                </c:pt>
                <c:pt idx="2152">
                  <c:v>98.128637999999995</c:v>
                </c:pt>
                <c:pt idx="2153">
                  <c:v>98.128637999999995</c:v>
                </c:pt>
                <c:pt idx="2154">
                  <c:v>98.128637999999995</c:v>
                </c:pt>
                <c:pt idx="2155">
                  <c:v>98.128637999999995</c:v>
                </c:pt>
                <c:pt idx="2156">
                  <c:v>98.128637999999995</c:v>
                </c:pt>
                <c:pt idx="2157">
                  <c:v>98.128637999999995</c:v>
                </c:pt>
                <c:pt idx="2158">
                  <c:v>98.128637999999995</c:v>
                </c:pt>
                <c:pt idx="2159">
                  <c:v>98.128637999999995</c:v>
                </c:pt>
                <c:pt idx="2160">
                  <c:v>98.128637999999995</c:v>
                </c:pt>
                <c:pt idx="2161">
                  <c:v>98.128637999999995</c:v>
                </c:pt>
                <c:pt idx="2162">
                  <c:v>98.128637999999995</c:v>
                </c:pt>
                <c:pt idx="2163">
                  <c:v>98.128637999999995</c:v>
                </c:pt>
                <c:pt idx="2164">
                  <c:v>98.128637999999995</c:v>
                </c:pt>
                <c:pt idx="2165">
                  <c:v>98.128637999999995</c:v>
                </c:pt>
                <c:pt idx="2166">
                  <c:v>98.128637999999995</c:v>
                </c:pt>
                <c:pt idx="2167">
                  <c:v>98.128637999999995</c:v>
                </c:pt>
                <c:pt idx="2168">
                  <c:v>98.128637999999995</c:v>
                </c:pt>
                <c:pt idx="2169">
                  <c:v>98.128637999999995</c:v>
                </c:pt>
                <c:pt idx="2170">
                  <c:v>98.128637999999995</c:v>
                </c:pt>
                <c:pt idx="2171">
                  <c:v>98.128637999999995</c:v>
                </c:pt>
                <c:pt idx="2172">
                  <c:v>98.128637999999995</c:v>
                </c:pt>
                <c:pt idx="2173">
                  <c:v>98.128637999999995</c:v>
                </c:pt>
                <c:pt idx="2174">
                  <c:v>98.128637999999995</c:v>
                </c:pt>
                <c:pt idx="2175">
                  <c:v>98.128637999999995</c:v>
                </c:pt>
                <c:pt idx="2176">
                  <c:v>98.128637999999995</c:v>
                </c:pt>
                <c:pt idx="2177">
                  <c:v>98.128637999999995</c:v>
                </c:pt>
                <c:pt idx="2178">
                  <c:v>98.128637999999995</c:v>
                </c:pt>
                <c:pt idx="2179">
                  <c:v>98.128637999999995</c:v>
                </c:pt>
                <c:pt idx="2180">
                  <c:v>98.128637999999995</c:v>
                </c:pt>
                <c:pt idx="2181">
                  <c:v>98.128637999999995</c:v>
                </c:pt>
                <c:pt idx="2182">
                  <c:v>98.128637999999995</c:v>
                </c:pt>
                <c:pt idx="2183">
                  <c:v>98.128637999999995</c:v>
                </c:pt>
                <c:pt idx="2184">
                  <c:v>98.128637999999995</c:v>
                </c:pt>
                <c:pt idx="2185">
                  <c:v>98.128637999999995</c:v>
                </c:pt>
                <c:pt idx="2186">
                  <c:v>98.128637999999995</c:v>
                </c:pt>
                <c:pt idx="2187">
                  <c:v>98.128637999999995</c:v>
                </c:pt>
                <c:pt idx="2188">
                  <c:v>98.128637999999995</c:v>
                </c:pt>
                <c:pt idx="2189">
                  <c:v>98.386691999999996</c:v>
                </c:pt>
                <c:pt idx="2190">
                  <c:v>98.386691999999996</c:v>
                </c:pt>
                <c:pt idx="2191">
                  <c:v>98.386691999999996</c:v>
                </c:pt>
                <c:pt idx="2192">
                  <c:v>98.386691999999996</c:v>
                </c:pt>
                <c:pt idx="2193">
                  <c:v>98.386691999999996</c:v>
                </c:pt>
                <c:pt idx="2194">
                  <c:v>98.386691999999996</c:v>
                </c:pt>
                <c:pt idx="2195">
                  <c:v>98.386691999999996</c:v>
                </c:pt>
                <c:pt idx="2196">
                  <c:v>98.386691999999996</c:v>
                </c:pt>
                <c:pt idx="2197">
                  <c:v>98.386691999999996</c:v>
                </c:pt>
                <c:pt idx="2198">
                  <c:v>98.386691999999996</c:v>
                </c:pt>
                <c:pt idx="2199">
                  <c:v>98.386691999999996</c:v>
                </c:pt>
                <c:pt idx="2200">
                  <c:v>98.386691999999996</c:v>
                </c:pt>
                <c:pt idx="2201">
                  <c:v>98.386691999999996</c:v>
                </c:pt>
                <c:pt idx="2202">
                  <c:v>98.386691999999996</c:v>
                </c:pt>
                <c:pt idx="2203">
                  <c:v>98.386691999999996</c:v>
                </c:pt>
                <c:pt idx="2204">
                  <c:v>98.386691999999996</c:v>
                </c:pt>
                <c:pt idx="2205">
                  <c:v>98.386691999999996</c:v>
                </c:pt>
                <c:pt idx="2206">
                  <c:v>98.386691999999996</c:v>
                </c:pt>
                <c:pt idx="2207">
                  <c:v>98.386691999999996</c:v>
                </c:pt>
                <c:pt idx="2208">
                  <c:v>98.386691999999996</c:v>
                </c:pt>
                <c:pt idx="2209">
                  <c:v>98.386691999999996</c:v>
                </c:pt>
                <c:pt idx="2210">
                  <c:v>98.386691999999996</c:v>
                </c:pt>
                <c:pt idx="2211">
                  <c:v>98.386691999999996</c:v>
                </c:pt>
                <c:pt idx="2212">
                  <c:v>98.386691999999996</c:v>
                </c:pt>
                <c:pt idx="2213">
                  <c:v>98.386691999999996</c:v>
                </c:pt>
                <c:pt idx="2214">
                  <c:v>98.386691999999996</c:v>
                </c:pt>
                <c:pt idx="2215">
                  <c:v>98.386691999999996</c:v>
                </c:pt>
                <c:pt idx="2216">
                  <c:v>98.386691999999996</c:v>
                </c:pt>
                <c:pt idx="2217">
                  <c:v>98.386691999999996</c:v>
                </c:pt>
                <c:pt idx="2218">
                  <c:v>98.386691999999996</c:v>
                </c:pt>
                <c:pt idx="2219">
                  <c:v>98.386691999999996</c:v>
                </c:pt>
                <c:pt idx="2220">
                  <c:v>98.386691999999996</c:v>
                </c:pt>
                <c:pt idx="2221">
                  <c:v>98.386691999999996</c:v>
                </c:pt>
                <c:pt idx="2222">
                  <c:v>98.386691999999996</c:v>
                </c:pt>
                <c:pt idx="2223">
                  <c:v>98.386691999999996</c:v>
                </c:pt>
                <c:pt idx="2224">
                  <c:v>98.386691999999996</c:v>
                </c:pt>
                <c:pt idx="2225">
                  <c:v>98.386691999999996</c:v>
                </c:pt>
                <c:pt idx="2226">
                  <c:v>98.386691999999996</c:v>
                </c:pt>
                <c:pt idx="2227">
                  <c:v>98.386691999999996</c:v>
                </c:pt>
                <c:pt idx="2228">
                  <c:v>98.386691999999996</c:v>
                </c:pt>
                <c:pt idx="2229">
                  <c:v>98.386691999999996</c:v>
                </c:pt>
                <c:pt idx="2230">
                  <c:v>98.386691999999996</c:v>
                </c:pt>
                <c:pt idx="2231">
                  <c:v>98.386691999999996</c:v>
                </c:pt>
                <c:pt idx="2232">
                  <c:v>98.386691999999996</c:v>
                </c:pt>
                <c:pt idx="2233">
                  <c:v>98.386691999999996</c:v>
                </c:pt>
                <c:pt idx="2234">
                  <c:v>98.386691999999996</c:v>
                </c:pt>
                <c:pt idx="2235">
                  <c:v>98.386691999999996</c:v>
                </c:pt>
                <c:pt idx="2236">
                  <c:v>98.386691999999996</c:v>
                </c:pt>
                <c:pt idx="2237">
                  <c:v>98.386691999999996</c:v>
                </c:pt>
                <c:pt idx="2238">
                  <c:v>98.386691999999996</c:v>
                </c:pt>
                <c:pt idx="2239">
                  <c:v>98.386691999999996</c:v>
                </c:pt>
                <c:pt idx="2240">
                  <c:v>98.386691999999996</c:v>
                </c:pt>
                <c:pt idx="2241">
                  <c:v>98.386691999999996</c:v>
                </c:pt>
                <c:pt idx="2242">
                  <c:v>98.386691999999996</c:v>
                </c:pt>
                <c:pt idx="2243">
                  <c:v>98.386691999999996</c:v>
                </c:pt>
                <c:pt idx="2244">
                  <c:v>98.386691999999996</c:v>
                </c:pt>
                <c:pt idx="2245">
                  <c:v>98.386691999999996</c:v>
                </c:pt>
                <c:pt idx="2246">
                  <c:v>98.386691999999996</c:v>
                </c:pt>
                <c:pt idx="2247">
                  <c:v>98.386691999999996</c:v>
                </c:pt>
                <c:pt idx="2248">
                  <c:v>98.386691999999996</c:v>
                </c:pt>
                <c:pt idx="2249">
                  <c:v>98.386691999999996</c:v>
                </c:pt>
                <c:pt idx="2250">
                  <c:v>98.386691999999996</c:v>
                </c:pt>
                <c:pt idx="2251">
                  <c:v>98.386691999999996</c:v>
                </c:pt>
                <c:pt idx="2252">
                  <c:v>98.386691999999996</c:v>
                </c:pt>
                <c:pt idx="2253">
                  <c:v>98.386691999999996</c:v>
                </c:pt>
                <c:pt idx="2254">
                  <c:v>98.386691999999996</c:v>
                </c:pt>
                <c:pt idx="2255">
                  <c:v>98.386691999999996</c:v>
                </c:pt>
                <c:pt idx="2256">
                  <c:v>98.386691999999996</c:v>
                </c:pt>
                <c:pt idx="2257">
                  <c:v>98.386691999999996</c:v>
                </c:pt>
                <c:pt idx="2258">
                  <c:v>98.386691999999996</c:v>
                </c:pt>
                <c:pt idx="2259">
                  <c:v>98.386691999999996</c:v>
                </c:pt>
                <c:pt idx="2260">
                  <c:v>98.386691999999996</c:v>
                </c:pt>
                <c:pt idx="2261">
                  <c:v>98.386691999999996</c:v>
                </c:pt>
                <c:pt idx="2262">
                  <c:v>98.433858999999998</c:v>
                </c:pt>
                <c:pt idx="2263">
                  <c:v>98.433858999999998</c:v>
                </c:pt>
                <c:pt idx="2264">
                  <c:v>98.449320999999998</c:v>
                </c:pt>
                <c:pt idx="2265">
                  <c:v>98.735821999999999</c:v>
                </c:pt>
                <c:pt idx="2266">
                  <c:v>98.735821999999999</c:v>
                </c:pt>
                <c:pt idx="2267">
                  <c:v>98.735821999999999</c:v>
                </c:pt>
                <c:pt idx="2268">
                  <c:v>98.735821999999999</c:v>
                </c:pt>
                <c:pt idx="2269">
                  <c:v>98.735821999999999</c:v>
                </c:pt>
                <c:pt idx="2270">
                  <c:v>98.735821999999999</c:v>
                </c:pt>
                <c:pt idx="2271">
                  <c:v>98.735821999999999</c:v>
                </c:pt>
                <c:pt idx="2272">
                  <c:v>98.735821999999999</c:v>
                </c:pt>
                <c:pt idx="2273">
                  <c:v>98.735821999999999</c:v>
                </c:pt>
                <c:pt idx="2274">
                  <c:v>98.735821999999999</c:v>
                </c:pt>
                <c:pt idx="2275">
                  <c:v>98.735821999999999</c:v>
                </c:pt>
                <c:pt idx="2276">
                  <c:v>98.735821999999999</c:v>
                </c:pt>
                <c:pt idx="2277">
                  <c:v>98.735821999999999</c:v>
                </c:pt>
                <c:pt idx="2278">
                  <c:v>98.735821999999999</c:v>
                </c:pt>
                <c:pt idx="2279">
                  <c:v>98.735821999999999</c:v>
                </c:pt>
                <c:pt idx="2280">
                  <c:v>98.735821999999999</c:v>
                </c:pt>
                <c:pt idx="2281">
                  <c:v>98.735821999999999</c:v>
                </c:pt>
                <c:pt idx="2282">
                  <c:v>98.735821999999999</c:v>
                </c:pt>
                <c:pt idx="2283">
                  <c:v>98.735821999999999</c:v>
                </c:pt>
                <c:pt idx="2284">
                  <c:v>98.735821999999999</c:v>
                </c:pt>
                <c:pt idx="2285">
                  <c:v>98.735821999999999</c:v>
                </c:pt>
                <c:pt idx="2286">
                  <c:v>98.735821999999999</c:v>
                </c:pt>
                <c:pt idx="2287">
                  <c:v>98.735821999999999</c:v>
                </c:pt>
                <c:pt idx="2288">
                  <c:v>98.735821999999999</c:v>
                </c:pt>
                <c:pt idx="2289">
                  <c:v>98.735821999999999</c:v>
                </c:pt>
                <c:pt idx="2290">
                  <c:v>98.735821999999999</c:v>
                </c:pt>
                <c:pt idx="2291">
                  <c:v>98.735821999999999</c:v>
                </c:pt>
                <c:pt idx="2292">
                  <c:v>98.735821999999999</c:v>
                </c:pt>
                <c:pt idx="2293">
                  <c:v>98.735821999999999</c:v>
                </c:pt>
                <c:pt idx="2294">
                  <c:v>98.735821999999999</c:v>
                </c:pt>
                <c:pt idx="2295">
                  <c:v>98.735821999999999</c:v>
                </c:pt>
                <c:pt idx="2296">
                  <c:v>98.735821999999999</c:v>
                </c:pt>
                <c:pt idx="2297">
                  <c:v>98.735821999999999</c:v>
                </c:pt>
                <c:pt idx="2298">
                  <c:v>98.735821999999999</c:v>
                </c:pt>
                <c:pt idx="2299">
                  <c:v>98.735821999999999</c:v>
                </c:pt>
                <c:pt idx="2300">
                  <c:v>98.820025999999999</c:v>
                </c:pt>
                <c:pt idx="2301">
                  <c:v>98.820025999999999</c:v>
                </c:pt>
                <c:pt idx="2302">
                  <c:v>98.820025999999999</c:v>
                </c:pt>
                <c:pt idx="2303">
                  <c:v>98.820025999999999</c:v>
                </c:pt>
                <c:pt idx="2304">
                  <c:v>98.820025999999999</c:v>
                </c:pt>
                <c:pt idx="2305">
                  <c:v>98.820025999999999</c:v>
                </c:pt>
                <c:pt idx="2306">
                  <c:v>98.820025999999999</c:v>
                </c:pt>
                <c:pt idx="2307">
                  <c:v>98.820025999999999</c:v>
                </c:pt>
                <c:pt idx="2308">
                  <c:v>98.820025999999999</c:v>
                </c:pt>
                <c:pt idx="2309">
                  <c:v>98.820025999999999</c:v>
                </c:pt>
                <c:pt idx="2310">
                  <c:v>98.820025999999999</c:v>
                </c:pt>
                <c:pt idx="2311">
                  <c:v>98.820025999999999</c:v>
                </c:pt>
                <c:pt idx="2312">
                  <c:v>98.820025999999999</c:v>
                </c:pt>
                <c:pt idx="2313">
                  <c:v>98.820025999999999</c:v>
                </c:pt>
                <c:pt idx="2314">
                  <c:v>98.820025999999999</c:v>
                </c:pt>
                <c:pt idx="2315">
                  <c:v>98.820025999999999</c:v>
                </c:pt>
                <c:pt idx="2316">
                  <c:v>98.820025999999999</c:v>
                </c:pt>
                <c:pt idx="2317">
                  <c:v>98.820025999999999</c:v>
                </c:pt>
                <c:pt idx="2318">
                  <c:v>98.820025999999999</c:v>
                </c:pt>
                <c:pt idx="2319">
                  <c:v>98.820025999999999</c:v>
                </c:pt>
                <c:pt idx="2320">
                  <c:v>98.820025999999999</c:v>
                </c:pt>
                <c:pt idx="2321">
                  <c:v>98.820025999999999</c:v>
                </c:pt>
                <c:pt idx="2322">
                  <c:v>98.820025999999999</c:v>
                </c:pt>
                <c:pt idx="2323">
                  <c:v>98.820025999999999</c:v>
                </c:pt>
                <c:pt idx="2324">
                  <c:v>98.820025999999999</c:v>
                </c:pt>
                <c:pt idx="2325">
                  <c:v>98.820025999999999</c:v>
                </c:pt>
                <c:pt idx="2326">
                  <c:v>98.820025999999999</c:v>
                </c:pt>
                <c:pt idx="2327">
                  <c:v>98.820025999999999</c:v>
                </c:pt>
                <c:pt idx="2328">
                  <c:v>98.820025999999999</c:v>
                </c:pt>
                <c:pt idx="2329">
                  <c:v>98.820025999999999</c:v>
                </c:pt>
                <c:pt idx="2330">
                  <c:v>98.820025999999999</c:v>
                </c:pt>
                <c:pt idx="2331">
                  <c:v>98.820025999999999</c:v>
                </c:pt>
                <c:pt idx="2332">
                  <c:v>98.820025999999999</c:v>
                </c:pt>
                <c:pt idx="2333">
                  <c:v>98.820025999999999</c:v>
                </c:pt>
                <c:pt idx="2334">
                  <c:v>98.820025999999999</c:v>
                </c:pt>
                <c:pt idx="2335">
                  <c:v>98.820025999999999</c:v>
                </c:pt>
                <c:pt idx="2336">
                  <c:v>98.820025999999999</c:v>
                </c:pt>
                <c:pt idx="2337">
                  <c:v>98.820025999999999</c:v>
                </c:pt>
                <c:pt idx="2338">
                  <c:v>98.820025999999999</c:v>
                </c:pt>
                <c:pt idx="2339">
                  <c:v>98.820025999999999</c:v>
                </c:pt>
                <c:pt idx="2340">
                  <c:v>98.820025999999999</c:v>
                </c:pt>
                <c:pt idx="2341">
                  <c:v>98.926474999999996</c:v>
                </c:pt>
                <c:pt idx="2342">
                  <c:v>98.926474999999996</c:v>
                </c:pt>
                <c:pt idx="2343">
                  <c:v>98.926474999999996</c:v>
                </c:pt>
                <c:pt idx="2344">
                  <c:v>98.926474999999996</c:v>
                </c:pt>
                <c:pt idx="2345">
                  <c:v>98.926474999999996</c:v>
                </c:pt>
                <c:pt idx="2346">
                  <c:v>98.926474999999996</c:v>
                </c:pt>
                <c:pt idx="2347">
                  <c:v>98.926474999999996</c:v>
                </c:pt>
                <c:pt idx="2348">
                  <c:v>98.926474999999996</c:v>
                </c:pt>
                <c:pt idx="2349">
                  <c:v>98.926474999999996</c:v>
                </c:pt>
                <c:pt idx="2350">
                  <c:v>98.926474999999996</c:v>
                </c:pt>
                <c:pt idx="2351">
                  <c:v>98.926474999999996</c:v>
                </c:pt>
                <c:pt idx="2352">
                  <c:v>98.926474999999996</c:v>
                </c:pt>
                <c:pt idx="2353">
                  <c:v>98.926474999999996</c:v>
                </c:pt>
                <c:pt idx="2354">
                  <c:v>98.926474999999996</c:v>
                </c:pt>
                <c:pt idx="2355">
                  <c:v>98.926474999999996</c:v>
                </c:pt>
                <c:pt idx="2356">
                  <c:v>98.926474999999996</c:v>
                </c:pt>
                <c:pt idx="2357">
                  <c:v>98.926474999999996</c:v>
                </c:pt>
                <c:pt idx="2358">
                  <c:v>98.926474999999996</c:v>
                </c:pt>
                <c:pt idx="2359">
                  <c:v>98.926474999999996</c:v>
                </c:pt>
                <c:pt idx="2360">
                  <c:v>99.195890000000006</c:v>
                </c:pt>
                <c:pt idx="2361">
                  <c:v>99.195890000000006</c:v>
                </c:pt>
                <c:pt idx="2362">
                  <c:v>99.195890000000006</c:v>
                </c:pt>
                <c:pt idx="2363">
                  <c:v>99.195890000000006</c:v>
                </c:pt>
                <c:pt idx="2364">
                  <c:v>99.195890000000006</c:v>
                </c:pt>
                <c:pt idx="2365">
                  <c:v>99.195890000000006</c:v>
                </c:pt>
                <c:pt idx="2366">
                  <c:v>99.195890000000006</c:v>
                </c:pt>
                <c:pt idx="2367">
                  <c:v>99.195890000000006</c:v>
                </c:pt>
                <c:pt idx="2368">
                  <c:v>99.195890000000006</c:v>
                </c:pt>
                <c:pt idx="2369">
                  <c:v>99.195890000000006</c:v>
                </c:pt>
                <c:pt idx="2370">
                  <c:v>99.195890000000006</c:v>
                </c:pt>
                <c:pt idx="2371">
                  <c:v>99.195890000000006</c:v>
                </c:pt>
                <c:pt idx="2372">
                  <c:v>99.195890000000006</c:v>
                </c:pt>
                <c:pt idx="2373">
                  <c:v>99.195890000000006</c:v>
                </c:pt>
                <c:pt idx="2374">
                  <c:v>99.195890000000006</c:v>
                </c:pt>
                <c:pt idx="2375">
                  <c:v>99.195890000000006</c:v>
                </c:pt>
                <c:pt idx="2376">
                  <c:v>99.195890000000006</c:v>
                </c:pt>
                <c:pt idx="2377">
                  <c:v>99.195890000000006</c:v>
                </c:pt>
                <c:pt idx="2378">
                  <c:v>99.195890000000006</c:v>
                </c:pt>
                <c:pt idx="2379">
                  <c:v>99.195890000000006</c:v>
                </c:pt>
                <c:pt idx="2380">
                  <c:v>99.195890000000006</c:v>
                </c:pt>
                <c:pt idx="2381">
                  <c:v>99.195890000000006</c:v>
                </c:pt>
                <c:pt idx="2382">
                  <c:v>99.195890000000006</c:v>
                </c:pt>
                <c:pt idx="2383">
                  <c:v>99.195890000000006</c:v>
                </c:pt>
                <c:pt idx="2384">
                  <c:v>99.195890000000006</c:v>
                </c:pt>
                <c:pt idx="2385">
                  <c:v>99.195890000000006</c:v>
                </c:pt>
                <c:pt idx="2386">
                  <c:v>99.195890000000006</c:v>
                </c:pt>
                <c:pt idx="2387">
                  <c:v>99.195890000000006</c:v>
                </c:pt>
                <c:pt idx="2388">
                  <c:v>99.195890000000006</c:v>
                </c:pt>
                <c:pt idx="2389">
                  <c:v>99.195890000000006</c:v>
                </c:pt>
                <c:pt idx="2390">
                  <c:v>99.195890000000006</c:v>
                </c:pt>
                <c:pt idx="2391">
                  <c:v>99.195890000000006</c:v>
                </c:pt>
                <c:pt idx="2392">
                  <c:v>99.195890000000006</c:v>
                </c:pt>
                <c:pt idx="2393">
                  <c:v>99.195890000000006</c:v>
                </c:pt>
                <c:pt idx="2394">
                  <c:v>99.195890000000006</c:v>
                </c:pt>
                <c:pt idx="2395">
                  <c:v>99.195890000000006</c:v>
                </c:pt>
                <c:pt idx="2396">
                  <c:v>99.195890000000006</c:v>
                </c:pt>
                <c:pt idx="2397">
                  <c:v>99.195890000000006</c:v>
                </c:pt>
                <c:pt idx="2398">
                  <c:v>99.195890000000006</c:v>
                </c:pt>
                <c:pt idx="2399">
                  <c:v>99.195890000000006</c:v>
                </c:pt>
                <c:pt idx="2400">
                  <c:v>99.195890000000006</c:v>
                </c:pt>
                <c:pt idx="2401">
                  <c:v>99.195890000000006</c:v>
                </c:pt>
                <c:pt idx="2402">
                  <c:v>99.195890000000006</c:v>
                </c:pt>
                <c:pt idx="2403">
                  <c:v>99.195890000000006</c:v>
                </c:pt>
                <c:pt idx="2404">
                  <c:v>99.195890000000006</c:v>
                </c:pt>
                <c:pt idx="2405">
                  <c:v>99.195890000000006</c:v>
                </c:pt>
                <c:pt idx="2406">
                  <c:v>99.195890000000006</c:v>
                </c:pt>
                <c:pt idx="2407">
                  <c:v>99.195890000000006</c:v>
                </c:pt>
                <c:pt idx="2408">
                  <c:v>99.195890000000006</c:v>
                </c:pt>
                <c:pt idx="2409">
                  <c:v>99.195890000000006</c:v>
                </c:pt>
                <c:pt idx="2410">
                  <c:v>99.195890000000006</c:v>
                </c:pt>
                <c:pt idx="2411">
                  <c:v>99.195890000000006</c:v>
                </c:pt>
                <c:pt idx="2412">
                  <c:v>99.195890000000006</c:v>
                </c:pt>
                <c:pt idx="2413">
                  <c:v>99.195890000000006</c:v>
                </c:pt>
                <c:pt idx="2414">
                  <c:v>99.195890000000006</c:v>
                </c:pt>
                <c:pt idx="2415">
                  <c:v>99.195890000000006</c:v>
                </c:pt>
                <c:pt idx="2416">
                  <c:v>99.195890000000006</c:v>
                </c:pt>
                <c:pt idx="2417">
                  <c:v>99.195890000000006</c:v>
                </c:pt>
                <c:pt idx="2418">
                  <c:v>99.195890000000006</c:v>
                </c:pt>
                <c:pt idx="2419">
                  <c:v>99.195890000000006</c:v>
                </c:pt>
                <c:pt idx="2420">
                  <c:v>99.195890000000006</c:v>
                </c:pt>
                <c:pt idx="2421">
                  <c:v>99.195890000000006</c:v>
                </c:pt>
                <c:pt idx="2422">
                  <c:v>99.195890000000006</c:v>
                </c:pt>
                <c:pt idx="2423">
                  <c:v>99.195890000000006</c:v>
                </c:pt>
                <c:pt idx="2424">
                  <c:v>99.195890000000006</c:v>
                </c:pt>
                <c:pt idx="2425">
                  <c:v>99.195890000000006</c:v>
                </c:pt>
                <c:pt idx="2426">
                  <c:v>99.195890000000006</c:v>
                </c:pt>
                <c:pt idx="2427">
                  <c:v>99.195890000000006</c:v>
                </c:pt>
                <c:pt idx="2428">
                  <c:v>99.195890000000006</c:v>
                </c:pt>
                <c:pt idx="2429">
                  <c:v>99.195890000000006</c:v>
                </c:pt>
                <c:pt idx="2430">
                  <c:v>99.195890000000006</c:v>
                </c:pt>
                <c:pt idx="2431">
                  <c:v>99.195890000000006</c:v>
                </c:pt>
                <c:pt idx="2432">
                  <c:v>99.195890000000006</c:v>
                </c:pt>
                <c:pt idx="2433">
                  <c:v>99.195890000000006</c:v>
                </c:pt>
                <c:pt idx="2434">
                  <c:v>99.214262000000005</c:v>
                </c:pt>
                <c:pt idx="2435">
                  <c:v>99.214262000000005</c:v>
                </c:pt>
                <c:pt idx="2436">
                  <c:v>99.214262000000005</c:v>
                </c:pt>
                <c:pt idx="2437">
                  <c:v>99.214262000000005</c:v>
                </c:pt>
                <c:pt idx="2438">
                  <c:v>99.214262000000005</c:v>
                </c:pt>
                <c:pt idx="2439">
                  <c:v>99.214262000000005</c:v>
                </c:pt>
                <c:pt idx="2440">
                  <c:v>99.214262000000005</c:v>
                </c:pt>
                <c:pt idx="2441">
                  <c:v>99.214262000000005</c:v>
                </c:pt>
                <c:pt idx="2442">
                  <c:v>99.214262000000005</c:v>
                </c:pt>
                <c:pt idx="2443">
                  <c:v>99.214262000000005</c:v>
                </c:pt>
                <c:pt idx="2444">
                  <c:v>99.214262000000005</c:v>
                </c:pt>
                <c:pt idx="2445">
                  <c:v>99.214262000000005</c:v>
                </c:pt>
                <c:pt idx="2446">
                  <c:v>99.214262000000005</c:v>
                </c:pt>
                <c:pt idx="2447">
                  <c:v>99.214262000000005</c:v>
                </c:pt>
                <c:pt idx="2448">
                  <c:v>99.214262000000005</c:v>
                </c:pt>
                <c:pt idx="2449">
                  <c:v>99.214262000000005</c:v>
                </c:pt>
                <c:pt idx="2450">
                  <c:v>99.214262000000005</c:v>
                </c:pt>
                <c:pt idx="2451">
                  <c:v>99.214262000000005</c:v>
                </c:pt>
                <c:pt idx="2452">
                  <c:v>99.214262000000005</c:v>
                </c:pt>
                <c:pt idx="2453">
                  <c:v>99.214262000000005</c:v>
                </c:pt>
                <c:pt idx="2454">
                  <c:v>99.214262000000005</c:v>
                </c:pt>
                <c:pt idx="2455">
                  <c:v>99.214262000000005</c:v>
                </c:pt>
                <c:pt idx="2456">
                  <c:v>99.214262000000005</c:v>
                </c:pt>
                <c:pt idx="2457">
                  <c:v>99.214262000000005</c:v>
                </c:pt>
                <c:pt idx="2458">
                  <c:v>99.214262000000005</c:v>
                </c:pt>
                <c:pt idx="2459">
                  <c:v>99.214262000000005</c:v>
                </c:pt>
                <c:pt idx="2460">
                  <c:v>99.214262000000005</c:v>
                </c:pt>
                <c:pt idx="2461">
                  <c:v>99.214262000000005</c:v>
                </c:pt>
                <c:pt idx="2462">
                  <c:v>99.214262000000005</c:v>
                </c:pt>
                <c:pt idx="2463">
                  <c:v>99.214262000000005</c:v>
                </c:pt>
                <c:pt idx="2464">
                  <c:v>99.214262000000005</c:v>
                </c:pt>
                <c:pt idx="2465">
                  <c:v>99.214262000000005</c:v>
                </c:pt>
                <c:pt idx="2466">
                  <c:v>99.214262000000005</c:v>
                </c:pt>
                <c:pt idx="2467">
                  <c:v>99.214262000000005</c:v>
                </c:pt>
                <c:pt idx="2468">
                  <c:v>99.214262000000005</c:v>
                </c:pt>
                <c:pt idx="2469">
                  <c:v>99.214262000000005</c:v>
                </c:pt>
                <c:pt idx="2470">
                  <c:v>99.214262000000005</c:v>
                </c:pt>
                <c:pt idx="2471">
                  <c:v>99.214262000000005</c:v>
                </c:pt>
                <c:pt idx="2472">
                  <c:v>99.214262000000005</c:v>
                </c:pt>
                <c:pt idx="2473">
                  <c:v>99.214262000000005</c:v>
                </c:pt>
                <c:pt idx="2474">
                  <c:v>99.214262000000005</c:v>
                </c:pt>
                <c:pt idx="2475">
                  <c:v>99.214262000000005</c:v>
                </c:pt>
                <c:pt idx="2476">
                  <c:v>99.214262000000005</c:v>
                </c:pt>
                <c:pt idx="2477">
                  <c:v>99.214262000000005</c:v>
                </c:pt>
                <c:pt idx="2478">
                  <c:v>99.214262000000005</c:v>
                </c:pt>
                <c:pt idx="2479">
                  <c:v>99.214262000000005</c:v>
                </c:pt>
                <c:pt idx="2480">
                  <c:v>99.214262000000005</c:v>
                </c:pt>
                <c:pt idx="2481">
                  <c:v>99.214262000000005</c:v>
                </c:pt>
                <c:pt idx="2482">
                  <c:v>99.214262000000005</c:v>
                </c:pt>
                <c:pt idx="2483">
                  <c:v>99.214262000000005</c:v>
                </c:pt>
                <c:pt idx="2484">
                  <c:v>99.214262000000005</c:v>
                </c:pt>
                <c:pt idx="2485">
                  <c:v>99.214262000000005</c:v>
                </c:pt>
                <c:pt idx="2486">
                  <c:v>99.214262000000005</c:v>
                </c:pt>
                <c:pt idx="2487">
                  <c:v>99.214262000000005</c:v>
                </c:pt>
                <c:pt idx="2488">
                  <c:v>99.214262000000005</c:v>
                </c:pt>
                <c:pt idx="2489">
                  <c:v>99.214262000000005</c:v>
                </c:pt>
                <c:pt idx="2490">
                  <c:v>99.214262000000005</c:v>
                </c:pt>
                <c:pt idx="2491">
                  <c:v>99.214262000000005</c:v>
                </c:pt>
                <c:pt idx="2492">
                  <c:v>99.214262000000005</c:v>
                </c:pt>
                <c:pt idx="2493">
                  <c:v>99.214262000000005</c:v>
                </c:pt>
                <c:pt idx="2494">
                  <c:v>99.214262000000005</c:v>
                </c:pt>
                <c:pt idx="2495">
                  <c:v>99.214262000000005</c:v>
                </c:pt>
                <c:pt idx="2496">
                  <c:v>99.214262000000005</c:v>
                </c:pt>
                <c:pt idx="2497">
                  <c:v>99.214262000000005</c:v>
                </c:pt>
                <c:pt idx="2498">
                  <c:v>99.214262000000005</c:v>
                </c:pt>
                <c:pt idx="2499">
                  <c:v>99.214262000000005</c:v>
                </c:pt>
                <c:pt idx="2500">
                  <c:v>99.214262000000005</c:v>
                </c:pt>
                <c:pt idx="2501">
                  <c:v>99.214262000000005</c:v>
                </c:pt>
                <c:pt idx="2502">
                  <c:v>99.214262000000005</c:v>
                </c:pt>
                <c:pt idx="2503">
                  <c:v>99.214262000000005</c:v>
                </c:pt>
                <c:pt idx="2504">
                  <c:v>99.214262000000005</c:v>
                </c:pt>
                <c:pt idx="2505">
                  <c:v>99.214262000000005</c:v>
                </c:pt>
                <c:pt idx="2506">
                  <c:v>99.214262000000005</c:v>
                </c:pt>
                <c:pt idx="2507">
                  <c:v>99.214262000000005</c:v>
                </c:pt>
                <c:pt idx="2508">
                  <c:v>99.214262000000005</c:v>
                </c:pt>
                <c:pt idx="2509">
                  <c:v>99.214262000000005</c:v>
                </c:pt>
                <c:pt idx="2510">
                  <c:v>99.214262000000005</c:v>
                </c:pt>
                <c:pt idx="2511">
                  <c:v>99.214262000000005</c:v>
                </c:pt>
                <c:pt idx="2512">
                  <c:v>99.214262000000005</c:v>
                </c:pt>
                <c:pt idx="2513">
                  <c:v>99.214262000000005</c:v>
                </c:pt>
                <c:pt idx="2514">
                  <c:v>99.214262000000005</c:v>
                </c:pt>
                <c:pt idx="2515">
                  <c:v>99.214262000000005</c:v>
                </c:pt>
                <c:pt idx="2516">
                  <c:v>99.214262000000005</c:v>
                </c:pt>
                <c:pt idx="2517">
                  <c:v>99.214262000000005</c:v>
                </c:pt>
                <c:pt idx="2518">
                  <c:v>99.214262000000005</c:v>
                </c:pt>
                <c:pt idx="2519">
                  <c:v>99.214262000000005</c:v>
                </c:pt>
                <c:pt idx="2520">
                  <c:v>99.214262000000005</c:v>
                </c:pt>
                <c:pt idx="2521">
                  <c:v>99.214262000000005</c:v>
                </c:pt>
                <c:pt idx="2522">
                  <c:v>99.214262000000005</c:v>
                </c:pt>
                <c:pt idx="2523">
                  <c:v>99.214262000000005</c:v>
                </c:pt>
                <c:pt idx="2524">
                  <c:v>99.683693579999996</c:v>
                </c:pt>
                <c:pt idx="2525">
                  <c:v>99.683693579999996</c:v>
                </c:pt>
                <c:pt idx="2526">
                  <c:v>99.683693579999996</c:v>
                </c:pt>
                <c:pt idx="2527">
                  <c:v>99.683693579999996</c:v>
                </c:pt>
                <c:pt idx="2528">
                  <c:v>99.683693579999996</c:v>
                </c:pt>
                <c:pt idx="2529">
                  <c:v>99.683693579999996</c:v>
                </c:pt>
                <c:pt idx="2530">
                  <c:v>99.683693579999996</c:v>
                </c:pt>
                <c:pt idx="2531">
                  <c:v>99.683693579999996</c:v>
                </c:pt>
                <c:pt idx="2532">
                  <c:v>99.683693579999996</c:v>
                </c:pt>
                <c:pt idx="2533">
                  <c:v>99.683693579999996</c:v>
                </c:pt>
                <c:pt idx="2534">
                  <c:v>99.683693579999996</c:v>
                </c:pt>
                <c:pt idx="2535">
                  <c:v>99.683693579999996</c:v>
                </c:pt>
                <c:pt idx="2536">
                  <c:v>99.683693579999996</c:v>
                </c:pt>
                <c:pt idx="2537">
                  <c:v>99.683693579999996</c:v>
                </c:pt>
                <c:pt idx="2538">
                  <c:v>99.683693579999996</c:v>
                </c:pt>
                <c:pt idx="2539">
                  <c:v>99.683693579999996</c:v>
                </c:pt>
                <c:pt idx="2540">
                  <c:v>99.683693579999996</c:v>
                </c:pt>
                <c:pt idx="2541">
                  <c:v>99.683693579999996</c:v>
                </c:pt>
                <c:pt idx="2542">
                  <c:v>99.683693579999996</c:v>
                </c:pt>
                <c:pt idx="2543">
                  <c:v>99.683693579999996</c:v>
                </c:pt>
                <c:pt idx="2544">
                  <c:v>99.683693579999996</c:v>
                </c:pt>
                <c:pt idx="2545">
                  <c:v>99.683693579999996</c:v>
                </c:pt>
                <c:pt idx="2546">
                  <c:v>99.683693579999996</c:v>
                </c:pt>
                <c:pt idx="2547">
                  <c:v>99.683693579999996</c:v>
                </c:pt>
                <c:pt idx="2548">
                  <c:v>99.683693579999996</c:v>
                </c:pt>
                <c:pt idx="2549">
                  <c:v>99.683693579999996</c:v>
                </c:pt>
                <c:pt idx="2550">
                  <c:v>99.683693579999996</c:v>
                </c:pt>
                <c:pt idx="2551">
                  <c:v>99.683693579999996</c:v>
                </c:pt>
                <c:pt idx="2552">
                  <c:v>99.683693579999996</c:v>
                </c:pt>
                <c:pt idx="2553">
                  <c:v>99.683693579999996</c:v>
                </c:pt>
                <c:pt idx="2554">
                  <c:v>99.683693579999996</c:v>
                </c:pt>
                <c:pt idx="2555">
                  <c:v>99.683693579999996</c:v>
                </c:pt>
                <c:pt idx="2556">
                  <c:v>99.683693579999996</c:v>
                </c:pt>
                <c:pt idx="2557">
                  <c:v>99.683693579999996</c:v>
                </c:pt>
                <c:pt idx="2558">
                  <c:v>99.683693579999996</c:v>
                </c:pt>
                <c:pt idx="2559">
                  <c:v>99.683693579999996</c:v>
                </c:pt>
                <c:pt idx="2560">
                  <c:v>99.683693579999996</c:v>
                </c:pt>
                <c:pt idx="2561">
                  <c:v>99.683693579999996</c:v>
                </c:pt>
                <c:pt idx="2562">
                  <c:v>99.683693579999996</c:v>
                </c:pt>
                <c:pt idx="2563">
                  <c:v>99.683693579999996</c:v>
                </c:pt>
                <c:pt idx="2564">
                  <c:v>99.683693579999996</c:v>
                </c:pt>
                <c:pt idx="2565">
                  <c:v>99.683693579999996</c:v>
                </c:pt>
                <c:pt idx="2566">
                  <c:v>99.683693579999996</c:v>
                </c:pt>
                <c:pt idx="2567">
                  <c:v>99.683693579999996</c:v>
                </c:pt>
                <c:pt idx="2568">
                  <c:v>99.683693579999996</c:v>
                </c:pt>
                <c:pt idx="2569">
                  <c:v>99.683693579999996</c:v>
                </c:pt>
                <c:pt idx="2570">
                  <c:v>99.683693579999996</c:v>
                </c:pt>
                <c:pt idx="2571">
                  <c:v>99.683693579999996</c:v>
                </c:pt>
                <c:pt idx="2572">
                  <c:v>99.683693579999996</c:v>
                </c:pt>
                <c:pt idx="2573">
                  <c:v>99.683693579999996</c:v>
                </c:pt>
                <c:pt idx="2574">
                  <c:v>99.683693579999996</c:v>
                </c:pt>
                <c:pt idx="2575">
                  <c:v>99.683693579999996</c:v>
                </c:pt>
                <c:pt idx="2576">
                  <c:v>99.683693579999996</c:v>
                </c:pt>
                <c:pt idx="2577">
                  <c:v>99.683693579999996</c:v>
                </c:pt>
                <c:pt idx="2578">
                  <c:v>99.683693579999996</c:v>
                </c:pt>
                <c:pt idx="2579">
                  <c:v>99.683693579999996</c:v>
                </c:pt>
                <c:pt idx="2580">
                  <c:v>99.683693579999996</c:v>
                </c:pt>
                <c:pt idx="2581">
                  <c:v>99.683693579999996</c:v>
                </c:pt>
                <c:pt idx="2582">
                  <c:v>99.683693579999996</c:v>
                </c:pt>
                <c:pt idx="2583">
                  <c:v>99.683693579999996</c:v>
                </c:pt>
                <c:pt idx="2584">
                  <c:v>99.683693579999996</c:v>
                </c:pt>
                <c:pt idx="2585">
                  <c:v>99.683693579999996</c:v>
                </c:pt>
                <c:pt idx="2586">
                  <c:v>99.683693579999996</c:v>
                </c:pt>
                <c:pt idx="2587">
                  <c:v>99.683693579999996</c:v>
                </c:pt>
                <c:pt idx="2588">
                  <c:v>99.683693579999996</c:v>
                </c:pt>
                <c:pt idx="2589">
                  <c:v>99.683693579999996</c:v>
                </c:pt>
                <c:pt idx="2590">
                  <c:v>99.683693579999996</c:v>
                </c:pt>
                <c:pt idx="2591">
                  <c:v>99.683693579999996</c:v>
                </c:pt>
                <c:pt idx="2592">
                  <c:v>99.683693579999996</c:v>
                </c:pt>
                <c:pt idx="2593">
                  <c:v>99.683693579999996</c:v>
                </c:pt>
                <c:pt idx="2594">
                  <c:v>99.683693579999996</c:v>
                </c:pt>
                <c:pt idx="2595">
                  <c:v>99.683693579999996</c:v>
                </c:pt>
                <c:pt idx="2596">
                  <c:v>99.683693579999996</c:v>
                </c:pt>
                <c:pt idx="2597">
                  <c:v>99.683693579999996</c:v>
                </c:pt>
                <c:pt idx="2598">
                  <c:v>99.683693579999996</c:v>
                </c:pt>
                <c:pt idx="2599">
                  <c:v>99.683693579999996</c:v>
                </c:pt>
                <c:pt idx="2600">
                  <c:v>99.683693579999996</c:v>
                </c:pt>
                <c:pt idx="2601">
                  <c:v>99.683693579999996</c:v>
                </c:pt>
                <c:pt idx="2602">
                  <c:v>99.683693579999996</c:v>
                </c:pt>
                <c:pt idx="2603">
                  <c:v>99.683693579999996</c:v>
                </c:pt>
                <c:pt idx="2604">
                  <c:v>99.683693579999996</c:v>
                </c:pt>
                <c:pt idx="2605">
                  <c:v>99.683693579999996</c:v>
                </c:pt>
                <c:pt idx="2606">
                  <c:v>99.683693579999996</c:v>
                </c:pt>
                <c:pt idx="2607">
                  <c:v>99.683693579999996</c:v>
                </c:pt>
                <c:pt idx="2608">
                  <c:v>99.683693579999996</c:v>
                </c:pt>
                <c:pt idx="2609">
                  <c:v>99.683693579999996</c:v>
                </c:pt>
                <c:pt idx="2610">
                  <c:v>99.683693579999996</c:v>
                </c:pt>
                <c:pt idx="2611">
                  <c:v>99.683693579999996</c:v>
                </c:pt>
                <c:pt idx="2612">
                  <c:v>99.683693579999996</c:v>
                </c:pt>
                <c:pt idx="2613">
                  <c:v>99.683693579999996</c:v>
                </c:pt>
                <c:pt idx="2614">
                  <c:v>99.683693579999996</c:v>
                </c:pt>
                <c:pt idx="2615">
                  <c:v>99.683693579999996</c:v>
                </c:pt>
                <c:pt idx="2616">
                  <c:v>99.683693579999996</c:v>
                </c:pt>
                <c:pt idx="2617">
                  <c:v>99.683693579999996</c:v>
                </c:pt>
                <c:pt idx="2618">
                  <c:v>99.683693579999996</c:v>
                </c:pt>
                <c:pt idx="2619">
                  <c:v>99.683693579999996</c:v>
                </c:pt>
                <c:pt idx="2620">
                  <c:v>99.683693579999996</c:v>
                </c:pt>
                <c:pt idx="2621">
                  <c:v>99.683693579999996</c:v>
                </c:pt>
                <c:pt idx="2622">
                  <c:v>99.683693579999996</c:v>
                </c:pt>
                <c:pt idx="2623">
                  <c:v>99.683693579999996</c:v>
                </c:pt>
                <c:pt idx="2624">
                  <c:v>99.683693579999996</c:v>
                </c:pt>
                <c:pt idx="2625">
                  <c:v>99.683693579999996</c:v>
                </c:pt>
                <c:pt idx="2626">
                  <c:v>99.683693579999996</c:v>
                </c:pt>
                <c:pt idx="2627">
                  <c:v>99.683693579999996</c:v>
                </c:pt>
                <c:pt idx="2628">
                  <c:v>99.683693579999996</c:v>
                </c:pt>
                <c:pt idx="2629">
                  <c:v>99.683693579999996</c:v>
                </c:pt>
                <c:pt idx="2630">
                  <c:v>99.683693579999996</c:v>
                </c:pt>
                <c:pt idx="2631">
                  <c:v>99.683693579999996</c:v>
                </c:pt>
                <c:pt idx="2632">
                  <c:v>99.683693579999996</c:v>
                </c:pt>
                <c:pt idx="2633">
                  <c:v>99.683693579999996</c:v>
                </c:pt>
                <c:pt idx="2634">
                  <c:v>99.683693579999996</c:v>
                </c:pt>
                <c:pt idx="2635">
                  <c:v>99.683693579999996</c:v>
                </c:pt>
                <c:pt idx="2636">
                  <c:v>99.683693579999996</c:v>
                </c:pt>
                <c:pt idx="2637">
                  <c:v>99.683693579999996</c:v>
                </c:pt>
                <c:pt idx="2638">
                  <c:v>99.683693579999996</c:v>
                </c:pt>
                <c:pt idx="2639">
                  <c:v>99.683693579999996</c:v>
                </c:pt>
                <c:pt idx="2640">
                  <c:v>99.683693579999996</c:v>
                </c:pt>
                <c:pt idx="2641">
                  <c:v>99.683693579999996</c:v>
                </c:pt>
                <c:pt idx="2642">
                  <c:v>99.683693579999996</c:v>
                </c:pt>
                <c:pt idx="2643">
                  <c:v>99.683693579999996</c:v>
                </c:pt>
                <c:pt idx="2644">
                  <c:v>99.683693579999996</c:v>
                </c:pt>
                <c:pt idx="2645">
                  <c:v>99.683693579999996</c:v>
                </c:pt>
                <c:pt idx="2646">
                  <c:v>99.683693579999996</c:v>
                </c:pt>
                <c:pt idx="2647">
                  <c:v>99.683693579999996</c:v>
                </c:pt>
                <c:pt idx="2648">
                  <c:v>99.683693579999996</c:v>
                </c:pt>
                <c:pt idx="2649">
                  <c:v>99.683693579999996</c:v>
                </c:pt>
                <c:pt idx="2650">
                  <c:v>99.683693579999996</c:v>
                </c:pt>
                <c:pt idx="2651">
                  <c:v>99.683693579999996</c:v>
                </c:pt>
                <c:pt idx="2652">
                  <c:v>99.683693579999996</c:v>
                </c:pt>
                <c:pt idx="2653">
                  <c:v>99.683693579999996</c:v>
                </c:pt>
                <c:pt idx="2654">
                  <c:v>99.683693579999996</c:v>
                </c:pt>
                <c:pt idx="2655">
                  <c:v>99.683693579999996</c:v>
                </c:pt>
                <c:pt idx="2656">
                  <c:v>99.683693579999996</c:v>
                </c:pt>
                <c:pt idx="2657">
                  <c:v>99.683693579999996</c:v>
                </c:pt>
                <c:pt idx="2658">
                  <c:v>99.683693579999996</c:v>
                </c:pt>
                <c:pt idx="2659">
                  <c:v>99.683693579999996</c:v>
                </c:pt>
                <c:pt idx="2660">
                  <c:v>99.683693579999996</c:v>
                </c:pt>
                <c:pt idx="2661">
                  <c:v>99.683693579999996</c:v>
                </c:pt>
                <c:pt idx="2662">
                  <c:v>99.683693579999996</c:v>
                </c:pt>
                <c:pt idx="2663">
                  <c:v>99.683693579999996</c:v>
                </c:pt>
                <c:pt idx="2664">
                  <c:v>99.683693579999996</c:v>
                </c:pt>
                <c:pt idx="2665">
                  <c:v>99.683693579999996</c:v>
                </c:pt>
                <c:pt idx="2666">
                  <c:v>99.683693579999996</c:v>
                </c:pt>
                <c:pt idx="2667">
                  <c:v>99.683693579999996</c:v>
                </c:pt>
                <c:pt idx="2668">
                  <c:v>99.683693579999996</c:v>
                </c:pt>
                <c:pt idx="2669">
                  <c:v>99.683693579999996</c:v>
                </c:pt>
                <c:pt idx="2670">
                  <c:v>99.683693579999996</c:v>
                </c:pt>
                <c:pt idx="2671">
                  <c:v>99.683693579999996</c:v>
                </c:pt>
                <c:pt idx="2672">
                  <c:v>99.683693579999996</c:v>
                </c:pt>
                <c:pt idx="2673">
                  <c:v>99.683693579999996</c:v>
                </c:pt>
                <c:pt idx="2674">
                  <c:v>99.683693579999996</c:v>
                </c:pt>
                <c:pt idx="2675">
                  <c:v>99.683693579999996</c:v>
                </c:pt>
                <c:pt idx="2676">
                  <c:v>99.683693579999996</c:v>
                </c:pt>
                <c:pt idx="2677">
                  <c:v>99.683693579999996</c:v>
                </c:pt>
                <c:pt idx="2678">
                  <c:v>99.683693579999996</c:v>
                </c:pt>
                <c:pt idx="2679">
                  <c:v>99.683693579999996</c:v>
                </c:pt>
                <c:pt idx="2680">
                  <c:v>99.683693579999996</c:v>
                </c:pt>
                <c:pt idx="2681">
                  <c:v>99.683693579999996</c:v>
                </c:pt>
                <c:pt idx="2682">
                  <c:v>99.683693579999996</c:v>
                </c:pt>
                <c:pt idx="2683">
                  <c:v>99.683693579999996</c:v>
                </c:pt>
                <c:pt idx="2684">
                  <c:v>99.683693579999996</c:v>
                </c:pt>
                <c:pt idx="2685">
                  <c:v>99.683693579999996</c:v>
                </c:pt>
                <c:pt idx="2686">
                  <c:v>99.683693579999996</c:v>
                </c:pt>
                <c:pt idx="2687">
                  <c:v>99.683693579999996</c:v>
                </c:pt>
                <c:pt idx="2688">
                  <c:v>99.683693579999996</c:v>
                </c:pt>
                <c:pt idx="2689">
                  <c:v>99.683693579999996</c:v>
                </c:pt>
                <c:pt idx="2690">
                  <c:v>99.683693579999996</c:v>
                </c:pt>
                <c:pt idx="2691">
                  <c:v>99.683693579999996</c:v>
                </c:pt>
                <c:pt idx="2692">
                  <c:v>99.683693579999996</c:v>
                </c:pt>
                <c:pt idx="2693">
                  <c:v>99.683693579999996</c:v>
                </c:pt>
                <c:pt idx="2694">
                  <c:v>99.683693579999996</c:v>
                </c:pt>
                <c:pt idx="2695">
                  <c:v>99.683693579999996</c:v>
                </c:pt>
                <c:pt idx="2696">
                  <c:v>99.683693579999996</c:v>
                </c:pt>
                <c:pt idx="2697">
                  <c:v>99.683693579999996</c:v>
                </c:pt>
                <c:pt idx="2698">
                  <c:v>99.683693579999996</c:v>
                </c:pt>
                <c:pt idx="2699">
                  <c:v>102.9922153</c:v>
                </c:pt>
                <c:pt idx="2700">
                  <c:v>102.9922153</c:v>
                </c:pt>
                <c:pt idx="2701">
                  <c:v>104.25519559999999</c:v>
                </c:pt>
                <c:pt idx="2702">
                  <c:v>104.25519559999999</c:v>
                </c:pt>
                <c:pt idx="2703">
                  <c:v>104.25519559999999</c:v>
                </c:pt>
                <c:pt idx="2704">
                  <c:v>104.25519559999999</c:v>
                </c:pt>
                <c:pt idx="2705">
                  <c:v>104.25519559999999</c:v>
                </c:pt>
                <c:pt idx="2706">
                  <c:v>104.25519559999999</c:v>
                </c:pt>
                <c:pt idx="2707">
                  <c:v>104.25519559999999</c:v>
                </c:pt>
                <c:pt idx="2708">
                  <c:v>104.25519559999999</c:v>
                </c:pt>
                <c:pt idx="2709">
                  <c:v>104.25519559999999</c:v>
                </c:pt>
                <c:pt idx="2710">
                  <c:v>104.25519559999999</c:v>
                </c:pt>
                <c:pt idx="2711">
                  <c:v>104.25519559999999</c:v>
                </c:pt>
                <c:pt idx="2712">
                  <c:v>104.25519559999999</c:v>
                </c:pt>
                <c:pt idx="2713">
                  <c:v>104.25519559999999</c:v>
                </c:pt>
                <c:pt idx="2714">
                  <c:v>104.25519559999999</c:v>
                </c:pt>
                <c:pt idx="2715">
                  <c:v>104.25519559999999</c:v>
                </c:pt>
                <c:pt idx="2716">
                  <c:v>104.25519559999999</c:v>
                </c:pt>
                <c:pt idx="2717">
                  <c:v>104.25519559999999</c:v>
                </c:pt>
                <c:pt idx="2718">
                  <c:v>104.25519559999999</c:v>
                </c:pt>
                <c:pt idx="2719">
                  <c:v>104.25519559999999</c:v>
                </c:pt>
                <c:pt idx="2720">
                  <c:v>104.25519559999999</c:v>
                </c:pt>
                <c:pt idx="2721">
                  <c:v>104.25519559999999</c:v>
                </c:pt>
                <c:pt idx="2722">
                  <c:v>104.25519559999999</c:v>
                </c:pt>
                <c:pt idx="2723">
                  <c:v>104.25519559999999</c:v>
                </c:pt>
                <c:pt idx="2724">
                  <c:v>104.25519559999999</c:v>
                </c:pt>
                <c:pt idx="2725">
                  <c:v>104.25519559999999</c:v>
                </c:pt>
                <c:pt idx="2726">
                  <c:v>104.25519559999999</c:v>
                </c:pt>
                <c:pt idx="2727">
                  <c:v>104.25519559999999</c:v>
                </c:pt>
                <c:pt idx="2728">
                  <c:v>104.25519559999999</c:v>
                </c:pt>
                <c:pt idx="2729">
                  <c:v>104.25519559999999</c:v>
                </c:pt>
                <c:pt idx="2730">
                  <c:v>104.25519559999999</c:v>
                </c:pt>
                <c:pt idx="2731">
                  <c:v>104.25519559999999</c:v>
                </c:pt>
                <c:pt idx="2732">
                  <c:v>104.25519559999999</c:v>
                </c:pt>
                <c:pt idx="2733">
                  <c:v>104.25519559999999</c:v>
                </c:pt>
                <c:pt idx="2734">
                  <c:v>104.25519559999999</c:v>
                </c:pt>
                <c:pt idx="2735">
                  <c:v>104.25519559999999</c:v>
                </c:pt>
                <c:pt idx="2736">
                  <c:v>104.25519559999999</c:v>
                </c:pt>
                <c:pt idx="2737">
                  <c:v>104.25519559999999</c:v>
                </c:pt>
                <c:pt idx="2738">
                  <c:v>104.25519559999999</c:v>
                </c:pt>
                <c:pt idx="2739">
                  <c:v>104.25519559999999</c:v>
                </c:pt>
                <c:pt idx="2740">
                  <c:v>104.25519559999999</c:v>
                </c:pt>
                <c:pt idx="2741">
                  <c:v>104.25519559999999</c:v>
                </c:pt>
                <c:pt idx="2742">
                  <c:v>104.25519559999999</c:v>
                </c:pt>
                <c:pt idx="2743">
                  <c:v>105.6300936</c:v>
                </c:pt>
                <c:pt idx="2744">
                  <c:v>105.6300936</c:v>
                </c:pt>
                <c:pt idx="2745">
                  <c:v>105.6300936</c:v>
                </c:pt>
                <c:pt idx="2746">
                  <c:v>105.6300936</c:v>
                </c:pt>
                <c:pt idx="2747">
                  <c:v>105.6300936</c:v>
                </c:pt>
                <c:pt idx="2748">
                  <c:v>105.6300936</c:v>
                </c:pt>
                <c:pt idx="2749">
                  <c:v>105.6300936</c:v>
                </c:pt>
                <c:pt idx="2750">
                  <c:v>105.6300936</c:v>
                </c:pt>
                <c:pt idx="2751">
                  <c:v>105.6300936</c:v>
                </c:pt>
                <c:pt idx="2752">
                  <c:v>105.6300936</c:v>
                </c:pt>
                <c:pt idx="2753">
                  <c:v>105.6300936</c:v>
                </c:pt>
                <c:pt idx="2754">
                  <c:v>105.6300936</c:v>
                </c:pt>
                <c:pt idx="2755">
                  <c:v>105.6300936</c:v>
                </c:pt>
                <c:pt idx="2756">
                  <c:v>105.6300936</c:v>
                </c:pt>
                <c:pt idx="2757">
                  <c:v>105.6300936</c:v>
                </c:pt>
                <c:pt idx="2758">
                  <c:v>105.6300936</c:v>
                </c:pt>
                <c:pt idx="2759">
                  <c:v>105.6300936</c:v>
                </c:pt>
                <c:pt idx="2760">
                  <c:v>105.6300936</c:v>
                </c:pt>
                <c:pt idx="2761">
                  <c:v>105.6300936</c:v>
                </c:pt>
                <c:pt idx="2762">
                  <c:v>105.6300936</c:v>
                </c:pt>
                <c:pt idx="2763">
                  <c:v>105.6300936</c:v>
                </c:pt>
                <c:pt idx="2764">
                  <c:v>105.6300936</c:v>
                </c:pt>
                <c:pt idx="2765">
                  <c:v>105.6300936</c:v>
                </c:pt>
                <c:pt idx="2766">
                  <c:v>105.6300936</c:v>
                </c:pt>
                <c:pt idx="2767">
                  <c:v>105.6300936</c:v>
                </c:pt>
                <c:pt idx="2768">
                  <c:v>105.6300936</c:v>
                </c:pt>
                <c:pt idx="2769">
                  <c:v>105.6300936</c:v>
                </c:pt>
                <c:pt idx="2770">
                  <c:v>105.6300936</c:v>
                </c:pt>
                <c:pt idx="2771">
                  <c:v>105.6300936</c:v>
                </c:pt>
                <c:pt idx="2772">
                  <c:v>105.6300936</c:v>
                </c:pt>
                <c:pt idx="2773">
                  <c:v>105.6300936</c:v>
                </c:pt>
                <c:pt idx="2774">
                  <c:v>105.6300936</c:v>
                </c:pt>
                <c:pt idx="2775">
                  <c:v>105.6300936</c:v>
                </c:pt>
                <c:pt idx="2776">
                  <c:v>105.6300936</c:v>
                </c:pt>
                <c:pt idx="2777">
                  <c:v>105.6300936</c:v>
                </c:pt>
                <c:pt idx="2778">
                  <c:v>105.6300936</c:v>
                </c:pt>
                <c:pt idx="2779">
                  <c:v>105.6300936</c:v>
                </c:pt>
                <c:pt idx="2780">
                  <c:v>105.6300936</c:v>
                </c:pt>
                <c:pt idx="2781">
                  <c:v>105.6300936</c:v>
                </c:pt>
                <c:pt idx="2782">
                  <c:v>105.6300936</c:v>
                </c:pt>
                <c:pt idx="2783">
                  <c:v>105.6300936</c:v>
                </c:pt>
                <c:pt idx="2784">
                  <c:v>105.6300936</c:v>
                </c:pt>
                <c:pt idx="2785">
                  <c:v>105.6300936</c:v>
                </c:pt>
                <c:pt idx="2786">
                  <c:v>105.6300936</c:v>
                </c:pt>
                <c:pt idx="2787">
                  <c:v>105.6300936</c:v>
                </c:pt>
                <c:pt idx="2788">
                  <c:v>105.6300936</c:v>
                </c:pt>
                <c:pt idx="2789">
                  <c:v>105.6300936</c:v>
                </c:pt>
                <c:pt idx="2790">
                  <c:v>105.6300936</c:v>
                </c:pt>
                <c:pt idx="2791">
                  <c:v>105.6300936</c:v>
                </c:pt>
                <c:pt idx="2792">
                  <c:v>105.6300936</c:v>
                </c:pt>
                <c:pt idx="2793">
                  <c:v>105.6300936</c:v>
                </c:pt>
                <c:pt idx="2794">
                  <c:v>105.6300936</c:v>
                </c:pt>
                <c:pt idx="2795">
                  <c:v>105.6300936</c:v>
                </c:pt>
                <c:pt idx="2796">
                  <c:v>105.6300936</c:v>
                </c:pt>
                <c:pt idx="2797">
                  <c:v>105.6300936</c:v>
                </c:pt>
                <c:pt idx="2798">
                  <c:v>105.6300936</c:v>
                </c:pt>
                <c:pt idx="2799">
                  <c:v>105.6300936</c:v>
                </c:pt>
                <c:pt idx="2800">
                  <c:v>105.6300936</c:v>
                </c:pt>
                <c:pt idx="2801">
                  <c:v>105.6300936</c:v>
                </c:pt>
                <c:pt idx="2802">
                  <c:v>105.6300936</c:v>
                </c:pt>
                <c:pt idx="2803">
                  <c:v>105.6300936</c:v>
                </c:pt>
                <c:pt idx="2804">
                  <c:v>105.6300936</c:v>
                </c:pt>
                <c:pt idx="2805">
                  <c:v>105.6300936</c:v>
                </c:pt>
                <c:pt idx="2806">
                  <c:v>105.6300936</c:v>
                </c:pt>
                <c:pt idx="2807">
                  <c:v>105.6300936</c:v>
                </c:pt>
                <c:pt idx="2808">
                  <c:v>105.6300936</c:v>
                </c:pt>
                <c:pt idx="2809">
                  <c:v>105.6300936</c:v>
                </c:pt>
                <c:pt idx="2810">
                  <c:v>105.6300936</c:v>
                </c:pt>
                <c:pt idx="2811">
                  <c:v>105.6300936</c:v>
                </c:pt>
                <c:pt idx="2812">
                  <c:v>105.6300936</c:v>
                </c:pt>
                <c:pt idx="2813">
                  <c:v>105.6300936</c:v>
                </c:pt>
                <c:pt idx="2814">
                  <c:v>105.6300936</c:v>
                </c:pt>
                <c:pt idx="2815">
                  <c:v>105.6300936</c:v>
                </c:pt>
                <c:pt idx="2816">
                  <c:v>105.6300936</c:v>
                </c:pt>
                <c:pt idx="2817">
                  <c:v>105.6300936</c:v>
                </c:pt>
                <c:pt idx="2818">
                  <c:v>105.6300936</c:v>
                </c:pt>
                <c:pt idx="2819">
                  <c:v>105.6300936</c:v>
                </c:pt>
                <c:pt idx="2820">
                  <c:v>105.6300936</c:v>
                </c:pt>
                <c:pt idx="2821">
                  <c:v>105.6300936</c:v>
                </c:pt>
                <c:pt idx="2822">
                  <c:v>105.6300936</c:v>
                </c:pt>
                <c:pt idx="2823">
                  <c:v>105.6300936</c:v>
                </c:pt>
                <c:pt idx="2824">
                  <c:v>105.6300936</c:v>
                </c:pt>
                <c:pt idx="2825">
                  <c:v>105.6300936</c:v>
                </c:pt>
                <c:pt idx="2826">
                  <c:v>105.6300936</c:v>
                </c:pt>
                <c:pt idx="2827">
                  <c:v>105.6300936</c:v>
                </c:pt>
                <c:pt idx="2828">
                  <c:v>105.6300936</c:v>
                </c:pt>
                <c:pt idx="2829">
                  <c:v>105.6300936</c:v>
                </c:pt>
                <c:pt idx="2830">
                  <c:v>105.6300936</c:v>
                </c:pt>
                <c:pt idx="2831">
                  <c:v>105.6300936</c:v>
                </c:pt>
                <c:pt idx="2832">
                  <c:v>105.6300936</c:v>
                </c:pt>
                <c:pt idx="2833">
                  <c:v>105.6300936</c:v>
                </c:pt>
                <c:pt idx="2834">
                  <c:v>105.6300936</c:v>
                </c:pt>
                <c:pt idx="2835">
                  <c:v>105.6300936</c:v>
                </c:pt>
                <c:pt idx="2836">
                  <c:v>105.6300936</c:v>
                </c:pt>
                <c:pt idx="2837">
                  <c:v>105.6300936</c:v>
                </c:pt>
                <c:pt idx="2838">
                  <c:v>105.6300936</c:v>
                </c:pt>
                <c:pt idx="2839">
                  <c:v>105.6300936</c:v>
                </c:pt>
                <c:pt idx="2840">
                  <c:v>105.6300936</c:v>
                </c:pt>
                <c:pt idx="2841">
                  <c:v>105.6300936</c:v>
                </c:pt>
                <c:pt idx="2842">
                  <c:v>105.6300936</c:v>
                </c:pt>
                <c:pt idx="2843">
                  <c:v>105.6300936</c:v>
                </c:pt>
                <c:pt idx="2844">
                  <c:v>105.6300936</c:v>
                </c:pt>
                <c:pt idx="2845">
                  <c:v>105.6300936</c:v>
                </c:pt>
                <c:pt idx="2846">
                  <c:v>105.6300936</c:v>
                </c:pt>
                <c:pt idx="2847">
                  <c:v>105.6300936</c:v>
                </c:pt>
                <c:pt idx="2848">
                  <c:v>105.6300936</c:v>
                </c:pt>
                <c:pt idx="2849">
                  <c:v>105.6300936</c:v>
                </c:pt>
                <c:pt idx="2850">
                  <c:v>105.6300936</c:v>
                </c:pt>
                <c:pt idx="2851">
                  <c:v>105.6300936</c:v>
                </c:pt>
                <c:pt idx="2852">
                  <c:v>105.6300936</c:v>
                </c:pt>
                <c:pt idx="2853">
                  <c:v>105.6300936</c:v>
                </c:pt>
                <c:pt idx="2854">
                  <c:v>105.6300936</c:v>
                </c:pt>
                <c:pt idx="2855">
                  <c:v>105.6300936</c:v>
                </c:pt>
                <c:pt idx="2856">
                  <c:v>105.6300936</c:v>
                </c:pt>
                <c:pt idx="2857">
                  <c:v>105.6300936</c:v>
                </c:pt>
                <c:pt idx="2858">
                  <c:v>105.6300936</c:v>
                </c:pt>
                <c:pt idx="2859">
                  <c:v>105.6300936</c:v>
                </c:pt>
                <c:pt idx="2860">
                  <c:v>105.6300936</c:v>
                </c:pt>
                <c:pt idx="2861">
                  <c:v>105.6300936</c:v>
                </c:pt>
                <c:pt idx="2862">
                  <c:v>105.6300936</c:v>
                </c:pt>
                <c:pt idx="2863">
                  <c:v>105.6300936</c:v>
                </c:pt>
                <c:pt idx="2864">
                  <c:v>105.6300936</c:v>
                </c:pt>
                <c:pt idx="2865">
                  <c:v>105.6300936</c:v>
                </c:pt>
                <c:pt idx="2866">
                  <c:v>105.6300936</c:v>
                </c:pt>
                <c:pt idx="2867">
                  <c:v>105.6300936</c:v>
                </c:pt>
                <c:pt idx="2868">
                  <c:v>105.6300936</c:v>
                </c:pt>
                <c:pt idx="2869">
                  <c:v>105.6300936</c:v>
                </c:pt>
                <c:pt idx="2870">
                  <c:v>105.6300936</c:v>
                </c:pt>
                <c:pt idx="2871">
                  <c:v>105.6300936</c:v>
                </c:pt>
                <c:pt idx="2872">
                  <c:v>105.6300936</c:v>
                </c:pt>
                <c:pt idx="2873">
                  <c:v>105.6300936</c:v>
                </c:pt>
                <c:pt idx="2874">
                  <c:v>105.6300936</c:v>
                </c:pt>
                <c:pt idx="2875">
                  <c:v>105.6300936</c:v>
                </c:pt>
                <c:pt idx="2876">
                  <c:v>105.6300936</c:v>
                </c:pt>
                <c:pt idx="2877">
                  <c:v>105.6300936</c:v>
                </c:pt>
                <c:pt idx="2878">
                  <c:v>105.6300936</c:v>
                </c:pt>
                <c:pt idx="2879">
                  <c:v>105.6300936</c:v>
                </c:pt>
                <c:pt idx="2880">
                  <c:v>105.6300936</c:v>
                </c:pt>
                <c:pt idx="2881">
                  <c:v>105.6300936</c:v>
                </c:pt>
                <c:pt idx="2882">
                  <c:v>105.6300936</c:v>
                </c:pt>
                <c:pt idx="2883">
                  <c:v>105.6300936</c:v>
                </c:pt>
                <c:pt idx="2884">
                  <c:v>105.6300936</c:v>
                </c:pt>
                <c:pt idx="2885">
                  <c:v>105.6300936</c:v>
                </c:pt>
                <c:pt idx="2886">
                  <c:v>105.6300936</c:v>
                </c:pt>
                <c:pt idx="2887">
                  <c:v>105.6300936</c:v>
                </c:pt>
                <c:pt idx="2888">
                  <c:v>105.6300936</c:v>
                </c:pt>
                <c:pt idx="2889">
                  <c:v>105.6300936</c:v>
                </c:pt>
                <c:pt idx="2890">
                  <c:v>105.6300936</c:v>
                </c:pt>
                <c:pt idx="2891">
                  <c:v>105.6300936</c:v>
                </c:pt>
                <c:pt idx="2892">
                  <c:v>105.6300936</c:v>
                </c:pt>
                <c:pt idx="2893">
                  <c:v>105.6300936</c:v>
                </c:pt>
                <c:pt idx="2894">
                  <c:v>105.6300936</c:v>
                </c:pt>
                <c:pt idx="2895">
                  <c:v>105.6300936</c:v>
                </c:pt>
                <c:pt idx="2896">
                  <c:v>105.6300936</c:v>
                </c:pt>
                <c:pt idx="2897">
                  <c:v>105.6300936</c:v>
                </c:pt>
                <c:pt idx="2898">
                  <c:v>105.6300936</c:v>
                </c:pt>
                <c:pt idx="2899">
                  <c:v>105.6300936</c:v>
                </c:pt>
                <c:pt idx="2900">
                  <c:v>105.6300936</c:v>
                </c:pt>
                <c:pt idx="2901">
                  <c:v>105.6300936</c:v>
                </c:pt>
                <c:pt idx="2902">
                  <c:v>105.6300936</c:v>
                </c:pt>
                <c:pt idx="2903">
                  <c:v>105.6300936</c:v>
                </c:pt>
                <c:pt idx="2904">
                  <c:v>105.6300936</c:v>
                </c:pt>
                <c:pt idx="2905">
                  <c:v>105.6300936</c:v>
                </c:pt>
                <c:pt idx="2906">
                  <c:v>105.6300936</c:v>
                </c:pt>
                <c:pt idx="2907">
                  <c:v>105.6300936</c:v>
                </c:pt>
                <c:pt idx="2908">
                  <c:v>105.6300936</c:v>
                </c:pt>
                <c:pt idx="2909">
                  <c:v>105.6300936</c:v>
                </c:pt>
                <c:pt idx="2910">
                  <c:v>105.6300936</c:v>
                </c:pt>
                <c:pt idx="2911">
                  <c:v>105.6300936</c:v>
                </c:pt>
                <c:pt idx="2912">
                  <c:v>105.6300936</c:v>
                </c:pt>
                <c:pt idx="2913">
                  <c:v>105.6300936</c:v>
                </c:pt>
                <c:pt idx="2914">
                  <c:v>105.6300936</c:v>
                </c:pt>
                <c:pt idx="2915">
                  <c:v>105.6300936</c:v>
                </c:pt>
                <c:pt idx="2916">
                  <c:v>105.6300936</c:v>
                </c:pt>
                <c:pt idx="2917">
                  <c:v>105.6300936</c:v>
                </c:pt>
                <c:pt idx="2918">
                  <c:v>109.2299388</c:v>
                </c:pt>
                <c:pt idx="2919">
                  <c:v>109.2299388</c:v>
                </c:pt>
                <c:pt idx="2920">
                  <c:v>109.2299388</c:v>
                </c:pt>
                <c:pt idx="2921">
                  <c:v>109.2299388</c:v>
                </c:pt>
                <c:pt idx="2922">
                  <c:v>109.2299388</c:v>
                </c:pt>
                <c:pt idx="2923">
                  <c:v>109.2299388</c:v>
                </c:pt>
                <c:pt idx="2924">
                  <c:v>109.2299388</c:v>
                </c:pt>
                <c:pt idx="2925">
                  <c:v>109.2299388</c:v>
                </c:pt>
                <c:pt idx="2926">
                  <c:v>109.2299388</c:v>
                </c:pt>
                <c:pt idx="2927">
                  <c:v>109.2299388</c:v>
                </c:pt>
                <c:pt idx="2928">
                  <c:v>109.2299388</c:v>
                </c:pt>
                <c:pt idx="2929">
                  <c:v>109.2299388</c:v>
                </c:pt>
                <c:pt idx="2930">
                  <c:v>109.2299388</c:v>
                </c:pt>
                <c:pt idx="2931">
                  <c:v>109.2299388</c:v>
                </c:pt>
                <c:pt idx="2932">
                  <c:v>109.2299388</c:v>
                </c:pt>
                <c:pt idx="2933">
                  <c:v>109.2299388</c:v>
                </c:pt>
                <c:pt idx="2934">
                  <c:v>109.2299388</c:v>
                </c:pt>
                <c:pt idx="2935">
                  <c:v>109.2299388</c:v>
                </c:pt>
                <c:pt idx="2936">
                  <c:v>109.2299388</c:v>
                </c:pt>
                <c:pt idx="2937">
                  <c:v>109.2299388</c:v>
                </c:pt>
                <c:pt idx="2938">
                  <c:v>109.2299388</c:v>
                </c:pt>
                <c:pt idx="2939">
                  <c:v>109.2299388</c:v>
                </c:pt>
                <c:pt idx="2940">
                  <c:v>109.2299388</c:v>
                </c:pt>
                <c:pt idx="2941">
                  <c:v>109.2299388</c:v>
                </c:pt>
                <c:pt idx="2942">
                  <c:v>109.2299388</c:v>
                </c:pt>
                <c:pt idx="2943">
                  <c:v>109.2299388</c:v>
                </c:pt>
                <c:pt idx="2944">
                  <c:v>109.2299388</c:v>
                </c:pt>
                <c:pt idx="2945">
                  <c:v>109.2299388</c:v>
                </c:pt>
                <c:pt idx="2946">
                  <c:v>109.2299388</c:v>
                </c:pt>
                <c:pt idx="2947">
                  <c:v>109.2299388</c:v>
                </c:pt>
                <c:pt idx="2948">
                  <c:v>109.2299388</c:v>
                </c:pt>
                <c:pt idx="2949">
                  <c:v>109.2299388</c:v>
                </c:pt>
                <c:pt idx="2950">
                  <c:v>109.2299388</c:v>
                </c:pt>
                <c:pt idx="2951">
                  <c:v>109.2299388</c:v>
                </c:pt>
                <c:pt idx="2952">
                  <c:v>109.2299388</c:v>
                </c:pt>
                <c:pt idx="2953">
                  <c:v>109.2299388</c:v>
                </c:pt>
                <c:pt idx="2954">
                  <c:v>109.2299388</c:v>
                </c:pt>
                <c:pt idx="2955">
                  <c:v>109.2299388</c:v>
                </c:pt>
                <c:pt idx="2956">
                  <c:v>109.2299388</c:v>
                </c:pt>
                <c:pt idx="2957">
                  <c:v>109.2299388</c:v>
                </c:pt>
                <c:pt idx="2958">
                  <c:v>109.2299388</c:v>
                </c:pt>
                <c:pt idx="2959">
                  <c:v>109.2299388</c:v>
                </c:pt>
                <c:pt idx="2960">
                  <c:v>109.2299388</c:v>
                </c:pt>
                <c:pt idx="2961">
                  <c:v>109.2299388</c:v>
                </c:pt>
                <c:pt idx="2962">
                  <c:v>109.2299388</c:v>
                </c:pt>
                <c:pt idx="2963">
                  <c:v>109.2299388</c:v>
                </c:pt>
                <c:pt idx="2964">
                  <c:v>109.2299388</c:v>
                </c:pt>
                <c:pt idx="2965">
                  <c:v>109.2299388</c:v>
                </c:pt>
                <c:pt idx="2966">
                  <c:v>109.2299388</c:v>
                </c:pt>
                <c:pt idx="2967">
                  <c:v>109.2299388</c:v>
                </c:pt>
                <c:pt idx="2968">
                  <c:v>109.2299388</c:v>
                </c:pt>
                <c:pt idx="2969">
                  <c:v>109.2299388</c:v>
                </c:pt>
                <c:pt idx="2970">
                  <c:v>109.2299388</c:v>
                </c:pt>
                <c:pt idx="2971">
                  <c:v>109.2299388</c:v>
                </c:pt>
                <c:pt idx="2972">
                  <c:v>109.2299388</c:v>
                </c:pt>
                <c:pt idx="2973">
                  <c:v>109.2299388</c:v>
                </c:pt>
                <c:pt idx="2974">
                  <c:v>109.2299388</c:v>
                </c:pt>
                <c:pt idx="2975">
                  <c:v>109.2299388</c:v>
                </c:pt>
                <c:pt idx="2976">
                  <c:v>109.2299388</c:v>
                </c:pt>
                <c:pt idx="2977">
                  <c:v>109.2299388</c:v>
                </c:pt>
                <c:pt idx="2978">
                  <c:v>109.2299388</c:v>
                </c:pt>
                <c:pt idx="2979">
                  <c:v>109.2299388</c:v>
                </c:pt>
                <c:pt idx="2980">
                  <c:v>109.2299388</c:v>
                </c:pt>
                <c:pt idx="2981">
                  <c:v>109.2299388</c:v>
                </c:pt>
                <c:pt idx="2982">
                  <c:v>109.2299388</c:v>
                </c:pt>
                <c:pt idx="2983">
                  <c:v>109.2299388</c:v>
                </c:pt>
                <c:pt idx="2984">
                  <c:v>109.2299388</c:v>
                </c:pt>
                <c:pt idx="2985">
                  <c:v>109.2299388</c:v>
                </c:pt>
                <c:pt idx="2986">
                  <c:v>109.2299388</c:v>
                </c:pt>
                <c:pt idx="2987">
                  <c:v>109.2299388</c:v>
                </c:pt>
                <c:pt idx="2988">
                  <c:v>109.2299388</c:v>
                </c:pt>
                <c:pt idx="2989">
                  <c:v>109.2299388</c:v>
                </c:pt>
                <c:pt idx="2990">
                  <c:v>109.2299388</c:v>
                </c:pt>
                <c:pt idx="2991">
                  <c:v>109.2299388</c:v>
                </c:pt>
                <c:pt idx="2992">
                  <c:v>109.2299388</c:v>
                </c:pt>
                <c:pt idx="2993">
                  <c:v>109.2299388</c:v>
                </c:pt>
                <c:pt idx="2994">
                  <c:v>109.2299388</c:v>
                </c:pt>
                <c:pt idx="2995">
                  <c:v>109.2299388</c:v>
                </c:pt>
                <c:pt idx="2996">
                  <c:v>110.2196364</c:v>
                </c:pt>
                <c:pt idx="2997">
                  <c:v>113.520186</c:v>
                </c:pt>
                <c:pt idx="2998">
                  <c:v>113.520186</c:v>
                </c:pt>
                <c:pt idx="2999">
                  <c:v>113.520186</c:v>
                </c:pt>
                <c:pt idx="3000">
                  <c:v>113.520186</c:v>
                </c:pt>
                <c:pt idx="3001">
                  <c:v>113.520186</c:v>
                </c:pt>
                <c:pt idx="3002">
                  <c:v>113.520186</c:v>
                </c:pt>
                <c:pt idx="3003">
                  <c:v>113.520186</c:v>
                </c:pt>
                <c:pt idx="3004">
                  <c:v>113.520186</c:v>
                </c:pt>
                <c:pt idx="3005">
                  <c:v>113.520186</c:v>
                </c:pt>
                <c:pt idx="3006">
                  <c:v>113.520186</c:v>
                </c:pt>
                <c:pt idx="3007">
                  <c:v>113.520186</c:v>
                </c:pt>
                <c:pt idx="3008">
                  <c:v>113.520186</c:v>
                </c:pt>
                <c:pt idx="3009">
                  <c:v>113.520186</c:v>
                </c:pt>
                <c:pt idx="3010">
                  <c:v>113.520186</c:v>
                </c:pt>
                <c:pt idx="3011">
                  <c:v>113.520186</c:v>
                </c:pt>
                <c:pt idx="3012">
                  <c:v>113.520186</c:v>
                </c:pt>
                <c:pt idx="3013">
                  <c:v>113.520186</c:v>
                </c:pt>
                <c:pt idx="3014">
                  <c:v>113.520186</c:v>
                </c:pt>
                <c:pt idx="3015">
                  <c:v>113.520186</c:v>
                </c:pt>
                <c:pt idx="3016">
                  <c:v>113.7855912</c:v>
                </c:pt>
                <c:pt idx="3017">
                  <c:v>113.7855912</c:v>
                </c:pt>
                <c:pt idx="3018">
                  <c:v>113.7855912</c:v>
                </c:pt>
                <c:pt idx="3019">
                  <c:v>113.7855912</c:v>
                </c:pt>
                <c:pt idx="3020">
                  <c:v>113.7855912</c:v>
                </c:pt>
                <c:pt idx="3021">
                  <c:v>113.7855912</c:v>
                </c:pt>
                <c:pt idx="3022">
                  <c:v>113.7855912</c:v>
                </c:pt>
                <c:pt idx="3023">
                  <c:v>113.7855912</c:v>
                </c:pt>
                <c:pt idx="3024">
                  <c:v>113.7855912</c:v>
                </c:pt>
                <c:pt idx="3025">
                  <c:v>113.7855912</c:v>
                </c:pt>
                <c:pt idx="3026">
                  <c:v>113.7855912</c:v>
                </c:pt>
                <c:pt idx="3027">
                  <c:v>113.8728912</c:v>
                </c:pt>
                <c:pt idx="3028">
                  <c:v>113.8728912</c:v>
                </c:pt>
                <c:pt idx="3029">
                  <c:v>113.8728912</c:v>
                </c:pt>
                <c:pt idx="3030">
                  <c:v>113.8728912</c:v>
                </c:pt>
                <c:pt idx="3031">
                  <c:v>113.8728912</c:v>
                </c:pt>
                <c:pt idx="3032">
                  <c:v>113.8728912</c:v>
                </c:pt>
                <c:pt idx="3033">
                  <c:v>113.8728912</c:v>
                </c:pt>
                <c:pt idx="3034">
                  <c:v>113.8728912</c:v>
                </c:pt>
                <c:pt idx="3035">
                  <c:v>113.8728912</c:v>
                </c:pt>
                <c:pt idx="3036">
                  <c:v>113.8728912</c:v>
                </c:pt>
                <c:pt idx="3037">
                  <c:v>113.8728912</c:v>
                </c:pt>
                <c:pt idx="3038">
                  <c:v>113.8728912</c:v>
                </c:pt>
                <c:pt idx="3039">
                  <c:v>113.8728912</c:v>
                </c:pt>
                <c:pt idx="3040">
                  <c:v>113.8728912</c:v>
                </c:pt>
                <c:pt idx="3041">
                  <c:v>113.8728912</c:v>
                </c:pt>
                <c:pt idx="3042">
                  <c:v>113.8728912</c:v>
                </c:pt>
                <c:pt idx="3043">
                  <c:v>113.8728912</c:v>
                </c:pt>
                <c:pt idx="3044">
                  <c:v>113.8728912</c:v>
                </c:pt>
                <c:pt idx="3045">
                  <c:v>113.8728912</c:v>
                </c:pt>
                <c:pt idx="3046">
                  <c:v>113.8728912</c:v>
                </c:pt>
                <c:pt idx="3047">
                  <c:v>113.8728912</c:v>
                </c:pt>
                <c:pt idx="3048">
                  <c:v>113.8728912</c:v>
                </c:pt>
                <c:pt idx="3049">
                  <c:v>113.8728912</c:v>
                </c:pt>
                <c:pt idx="3050">
                  <c:v>113.8728912</c:v>
                </c:pt>
                <c:pt idx="3051">
                  <c:v>113.8728912</c:v>
                </c:pt>
                <c:pt idx="3052">
                  <c:v>113.8728912</c:v>
                </c:pt>
                <c:pt idx="3053">
                  <c:v>113.8728912</c:v>
                </c:pt>
                <c:pt idx="3054">
                  <c:v>113.8728912</c:v>
                </c:pt>
                <c:pt idx="3055">
                  <c:v>113.8728912</c:v>
                </c:pt>
                <c:pt idx="3056">
                  <c:v>113.8728912</c:v>
                </c:pt>
                <c:pt idx="3057">
                  <c:v>113.8728912</c:v>
                </c:pt>
                <c:pt idx="3058">
                  <c:v>113.8728912</c:v>
                </c:pt>
                <c:pt idx="3059">
                  <c:v>113.8728912</c:v>
                </c:pt>
                <c:pt idx="3060">
                  <c:v>113.8728912</c:v>
                </c:pt>
                <c:pt idx="3061">
                  <c:v>113.8728912</c:v>
                </c:pt>
                <c:pt idx="3062">
                  <c:v>113.8728912</c:v>
                </c:pt>
                <c:pt idx="3063">
                  <c:v>113.8728912</c:v>
                </c:pt>
                <c:pt idx="3064">
                  <c:v>113.8728912</c:v>
                </c:pt>
                <c:pt idx="3065">
                  <c:v>113.8728912</c:v>
                </c:pt>
                <c:pt idx="3066">
                  <c:v>113.8728912</c:v>
                </c:pt>
                <c:pt idx="3067">
                  <c:v>113.8728912</c:v>
                </c:pt>
                <c:pt idx="3068">
                  <c:v>113.8728912</c:v>
                </c:pt>
                <c:pt idx="3069">
                  <c:v>113.8728912</c:v>
                </c:pt>
                <c:pt idx="3070">
                  <c:v>113.8728912</c:v>
                </c:pt>
                <c:pt idx="3071">
                  <c:v>113.8728912</c:v>
                </c:pt>
                <c:pt idx="3072">
                  <c:v>113.8728912</c:v>
                </c:pt>
                <c:pt idx="3073">
                  <c:v>113.8728912</c:v>
                </c:pt>
                <c:pt idx="3074">
                  <c:v>114.0639264</c:v>
                </c:pt>
                <c:pt idx="3075">
                  <c:v>114.0639264</c:v>
                </c:pt>
                <c:pt idx="3076">
                  <c:v>114.0639264</c:v>
                </c:pt>
                <c:pt idx="3077">
                  <c:v>114.0639264</c:v>
                </c:pt>
                <c:pt idx="3078">
                  <c:v>114.0639264</c:v>
                </c:pt>
                <c:pt idx="3079">
                  <c:v>114.0639264</c:v>
                </c:pt>
                <c:pt idx="3080">
                  <c:v>114.0639264</c:v>
                </c:pt>
                <c:pt idx="3081">
                  <c:v>114.0639264</c:v>
                </c:pt>
                <c:pt idx="3082">
                  <c:v>114.0639264</c:v>
                </c:pt>
                <c:pt idx="3083">
                  <c:v>114.0639264</c:v>
                </c:pt>
                <c:pt idx="3084">
                  <c:v>114.0639264</c:v>
                </c:pt>
                <c:pt idx="3085">
                  <c:v>114.0639264</c:v>
                </c:pt>
                <c:pt idx="3086">
                  <c:v>114.0639264</c:v>
                </c:pt>
                <c:pt idx="3087">
                  <c:v>114.0639264</c:v>
                </c:pt>
                <c:pt idx="3088">
                  <c:v>114.0639264</c:v>
                </c:pt>
                <c:pt idx="3089">
                  <c:v>114.0639264</c:v>
                </c:pt>
                <c:pt idx="3090">
                  <c:v>114.0639264</c:v>
                </c:pt>
                <c:pt idx="3091">
                  <c:v>114.0639264</c:v>
                </c:pt>
                <c:pt idx="3092">
                  <c:v>114.0639264</c:v>
                </c:pt>
                <c:pt idx="3093">
                  <c:v>114.0639264</c:v>
                </c:pt>
                <c:pt idx="3094">
                  <c:v>114.0639264</c:v>
                </c:pt>
                <c:pt idx="3095">
                  <c:v>114.0639264</c:v>
                </c:pt>
                <c:pt idx="3096">
                  <c:v>114.0639264</c:v>
                </c:pt>
                <c:pt idx="3097">
                  <c:v>114.0639264</c:v>
                </c:pt>
                <c:pt idx="3098">
                  <c:v>114.0639264</c:v>
                </c:pt>
                <c:pt idx="3099">
                  <c:v>114.0639264</c:v>
                </c:pt>
                <c:pt idx="3100">
                  <c:v>114.0639264</c:v>
                </c:pt>
                <c:pt idx="3101">
                  <c:v>114.0639264</c:v>
                </c:pt>
                <c:pt idx="3102">
                  <c:v>114.0639264</c:v>
                </c:pt>
                <c:pt idx="3103">
                  <c:v>114.0639264</c:v>
                </c:pt>
                <c:pt idx="3104">
                  <c:v>114.0639264</c:v>
                </c:pt>
                <c:pt idx="3105">
                  <c:v>114.0639264</c:v>
                </c:pt>
                <c:pt idx="3106">
                  <c:v>114.0639264</c:v>
                </c:pt>
                <c:pt idx="3107">
                  <c:v>114.7953882</c:v>
                </c:pt>
                <c:pt idx="3108">
                  <c:v>114.7953882</c:v>
                </c:pt>
                <c:pt idx="3109">
                  <c:v>114.7953882</c:v>
                </c:pt>
                <c:pt idx="3110">
                  <c:v>114.7953882</c:v>
                </c:pt>
                <c:pt idx="3111">
                  <c:v>114.7953882</c:v>
                </c:pt>
                <c:pt idx="3112">
                  <c:v>114.7953882</c:v>
                </c:pt>
                <c:pt idx="3113">
                  <c:v>114.7953882</c:v>
                </c:pt>
                <c:pt idx="3114">
                  <c:v>114.7953882</c:v>
                </c:pt>
                <c:pt idx="3115">
                  <c:v>114.7953882</c:v>
                </c:pt>
                <c:pt idx="3116">
                  <c:v>114.7953882</c:v>
                </c:pt>
                <c:pt idx="3117">
                  <c:v>114.7953882</c:v>
                </c:pt>
                <c:pt idx="3118">
                  <c:v>114.7953882</c:v>
                </c:pt>
                <c:pt idx="3119">
                  <c:v>114.7953882</c:v>
                </c:pt>
                <c:pt idx="3120">
                  <c:v>114.7953882</c:v>
                </c:pt>
                <c:pt idx="3121">
                  <c:v>114.7953882</c:v>
                </c:pt>
                <c:pt idx="3122">
                  <c:v>114.7953882</c:v>
                </c:pt>
                <c:pt idx="3123">
                  <c:v>114.7953882</c:v>
                </c:pt>
                <c:pt idx="3124">
                  <c:v>114.7953882</c:v>
                </c:pt>
                <c:pt idx="3125">
                  <c:v>114.7953882</c:v>
                </c:pt>
                <c:pt idx="3126">
                  <c:v>114.7953882</c:v>
                </c:pt>
                <c:pt idx="3127">
                  <c:v>114.7953882</c:v>
                </c:pt>
                <c:pt idx="3128">
                  <c:v>114.7953882</c:v>
                </c:pt>
                <c:pt idx="3129">
                  <c:v>114.7953882</c:v>
                </c:pt>
                <c:pt idx="3130">
                  <c:v>114.7953882</c:v>
                </c:pt>
                <c:pt idx="3131">
                  <c:v>114.7953882</c:v>
                </c:pt>
                <c:pt idx="3132">
                  <c:v>114.7953882</c:v>
                </c:pt>
                <c:pt idx="3133">
                  <c:v>114.7953882</c:v>
                </c:pt>
                <c:pt idx="3134">
                  <c:v>114.7953882</c:v>
                </c:pt>
                <c:pt idx="3135">
                  <c:v>114.7953882</c:v>
                </c:pt>
                <c:pt idx="3136">
                  <c:v>114.7953882</c:v>
                </c:pt>
                <c:pt idx="3137">
                  <c:v>114.7953882</c:v>
                </c:pt>
                <c:pt idx="3138">
                  <c:v>114.7953882</c:v>
                </c:pt>
                <c:pt idx="3139">
                  <c:v>114.7953882</c:v>
                </c:pt>
                <c:pt idx="3140">
                  <c:v>114.7953882</c:v>
                </c:pt>
                <c:pt idx="3141">
                  <c:v>114.7953882</c:v>
                </c:pt>
                <c:pt idx="3142">
                  <c:v>114.7953882</c:v>
                </c:pt>
                <c:pt idx="3143">
                  <c:v>114.7953882</c:v>
                </c:pt>
                <c:pt idx="3144">
                  <c:v>114.7953882</c:v>
                </c:pt>
                <c:pt idx="3145">
                  <c:v>114.7953882</c:v>
                </c:pt>
                <c:pt idx="3146">
                  <c:v>114.7953882</c:v>
                </c:pt>
                <c:pt idx="3147">
                  <c:v>114.7953882</c:v>
                </c:pt>
                <c:pt idx="3148">
                  <c:v>114.7953882</c:v>
                </c:pt>
                <c:pt idx="3149">
                  <c:v>114.7953882</c:v>
                </c:pt>
                <c:pt idx="3150">
                  <c:v>114.7953882</c:v>
                </c:pt>
                <c:pt idx="3151">
                  <c:v>116.17993800000001</c:v>
                </c:pt>
                <c:pt idx="3152">
                  <c:v>116.17993800000001</c:v>
                </c:pt>
                <c:pt idx="3153">
                  <c:v>116.17993800000001</c:v>
                </c:pt>
                <c:pt idx="3154">
                  <c:v>116.17993800000001</c:v>
                </c:pt>
                <c:pt idx="3155">
                  <c:v>116.17993800000001</c:v>
                </c:pt>
                <c:pt idx="3156">
                  <c:v>116.17993800000001</c:v>
                </c:pt>
                <c:pt idx="3157">
                  <c:v>116.17993800000001</c:v>
                </c:pt>
                <c:pt idx="3158">
                  <c:v>116.17993800000001</c:v>
                </c:pt>
                <c:pt idx="3159">
                  <c:v>116.17993800000001</c:v>
                </c:pt>
                <c:pt idx="3160">
                  <c:v>116.17993800000001</c:v>
                </c:pt>
                <c:pt idx="3161">
                  <c:v>116.17993800000001</c:v>
                </c:pt>
                <c:pt idx="3162">
                  <c:v>116.27204999999999</c:v>
                </c:pt>
                <c:pt idx="3163">
                  <c:v>116.27204999999999</c:v>
                </c:pt>
                <c:pt idx="3164">
                  <c:v>116.27204999999999</c:v>
                </c:pt>
                <c:pt idx="3165">
                  <c:v>116.27204999999999</c:v>
                </c:pt>
                <c:pt idx="3166">
                  <c:v>116.27204999999999</c:v>
                </c:pt>
                <c:pt idx="3167">
                  <c:v>116.27204999999999</c:v>
                </c:pt>
                <c:pt idx="3168">
                  <c:v>116.27204999999999</c:v>
                </c:pt>
                <c:pt idx="3169">
                  <c:v>116.27204999999999</c:v>
                </c:pt>
                <c:pt idx="3170">
                  <c:v>116.27204999999999</c:v>
                </c:pt>
                <c:pt idx="3171">
                  <c:v>116.27204999999999</c:v>
                </c:pt>
                <c:pt idx="3172">
                  <c:v>116.27204999999999</c:v>
                </c:pt>
                <c:pt idx="3173">
                  <c:v>116.27204999999999</c:v>
                </c:pt>
                <c:pt idx="3174">
                  <c:v>116.27204999999999</c:v>
                </c:pt>
                <c:pt idx="3175">
                  <c:v>116.27204999999999</c:v>
                </c:pt>
                <c:pt idx="3176">
                  <c:v>116.27204999999999</c:v>
                </c:pt>
                <c:pt idx="3177">
                  <c:v>116.27204999999999</c:v>
                </c:pt>
                <c:pt idx="3178">
                  <c:v>116.27204999999999</c:v>
                </c:pt>
                <c:pt idx="3179">
                  <c:v>116.27204999999999</c:v>
                </c:pt>
                <c:pt idx="3180">
                  <c:v>116.27204999999999</c:v>
                </c:pt>
                <c:pt idx="3181">
                  <c:v>116.27204999999999</c:v>
                </c:pt>
                <c:pt idx="3182">
                  <c:v>116.27204999999999</c:v>
                </c:pt>
                <c:pt idx="3183">
                  <c:v>116.27204999999999</c:v>
                </c:pt>
                <c:pt idx="3184">
                  <c:v>116.27204999999999</c:v>
                </c:pt>
                <c:pt idx="3185">
                  <c:v>116.27204999999999</c:v>
                </c:pt>
                <c:pt idx="3186">
                  <c:v>116.27204999999999</c:v>
                </c:pt>
                <c:pt idx="3187">
                  <c:v>116.27204999999999</c:v>
                </c:pt>
                <c:pt idx="3188">
                  <c:v>116.27204999999999</c:v>
                </c:pt>
                <c:pt idx="3189">
                  <c:v>116.27204999999999</c:v>
                </c:pt>
                <c:pt idx="3190">
                  <c:v>116.27204999999999</c:v>
                </c:pt>
                <c:pt idx="3191">
                  <c:v>116.27204999999999</c:v>
                </c:pt>
                <c:pt idx="3192">
                  <c:v>116.27204999999999</c:v>
                </c:pt>
                <c:pt idx="3193">
                  <c:v>116.27204999999999</c:v>
                </c:pt>
                <c:pt idx="3194">
                  <c:v>116.27204999999999</c:v>
                </c:pt>
                <c:pt idx="3195">
                  <c:v>116.27204999999999</c:v>
                </c:pt>
                <c:pt idx="3196">
                  <c:v>116.27204999999999</c:v>
                </c:pt>
                <c:pt idx="3197">
                  <c:v>116.27204999999999</c:v>
                </c:pt>
                <c:pt idx="3198">
                  <c:v>116.27204999999999</c:v>
                </c:pt>
                <c:pt idx="3199">
                  <c:v>116.27204999999999</c:v>
                </c:pt>
                <c:pt idx="3200">
                  <c:v>116.27204999999999</c:v>
                </c:pt>
                <c:pt idx="3201">
                  <c:v>116.27204999999999</c:v>
                </c:pt>
                <c:pt idx="3202">
                  <c:v>116.27204999999999</c:v>
                </c:pt>
                <c:pt idx="3203">
                  <c:v>116.27204999999999</c:v>
                </c:pt>
                <c:pt idx="3204">
                  <c:v>116.27204999999999</c:v>
                </c:pt>
                <c:pt idx="3205">
                  <c:v>116.27204999999999</c:v>
                </c:pt>
                <c:pt idx="3206">
                  <c:v>116.27204999999999</c:v>
                </c:pt>
                <c:pt idx="3207">
                  <c:v>116.27204999999999</c:v>
                </c:pt>
                <c:pt idx="3208">
                  <c:v>116.27204999999999</c:v>
                </c:pt>
                <c:pt idx="3209">
                  <c:v>116.27204999999999</c:v>
                </c:pt>
                <c:pt idx="3210">
                  <c:v>116.27204999999999</c:v>
                </c:pt>
                <c:pt idx="3211">
                  <c:v>116.27204999999999</c:v>
                </c:pt>
                <c:pt idx="3212">
                  <c:v>116.27204999999999</c:v>
                </c:pt>
                <c:pt idx="3213">
                  <c:v>116.27204999999999</c:v>
                </c:pt>
                <c:pt idx="3214">
                  <c:v>116.27204999999999</c:v>
                </c:pt>
                <c:pt idx="3215">
                  <c:v>116.27204999999999</c:v>
                </c:pt>
                <c:pt idx="3216">
                  <c:v>116.27204999999999</c:v>
                </c:pt>
                <c:pt idx="3217">
                  <c:v>116.27204999999999</c:v>
                </c:pt>
                <c:pt idx="3218">
                  <c:v>116.27204999999999</c:v>
                </c:pt>
                <c:pt idx="3219">
                  <c:v>116.27204999999999</c:v>
                </c:pt>
                <c:pt idx="3220">
                  <c:v>116.27204999999999</c:v>
                </c:pt>
                <c:pt idx="3221">
                  <c:v>116.27204999999999</c:v>
                </c:pt>
                <c:pt idx="3222">
                  <c:v>116.27204999999999</c:v>
                </c:pt>
                <c:pt idx="3223">
                  <c:v>116.27204999999999</c:v>
                </c:pt>
                <c:pt idx="3224">
                  <c:v>116.27204999999999</c:v>
                </c:pt>
                <c:pt idx="3225">
                  <c:v>116.27204999999999</c:v>
                </c:pt>
                <c:pt idx="3226">
                  <c:v>116.27204999999999</c:v>
                </c:pt>
                <c:pt idx="3227">
                  <c:v>116.27204999999999</c:v>
                </c:pt>
                <c:pt idx="3228">
                  <c:v>116.27204999999999</c:v>
                </c:pt>
                <c:pt idx="3229">
                  <c:v>116.27204999999999</c:v>
                </c:pt>
                <c:pt idx="3230">
                  <c:v>116.27204999999999</c:v>
                </c:pt>
                <c:pt idx="3231">
                  <c:v>116.27204999999999</c:v>
                </c:pt>
                <c:pt idx="3232">
                  <c:v>116.27204999999999</c:v>
                </c:pt>
                <c:pt idx="3233">
                  <c:v>116.27204999999999</c:v>
                </c:pt>
                <c:pt idx="3234">
                  <c:v>116.27204999999999</c:v>
                </c:pt>
                <c:pt idx="3235">
                  <c:v>116.27204999999999</c:v>
                </c:pt>
                <c:pt idx="3236">
                  <c:v>116.27204999999999</c:v>
                </c:pt>
                <c:pt idx="3237">
                  <c:v>116.27204999999999</c:v>
                </c:pt>
                <c:pt idx="3238">
                  <c:v>116.27204999999999</c:v>
                </c:pt>
                <c:pt idx="3239">
                  <c:v>116.27204999999999</c:v>
                </c:pt>
                <c:pt idx="3240">
                  <c:v>116.27204999999999</c:v>
                </c:pt>
                <c:pt idx="3241">
                  <c:v>116.27204999999999</c:v>
                </c:pt>
                <c:pt idx="3242">
                  <c:v>116.27204999999999</c:v>
                </c:pt>
                <c:pt idx="3243">
                  <c:v>116.27204999999999</c:v>
                </c:pt>
                <c:pt idx="3244">
                  <c:v>117.5361324</c:v>
                </c:pt>
                <c:pt idx="3245">
                  <c:v>117.5361324</c:v>
                </c:pt>
                <c:pt idx="3246">
                  <c:v>117.5361324</c:v>
                </c:pt>
                <c:pt idx="3247">
                  <c:v>117.5361324</c:v>
                </c:pt>
                <c:pt idx="3248">
                  <c:v>117.5361324</c:v>
                </c:pt>
                <c:pt idx="3249">
                  <c:v>117.5361324</c:v>
                </c:pt>
                <c:pt idx="3250">
                  <c:v>117.5361324</c:v>
                </c:pt>
                <c:pt idx="3251">
                  <c:v>117.5361324</c:v>
                </c:pt>
                <c:pt idx="3252">
                  <c:v>117.5361324</c:v>
                </c:pt>
                <c:pt idx="3253">
                  <c:v>117.5361324</c:v>
                </c:pt>
                <c:pt idx="3254">
                  <c:v>117.5361324</c:v>
                </c:pt>
                <c:pt idx="3255">
                  <c:v>117.5361324</c:v>
                </c:pt>
                <c:pt idx="3256">
                  <c:v>117.5361324</c:v>
                </c:pt>
                <c:pt idx="3257">
                  <c:v>117.5361324</c:v>
                </c:pt>
                <c:pt idx="3258">
                  <c:v>117.5361324</c:v>
                </c:pt>
                <c:pt idx="3259">
                  <c:v>117.5361324</c:v>
                </c:pt>
                <c:pt idx="3260">
                  <c:v>117.5361324</c:v>
                </c:pt>
                <c:pt idx="3261">
                  <c:v>117.5361324</c:v>
                </c:pt>
                <c:pt idx="3262">
                  <c:v>117.5361324</c:v>
                </c:pt>
                <c:pt idx="3263">
                  <c:v>117.5361324</c:v>
                </c:pt>
                <c:pt idx="3264">
                  <c:v>117.5361324</c:v>
                </c:pt>
                <c:pt idx="3265">
                  <c:v>117.5361324</c:v>
                </c:pt>
                <c:pt idx="3266">
                  <c:v>117.5361324</c:v>
                </c:pt>
                <c:pt idx="3267">
                  <c:v>117.5361324</c:v>
                </c:pt>
                <c:pt idx="3268">
                  <c:v>117.5361324</c:v>
                </c:pt>
                <c:pt idx="3269">
                  <c:v>117.5361324</c:v>
                </c:pt>
                <c:pt idx="3270">
                  <c:v>117.5361324</c:v>
                </c:pt>
                <c:pt idx="3271">
                  <c:v>117.5361324</c:v>
                </c:pt>
                <c:pt idx="3272">
                  <c:v>117.5361324</c:v>
                </c:pt>
                <c:pt idx="3273">
                  <c:v>117.5361324</c:v>
                </c:pt>
                <c:pt idx="3274">
                  <c:v>117.5361324</c:v>
                </c:pt>
                <c:pt idx="3275">
                  <c:v>117.5361324</c:v>
                </c:pt>
                <c:pt idx="3276">
                  <c:v>117.5361324</c:v>
                </c:pt>
                <c:pt idx="3277">
                  <c:v>117.5361324</c:v>
                </c:pt>
                <c:pt idx="3278">
                  <c:v>117.5361324</c:v>
                </c:pt>
                <c:pt idx="3279">
                  <c:v>117.5361324</c:v>
                </c:pt>
                <c:pt idx="3280">
                  <c:v>117.5361324</c:v>
                </c:pt>
                <c:pt idx="3281">
                  <c:v>117.5361324</c:v>
                </c:pt>
                <c:pt idx="3282">
                  <c:v>117.5361324</c:v>
                </c:pt>
                <c:pt idx="3283">
                  <c:v>117.5361324</c:v>
                </c:pt>
                <c:pt idx="3284">
                  <c:v>117.5361324</c:v>
                </c:pt>
                <c:pt idx="3285">
                  <c:v>117.5361324</c:v>
                </c:pt>
                <c:pt idx="3286">
                  <c:v>117.5361324</c:v>
                </c:pt>
                <c:pt idx="3287">
                  <c:v>117.5361324</c:v>
                </c:pt>
                <c:pt idx="3288">
                  <c:v>117.5361324</c:v>
                </c:pt>
                <c:pt idx="3289">
                  <c:v>117.5361324</c:v>
                </c:pt>
                <c:pt idx="3290">
                  <c:v>117.5361324</c:v>
                </c:pt>
                <c:pt idx="3291">
                  <c:v>117.5361324</c:v>
                </c:pt>
                <c:pt idx="3292">
                  <c:v>117.5361324</c:v>
                </c:pt>
                <c:pt idx="3293">
                  <c:v>117.5361324</c:v>
                </c:pt>
                <c:pt idx="3294">
                  <c:v>117.5361324</c:v>
                </c:pt>
                <c:pt idx="3295">
                  <c:v>117.5361324</c:v>
                </c:pt>
                <c:pt idx="3296">
                  <c:v>117.5361324</c:v>
                </c:pt>
                <c:pt idx="3297">
                  <c:v>117.5361324</c:v>
                </c:pt>
                <c:pt idx="3298">
                  <c:v>117.5361324</c:v>
                </c:pt>
                <c:pt idx="3299">
                  <c:v>117.5361324</c:v>
                </c:pt>
                <c:pt idx="3300">
                  <c:v>117.5361324</c:v>
                </c:pt>
                <c:pt idx="3301">
                  <c:v>117.5361324</c:v>
                </c:pt>
                <c:pt idx="3302">
                  <c:v>117.5361324</c:v>
                </c:pt>
                <c:pt idx="3303">
                  <c:v>117.5361324</c:v>
                </c:pt>
                <c:pt idx="3304">
                  <c:v>117.5361324</c:v>
                </c:pt>
                <c:pt idx="3305">
                  <c:v>117.5361324</c:v>
                </c:pt>
                <c:pt idx="3306">
                  <c:v>117.5361324</c:v>
                </c:pt>
                <c:pt idx="3307">
                  <c:v>117.5361324</c:v>
                </c:pt>
                <c:pt idx="3308">
                  <c:v>117.5361324</c:v>
                </c:pt>
                <c:pt idx="3309">
                  <c:v>117.5361324</c:v>
                </c:pt>
                <c:pt idx="3310">
                  <c:v>117.5361324</c:v>
                </c:pt>
                <c:pt idx="3311">
                  <c:v>117.5361324</c:v>
                </c:pt>
                <c:pt idx="3312">
                  <c:v>117.5361324</c:v>
                </c:pt>
                <c:pt idx="3313">
                  <c:v>117.5361324</c:v>
                </c:pt>
                <c:pt idx="3314">
                  <c:v>117.5361324</c:v>
                </c:pt>
                <c:pt idx="3315">
                  <c:v>117.5361324</c:v>
                </c:pt>
                <c:pt idx="3316">
                  <c:v>117.5361324</c:v>
                </c:pt>
                <c:pt idx="3317">
                  <c:v>117.67355449999999</c:v>
                </c:pt>
                <c:pt idx="3318">
                  <c:v>117.67355449999999</c:v>
                </c:pt>
                <c:pt idx="3319">
                  <c:v>117.67355449999999</c:v>
                </c:pt>
                <c:pt idx="3320">
                  <c:v>117.67355449999999</c:v>
                </c:pt>
                <c:pt idx="3321">
                  <c:v>117.67355449999999</c:v>
                </c:pt>
                <c:pt idx="3322">
                  <c:v>117.67355449999999</c:v>
                </c:pt>
                <c:pt idx="3323">
                  <c:v>117.67355449999999</c:v>
                </c:pt>
                <c:pt idx="3324">
                  <c:v>117.67355449999999</c:v>
                </c:pt>
                <c:pt idx="3325">
                  <c:v>117.67355449999999</c:v>
                </c:pt>
                <c:pt idx="3326">
                  <c:v>117.67355449999999</c:v>
                </c:pt>
                <c:pt idx="3327">
                  <c:v>117.67355449999999</c:v>
                </c:pt>
                <c:pt idx="3328">
                  <c:v>117.67355449999999</c:v>
                </c:pt>
                <c:pt idx="3329">
                  <c:v>117.67355449999999</c:v>
                </c:pt>
                <c:pt idx="3330">
                  <c:v>117.67355449999999</c:v>
                </c:pt>
                <c:pt idx="3331">
                  <c:v>117.67355449999999</c:v>
                </c:pt>
                <c:pt idx="3332">
                  <c:v>117.67355449999999</c:v>
                </c:pt>
                <c:pt idx="3333">
                  <c:v>117.67355449999999</c:v>
                </c:pt>
                <c:pt idx="3334">
                  <c:v>117.67355449999999</c:v>
                </c:pt>
                <c:pt idx="3335">
                  <c:v>117.67355449999999</c:v>
                </c:pt>
                <c:pt idx="3336">
                  <c:v>117.67355449999999</c:v>
                </c:pt>
                <c:pt idx="3337">
                  <c:v>117.67355449999999</c:v>
                </c:pt>
                <c:pt idx="3338">
                  <c:v>117.67355449999999</c:v>
                </c:pt>
                <c:pt idx="3339">
                  <c:v>117.67355449999999</c:v>
                </c:pt>
                <c:pt idx="3340">
                  <c:v>117.67355449999999</c:v>
                </c:pt>
                <c:pt idx="3341">
                  <c:v>117.67355449999999</c:v>
                </c:pt>
                <c:pt idx="3342">
                  <c:v>117.67355449999999</c:v>
                </c:pt>
                <c:pt idx="3343">
                  <c:v>117.67355449999999</c:v>
                </c:pt>
                <c:pt idx="3344">
                  <c:v>117.67355449999999</c:v>
                </c:pt>
                <c:pt idx="3345">
                  <c:v>117.67355449999999</c:v>
                </c:pt>
                <c:pt idx="3346">
                  <c:v>117.67355449999999</c:v>
                </c:pt>
                <c:pt idx="3347">
                  <c:v>117.67355449999999</c:v>
                </c:pt>
                <c:pt idx="3348">
                  <c:v>117.67355449999999</c:v>
                </c:pt>
                <c:pt idx="3349">
                  <c:v>117.67355449999999</c:v>
                </c:pt>
                <c:pt idx="3350">
                  <c:v>117.67355449999999</c:v>
                </c:pt>
                <c:pt idx="3351">
                  <c:v>117.67355449999999</c:v>
                </c:pt>
                <c:pt idx="3352">
                  <c:v>117.67355449999999</c:v>
                </c:pt>
                <c:pt idx="3353">
                  <c:v>117.67355449999999</c:v>
                </c:pt>
                <c:pt idx="3354">
                  <c:v>117.67355449999999</c:v>
                </c:pt>
                <c:pt idx="3355">
                  <c:v>117.67355449999999</c:v>
                </c:pt>
                <c:pt idx="3356">
                  <c:v>117.67355449999999</c:v>
                </c:pt>
                <c:pt idx="3357">
                  <c:v>117.67355449999999</c:v>
                </c:pt>
                <c:pt idx="3358">
                  <c:v>117.67355449999999</c:v>
                </c:pt>
                <c:pt idx="3359">
                  <c:v>117.67355449999999</c:v>
                </c:pt>
                <c:pt idx="3360">
                  <c:v>117.67355449999999</c:v>
                </c:pt>
                <c:pt idx="3361">
                  <c:v>117.67355449999999</c:v>
                </c:pt>
                <c:pt idx="3362">
                  <c:v>117.67355449999999</c:v>
                </c:pt>
                <c:pt idx="3363">
                  <c:v>117.67355449999999</c:v>
                </c:pt>
                <c:pt idx="3364">
                  <c:v>117.67355449999999</c:v>
                </c:pt>
                <c:pt idx="3365">
                  <c:v>117.67355449999999</c:v>
                </c:pt>
                <c:pt idx="3366">
                  <c:v>117.67355449999999</c:v>
                </c:pt>
                <c:pt idx="3367">
                  <c:v>117.67355449999999</c:v>
                </c:pt>
                <c:pt idx="3368">
                  <c:v>117.67355449999999</c:v>
                </c:pt>
                <c:pt idx="3369">
                  <c:v>117.67355449999999</c:v>
                </c:pt>
                <c:pt idx="3370">
                  <c:v>117.67355449999999</c:v>
                </c:pt>
                <c:pt idx="3371">
                  <c:v>117.67355449999999</c:v>
                </c:pt>
                <c:pt idx="3372">
                  <c:v>117.67355449999999</c:v>
                </c:pt>
                <c:pt idx="3373">
                  <c:v>117.67355449999999</c:v>
                </c:pt>
                <c:pt idx="3374">
                  <c:v>117.67355449999999</c:v>
                </c:pt>
                <c:pt idx="3375">
                  <c:v>117.67355449999999</c:v>
                </c:pt>
                <c:pt idx="3376">
                  <c:v>117.67355449999999</c:v>
                </c:pt>
                <c:pt idx="3377">
                  <c:v>117.67355449999999</c:v>
                </c:pt>
                <c:pt idx="3378">
                  <c:v>117.67355449999999</c:v>
                </c:pt>
                <c:pt idx="3379">
                  <c:v>117.67355449999999</c:v>
                </c:pt>
                <c:pt idx="3380">
                  <c:v>117.67355449999999</c:v>
                </c:pt>
                <c:pt idx="3381">
                  <c:v>117.67355449999999</c:v>
                </c:pt>
                <c:pt idx="3382">
                  <c:v>117.67355449999999</c:v>
                </c:pt>
                <c:pt idx="3383">
                  <c:v>117.67355449999999</c:v>
                </c:pt>
                <c:pt idx="3384">
                  <c:v>117.67355449999999</c:v>
                </c:pt>
                <c:pt idx="3385">
                  <c:v>117.67355449999999</c:v>
                </c:pt>
                <c:pt idx="3386">
                  <c:v>117.67355449999999</c:v>
                </c:pt>
                <c:pt idx="3387">
                  <c:v>117.67355449999999</c:v>
                </c:pt>
                <c:pt idx="3388">
                  <c:v>117.67355449999999</c:v>
                </c:pt>
                <c:pt idx="3389">
                  <c:v>117.67355449999999</c:v>
                </c:pt>
                <c:pt idx="3390">
                  <c:v>117.67355449999999</c:v>
                </c:pt>
                <c:pt idx="3391">
                  <c:v>117.67355449999999</c:v>
                </c:pt>
                <c:pt idx="3392">
                  <c:v>117.67355449999999</c:v>
                </c:pt>
                <c:pt idx="3393">
                  <c:v>117.67355449999999</c:v>
                </c:pt>
                <c:pt idx="3394">
                  <c:v>117.67355449999999</c:v>
                </c:pt>
                <c:pt idx="3395">
                  <c:v>117.67355449999999</c:v>
                </c:pt>
                <c:pt idx="3396">
                  <c:v>117.67355449999999</c:v>
                </c:pt>
                <c:pt idx="3397">
                  <c:v>117.67355449999999</c:v>
                </c:pt>
                <c:pt idx="3398">
                  <c:v>117.67355449999999</c:v>
                </c:pt>
                <c:pt idx="3399">
                  <c:v>117.67355449999999</c:v>
                </c:pt>
                <c:pt idx="3400">
                  <c:v>117.67355449999999</c:v>
                </c:pt>
                <c:pt idx="3401">
                  <c:v>117.67355449999999</c:v>
                </c:pt>
                <c:pt idx="3402">
                  <c:v>117.67355449999999</c:v>
                </c:pt>
                <c:pt idx="3403">
                  <c:v>117.67355449999999</c:v>
                </c:pt>
                <c:pt idx="3404">
                  <c:v>117.67355449999999</c:v>
                </c:pt>
                <c:pt idx="3405">
                  <c:v>117.67355449999999</c:v>
                </c:pt>
                <c:pt idx="3406">
                  <c:v>117.67355449999999</c:v>
                </c:pt>
                <c:pt idx="3407">
                  <c:v>117.67355449999999</c:v>
                </c:pt>
                <c:pt idx="3408">
                  <c:v>117.86324759999999</c:v>
                </c:pt>
                <c:pt idx="3409">
                  <c:v>117.86324759999999</c:v>
                </c:pt>
                <c:pt idx="3410">
                  <c:v>117.86324759999999</c:v>
                </c:pt>
                <c:pt idx="3411">
                  <c:v>117.885294</c:v>
                </c:pt>
                <c:pt idx="3412">
                  <c:v>117.885294</c:v>
                </c:pt>
                <c:pt idx="3413">
                  <c:v>117.885294</c:v>
                </c:pt>
                <c:pt idx="3414">
                  <c:v>117.885294</c:v>
                </c:pt>
                <c:pt idx="3415">
                  <c:v>117.885294</c:v>
                </c:pt>
                <c:pt idx="3416">
                  <c:v>117.885294</c:v>
                </c:pt>
                <c:pt idx="3417">
                  <c:v>117.885294</c:v>
                </c:pt>
                <c:pt idx="3418">
                  <c:v>117.885294</c:v>
                </c:pt>
                <c:pt idx="3419">
                  <c:v>117.885294</c:v>
                </c:pt>
                <c:pt idx="3420">
                  <c:v>117.885294</c:v>
                </c:pt>
                <c:pt idx="3421">
                  <c:v>117.885294</c:v>
                </c:pt>
                <c:pt idx="3422">
                  <c:v>117.885294</c:v>
                </c:pt>
                <c:pt idx="3423">
                  <c:v>117.885294</c:v>
                </c:pt>
                <c:pt idx="3424">
                  <c:v>117.885294</c:v>
                </c:pt>
                <c:pt idx="3425">
                  <c:v>117.885294</c:v>
                </c:pt>
                <c:pt idx="3426">
                  <c:v>117.885294</c:v>
                </c:pt>
                <c:pt idx="3427">
                  <c:v>117.885294</c:v>
                </c:pt>
                <c:pt idx="3428">
                  <c:v>117.885294</c:v>
                </c:pt>
                <c:pt idx="3429">
                  <c:v>117.885294</c:v>
                </c:pt>
                <c:pt idx="3430">
                  <c:v>117.885294</c:v>
                </c:pt>
                <c:pt idx="3431">
                  <c:v>117.885294</c:v>
                </c:pt>
                <c:pt idx="3432">
                  <c:v>117.885294</c:v>
                </c:pt>
                <c:pt idx="3433">
                  <c:v>117.885294</c:v>
                </c:pt>
                <c:pt idx="3434">
                  <c:v>117.885294</c:v>
                </c:pt>
                <c:pt idx="3435">
                  <c:v>117.885294</c:v>
                </c:pt>
                <c:pt idx="3436">
                  <c:v>117.885294</c:v>
                </c:pt>
                <c:pt idx="3437">
                  <c:v>117.885294</c:v>
                </c:pt>
                <c:pt idx="3438">
                  <c:v>117.885294</c:v>
                </c:pt>
                <c:pt idx="3439">
                  <c:v>117.885294</c:v>
                </c:pt>
                <c:pt idx="3440">
                  <c:v>117.885294</c:v>
                </c:pt>
                <c:pt idx="3441">
                  <c:v>117.885294</c:v>
                </c:pt>
                <c:pt idx="3442">
                  <c:v>117.885294</c:v>
                </c:pt>
                <c:pt idx="3443">
                  <c:v>117.885294</c:v>
                </c:pt>
                <c:pt idx="3444">
                  <c:v>117.885294</c:v>
                </c:pt>
                <c:pt idx="3445">
                  <c:v>117.885294</c:v>
                </c:pt>
                <c:pt idx="3446">
                  <c:v>117.885294</c:v>
                </c:pt>
                <c:pt idx="3447">
                  <c:v>117.885294</c:v>
                </c:pt>
                <c:pt idx="3448">
                  <c:v>117.885294</c:v>
                </c:pt>
                <c:pt idx="3449">
                  <c:v>117.885294</c:v>
                </c:pt>
                <c:pt idx="3450">
                  <c:v>117.885294</c:v>
                </c:pt>
                <c:pt idx="3451">
                  <c:v>117.885294</c:v>
                </c:pt>
                <c:pt idx="3452">
                  <c:v>117.885294</c:v>
                </c:pt>
                <c:pt idx="3453">
                  <c:v>117.885294</c:v>
                </c:pt>
                <c:pt idx="3454">
                  <c:v>117.885294</c:v>
                </c:pt>
                <c:pt idx="3455">
                  <c:v>117.885294</c:v>
                </c:pt>
                <c:pt idx="3456">
                  <c:v>117.885294</c:v>
                </c:pt>
                <c:pt idx="3457">
                  <c:v>117.885294</c:v>
                </c:pt>
                <c:pt idx="3458">
                  <c:v>117.885294</c:v>
                </c:pt>
                <c:pt idx="3459">
                  <c:v>117.885294</c:v>
                </c:pt>
                <c:pt idx="3460">
                  <c:v>117.885294</c:v>
                </c:pt>
                <c:pt idx="3461">
                  <c:v>117.885294</c:v>
                </c:pt>
                <c:pt idx="3462">
                  <c:v>117.885294</c:v>
                </c:pt>
                <c:pt idx="3463">
                  <c:v>117.885294</c:v>
                </c:pt>
                <c:pt idx="3464">
                  <c:v>117.885294</c:v>
                </c:pt>
                <c:pt idx="3465">
                  <c:v>117.885294</c:v>
                </c:pt>
                <c:pt idx="3466">
                  <c:v>117.885294</c:v>
                </c:pt>
                <c:pt idx="3467">
                  <c:v>117.885294</c:v>
                </c:pt>
                <c:pt idx="3468">
                  <c:v>117.885294</c:v>
                </c:pt>
                <c:pt idx="3469">
                  <c:v>117.885294</c:v>
                </c:pt>
                <c:pt idx="3470">
                  <c:v>117.885294</c:v>
                </c:pt>
                <c:pt idx="3471">
                  <c:v>117.885294</c:v>
                </c:pt>
                <c:pt idx="3472">
                  <c:v>117.885294</c:v>
                </c:pt>
                <c:pt idx="3473">
                  <c:v>117.885294</c:v>
                </c:pt>
                <c:pt idx="3474">
                  <c:v>117.885294</c:v>
                </c:pt>
                <c:pt idx="3475">
                  <c:v>117.885294</c:v>
                </c:pt>
                <c:pt idx="3476">
                  <c:v>117.885294</c:v>
                </c:pt>
                <c:pt idx="3477">
                  <c:v>117.885294</c:v>
                </c:pt>
                <c:pt idx="3478">
                  <c:v>117.885294</c:v>
                </c:pt>
                <c:pt idx="3479">
                  <c:v>117.885294</c:v>
                </c:pt>
                <c:pt idx="3480">
                  <c:v>117.885294</c:v>
                </c:pt>
                <c:pt idx="3481">
                  <c:v>117.885294</c:v>
                </c:pt>
                <c:pt idx="3482">
                  <c:v>117.885294</c:v>
                </c:pt>
                <c:pt idx="3483">
                  <c:v>117.885294</c:v>
                </c:pt>
                <c:pt idx="3484">
                  <c:v>117.885294</c:v>
                </c:pt>
                <c:pt idx="3485">
                  <c:v>117.885294</c:v>
                </c:pt>
                <c:pt idx="3486">
                  <c:v>117.885294</c:v>
                </c:pt>
                <c:pt idx="3487">
                  <c:v>117.885294</c:v>
                </c:pt>
                <c:pt idx="3488">
                  <c:v>117.885294</c:v>
                </c:pt>
                <c:pt idx="3489">
                  <c:v>117.885294</c:v>
                </c:pt>
                <c:pt idx="3490">
                  <c:v>117.885294</c:v>
                </c:pt>
                <c:pt idx="3491">
                  <c:v>117.885294</c:v>
                </c:pt>
                <c:pt idx="3492">
                  <c:v>117.885294</c:v>
                </c:pt>
                <c:pt idx="3493">
                  <c:v>117.885294</c:v>
                </c:pt>
                <c:pt idx="3494">
                  <c:v>117.885294</c:v>
                </c:pt>
                <c:pt idx="3495">
                  <c:v>117.885294</c:v>
                </c:pt>
                <c:pt idx="3496">
                  <c:v>117.885294</c:v>
                </c:pt>
                <c:pt idx="3497">
                  <c:v>117.885294</c:v>
                </c:pt>
                <c:pt idx="3498">
                  <c:v>117.885294</c:v>
                </c:pt>
                <c:pt idx="3499">
                  <c:v>117.885294</c:v>
                </c:pt>
                <c:pt idx="3500">
                  <c:v>117.885294</c:v>
                </c:pt>
                <c:pt idx="3501">
                  <c:v>117.885294</c:v>
                </c:pt>
                <c:pt idx="3502">
                  <c:v>117.9676293</c:v>
                </c:pt>
                <c:pt idx="3503">
                  <c:v>117.9676293</c:v>
                </c:pt>
                <c:pt idx="3504">
                  <c:v>118.2836681</c:v>
                </c:pt>
                <c:pt idx="3505">
                  <c:v>118.2836681</c:v>
                </c:pt>
                <c:pt idx="3506">
                  <c:v>118.2836681</c:v>
                </c:pt>
                <c:pt idx="3507">
                  <c:v>118.2836681</c:v>
                </c:pt>
                <c:pt idx="3508">
                  <c:v>118.2836681</c:v>
                </c:pt>
                <c:pt idx="3509">
                  <c:v>118.2836681</c:v>
                </c:pt>
                <c:pt idx="3510">
                  <c:v>118.2836681</c:v>
                </c:pt>
                <c:pt idx="3511">
                  <c:v>118.2836681</c:v>
                </c:pt>
                <c:pt idx="3512">
                  <c:v>118.2836681</c:v>
                </c:pt>
                <c:pt idx="3513">
                  <c:v>118.2836681</c:v>
                </c:pt>
                <c:pt idx="3514">
                  <c:v>118.2836681</c:v>
                </c:pt>
                <c:pt idx="3515">
                  <c:v>118.2836681</c:v>
                </c:pt>
                <c:pt idx="3516">
                  <c:v>118.2836681</c:v>
                </c:pt>
                <c:pt idx="3517">
                  <c:v>118.2836681</c:v>
                </c:pt>
                <c:pt idx="3518">
                  <c:v>118.2836681</c:v>
                </c:pt>
                <c:pt idx="3519">
                  <c:v>118.2836681</c:v>
                </c:pt>
                <c:pt idx="3520">
                  <c:v>118.2836681</c:v>
                </c:pt>
                <c:pt idx="3521">
                  <c:v>118.2836681</c:v>
                </c:pt>
                <c:pt idx="3522">
                  <c:v>118.2836681</c:v>
                </c:pt>
                <c:pt idx="3523">
                  <c:v>118.2836681</c:v>
                </c:pt>
                <c:pt idx="3524">
                  <c:v>118.2836681</c:v>
                </c:pt>
                <c:pt idx="3525">
                  <c:v>118.2836681</c:v>
                </c:pt>
                <c:pt idx="3526">
                  <c:v>118.2836681</c:v>
                </c:pt>
                <c:pt idx="3527">
                  <c:v>118.2836681</c:v>
                </c:pt>
                <c:pt idx="3528">
                  <c:v>118.2836681</c:v>
                </c:pt>
                <c:pt idx="3529">
                  <c:v>118.2836681</c:v>
                </c:pt>
                <c:pt idx="3530">
                  <c:v>118.2836681</c:v>
                </c:pt>
                <c:pt idx="3531">
                  <c:v>118.2836681</c:v>
                </c:pt>
                <c:pt idx="3532">
                  <c:v>118.2836681</c:v>
                </c:pt>
                <c:pt idx="3533">
                  <c:v>118.2836681</c:v>
                </c:pt>
                <c:pt idx="3534">
                  <c:v>118.2836681</c:v>
                </c:pt>
                <c:pt idx="3535">
                  <c:v>118.2836681</c:v>
                </c:pt>
                <c:pt idx="3536">
                  <c:v>118.2836681</c:v>
                </c:pt>
                <c:pt idx="3537">
                  <c:v>118.2836681</c:v>
                </c:pt>
                <c:pt idx="3538">
                  <c:v>118.2836681</c:v>
                </c:pt>
                <c:pt idx="3539">
                  <c:v>118.2836681</c:v>
                </c:pt>
                <c:pt idx="3540">
                  <c:v>118.2836681</c:v>
                </c:pt>
                <c:pt idx="3541">
                  <c:v>118.2836681</c:v>
                </c:pt>
                <c:pt idx="3542">
                  <c:v>118.2836681</c:v>
                </c:pt>
                <c:pt idx="3543">
                  <c:v>118.2836681</c:v>
                </c:pt>
                <c:pt idx="3544">
                  <c:v>118.2836681</c:v>
                </c:pt>
                <c:pt idx="3545">
                  <c:v>118.2836681</c:v>
                </c:pt>
                <c:pt idx="3546">
                  <c:v>118.2836681</c:v>
                </c:pt>
                <c:pt idx="3547">
                  <c:v>118.5222668</c:v>
                </c:pt>
                <c:pt idx="3548">
                  <c:v>118.5222668</c:v>
                </c:pt>
                <c:pt idx="3549">
                  <c:v>118.5222668</c:v>
                </c:pt>
                <c:pt idx="3550">
                  <c:v>118.5222668</c:v>
                </c:pt>
                <c:pt idx="3551">
                  <c:v>118.5222668</c:v>
                </c:pt>
                <c:pt idx="3552">
                  <c:v>118.5222668</c:v>
                </c:pt>
                <c:pt idx="3553">
                  <c:v>118.5222668</c:v>
                </c:pt>
                <c:pt idx="3554">
                  <c:v>118.5222668</c:v>
                </c:pt>
                <c:pt idx="3555">
                  <c:v>118.5222668</c:v>
                </c:pt>
                <c:pt idx="3556">
                  <c:v>118.5222668</c:v>
                </c:pt>
                <c:pt idx="3557">
                  <c:v>118.5222668</c:v>
                </c:pt>
                <c:pt idx="3558">
                  <c:v>118.5222668</c:v>
                </c:pt>
                <c:pt idx="3559">
                  <c:v>118.5222668</c:v>
                </c:pt>
                <c:pt idx="3560">
                  <c:v>118.5222668</c:v>
                </c:pt>
                <c:pt idx="3561">
                  <c:v>118.5222668</c:v>
                </c:pt>
                <c:pt idx="3562">
                  <c:v>118.5222668</c:v>
                </c:pt>
                <c:pt idx="3563">
                  <c:v>118.5222668</c:v>
                </c:pt>
                <c:pt idx="3564">
                  <c:v>118.5222668</c:v>
                </c:pt>
                <c:pt idx="3565">
                  <c:v>118.5222668</c:v>
                </c:pt>
                <c:pt idx="3566">
                  <c:v>118.5222668</c:v>
                </c:pt>
                <c:pt idx="3567">
                  <c:v>118.5222668</c:v>
                </c:pt>
                <c:pt idx="3568">
                  <c:v>118.5222668</c:v>
                </c:pt>
                <c:pt idx="3569">
                  <c:v>118.5222668</c:v>
                </c:pt>
                <c:pt idx="3570">
                  <c:v>118.5222668</c:v>
                </c:pt>
                <c:pt idx="3571">
                  <c:v>118.5222668</c:v>
                </c:pt>
                <c:pt idx="3572">
                  <c:v>118.5222668</c:v>
                </c:pt>
                <c:pt idx="3573">
                  <c:v>118.5222668</c:v>
                </c:pt>
                <c:pt idx="3574">
                  <c:v>118.5222668</c:v>
                </c:pt>
                <c:pt idx="3575">
                  <c:v>118.5222668</c:v>
                </c:pt>
                <c:pt idx="3576">
                  <c:v>118.5222668</c:v>
                </c:pt>
                <c:pt idx="3577">
                  <c:v>118.5222668</c:v>
                </c:pt>
                <c:pt idx="3578">
                  <c:v>118.5222668</c:v>
                </c:pt>
                <c:pt idx="3579">
                  <c:v>118.5222668</c:v>
                </c:pt>
                <c:pt idx="3580">
                  <c:v>118.5222668</c:v>
                </c:pt>
                <c:pt idx="3581">
                  <c:v>118.5222668</c:v>
                </c:pt>
                <c:pt idx="3582">
                  <c:v>118.5222668</c:v>
                </c:pt>
                <c:pt idx="3583">
                  <c:v>118.5222668</c:v>
                </c:pt>
                <c:pt idx="3584">
                  <c:v>118.5222668</c:v>
                </c:pt>
                <c:pt idx="3585">
                  <c:v>118.5222668</c:v>
                </c:pt>
                <c:pt idx="3586">
                  <c:v>118.5222668</c:v>
                </c:pt>
                <c:pt idx="3587">
                  <c:v>118.5222668</c:v>
                </c:pt>
                <c:pt idx="3588">
                  <c:v>118.5222668</c:v>
                </c:pt>
                <c:pt idx="3589">
                  <c:v>118.5222668</c:v>
                </c:pt>
                <c:pt idx="3590">
                  <c:v>118.5222668</c:v>
                </c:pt>
                <c:pt idx="3591">
                  <c:v>118.5222668</c:v>
                </c:pt>
                <c:pt idx="3592">
                  <c:v>118.5222668</c:v>
                </c:pt>
                <c:pt idx="3593">
                  <c:v>118.5222668</c:v>
                </c:pt>
                <c:pt idx="3594">
                  <c:v>118.5222668</c:v>
                </c:pt>
                <c:pt idx="3595">
                  <c:v>118.5222668</c:v>
                </c:pt>
                <c:pt idx="3596">
                  <c:v>119.07654479999999</c:v>
                </c:pt>
                <c:pt idx="3597">
                  <c:v>119.07654479999999</c:v>
                </c:pt>
                <c:pt idx="3598">
                  <c:v>119.07654479999999</c:v>
                </c:pt>
                <c:pt idx="3599">
                  <c:v>119.07654479999999</c:v>
                </c:pt>
                <c:pt idx="3600">
                  <c:v>119.07654479999999</c:v>
                </c:pt>
                <c:pt idx="3601">
                  <c:v>119.07654479999999</c:v>
                </c:pt>
                <c:pt idx="3602">
                  <c:v>119.07654479999999</c:v>
                </c:pt>
                <c:pt idx="3603">
                  <c:v>119.07654479999999</c:v>
                </c:pt>
                <c:pt idx="3604">
                  <c:v>119.07654479999999</c:v>
                </c:pt>
                <c:pt idx="3605">
                  <c:v>119.07654479999999</c:v>
                </c:pt>
                <c:pt idx="3606">
                  <c:v>119.07654479999999</c:v>
                </c:pt>
                <c:pt idx="3607">
                  <c:v>119.07654479999999</c:v>
                </c:pt>
                <c:pt idx="3608">
                  <c:v>119.07654479999999</c:v>
                </c:pt>
                <c:pt idx="3609">
                  <c:v>119.07654479999999</c:v>
                </c:pt>
                <c:pt idx="3610">
                  <c:v>119.07654479999999</c:v>
                </c:pt>
                <c:pt idx="3611">
                  <c:v>119.07654479999999</c:v>
                </c:pt>
                <c:pt idx="3612">
                  <c:v>119.07654479999999</c:v>
                </c:pt>
                <c:pt idx="3613">
                  <c:v>119.07654479999999</c:v>
                </c:pt>
                <c:pt idx="3614">
                  <c:v>119.07654479999999</c:v>
                </c:pt>
                <c:pt idx="3615">
                  <c:v>119.07654479999999</c:v>
                </c:pt>
                <c:pt idx="3616">
                  <c:v>119.07654479999999</c:v>
                </c:pt>
                <c:pt idx="3617">
                  <c:v>119.07654479999999</c:v>
                </c:pt>
                <c:pt idx="3618">
                  <c:v>119.07654479999999</c:v>
                </c:pt>
                <c:pt idx="3619">
                  <c:v>119.07654479999999</c:v>
                </c:pt>
                <c:pt idx="3620">
                  <c:v>119.07654479999999</c:v>
                </c:pt>
                <c:pt idx="3621">
                  <c:v>119.07654479999999</c:v>
                </c:pt>
                <c:pt idx="3622">
                  <c:v>119.07654479999999</c:v>
                </c:pt>
                <c:pt idx="3623">
                  <c:v>119.07654479999999</c:v>
                </c:pt>
                <c:pt idx="3624">
                  <c:v>119.07654479999999</c:v>
                </c:pt>
                <c:pt idx="3625">
                  <c:v>119.07654479999999</c:v>
                </c:pt>
                <c:pt idx="3626">
                  <c:v>119.07654479999999</c:v>
                </c:pt>
                <c:pt idx="3627">
                  <c:v>119.07654479999999</c:v>
                </c:pt>
                <c:pt idx="3628">
                  <c:v>119.07654479999999</c:v>
                </c:pt>
                <c:pt idx="3629">
                  <c:v>119.07654479999999</c:v>
                </c:pt>
                <c:pt idx="3630">
                  <c:v>119.07654479999999</c:v>
                </c:pt>
                <c:pt idx="3631">
                  <c:v>119.07654479999999</c:v>
                </c:pt>
                <c:pt idx="3632">
                  <c:v>119.07654479999999</c:v>
                </c:pt>
                <c:pt idx="3633">
                  <c:v>119.07654479999999</c:v>
                </c:pt>
                <c:pt idx="3634">
                  <c:v>119.07654479999999</c:v>
                </c:pt>
                <c:pt idx="3635">
                  <c:v>119.07654479999999</c:v>
                </c:pt>
                <c:pt idx="3636">
                  <c:v>119.07654479999999</c:v>
                </c:pt>
                <c:pt idx="3637">
                  <c:v>119.07654479999999</c:v>
                </c:pt>
                <c:pt idx="3638">
                  <c:v>119.07654479999999</c:v>
                </c:pt>
                <c:pt idx="3639">
                  <c:v>119.07654479999999</c:v>
                </c:pt>
                <c:pt idx="3640">
                  <c:v>119.07654479999999</c:v>
                </c:pt>
                <c:pt idx="3641">
                  <c:v>119.07654479999999</c:v>
                </c:pt>
                <c:pt idx="3642">
                  <c:v>119.07654479999999</c:v>
                </c:pt>
                <c:pt idx="3643">
                  <c:v>119.07654479999999</c:v>
                </c:pt>
                <c:pt idx="3644">
                  <c:v>119.07654479999999</c:v>
                </c:pt>
                <c:pt idx="3645">
                  <c:v>119.07654479999999</c:v>
                </c:pt>
                <c:pt idx="3646">
                  <c:v>119.07654479999999</c:v>
                </c:pt>
                <c:pt idx="3647">
                  <c:v>119.07654479999999</c:v>
                </c:pt>
                <c:pt idx="3648">
                  <c:v>119.07654479999999</c:v>
                </c:pt>
                <c:pt idx="3649">
                  <c:v>119.07654479999999</c:v>
                </c:pt>
                <c:pt idx="3650">
                  <c:v>119.07654479999999</c:v>
                </c:pt>
                <c:pt idx="3651">
                  <c:v>119.07654479999999</c:v>
                </c:pt>
                <c:pt idx="3652">
                  <c:v>119.07654479999999</c:v>
                </c:pt>
                <c:pt idx="3653">
                  <c:v>119.07654479999999</c:v>
                </c:pt>
                <c:pt idx="3654">
                  <c:v>119.07654479999999</c:v>
                </c:pt>
                <c:pt idx="3655">
                  <c:v>119.07654479999999</c:v>
                </c:pt>
                <c:pt idx="3656">
                  <c:v>119.07654479999999</c:v>
                </c:pt>
                <c:pt idx="3657">
                  <c:v>119.07654479999999</c:v>
                </c:pt>
                <c:pt idx="3658">
                  <c:v>119.07654479999999</c:v>
                </c:pt>
                <c:pt idx="3659">
                  <c:v>119.07654479999999</c:v>
                </c:pt>
                <c:pt idx="3660">
                  <c:v>119.07654479999999</c:v>
                </c:pt>
                <c:pt idx="3661">
                  <c:v>119.07654479999999</c:v>
                </c:pt>
                <c:pt idx="3662">
                  <c:v>119.07654479999999</c:v>
                </c:pt>
                <c:pt idx="3663">
                  <c:v>119.07654479999999</c:v>
                </c:pt>
                <c:pt idx="3664">
                  <c:v>119.07654479999999</c:v>
                </c:pt>
                <c:pt idx="3665">
                  <c:v>119.07654479999999</c:v>
                </c:pt>
                <c:pt idx="3666">
                  <c:v>119.07654479999999</c:v>
                </c:pt>
                <c:pt idx="3667">
                  <c:v>119.07654479999999</c:v>
                </c:pt>
                <c:pt idx="3668">
                  <c:v>119.07654479999999</c:v>
                </c:pt>
                <c:pt idx="3669">
                  <c:v>119.07654479999999</c:v>
                </c:pt>
                <c:pt idx="3670">
                  <c:v>119.07654479999999</c:v>
                </c:pt>
                <c:pt idx="3671">
                  <c:v>119.07654479999999</c:v>
                </c:pt>
                <c:pt idx="3672">
                  <c:v>119.07654479999999</c:v>
                </c:pt>
                <c:pt idx="3673">
                  <c:v>119.07654479999999</c:v>
                </c:pt>
                <c:pt idx="3674">
                  <c:v>119.07654479999999</c:v>
                </c:pt>
                <c:pt idx="3675">
                  <c:v>119.07654479999999</c:v>
                </c:pt>
                <c:pt idx="3676">
                  <c:v>119.07654479999999</c:v>
                </c:pt>
                <c:pt idx="3677">
                  <c:v>119.07654479999999</c:v>
                </c:pt>
                <c:pt idx="3678">
                  <c:v>119.07654479999999</c:v>
                </c:pt>
                <c:pt idx="3679">
                  <c:v>119.07654479999999</c:v>
                </c:pt>
                <c:pt idx="3680">
                  <c:v>119.07654479999999</c:v>
                </c:pt>
                <c:pt idx="3681">
                  <c:v>119.07654479999999</c:v>
                </c:pt>
                <c:pt idx="3682">
                  <c:v>119.07654479999999</c:v>
                </c:pt>
                <c:pt idx="3683">
                  <c:v>119.07654479999999</c:v>
                </c:pt>
                <c:pt idx="3684">
                  <c:v>119.07654479999999</c:v>
                </c:pt>
                <c:pt idx="3685">
                  <c:v>119.07654479999999</c:v>
                </c:pt>
                <c:pt idx="3686">
                  <c:v>119.07654479999999</c:v>
                </c:pt>
                <c:pt idx="3687">
                  <c:v>119.07654479999999</c:v>
                </c:pt>
                <c:pt idx="3688">
                  <c:v>119.07654479999999</c:v>
                </c:pt>
                <c:pt idx="3689">
                  <c:v>119.07654479999999</c:v>
                </c:pt>
                <c:pt idx="3690">
                  <c:v>119.5370492</c:v>
                </c:pt>
                <c:pt idx="3691">
                  <c:v>119.5370492</c:v>
                </c:pt>
                <c:pt idx="3692">
                  <c:v>119.5370492</c:v>
                </c:pt>
                <c:pt idx="3693">
                  <c:v>119.5370492</c:v>
                </c:pt>
                <c:pt idx="3694">
                  <c:v>119.5370492</c:v>
                </c:pt>
                <c:pt idx="3695">
                  <c:v>119.5370492</c:v>
                </c:pt>
                <c:pt idx="3696">
                  <c:v>119.5370492</c:v>
                </c:pt>
                <c:pt idx="3697">
                  <c:v>119.5370492</c:v>
                </c:pt>
                <c:pt idx="3698">
                  <c:v>119.5370492</c:v>
                </c:pt>
                <c:pt idx="3699">
                  <c:v>119.5370492</c:v>
                </c:pt>
                <c:pt idx="3700">
                  <c:v>119.5370492</c:v>
                </c:pt>
                <c:pt idx="3701">
                  <c:v>119.5370492</c:v>
                </c:pt>
                <c:pt idx="3702">
                  <c:v>119.5370492</c:v>
                </c:pt>
                <c:pt idx="3703">
                  <c:v>119.5370492</c:v>
                </c:pt>
                <c:pt idx="3704">
                  <c:v>119.5370492</c:v>
                </c:pt>
                <c:pt idx="3705">
                  <c:v>119.5370492</c:v>
                </c:pt>
                <c:pt idx="3706">
                  <c:v>119.5370492</c:v>
                </c:pt>
                <c:pt idx="3707">
                  <c:v>119.5370492</c:v>
                </c:pt>
                <c:pt idx="3708">
                  <c:v>119.5370492</c:v>
                </c:pt>
                <c:pt idx="3709">
                  <c:v>119.5370492</c:v>
                </c:pt>
                <c:pt idx="3710">
                  <c:v>119.5370492</c:v>
                </c:pt>
                <c:pt idx="3711">
                  <c:v>119.5370492</c:v>
                </c:pt>
                <c:pt idx="3712">
                  <c:v>119.5370492</c:v>
                </c:pt>
                <c:pt idx="3713">
                  <c:v>119.5370492</c:v>
                </c:pt>
                <c:pt idx="3714">
                  <c:v>119.5370492</c:v>
                </c:pt>
                <c:pt idx="3715">
                  <c:v>119.5370492</c:v>
                </c:pt>
                <c:pt idx="3716">
                  <c:v>119.5370492</c:v>
                </c:pt>
                <c:pt idx="3717">
                  <c:v>119.5370492</c:v>
                </c:pt>
                <c:pt idx="3718">
                  <c:v>119.5370492</c:v>
                </c:pt>
                <c:pt idx="3719">
                  <c:v>119.5370492</c:v>
                </c:pt>
                <c:pt idx="3720">
                  <c:v>119.5370492</c:v>
                </c:pt>
                <c:pt idx="3721">
                  <c:v>119.5370492</c:v>
                </c:pt>
                <c:pt idx="3722">
                  <c:v>119.5370492</c:v>
                </c:pt>
                <c:pt idx="3723">
                  <c:v>119.5370492</c:v>
                </c:pt>
                <c:pt idx="3724">
                  <c:v>119.5370492</c:v>
                </c:pt>
                <c:pt idx="3725">
                  <c:v>119.5370492</c:v>
                </c:pt>
                <c:pt idx="3726">
                  <c:v>119.5370492</c:v>
                </c:pt>
                <c:pt idx="3727">
                  <c:v>119.5370492</c:v>
                </c:pt>
                <c:pt idx="3728">
                  <c:v>119.5370492</c:v>
                </c:pt>
                <c:pt idx="3729">
                  <c:v>119.5370492</c:v>
                </c:pt>
                <c:pt idx="3730">
                  <c:v>119.5370492</c:v>
                </c:pt>
                <c:pt idx="3731">
                  <c:v>119.5370492</c:v>
                </c:pt>
                <c:pt idx="3732">
                  <c:v>119.5370492</c:v>
                </c:pt>
                <c:pt idx="3733">
                  <c:v>119.5370492</c:v>
                </c:pt>
                <c:pt idx="3734">
                  <c:v>119.5370492</c:v>
                </c:pt>
                <c:pt idx="3735">
                  <c:v>119.5370492</c:v>
                </c:pt>
                <c:pt idx="3736">
                  <c:v>119.5370492</c:v>
                </c:pt>
                <c:pt idx="3737">
                  <c:v>119.5370492</c:v>
                </c:pt>
                <c:pt idx="3738">
                  <c:v>119.5370492</c:v>
                </c:pt>
                <c:pt idx="3739">
                  <c:v>119.5370492</c:v>
                </c:pt>
                <c:pt idx="3740">
                  <c:v>119.5370492</c:v>
                </c:pt>
                <c:pt idx="3741">
                  <c:v>119.5370492</c:v>
                </c:pt>
                <c:pt idx="3742">
                  <c:v>119.5370492</c:v>
                </c:pt>
                <c:pt idx="3743">
                  <c:v>119.5370492</c:v>
                </c:pt>
                <c:pt idx="3744">
                  <c:v>119.5370492</c:v>
                </c:pt>
                <c:pt idx="3745">
                  <c:v>119.5370492</c:v>
                </c:pt>
                <c:pt idx="3746">
                  <c:v>119.5370492</c:v>
                </c:pt>
                <c:pt idx="3747">
                  <c:v>119.5370492</c:v>
                </c:pt>
                <c:pt idx="3748">
                  <c:v>119.5370492</c:v>
                </c:pt>
                <c:pt idx="3749">
                  <c:v>119.6981196</c:v>
                </c:pt>
                <c:pt idx="3750">
                  <c:v>119.6981196</c:v>
                </c:pt>
                <c:pt idx="3751">
                  <c:v>119.6981196</c:v>
                </c:pt>
                <c:pt idx="3752">
                  <c:v>119.6981196</c:v>
                </c:pt>
                <c:pt idx="3753">
                  <c:v>119.6981196</c:v>
                </c:pt>
                <c:pt idx="3754">
                  <c:v>119.6981196</c:v>
                </c:pt>
                <c:pt idx="3755">
                  <c:v>119.6981196</c:v>
                </c:pt>
                <c:pt idx="3756">
                  <c:v>119.6981196</c:v>
                </c:pt>
                <c:pt idx="3757">
                  <c:v>119.6981196</c:v>
                </c:pt>
                <c:pt idx="3758">
                  <c:v>119.6981196</c:v>
                </c:pt>
                <c:pt idx="3759">
                  <c:v>119.6981196</c:v>
                </c:pt>
                <c:pt idx="3760">
                  <c:v>119.6981196</c:v>
                </c:pt>
                <c:pt idx="3761">
                  <c:v>119.6981196</c:v>
                </c:pt>
                <c:pt idx="3762">
                  <c:v>119.6981196</c:v>
                </c:pt>
                <c:pt idx="3763">
                  <c:v>119.6981196</c:v>
                </c:pt>
                <c:pt idx="3764">
                  <c:v>119.6981196</c:v>
                </c:pt>
                <c:pt idx="3765">
                  <c:v>119.6981196</c:v>
                </c:pt>
                <c:pt idx="3766">
                  <c:v>119.6981196</c:v>
                </c:pt>
                <c:pt idx="3767">
                  <c:v>119.6981196</c:v>
                </c:pt>
                <c:pt idx="3768">
                  <c:v>119.6981196</c:v>
                </c:pt>
                <c:pt idx="3769">
                  <c:v>119.6981196</c:v>
                </c:pt>
                <c:pt idx="3770">
                  <c:v>119.6981196</c:v>
                </c:pt>
                <c:pt idx="3771">
                  <c:v>119.6981196</c:v>
                </c:pt>
                <c:pt idx="3772">
                  <c:v>119.6981196</c:v>
                </c:pt>
                <c:pt idx="3773">
                  <c:v>119.6981196</c:v>
                </c:pt>
                <c:pt idx="3774">
                  <c:v>119.6981196</c:v>
                </c:pt>
                <c:pt idx="3775">
                  <c:v>119.6981196</c:v>
                </c:pt>
                <c:pt idx="3776">
                  <c:v>119.6981196</c:v>
                </c:pt>
                <c:pt idx="3777">
                  <c:v>119.6981196</c:v>
                </c:pt>
                <c:pt idx="3778">
                  <c:v>119.6981196</c:v>
                </c:pt>
                <c:pt idx="3779">
                  <c:v>119.6981196</c:v>
                </c:pt>
                <c:pt idx="3780">
                  <c:v>119.6981196</c:v>
                </c:pt>
                <c:pt idx="3781">
                  <c:v>119.6981196</c:v>
                </c:pt>
                <c:pt idx="3782">
                  <c:v>119.6981196</c:v>
                </c:pt>
                <c:pt idx="3783">
                  <c:v>119.6981196</c:v>
                </c:pt>
                <c:pt idx="3784">
                  <c:v>119.6981196</c:v>
                </c:pt>
                <c:pt idx="3785">
                  <c:v>119.6981196</c:v>
                </c:pt>
                <c:pt idx="3786">
                  <c:v>119.6981196</c:v>
                </c:pt>
                <c:pt idx="3787">
                  <c:v>119.6981196</c:v>
                </c:pt>
                <c:pt idx="3788">
                  <c:v>119.6981196</c:v>
                </c:pt>
                <c:pt idx="3789">
                  <c:v>119.6981196</c:v>
                </c:pt>
                <c:pt idx="3790">
                  <c:v>119.6981196</c:v>
                </c:pt>
                <c:pt idx="3791">
                  <c:v>119.6981196</c:v>
                </c:pt>
                <c:pt idx="3792">
                  <c:v>119.6981196</c:v>
                </c:pt>
                <c:pt idx="3793">
                  <c:v>119.6981196</c:v>
                </c:pt>
                <c:pt idx="3794">
                  <c:v>119.6981196</c:v>
                </c:pt>
                <c:pt idx="3795">
                  <c:v>119.6981196</c:v>
                </c:pt>
                <c:pt idx="3796">
                  <c:v>119.6981196</c:v>
                </c:pt>
                <c:pt idx="3797">
                  <c:v>119.6981196</c:v>
                </c:pt>
                <c:pt idx="3798">
                  <c:v>119.6981196</c:v>
                </c:pt>
                <c:pt idx="3799">
                  <c:v>119.6981196</c:v>
                </c:pt>
                <c:pt idx="3800">
                  <c:v>119.6981196</c:v>
                </c:pt>
                <c:pt idx="3801">
                  <c:v>119.6981196</c:v>
                </c:pt>
                <c:pt idx="3802">
                  <c:v>119.6981196</c:v>
                </c:pt>
                <c:pt idx="3803">
                  <c:v>119.6981196</c:v>
                </c:pt>
                <c:pt idx="3804">
                  <c:v>119.6981196</c:v>
                </c:pt>
                <c:pt idx="3805">
                  <c:v>119.6981196</c:v>
                </c:pt>
                <c:pt idx="3806">
                  <c:v>119.6981196</c:v>
                </c:pt>
                <c:pt idx="3807">
                  <c:v>119.6981196</c:v>
                </c:pt>
                <c:pt idx="3808">
                  <c:v>119.6981196</c:v>
                </c:pt>
                <c:pt idx="3809">
                  <c:v>119.6981196</c:v>
                </c:pt>
                <c:pt idx="3810">
                  <c:v>119.6981196</c:v>
                </c:pt>
                <c:pt idx="3811">
                  <c:v>119.6981196</c:v>
                </c:pt>
                <c:pt idx="3812">
                  <c:v>119.6981196</c:v>
                </c:pt>
                <c:pt idx="3813">
                  <c:v>119.6981196</c:v>
                </c:pt>
                <c:pt idx="3814">
                  <c:v>119.6981196</c:v>
                </c:pt>
                <c:pt idx="3815">
                  <c:v>119.6981196</c:v>
                </c:pt>
                <c:pt idx="3816">
                  <c:v>119.6981196</c:v>
                </c:pt>
                <c:pt idx="3817">
                  <c:v>119.6981196</c:v>
                </c:pt>
                <c:pt idx="3818">
                  <c:v>119.6981196</c:v>
                </c:pt>
                <c:pt idx="3819">
                  <c:v>119.6981196</c:v>
                </c:pt>
                <c:pt idx="3820">
                  <c:v>119.6981196</c:v>
                </c:pt>
                <c:pt idx="3821">
                  <c:v>119.6981196</c:v>
                </c:pt>
                <c:pt idx="3822">
                  <c:v>119.6981196</c:v>
                </c:pt>
                <c:pt idx="3823">
                  <c:v>119.6981196</c:v>
                </c:pt>
                <c:pt idx="3824">
                  <c:v>119.6981196</c:v>
                </c:pt>
                <c:pt idx="3825">
                  <c:v>119.6981196</c:v>
                </c:pt>
                <c:pt idx="3826">
                  <c:v>119.6981196</c:v>
                </c:pt>
                <c:pt idx="3827">
                  <c:v>119.6981196</c:v>
                </c:pt>
                <c:pt idx="3828">
                  <c:v>119.6981196</c:v>
                </c:pt>
                <c:pt idx="3829">
                  <c:v>119.6981196</c:v>
                </c:pt>
                <c:pt idx="3830">
                  <c:v>119.6981196</c:v>
                </c:pt>
                <c:pt idx="3831">
                  <c:v>119.6981196</c:v>
                </c:pt>
                <c:pt idx="3832">
                  <c:v>119.6981196</c:v>
                </c:pt>
                <c:pt idx="3833">
                  <c:v>119.6981196</c:v>
                </c:pt>
                <c:pt idx="3834">
                  <c:v>119.6981196</c:v>
                </c:pt>
                <c:pt idx="3835">
                  <c:v>119.6981196</c:v>
                </c:pt>
                <c:pt idx="3836">
                  <c:v>119.6981196</c:v>
                </c:pt>
                <c:pt idx="3837">
                  <c:v>119.6981196</c:v>
                </c:pt>
                <c:pt idx="3838">
                  <c:v>119.6981196</c:v>
                </c:pt>
                <c:pt idx="3839">
                  <c:v>119.6981196</c:v>
                </c:pt>
                <c:pt idx="3840">
                  <c:v>119.6981196</c:v>
                </c:pt>
                <c:pt idx="3841">
                  <c:v>119.6981196</c:v>
                </c:pt>
                <c:pt idx="3842">
                  <c:v>119.6981196</c:v>
                </c:pt>
                <c:pt idx="3843">
                  <c:v>119.6981196</c:v>
                </c:pt>
                <c:pt idx="3844">
                  <c:v>119.6981196</c:v>
                </c:pt>
                <c:pt idx="3845">
                  <c:v>119.6981196</c:v>
                </c:pt>
                <c:pt idx="3846">
                  <c:v>119.6981196</c:v>
                </c:pt>
                <c:pt idx="3847">
                  <c:v>119.6981196</c:v>
                </c:pt>
                <c:pt idx="3848">
                  <c:v>119.6981196</c:v>
                </c:pt>
                <c:pt idx="3849">
                  <c:v>119.6981196</c:v>
                </c:pt>
                <c:pt idx="3850">
                  <c:v>119.6981196</c:v>
                </c:pt>
                <c:pt idx="3851">
                  <c:v>119.6981196</c:v>
                </c:pt>
                <c:pt idx="3852">
                  <c:v>119.6981196</c:v>
                </c:pt>
                <c:pt idx="3853">
                  <c:v>119.6981196</c:v>
                </c:pt>
                <c:pt idx="3854">
                  <c:v>119.6981196</c:v>
                </c:pt>
                <c:pt idx="3855">
                  <c:v>119.6981196</c:v>
                </c:pt>
                <c:pt idx="3856">
                  <c:v>119.6981196</c:v>
                </c:pt>
                <c:pt idx="3857">
                  <c:v>119.6981196</c:v>
                </c:pt>
                <c:pt idx="3858">
                  <c:v>119.6981196</c:v>
                </c:pt>
                <c:pt idx="3859">
                  <c:v>119.6981196</c:v>
                </c:pt>
                <c:pt idx="3860">
                  <c:v>119.6981196</c:v>
                </c:pt>
                <c:pt idx="3861">
                  <c:v>119.6981196</c:v>
                </c:pt>
                <c:pt idx="3862">
                  <c:v>119.6981196</c:v>
                </c:pt>
                <c:pt idx="3863">
                  <c:v>119.6981196</c:v>
                </c:pt>
                <c:pt idx="3864">
                  <c:v>119.6981196</c:v>
                </c:pt>
                <c:pt idx="3865">
                  <c:v>119.6981196</c:v>
                </c:pt>
                <c:pt idx="3866">
                  <c:v>119.6981196</c:v>
                </c:pt>
                <c:pt idx="3867">
                  <c:v>119.6981196</c:v>
                </c:pt>
                <c:pt idx="3868">
                  <c:v>119.6981196</c:v>
                </c:pt>
                <c:pt idx="3869">
                  <c:v>119.6981196</c:v>
                </c:pt>
                <c:pt idx="3870">
                  <c:v>119.6981196</c:v>
                </c:pt>
                <c:pt idx="3871">
                  <c:v>119.6981196</c:v>
                </c:pt>
                <c:pt idx="3872">
                  <c:v>119.6981196</c:v>
                </c:pt>
                <c:pt idx="3873">
                  <c:v>119.6981196</c:v>
                </c:pt>
                <c:pt idx="3874">
                  <c:v>119.6981196</c:v>
                </c:pt>
                <c:pt idx="3875">
                  <c:v>119.6981196</c:v>
                </c:pt>
                <c:pt idx="3876">
                  <c:v>119.6981196</c:v>
                </c:pt>
                <c:pt idx="3877">
                  <c:v>119.6981196</c:v>
                </c:pt>
                <c:pt idx="3878">
                  <c:v>119.6981196</c:v>
                </c:pt>
                <c:pt idx="3879">
                  <c:v>119.6981196</c:v>
                </c:pt>
                <c:pt idx="3880">
                  <c:v>119.6981196</c:v>
                </c:pt>
                <c:pt idx="3881">
                  <c:v>119.6981196</c:v>
                </c:pt>
                <c:pt idx="3882">
                  <c:v>119.6981196</c:v>
                </c:pt>
                <c:pt idx="3883">
                  <c:v>119.6981196</c:v>
                </c:pt>
                <c:pt idx="3884">
                  <c:v>119.6981196</c:v>
                </c:pt>
                <c:pt idx="3885">
                  <c:v>119.6981196</c:v>
                </c:pt>
                <c:pt idx="3886">
                  <c:v>119.6981196</c:v>
                </c:pt>
                <c:pt idx="3887">
                  <c:v>119.6981196</c:v>
                </c:pt>
                <c:pt idx="3888">
                  <c:v>119.6981196</c:v>
                </c:pt>
                <c:pt idx="3889">
                  <c:v>119.6981196</c:v>
                </c:pt>
                <c:pt idx="3890">
                  <c:v>119.6981196</c:v>
                </c:pt>
                <c:pt idx="3891">
                  <c:v>119.6981196</c:v>
                </c:pt>
                <c:pt idx="3892">
                  <c:v>119.6981196</c:v>
                </c:pt>
                <c:pt idx="3893">
                  <c:v>119.6981196</c:v>
                </c:pt>
                <c:pt idx="3894">
                  <c:v>119.6981196</c:v>
                </c:pt>
                <c:pt idx="3895">
                  <c:v>119.6981196</c:v>
                </c:pt>
                <c:pt idx="3896">
                  <c:v>120</c:v>
                </c:pt>
                <c:pt idx="3897">
                  <c:v>120</c:v>
                </c:pt>
                <c:pt idx="3898">
                  <c:v>120</c:v>
                </c:pt>
                <c:pt idx="3899">
                  <c:v>120</c:v>
                </c:pt>
                <c:pt idx="3900">
                  <c:v>120</c:v>
                </c:pt>
                <c:pt idx="3901">
                  <c:v>120</c:v>
                </c:pt>
                <c:pt idx="3902">
                  <c:v>120</c:v>
                </c:pt>
                <c:pt idx="3903">
                  <c:v>120</c:v>
                </c:pt>
                <c:pt idx="3904">
                  <c:v>120</c:v>
                </c:pt>
                <c:pt idx="3905">
                  <c:v>120</c:v>
                </c:pt>
                <c:pt idx="3906">
                  <c:v>120</c:v>
                </c:pt>
                <c:pt idx="3907">
                  <c:v>120</c:v>
                </c:pt>
                <c:pt idx="3908">
                  <c:v>120</c:v>
                </c:pt>
                <c:pt idx="3909">
                  <c:v>120</c:v>
                </c:pt>
                <c:pt idx="3910">
                  <c:v>120</c:v>
                </c:pt>
                <c:pt idx="3911">
                  <c:v>120</c:v>
                </c:pt>
                <c:pt idx="3912">
                  <c:v>120</c:v>
                </c:pt>
                <c:pt idx="3913">
                  <c:v>120</c:v>
                </c:pt>
                <c:pt idx="3914">
                  <c:v>120</c:v>
                </c:pt>
                <c:pt idx="3915">
                  <c:v>120</c:v>
                </c:pt>
                <c:pt idx="3916">
                  <c:v>120</c:v>
                </c:pt>
                <c:pt idx="3917">
                  <c:v>120</c:v>
                </c:pt>
                <c:pt idx="3918">
                  <c:v>120</c:v>
                </c:pt>
                <c:pt idx="3919">
                  <c:v>120</c:v>
                </c:pt>
                <c:pt idx="3920">
                  <c:v>120</c:v>
                </c:pt>
                <c:pt idx="3921">
                  <c:v>120</c:v>
                </c:pt>
                <c:pt idx="3922">
                  <c:v>120</c:v>
                </c:pt>
                <c:pt idx="3923">
                  <c:v>120</c:v>
                </c:pt>
                <c:pt idx="3924">
                  <c:v>120</c:v>
                </c:pt>
                <c:pt idx="3925">
                  <c:v>120</c:v>
                </c:pt>
                <c:pt idx="3926">
                  <c:v>120</c:v>
                </c:pt>
                <c:pt idx="3927">
                  <c:v>120</c:v>
                </c:pt>
                <c:pt idx="3928">
                  <c:v>120</c:v>
                </c:pt>
                <c:pt idx="3929">
                  <c:v>120</c:v>
                </c:pt>
                <c:pt idx="3930">
                  <c:v>120</c:v>
                </c:pt>
                <c:pt idx="3931">
                  <c:v>120</c:v>
                </c:pt>
                <c:pt idx="3932">
                  <c:v>120</c:v>
                </c:pt>
                <c:pt idx="3933">
                  <c:v>120</c:v>
                </c:pt>
                <c:pt idx="3934">
                  <c:v>120</c:v>
                </c:pt>
                <c:pt idx="3935">
                  <c:v>120</c:v>
                </c:pt>
                <c:pt idx="3936">
                  <c:v>120</c:v>
                </c:pt>
                <c:pt idx="3937">
                  <c:v>120</c:v>
                </c:pt>
                <c:pt idx="3938">
                  <c:v>120</c:v>
                </c:pt>
                <c:pt idx="3939">
                  <c:v>120</c:v>
                </c:pt>
                <c:pt idx="3940">
                  <c:v>120</c:v>
                </c:pt>
                <c:pt idx="3941">
                  <c:v>120</c:v>
                </c:pt>
                <c:pt idx="3942">
                  <c:v>120</c:v>
                </c:pt>
                <c:pt idx="3943">
                  <c:v>120</c:v>
                </c:pt>
                <c:pt idx="3944">
                  <c:v>120</c:v>
                </c:pt>
                <c:pt idx="3945">
                  <c:v>120</c:v>
                </c:pt>
                <c:pt idx="3946">
                  <c:v>120</c:v>
                </c:pt>
                <c:pt idx="3947">
                  <c:v>120</c:v>
                </c:pt>
                <c:pt idx="3948">
                  <c:v>120</c:v>
                </c:pt>
                <c:pt idx="3949">
                  <c:v>120</c:v>
                </c:pt>
                <c:pt idx="3950">
                  <c:v>120</c:v>
                </c:pt>
                <c:pt idx="3951">
                  <c:v>120</c:v>
                </c:pt>
                <c:pt idx="3952">
                  <c:v>120</c:v>
                </c:pt>
                <c:pt idx="3953">
                  <c:v>120</c:v>
                </c:pt>
                <c:pt idx="3954">
                  <c:v>120</c:v>
                </c:pt>
                <c:pt idx="3955">
                  <c:v>120</c:v>
                </c:pt>
                <c:pt idx="3956">
                  <c:v>120</c:v>
                </c:pt>
                <c:pt idx="3957">
                  <c:v>120</c:v>
                </c:pt>
                <c:pt idx="3958">
                  <c:v>120</c:v>
                </c:pt>
                <c:pt idx="3959">
                  <c:v>120</c:v>
                </c:pt>
                <c:pt idx="3960">
                  <c:v>120</c:v>
                </c:pt>
                <c:pt idx="3961">
                  <c:v>120</c:v>
                </c:pt>
                <c:pt idx="3962">
                  <c:v>120</c:v>
                </c:pt>
                <c:pt idx="3963">
                  <c:v>120</c:v>
                </c:pt>
                <c:pt idx="3964">
                  <c:v>120</c:v>
                </c:pt>
                <c:pt idx="3965">
                  <c:v>120</c:v>
                </c:pt>
                <c:pt idx="3966">
                  <c:v>120</c:v>
                </c:pt>
                <c:pt idx="3967">
                  <c:v>120</c:v>
                </c:pt>
                <c:pt idx="3968">
                  <c:v>120</c:v>
                </c:pt>
                <c:pt idx="3969">
                  <c:v>120</c:v>
                </c:pt>
                <c:pt idx="3970">
                  <c:v>120</c:v>
                </c:pt>
                <c:pt idx="3971">
                  <c:v>120</c:v>
                </c:pt>
                <c:pt idx="3972">
                  <c:v>120</c:v>
                </c:pt>
                <c:pt idx="3973">
                  <c:v>120</c:v>
                </c:pt>
                <c:pt idx="3974">
                  <c:v>120</c:v>
                </c:pt>
                <c:pt idx="3975">
                  <c:v>120</c:v>
                </c:pt>
                <c:pt idx="3976">
                  <c:v>120</c:v>
                </c:pt>
                <c:pt idx="3977">
                  <c:v>120</c:v>
                </c:pt>
                <c:pt idx="3978">
                  <c:v>120</c:v>
                </c:pt>
                <c:pt idx="3979">
                  <c:v>120</c:v>
                </c:pt>
                <c:pt idx="3980">
                  <c:v>120</c:v>
                </c:pt>
                <c:pt idx="3981">
                  <c:v>120</c:v>
                </c:pt>
                <c:pt idx="3982">
                  <c:v>120</c:v>
                </c:pt>
                <c:pt idx="3983">
                  <c:v>120</c:v>
                </c:pt>
                <c:pt idx="3984">
                  <c:v>120</c:v>
                </c:pt>
                <c:pt idx="3985">
                  <c:v>120</c:v>
                </c:pt>
                <c:pt idx="3986">
                  <c:v>120</c:v>
                </c:pt>
                <c:pt idx="3987">
                  <c:v>120</c:v>
                </c:pt>
                <c:pt idx="3988">
                  <c:v>120</c:v>
                </c:pt>
                <c:pt idx="3989">
                  <c:v>120</c:v>
                </c:pt>
                <c:pt idx="3990">
                  <c:v>120</c:v>
                </c:pt>
                <c:pt idx="3991">
                  <c:v>120</c:v>
                </c:pt>
                <c:pt idx="3992">
                  <c:v>120</c:v>
                </c:pt>
                <c:pt idx="3993">
                  <c:v>120</c:v>
                </c:pt>
                <c:pt idx="3994">
                  <c:v>120</c:v>
                </c:pt>
                <c:pt idx="3995">
                  <c:v>120</c:v>
                </c:pt>
                <c:pt idx="3996">
                  <c:v>120</c:v>
                </c:pt>
                <c:pt idx="3997">
                  <c:v>120</c:v>
                </c:pt>
                <c:pt idx="3998">
                  <c:v>120</c:v>
                </c:pt>
                <c:pt idx="3999">
                  <c:v>120</c:v>
                </c:pt>
                <c:pt idx="4000">
                  <c:v>120</c:v>
                </c:pt>
                <c:pt idx="4001">
                  <c:v>120</c:v>
                </c:pt>
                <c:pt idx="4002">
                  <c:v>120</c:v>
                </c:pt>
                <c:pt idx="4003">
                  <c:v>120</c:v>
                </c:pt>
                <c:pt idx="4004">
                  <c:v>120</c:v>
                </c:pt>
                <c:pt idx="4005">
                  <c:v>120</c:v>
                </c:pt>
                <c:pt idx="4006">
                  <c:v>120.1779696</c:v>
                </c:pt>
                <c:pt idx="4007">
                  <c:v>120.1779696</c:v>
                </c:pt>
                <c:pt idx="4008">
                  <c:v>120.1779696</c:v>
                </c:pt>
                <c:pt idx="4009">
                  <c:v>120.1779696</c:v>
                </c:pt>
                <c:pt idx="4010">
                  <c:v>120.1779696</c:v>
                </c:pt>
                <c:pt idx="4011">
                  <c:v>120.1779696</c:v>
                </c:pt>
                <c:pt idx="4012">
                  <c:v>120.1779696</c:v>
                </c:pt>
                <c:pt idx="4013">
                  <c:v>120.1779696</c:v>
                </c:pt>
                <c:pt idx="4014">
                  <c:v>120.1779696</c:v>
                </c:pt>
                <c:pt idx="4015">
                  <c:v>120.1779696</c:v>
                </c:pt>
                <c:pt idx="4016">
                  <c:v>120.1779696</c:v>
                </c:pt>
                <c:pt idx="4017">
                  <c:v>120.1779696</c:v>
                </c:pt>
                <c:pt idx="4018">
                  <c:v>120.1779696</c:v>
                </c:pt>
                <c:pt idx="4019">
                  <c:v>120.1779696</c:v>
                </c:pt>
                <c:pt idx="4020">
                  <c:v>120.1779696</c:v>
                </c:pt>
                <c:pt idx="4021">
                  <c:v>120.1779696</c:v>
                </c:pt>
                <c:pt idx="4022">
                  <c:v>120.1779696</c:v>
                </c:pt>
                <c:pt idx="4023">
                  <c:v>120.1779696</c:v>
                </c:pt>
                <c:pt idx="4024">
                  <c:v>120.1779696</c:v>
                </c:pt>
                <c:pt idx="4025">
                  <c:v>120.1779696</c:v>
                </c:pt>
                <c:pt idx="4026">
                  <c:v>120.1779696</c:v>
                </c:pt>
                <c:pt idx="4027">
                  <c:v>120.1779696</c:v>
                </c:pt>
                <c:pt idx="4028">
                  <c:v>120.1779696</c:v>
                </c:pt>
                <c:pt idx="4029">
                  <c:v>120.1779696</c:v>
                </c:pt>
                <c:pt idx="4030">
                  <c:v>120.1779696</c:v>
                </c:pt>
                <c:pt idx="4031">
                  <c:v>120.1779696</c:v>
                </c:pt>
                <c:pt idx="4032">
                  <c:v>120.1779696</c:v>
                </c:pt>
                <c:pt idx="4033">
                  <c:v>120.1779696</c:v>
                </c:pt>
                <c:pt idx="4034">
                  <c:v>120.1779696</c:v>
                </c:pt>
                <c:pt idx="4035">
                  <c:v>120.1779696</c:v>
                </c:pt>
                <c:pt idx="4036">
                  <c:v>120.1779696</c:v>
                </c:pt>
                <c:pt idx="4037">
                  <c:v>120.1779696</c:v>
                </c:pt>
                <c:pt idx="4038">
                  <c:v>120.1779696</c:v>
                </c:pt>
                <c:pt idx="4039">
                  <c:v>120.1779696</c:v>
                </c:pt>
                <c:pt idx="4040">
                  <c:v>120.1779696</c:v>
                </c:pt>
                <c:pt idx="4041">
                  <c:v>120.1779696</c:v>
                </c:pt>
                <c:pt idx="4042">
                  <c:v>120.1779696</c:v>
                </c:pt>
                <c:pt idx="4043">
                  <c:v>120.1779696</c:v>
                </c:pt>
                <c:pt idx="4044">
                  <c:v>120.1779696</c:v>
                </c:pt>
                <c:pt idx="4045">
                  <c:v>120.1779696</c:v>
                </c:pt>
                <c:pt idx="4046">
                  <c:v>120.1779696</c:v>
                </c:pt>
                <c:pt idx="4047">
                  <c:v>120.1779696</c:v>
                </c:pt>
                <c:pt idx="4048">
                  <c:v>120.1779696</c:v>
                </c:pt>
                <c:pt idx="4049">
                  <c:v>120.1779696</c:v>
                </c:pt>
                <c:pt idx="4050">
                  <c:v>120.1779696</c:v>
                </c:pt>
                <c:pt idx="4051">
                  <c:v>120.1779696</c:v>
                </c:pt>
                <c:pt idx="4052">
                  <c:v>120.1779696</c:v>
                </c:pt>
                <c:pt idx="4053">
                  <c:v>120.1779696</c:v>
                </c:pt>
                <c:pt idx="4054">
                  <c:v>120.1779696</c:v>
                </c:pt>
                <c:pt idx="4055">
                  <c:v>120.1779696</c:v>
                </c:pt>
                <c:pt idx="4056">
                  <c:v>120.1779696</c:v>
                </c:pt>
                <c:pt idx="4057">
                  <c:v>120.1779696</c:v>
                </c:pt>
                <c:pt idx="4058">
                  <c:v>120.1779696</c:v>
                </c:pt>
                <c:pt idx="4059">
                  <c:v>120.1779696</c:v>
                </c:pt>
                <c:pt idx="4060">
                  <c:v>120.1779696</c:v>
                </c:pt>
                <c:pt idx="4061">
                  <c:v>120.1779696</c:v>
                </c:pt>
                <c:pt idx="4062">
                  <c:v>120.1779696</c:v>
                </c:pt>
                <c:pt idx="4063">
                  <c:v>120.1779696</c:v>
                </c:pt>
                <c:pt idx="4064">
                  <c:v>120.1779696</c:v>
                </c:pt>
                <c:pt idx="4065">
                  <c:v>120.1779696</c:v>
                </c:pt>
                <c:pt idx="4066">
                  <c:v>120.1779696</c:v>
                </c:pt>
                <c:pt idx="4067">
                  <c:v>120.1779696</c:v>
                </c:pt>
                <c:pt idx="4068">
                  <c:v>120.1779696</c:v>
                </c:pt>
                <c:pt idx="4069">
                  <c:v>120.1779696</c:v>
                </c:pt>
                <c:pt idx="4070">
                  <c:v>120.1779696</c:v>
                </c:pt>
                <c:pt idx="4071">
                  <c:v>120.1779696</c:v>
                </c:pt>
                <c:pt idx="4072">
                  <c:v>120.1779696</c:v>
                </c:pt>
                <c:pt idx="4073">
                  <c:v>120.1779696</c:v>
                </c:pt>
                <c:pt idx="4074">
                  <c:v>120.1779696</c:v>
                </c:pt>
                <c:pt idx="4075">
                  <c:v>120.1779696</c:v>
                </c:pt>
                <c:pt idx="4076">
                  <c:v>120.1779696</c:v>
                </c:pt>
                <c:pt idx="4077">
                  <c:v>120.1779696</c:v>
                </c:pt>
                <c:pt idx="4078">
                  <c:v>120.1779696</c:v>
                </c:pt>
                <c:pt idx="4079">
                  <c:v>120.1779696</c:v>
                </c:pt>
                <c:pt idx="4080">
                  <c:v>120.1779696</c:v>
                </c:pt>
                <c:pt idx="4081">
                  <c:v>120.1779696</c:v>
                </c:pt>
                <c:pt idx="4082">
                  <c:v>120.1779696</c:v>
                </c:pt>
                <c:pt idx="4083">
                  <c:v>120.1779696</c:v>
                </c:pt>
                <c:pt idx="4084">
                  <c:v>120.1779696</c:v>
                </c:pt>
                <c:pt idx="4085">
                  <c:v>120.1779696</c:v>
                </c:pt>
                <c:pt idx="4086">
                  <c:v>120.1779696</c:v>
                </c:pt>
                <c:pt idx="4087">
                  <c:v>120.1779696</c:v>
                </c:pt>
                <c:pt idx="4088">
                  <c:v>120.1779696</c:v>
                </c:pt>
                <c:pt idx="4089">
                  <c:v>120.1779696</c:v>
                </c:pt>
                <c:pt idx="4090">
                  <c:v>120.1779696</c:v>
                </c:pt>
                <c:pt idx="4091">
                  <c:v>120.1779696</c:v>
                </c:pt>
                <c:pt idx="4092">
                  <c:v>120.1779696</c:v>
                </c:pt>
                <c:pt idx="4093">
                  <c:v>120.1779696</c:v>
                </c:pt>
                <c:pt idx="4094">
                  <c:v>120.1779696</c:v>
                </c:pt>
                <c:pt idx="4095">
                  <c:v>120.1779696</c:v>
                </c:pt>
                <c:pt idx="4096">
                  <c:v>120.1779696</c:v>
                </c:pt>
                <c:pt idx="4097">
                  <c:v>120.1779696</c:v>
                </c:pt>
                <c:pt idx="4098">
                  <c:v>120.1779696</c:v>
                </c:pt>
                <c:pt idx="4099">
                  <c:v>120.1779696</c:v>
                </c:pt>
                <c:pt idx="4100">
                  <c:v>120.1779696</c:v>
                </c:pt>
                <c:pt idx="4101">
                  <c:v>120.1779696</c:v>
                </c:pt>
                <c:pt idx="4102">
                  <c:v>120.1779696</c:v>
                </c:pt>
                <c:pt idx="4103">
                  <c:v>120.1779696</c:v>
                </c:pt>
                <c:pt idx="4104">
                  <c:v>120.1779696</c:v>
                </c:pt>
                <c:pt idx="4105">
                  <c:v>120.1779696</c:v>
                </c:pt>
                <c:pt idx="4106">
                  <c:v>120.1779696</c:v>
                </c:pt>
                <c:pt idx="4107">
                  <c:v>120.1779696</c:v>
                </c:pt>
                <c:pt idx="4108">
                  <c:v>120.1779696</c:v>
                </c:pt>
                <c:pt idx="4109">
                  <c:v>120.1779696</c:v>
                </c:pt>
                <c:pt idx="4110">
                  <c:v>120.1779696</c:v>
                </c:pt>
                <c:pt idx="4111">
                  <c:v>120.1779696</c:v>
                </c:pt>
                <c:pt idx="4112">
                  <c:v>120.1779696</c:v>
                </c:pt>
                <c:pt idx="4113">
                  <c:v>120.1779696</c:v>
                </c:pt>
                <c:pt idx="4114">
                  <c:v>120.1779696</c:v>
                </c:pt>
                <c:pt idx="4115">
                  <c:v>120.1779696</c:v>
                </c:pt>
                <c:pt idx="4116">
                  <c:v>120.1779696</c:v>
                </c:pt>
                <c:pt idx="4117">
                  <c:v>120.1779696</c:v>
                </c:pt>
                <c:pt idx="4118">
                  <c:v>120.1779696</c:v>
                </c:pt>
                <c:pt idx="4119">
                  <c:v>120.1779696</c:v>
                </c:pt>
                <c:pt idx="4120">
                  <c:v>120.1779696</c:v>
                </c:pt>
                <c:pt idx="4121">
                  <c:v>120.1779696</c:v>
                </c:pt>
                <c:pt idx="4122">
                  <c:v>120.1779696</c:v>
                </c:pt>
                <c:pt idx="4123">
                  <c:v>120.1779696</c:v>
                </c:pt>
                <c:pt idx="4124">
                  <c:v>120.1779696</c:v>
                </c:pt>
                <c:pt idx="4125">
                  <c:v>120.1779696</c:v>
                </c:pt>
                <c:pt idx="4126">
                  <c:v>120.1779696</c:v>
                </c:pt>
                <c:pt idx="4127">
                  <c:v>120.1779696</c:v>
                </c:pt>
                <c:pt idx="4128">
                  <c:v>120.1779696</c:v>
                </c:pt>
                <c:pt idx="4129">
                  <c:v>120.1779696</c:v>
                </c:pt>
                <c:pt idx="4130">
                  <c:v>120.1779696</c:v>
                </c:pt>
                <c:pt idx="4131">
                  <c:v>120.1779696</c:v>
                </c:pt>
                <c:pt idx="4132">
                  <c:v>120.1779696</c:v>
                </c:pt>
                <c:pt idx="4133">
                  <c:v>120.1779696</c:v>
                </c:pt>
                <c:pt idx="4134">
                  <c:v>120.1779696</c:v>
                </c:pt>
                <c:pt idx="4135">
                  <c:v>120.1779696</c:v>
                </c:pt>
                <c:pt idx="4136">
                  <c:v>120.1779696</c:v>
                </c:pt>
                <c:pt idx="4137">
                  <c:v>120.1779696</c:v>
                </c:pt>
                <c:pt idx="4138">
                  <c:v>120.1779696</c:v>
                </c:pt>
                <c:pt idx="4139">
                  <c:v>120.1779696</c:v>
                </c:pt>
                <c:pt idx="4140">
                  <c:v>120.1779696</c:v>
                </c:pt>
                <c:pt idx="4141">
                  <c:v>120.1779696</c:v>
                </c:pt>
                <c:pt idx="4142">
                  <c:v>120.1779696</c:v>
                </c:pt>
                <c:pt idx="4143">
                  <c:v>120.1779696</c:v>
                </c:pt>
                <c:pt idx="4144">
                  <c:v>120.1779696</c:v>
                </c:pt>
                <c:pt idx="4145">
                  <c:v>120.2766829</c:v>
                </c:pt>
                <c:pt idx="4146">
                  <c:v>120.2766829</c:v>
                </c:pt>
                <c:pt idx="4147">
                  <c:v>120.2766829</c:v>
                </c:pt>
                <c:pt idx="4148">
                  <c:v>120.2766829</c:v>
                </c:pt>
                <c:pt idx="4149">
                  <c:v>120.2766829</c:v>
                </c:pt>
                <c:pt idx="4150">
                  <c:v>120.2766829</c:v>
                </c:pt>
                <c:pt idx="4151">
                  <c:v>120.2766829</c:v>
                </c:pt>
                <c:pt idx="4152">
                  <c:v>120.2766829</c:v>
                </c:pt>
                <c:pt idx="4153">
                  <c:v>120.2766829</c:v>
                </c:pt>
                <c:pt idx="4154">
                  <c:v>120.2766829</c:v>
                </c:pt>
                <c:pt idx="4155">
                  <c:v>120.2766829</c:v>
                </c:pt>
                <c:pt idx="4156">
                  <c:v>120.2766829</c:v>
                </c:pt>
                <c:pt idx="4157">
                  <c:v>120.2766829</c:v>
                </c:pt>
                <c:pt idx="4158">
                  <c:v>120.2766829</c:v>
                </c:pt>
                <c:pt idx="4159">
                  <c:v>120.2766829</c:v>
                </c:pt>
                <c:pt idx="4160">
                  <c:v>120.2766829</c:v>
                </c:pt>
                <c:pt idx="4161">
                  <c:v>120.2766829</c:v>
                </c:pt>
                <c:pt idx="4162">
                  <c:v>120.2766829</c:v>
                </c:pt>
                <c:pt idx="4163">
                  <c:v>120.2766829</c:v>
                </c:pt>
                <c:pt idx="4164">
                  <c:v>120.2766829</c:v>
                </c:pt>
                <c:pt idx="4165">
                  <c:v>120.2766829</c:v>
                </c:pt>
                <c:pt idx="4166">
                  <c:v>120.2766829</c:v>
                </c:pt>
                <c:pt idx="4167">
                  <c:v>120.2766829</c:v>
                </c:pt>
                <c:pt idx="4168">
                  <c:v>120.2766829</c:v>
                </c:pt>
                <c:pt idx="4169">
                  <c:v>120.2766829</c:v>
                </c:pt>
                <c:pt idx="4170">
                  <c:v>120.2766829</c:v>
                </c:pt>
                <c:pt idx="4171">
                  <c:v>120.2766829</c:v>
                </c:pt>
                <c:pt idx="4172">
                  <c:v>120.2766829</c:v>
                </c:pt>
                <c:pt idx="4173">
                  <c:v>120.2766829</c:v>
                </c:pt>
                <c:pt idx="4174">
                  <c:v>120.2766829</c:v>
                </c:pt>
                <c:pt idx="4175">
                  <c:v>120.2766829</c:v>
                </c:pt>
                <c:pt idx="4176">
                  <c:v>120.2766829</c:v>
                </c:pt>
                <c:pt idx="4177">
                  <c:v>120.2766829</c:v>
                </c:pt>
                <c:pt idx="4178">
                  <c:v>120.2766829</c:v>
                </c:pt>
                <c:pt idx="4179">
                  <c:v>120.2766829</c:v>
                </c:pt>
                <c:pt idx="4180">
                  <c:v>120.2766829</c:v>
                </c:pt>
                <c:pt idx="4181">
                  <c:v>120.2766829</c:v>
                </c:pt>
                <c:pt idx="4182">
                  <c:v>120.2766829</c:v>
                </c:pt>
                <c:pt idx="4183">
                  <c:v>120.2766829</c:v>
                </c:pt>
                <c:pt idx="4184">
                  <c:v>120.2766829</c:v>
                </c:pt>
                <c:pt idx="4185">
                  <c:v>120.2766829</c:v>
                </c:pt>
                <c:pt idx="4186">
                  <c:v>120.2766829</c:v>
                </c:pt>
                <c:pt idx="4187">
                  <c:v>120.2766829</c:v>
                </c:pt>
                <c:pt idx="4188">
                  <c:v>120.2766829</c:v>
                </c:pt>
                <c:pt idx="4189">
                  <c:v>120.2766829</c:v>
                </c:pt>
                <c:pt idx="4190">
                  <c:v>120.2766829</c:v>
                </c:pt>
                <c:pt idx="4191">
                  <c:v>120.2766829</c:v>
                </c:pt>
                <c:pt idx="4192">
                  <c:v>120.2766829</c:v>
                </c:pt>
                <c:pt idx="4193">
                  <c:v>124.7</c:v>
                </c:pt>
                <c:pt idx="4194">
                  <c:v>124.7</c:v>
                </c:pt>
                <c:pt idx="4195">
                  <c:v>124.7</c:v>
                </c:pt>
                <c:pt idx="4196">
                  <c:v>124.7</c:v>
                </c:pt>
                <c:pt idx="4197">
                  <c:v>124.7</c:v>
                </c:pt>
                <c:pt idx="4198">
                  <c:v>124.7</c:v>
                </c:pt>
                <c:pt idx="4199">
                  <c:v>124.7</c:v>
                </c:pt>
                <c:pt idx="4200">
                  <c:v>124.7</c:v>
                </c:pt>
                <c:pt idx="4201">
                  <c:v>124.7</c:v>
                </c:pt>
                <c:pt idx="4202">
                  <c:v>124.7</c:v>
                </c:pt>
                <c:pt idx="4203">
                  <c:v>124.7</c:v>
                </c:pt>
                <c:pt idx="4204">
                  <c:v>124.7</c:v>
                </c:pt>
                <c:pt idx="4205">
                  <c:v>124.7</c:v>
                </c:pt>
                <c:pt idx="4206">
                  <c:v>124.7</c:v>
                </c:pt>
                <c:pt idx="4207">
                  <c:v>124.7</c:v>
                </c:pt>
                <c:pt idx="4208">
                  <c:v>124.7</c:v>
                </c:pt>
                <c:pt idx="4209">
                  <c:v>124.7</c:v>
                </c:pt>
                <c:pt idx="4210">
                  <c:v>124.7</c:v>
                </c:pt>
                <c:pt idx="4211">
                  <c:v>124.7</c:v>
                </c:pt>
                <c:pt idx="4212">
                  <c:v>124.7</c:v>
                </c:pt>
                <c:pt idx="4213">
                  <c:v>124.7</c:v>
                </c:pt>
                <c:pt idx="4214">
                  <c:v>124.7</c:v>
                </c:pt>
                <c:pt idx="4215">
                  <c:v>124.7</c:v>
                </c:pt>
                <c:pt idx="4216">
                  <c:v>124.7</c:v>
                </c:pt>
                <c:pt idx="4217">
                  <c:v>124.7</c:v>
                </c:pt>
                <c:pt idx="4218">
                  <c:v>124.7</c:v>
                </c:pt>
                <c:pt idx="4219">
                  <c:v>124.7</c:v>
                </c:pt>
                <c:pt idx="4220">
                  <c:v>124.7</c:v>
                </c:pt>
                <c:pt idx="4221">
                  <c:v>124.7</c:v>
                </c:pt>
                <c:pt idx="4222">
                  <c:v>124.7</c:v>
                </c:pt>
                <c:pt idx="4223">
                  <c:v>124.7</c:v>
                </c:pt>
                <c:pt idx="4224">
                  <c:v>124.7</c:v>
                </c:pt>
                <c:pt idx="4225">
                  <c:v>124.7</c:v>
                </c:pt>
                <c:pt idx="4226">
                  <c:v>124.7</c:v>
                </c:pt>
                <c:pt idx="4227">
                  <c:v>124.7</c:v>
                </c:pt>
                <c:pt idx="4228">
                  <c:v>124.7</c:v>
                </c:pt>
                <c:pt idx="4229">
                  <c:v>124.7</c:v>
                </c:pt>
                <c:pt idx="4230">
                  <c:v>124.7</c:v>
                </c:pt>
                <c:pt idx="4231">
                  <c:v>124.7</c:v>
                </c:pt>
                <c:pt idx="4232">
                  <c:v>124.7</c:v>
                </c:pt>
                <c:pt idx="4233">
                  <c:v>124.7</c:v>
                </c:pt>
                <c:pt idx="4234">
                  <c:v>124.7</c:v>
                </c:pt>
                <c:pt idx="4235">
                  <c:v>124.7</c:v>
                </c:pt>
                <c:pt idx="4236">
                  <c:v>124.7</c:v>
                </c:pt>
                <c:pt idx="4237">
                  <c:v>124.7</c:v>
                </c:pt>
                <c:pt idx="4238">
                  <c:v>124.7</c:v>
                </c:pt>
                <c:pt idx="4239">
                  <c:v>124.7</c:v>
                </c:pt>
                <c:pt idx="4240">
                  <c:v>124.7</c:v>
                </c:pt>
                <c:pt idx="4241">
                  <c:v>124.7</c:v>
                </c:pt>
                <c:pt idx="4242">
                  <c:v>124.7</c:v>
                </c:pt>
                <c:pt idx="4243">
                  <c:v>124.7</c:v>
                </c:pt>
                <c:pt idx="4244">
                  <c:v>124.7</c:v>
                </c:pt>
                <c:pt idx="4245">
                  <c:v>124.7</c:v>
                </c:pt>
                <c:pt idx="4246">
                  <c:v>124.7</c:v>
                </c:pt>
                <c:pt idx="4247">
                  <c:v>124.7</c:v>
                </c:pt>
                <c:pt idx="4248">
                  <c:v>124.7</c:v>
                </c:pt>
                <c:pt idx="4249">
                  <c:v>124.7</c:v>
                </c:pt>
                <c:pt idx="4250">
                  <c:v>124.7</c:v>
                </c:pt>
                <c:pt idx="4251">
                  <c:v>124.7</c:v>
                </c:pt>
                <c:pt idx="4252">
                  <c:v>124.7</c:v>
                </c:pt>
                <c:pt idx="4253">
                  <c:v>124.7</c:v>
                </c:pt>
                <c:pt idx="4254">
                  <c:v>124.7</c:v>
                </c:pt>
                <c:pt idx="4255">
                  <c:v>124.7</c:v>
                </c:pt>
                <c:pt idx="4256">
                  <c:v>124.7</c:v>
                </c:pt>
                <c:pt idx="4257">
                  <c:v>124.7</c:v>
                </c:pt>
                <c:pt idx="4258">
                  <c:v>124.7</c:v>
                </c:pt>
                <c:pt idx="4259">
                  <c:v>124.7</c:v>
                </c:pt>
                <c:pt idx="4260">
                  <c:v>124.7</c:v>
                </c:pt>
                <c:pt idx="4261">
                  <c:v>124.7</c:v>
                </c:pt>
                <c:pt idx="4262">
                  <c:v>124.7</c:v>
                </c:pt>
                <c:pt idx="4263">
                  <c:v>124.7</c:v>
                </c:pt>
                <c:pt idx="4264">
                  <c:v>124.7</c:v>
                </c:pt>
                <c:pt idx="4265">
                  <c:v>124.7</c:v>
                </c:pt>
                <c:pt idx="4266">
                  <c:v>124.7</c:v>
                </c:pt>
                <c:pt idx="4267">
                  <c:v>124.7</c:v>
                </c:pt>
                <c:pt idx="4268">
                  <c:v>124.7</c:v>
                </c:pt>
                <c:pt idx="4269">
                  <c:v>124.7</c:v>
                </c:pt>
                <c:pt idx="4270">
                  <c:v>124.7</c:v>
                </c:pt>
                <c:pt idx="4271">
                  <c:v>124.7</c:v>
                </c:pt>
                <c:pt idx="4272">
                  <c:v>124.7</c:v>
                </c:pt>
                <c:pt idx="4273">
                  <c:v>124.7</c:v>
                </c:pt>
                <c:pt idx="4274">
                  <c:v>124.7</c:v>
                </c:pt>
                <c:pt idx="4275">
                  <c:v>124.7</c:v>
                </c:pt>
                <c:pt idx="4276">
                  <c:v>124.7</c:v>
                </c:pt>
                <c:pt idx="4277">
                  <c:v>124.7</c:v>
                </c:pt>
                <c:pt idx="4278">
                  <c:v>124.7</c:v>
                </c:pt>
                <c:pt idx="4279">
                  <c:v>124.7</c:v>
                </c:pt>
                <c:pt idx="4280">
                  <c:v>124.7</c:v>
                </c:pt>
                <c:pt idx="4281">
                  <c:v>124.7</c:v>
                </c:pt>
                <c:pt idx="4282">
                  <c:v>124.7</c:v>
                </c:pt>
                <c:pt idx="4283">
                  <c:v>124.7</c:v>
                </c:pt>
                <c:pt idx="4284">
                  <c:v>124.7</c:v>
                </c:pt>
                <c:pt idx="4285">
                  <c:v>124.7</c:v>
                </c:pt>
                <c:pt idx="4286">
                  <c:v>124.7</c:v>
                </c:pt>
                <c:pt idx="4287">
                  <c:v>124.7</c:v>
                </c:pt>
                <c:pt idx="4288">
                  <c:v>124.7</c:v>
                </c:pt>
                <c:pt idx="4289">
                  <c:v>124.7</c:v>
                </c:pt>
                <c:pt idx="4290">
                  <c:v>124.7</c:v>
                </c:pt>
                <c:pt idx="4291">
                  <c:v>124.7</c:v>
                </c:pt>
                <c:pt idx="4292">
                  <c:v>124.7</c:v>
                </c:pt>
                <c:pt idx="4293">
                  <c:v>124.7</c:v>
                </c:pt>
                <c:pt idx="4294">
                  <c:v>124.7</c:v>
                </c:pt>
                <c:pt idx="4295">
                  <c:v>124.7</c:v>
                </c:pt>
                <c:pt idx="4296">
                  <c:v>124.7</c:v>
                </c:pt>
                <c:pt idx="4297">
                  <c:v>124.7</c:v>
                </c:pt>
                <c:pt idx="4298">
                  <c:v>124.7</c:v>
                </c:pt>
                <c:pt idx="4299">
                  <c:v>124.7</c:v>
                </c:pt>
                <c:pt idx="4300">
                  <c:v>124.7</c:v>
                </c:pt>
                <c:pt idx="4301">
                  <c:v>124.7</c:v>
                </c:pt>
                <c:pt idx="4302">
                  <c:v>124.7</c:v>
                </c:pt>
                <c:pt idx="4303">
                  <c:v>124.7</c:v>
                </c:pt>
                <c:pt idx="4304">
                  <c:v>124.7</c:v>
                </c:pt>
                <c:pt idx="4305">
                  <c:v>124.7</c:v>
                </c:pt>
                <c:pt idx="4306">
                  <c:v>124.7</c:v>
                </c:pt>
                <c:pt idx="4307">
                  <c:v>124.7</c:v>
                </c:pt>
                <c:pt idx="4308">
                  <c:v>124.7</c:v>
                </c:pt>
                <c:pt idx="4309">
                  <c:v>124.7</c:v>
                </c:pt>
                <c:pt idx="4310">
                  <c:v>124.7</c:v>
                </c:pt>
                <c:pt idx="4311">
                  <c:v>124.7</c:v>
                </c:pt>
                <c:pt idx="4312">
                  <c:v>124.7</c:v>
                </c:pt>
                <c:pt idx="4313">
                  <c:v>124.7</c:v>
                </c:pt>
                <c:pt idx="4314">
                  <c:v>124.7</c:v>
                </c:pt>
                <c:pt idx="4315">
                  <c:v>124.7</c:v>
                </c:pt>
                <c:pt idx="4316">
                  <c:v>124.7</c:v>
                </c:pt>
                <c:pt idx="4317">
                  <c:v>124.7</c:v>
                </c:pt>
                <c:pt idx="4318">
                  <c:v>124.7</c:v>
                </c:pt>
                <c:pt idx="4319">
                  <c:v>124.7</c:v>
                </c:pt>
                <c:pt idx="4320">
                  <c:v>124.7</c:v>
                </c:pt>
                <c:pt idx="4321">
                  <c:v>124.7</c:v>
                </c:pt>
                <c:pt idx="4322">
                  <c:v>124.7</c:v>
                </c:pt>
                <c:pt idx="4323">
                  <c:v>124.7</c:v>
                </c:pt>
                <c:pt idx="4324">
                  <c:v>124.7</c:v>
                </c:pt>
                <c:pt idx="4325">
                  <c:v>124.7</c:v>
                </c:pt>
                <c:pt idx="4326">
                  <c:v>124.7</c:v>
                </c:pt>
                <c:pt idx="4327">
                  <c:v>124.7</c:v>
                </c:pt>
                <c:pt idx="4328">
                  <c:v>124.7</c:v>
                </c:pt>
                <c:pt idx="4329">
                  <c:v>124.7</c:v>
                </c:pt>
                <c:pt idx="4330">
                  <c:v>124.7</c:v>
                </c:pt>
                <c:pt idx="4331">
                  <c:v>124.7</c:v>
                </c:pt>
                <c:pt idx="4332">
                  <c:v>124.7</c:v>
                </c:pt>
                <c:pt idx="4333">
                  <c:v>124.7</c:v>
                </c:pt>
                <c:pt idx="4334">
                  <c:v>124.7</c:v>
                </c:pt>
                <c:pt idx="4335">
                  <c:v>124.7</c:v>
                </c:pt>
                <c:pt idx="4336">
                  <c:v>124.7</c:v>
                </c:pt>
                <c:pt idx="4337">
                  <c:v>124.7</c:v>
                </c:pt>
                <c:pt idx="4338">
                  <c:v>124.7</c:v>
                </c:pt>
                <c:pt idx="4339">
                  <c:v>124.7</c:v>
                </c:pt>
                <c:pt idx="4340">
                  <c:v>124.7</c:v>
                </c:pt>
                <c:pt idx="4341">
                  <c:v>124.7</c:v>
                </c:pt>
                <c:pt idx="4342">
                  <c:v>124.7</c:v>
                </c:pt>
                <c:pt idx="4343">
                  <c:v>124.7</c:v>
                </c:pt>
                <c:pt idx="4344">
                  <c:v>124.7</c:v>
                </c:pt>
                <c:pt idx="4345">
                  <c:v>124.7</c:v>
                </c:pt>
                <c:pt idx="4346">
                  <c:v>124.7</c:v>
                </c:pt>
                <c:pt idx="4347">
                  <c:v>124.7</c:v>
                </c:pt>
                <c:pt idx="4348">
                  <c:v>124.7</c:v>
                </c:pt>
                <c:pt idx="4349">
                  <c:v>124.7</c:v>
                </c:pt>
                <c:pt idx="4350">
                  <c:v>124.7</c:v>
                </c:pt>
                <c:pt idx="4351">
                  <c:v>124.7</c:v>
                </c:pt>
                <c:pt idx="4352">
                  <c:v>124.7</c:v>
                </c:pt>
                <c:pt idx="4353">
                  <c:v>124.7</c:v>
                </c:pt>
                <c:pt idx="4354">
                  <c:v>124.7</c:v>
                </c:pt>
                <c:pt idx="4355">
                  <c:v>124.7</c:v>
                </c:pt>
                <c:pt idx="4356">
                  <c:v>124.7</c:v>
                </c:pt>
                <c:pt idx="4357">
                  <c:v>124.7</c:v>
                </c:pt>
                <c:pt idx="4358">
                  <c:v>124.7</c:v>
                </c:pt>
                <c:pt idx="4359">
                  <c:v>124.7</c:v>
                </c:pt>
                <c:pt idx="4360">
                  <c:v>124.7</c:v>
                </c:pt>
                <c:pt idx="4361">
                  <c:v>124.7</c:v>
                </c:pt>
                <c:pt idx="4362">
                  <c:v>124.7</c:v>
                </c:pt>
                <c:pt idx="4363">
                  <c:v>124.7</c:v>
                </c:pt>
                <c:pt idx="4364">
                  <c:v>124.7</c:v>
                </c:pt>
                <c:pt idx="4365">
                  <c:v>124.7</c:v>
                </c:pt>
                <c:pt idx="4366">
                  <c:v>124.7</c:v>
                </c:pt>
                <c:pt idx="4367">
                  <c:v>124.7</c:v>
                </c:pt>
                <c:pt idx="4368">
                  <c:v>124.7</c:v>
                </c:pt>
                <c:pt idx="4369">
                  <c:v>124.7</c:v>
                </c:pt>
                <c:pt idx="4370">
                  <c:v>124.7</c:v>
                </c:pt>
                <c:pt idx="4371">
                  <c:v>124.7</c:v>
                </c:pt>
                <c:pt idx="4372">
                  <c:v>124.7</c:v>
                </c:pt>
                <c:pt idx="4373">
                  <c:v>124.7</c:v>
                </c:pt>
                <c:pt idx="4374">
                  <c:v>124.7</c:v>
                </c:pt>
                <c:pt idx="4375">
                  <c:v>124.7</c:v>
                </c:pt>
                <c:pt idx="4376">
                  <c:v>124.7</c:v>
                </c:pt>
                <c:pt idx="4377">
                  <c:v>124.7</c:v>
                </c:pt>
                <c:pt idx="4378">
                  <c:v>124.7</c:v>
                </c:pt>
                <c:pt idx="4379">
                  <c:v>124.7</c:v>
                </c:pt>
                <c:pt idx="4380">
                  <c:v>124.7</c:v>
                </c:pt>
                <c:pt idx="4381">
                  <c:v>124.7</c:v>
                </c:pt>
                <c:pt idx="4382">
                  <c:v>124.7</c:v>
                </c:pt>
                <c:pt idx="4383">
                  <c:v>124.7</c:v>
                </c:pt>
                <c:pt idx="4384">
                  <c:v>124.7</c:v>
                </c:pt>
                <c:pt idx="4385">
                  <c:v>124.7</c:v>
                </c:pt>
                <c:pt idx="4386">
                  <c:v>124.7</c:v>
                </c:pt>
                <c:pt idx="4387">
                  <c:v>124.7</c:v>
                </c:pt>
                <c:pt idx="4388">
                  <c:v>124.7</c:v>
                </c:pt>
                <c:pt idx="4389">
                  <c:v>124.7</c:v>
                </c:pt>
                <c:pt idx="4390">
                  <c:v>124.7</c:v>
                </c:pt>
                <c:pt idx="4391">
                  <c:v>124.7</c:v>
                </c:pt>
                <c:pt idx="4392">
                  <c:v>124.7</c:v>
                </c:pt>
                <c:pt idx="4393">
                  <c:v>124.7</c:v>
                </c:pt>
                <c:pt idx="4394">
                  <c:v>124.7</c:v>
                </c:pt>
                <c:pt idx="4395">
                  <c:v>124.7</c:v>
                </c:pt>
                <c:pt idx="4396">
                  <c:v>124.7</c:v>
                </c:pt>
                <c:pt idx="4397">
                  <c:v>124.7</c:v>
                </c:pt>
                <c:pt idx="4398">
                  <c:v>124.7</c:v>
                </c:pt>
                <c:pt idx="4399">
                  <c:v>124.7</c:v>
                </c:pt>
                <c:pt idx="4400">
                  <c:v>124.7</c:v>
                </c:pt>
                <c:pt idx="4401">
                  <c:v>124.7</c:v>
                </c:pt>
                <c:pt idx="4402">
                  <c:v>124.7</c:v>
                </c:pt>
                <c:pt idx="4403">
                  <c:v>124.7</c:v>
                </c:pt>
                <c:pt idx="4404">
                  <c:v>124.7</c:v>
                </c:pt>
                <c:pt idx="4405">
                  <c:v>124.7</c:v>
                </c:pt>
                <c:pt idx="4406">
                  <c:v>124.7</c:v>
                </c:pt>
                <c:pt idx="4407">
                  <c:v>124.7</c:v>
                </c:pt>
                <c:pt idx="4408">
                  <c:v>124.7</c:v>
                </c:pt>
                <c:pt idx="4409">
                  <c:v>124.7</c:v>
                </c:pt>
                <c:pt idx="4410">
                  <c:v>124.7</c:v>
                </c:pt>
                <c:pt idx="4411">
                  <c:v>124.7</c:v>
                </c:pt>
                <c:pt idx="4412">
                  <c:v>124.7</c:v>
                </c:pt>
                <c:pt idx="4413">
                  <c:v>124.7</c:v>
                </c:pt>
                <c:pt idx="4414">
                  <c:v>124.7</c:v>
                </c:pt>
                <c:pt idx="4415">
                  <c:v>124.7</c:v>
                </c:pt>
                <c:pt idx="4416">
                  <c:v>124.7</c:v>
                </c:pt>
                <c:pt idx="4417">
                  <c:v>124.7</c:v>
                </c:pt>
                <c:pt idx="4418">
                  <c:v>124.7</c:v>
                </c:pt>
                <c:pt idx="4419">
                  <c:v>124.7</c:v>
                </c:pt>
                <c:pt idx="4420">
                  <c:v>124.7</c:v>
                </c:pt>
                <c:pt idx="4421">
                  <c:v>124.7</c:v>
                </c:pt>
                <c:pt idx="4422">
                  <c:v>124.7</c:v>
                </c:pt>
                <c:pt idx="4423">
                  <c:v>124.7</c:v>
                </c:pt>
                <c:pt idx="4424">
                  <c:v>124.7</c:v>
                </c:pt>
                <c:pt idx="4425">
                  <c:v>124.7</c:v>
                </c:pt>
                <c:pt idx="4426">
                  <c:v>124.7</c:v>
                </c:pt>
                <c:pt idx="4427">
                  <c:v>124.7</c:v>
                </c:pt>
                <c:pt idx="4428">
                  <c:v>124.7</c:v>
                </c:pt>
                <c:pt idx="4429">
                  <c:v>124.7</c:v>
                </c:pt>
                <c:pt idx="4430">
                  <c:v>124.7</c:v>
                </c:pt>
                <c:pt idx="4431">
                  <c:v>124.7</c:v>
                </c:pt>
                <c:pt idx="4432">
                  <c:v>124.7</c:v>
                </c:pt>
                <c:pt idx="4433">
                  <c:v>124.7</c:v>
                </c:pt>
                <c:pt idx="4434">
                  <c:v>124.7</c:v>
                </c:pt>
                <c:pt idx="4435">
                  <c:v>124.7</c:v>
                </c:pt>
                <c:pt idx="4436">
                  <c:v>124.7</c:v>
                </c:pt>
                <c:pt idx="4437">
                  <c:v>124.7</c:v>
                </c:pt>
                <c:pt idx="4438">
                  <c:v>124.7</c:v>
                </c:pt>
                <c:pt idx="4439">
                  <c:v>124.7</c:v>
                </c:pt>
                <c:pt idx="4440">
                  <c:v>124.7</c:v>
                </c:pt>
                <c:pt idx="4441">
                  <c:v>124.7</c:v>
                </c:pt>
                <c:pt idx="4442">
                  <c:v>124.7</c:v>
                </c:pt>
                <c:pt idx="4443">
                  <c:v>124.7</c:v>
                </c:pt>
                <c:pt idx="4444">
                  <c:v>124.7</c:v>
                </c:pt>
                <c:pt idx="4445">
                  <c:v>124.7</c:v>
                </c:pt>
                <c:pt idx="4446">
                  <c:v>124.7</c:v>
                </c:pt>
                <c:pt idx="4447">
                  <c:v>124.7</c:v>
                </c:pt>
                <c:pt idx="4448">
                  <c:v>124.7</c:v>
                </c:pt>
                <c:pt idx="4449">
                  <c:v>124.7</c:v>
                </c:pt>
                <c:pt idx="4450">
                  <c:v>124.7</c:v>
                </c:pt>
                <c:pt idx="4451">
                  <c:v>124.7</c:v>
                </c:pt>
                <c:pt idx="4452">
                  <c:v>124.7</c:v>
                </c:pt>
                <c:pt idx="4453">
                  <c:v>124.7</c:v>
                </c:pt>
                <c:pt idx="4454">
                  <c:v>124.7</c:v>
                </c:pt>
                <c:pt idx="4455">
                  <c:v>124.7</c:v>
                </c:pt>
                <c:pt idx="4456">
                  <c:v>124.7</c:v>
                </c:pt>
                <c:pt idx="4457">
                  <c:v>124.7</c:v>
                </c:pt>
                <c:pt idx="4458">
                  <c:v>124.7</c:v>
                </c:pt>
                <c:pt idx="4459">
                  <c:v>124.7</c:v>
                </c:pt>
                <c:pt idx="4460">
                  <c:v>124.7</c:v>
                </c:pt>
                <c:pt idx="4461">
                  <c:v>124.7</c:v>
                </c:pt>
                <c:pt idx="4462">
                  <c:v>124.7</c:v>
                </c:pt>
                <c:pt idx="4463">
                  <c:v>124.7</c:v>
                </c:pt>
                <c:pt idx="4464">
                  <c:v>124.7</c:v>
                </c:pt>
                <c:pt idx="4465">
                  <c:v>124.7</c:v>
                </c:pt>
                <c:pt idx="4466">
                  <c:v>124.7</c:v>
                </c:pt>
                <c:pt idx="4467">
                  <c:v>124.7</c:v>
                </c:pt>
                <c:pt idx="4468">
                  <c:v>124.7</c:v>
                </c:pt>
                <c:pt idx="4469">
                  <c:v>124.7</c:v>
                </c:pt>
                <c:pt idx="4470">
                  <c:v>124.7</c:v>
                </c:pt>
                <c:pt idx="4471">
                  <c:v>124.7</c:v>
                </c:pt>
                <c:pt idx="4472">
                  <c:v>124.7</c:v>
                </c:pt>
                <c:pt idx="4473">
                  <c:v>124.7</c:v>
                </c:pt>
                <c:pt idx="4474">
                  <c:v>146.93825849999999</c:v>
                </c:pt>
                <c:pt idx="4475">
                  <c:v>146.93825849999999</c:v>
                </c:pt>
                <c:pt idx="4476">
                  <c:v>146.93825849999999</c:v>
                </c:pt>
                <c:pt idx="4477">
                  <c:v>146.93825849999999</c:v>
                </c:pt>
                <c:pt idx="4478">
                  <c:v>146.93825849999999</c:v>
                </c:pt>
                <c:pt idx="4479">
                  <c:v>146.93825849999999</c:v>
                </c:pt>
                <c:pt idx="4480">
                  <c:v>146.93825849999999</c:v>
                </c:pt>
                <c:pt idx="4481">
                  <c:v>146.93825849999999</c:v>
                </c:pt>
                <c:pt idx="4482">
                  <c:v>146.93825849999999</c:v>
                </c:pt>
                <c:pt idx="4483">
                  <c:v>146.93825849999999</c:v>
                </c:pt>
                <c:pt idx="4484">
                  <c:v>146.93825849999999</c:v>
                </c:pt>
                <c:pt idx="4485">
                  <c:v>146.93825849999999</c:v>
                </c:pt>
                <c:pt idx="4486">
                  <c:v>146.93825849999999</c:v>
                </c:pt>
                <c:pt idx="4487">
                  <c:v>146.93825849999999</c:v>
                </c:pt>
                <c:pt idx="4488">
                  <c:v>146.93825849999999</c:v>
                </c:pt>
                <c:pt idx="4489">
                  <c:v>146.93825849999999</c:v>
                </c:pt>
                <c:pt idx="4490">
                  <c:v>146.93825849999999</c:v>
                </c:pt>
                <c:pt idx="4491">
                  <c:v>146.93825849999999</c:v>
                </c:pt>
                <c:pt idx="4492">
                  <c:v>146.93825849999999</c:v>
                </c:pt>
                <c:pt idx="4493">
                  <c:v>146.93825849999999</c:v>
                </c:pt>
                <c:pt idx="4494">
                  <c:v>146.93825849999999</c:v>
                </c:pt>
                <c:pt idx="4495">
                  <c:v>146.93825849999999</c:v>
                </c:pt>
                <c:pt idx="4496">
                  <c:v>146.93825849999999</c:v>
                </c:pt>
                <c:pt idx="4497">
                  <c:v>146.93825849999999</c:v>
                </c:pt>
                <c:pt idx="4498">
                  <c:v>146.93825849999999</c:v>
                </c:pt>
                <c:pt idx="4499">
                  <c:v>146.93825849999999</c:v>
                </c:pt>
                <c:pt idx="4500">
                  <c:v>146.93825849999999</c:v>
                </c:pt>
                <c:pt idx="4501">
                  <c:v>146.93825849999999</c:v>
                </c:pt>
                <c:pt idx="4502">
                  <c:v>146.93825849999999</c:v>
                </c:pt>
                <c:pt idx="4503">
                  <c:v>146.93825849999999</c:v>
                </c:pt>
                <c:pt idx="4504">
                  <c:v>146.93825849999999</c:v>
                </c:pt>
                <c:pt idx="4505">
                  <c:v>146.93825849999999</c:v>
                </c:pt>
                <c:pt idx="4506">
                  <c:v>146.93825849999999</c:v>
                </c:pt>
                <c:pt idx="4507">
                  <c:v>147.51043200000001</c:v>
                </c:pt>
                <c:pt idx="4508">
                  <c:v>147.51043200000001</c:v>
                </c:pt>
                <c:pt idx="4509">
                  <c:v>147.51043200000001</c:v>
                </c:pt>
                <c:pt idx="4510">
                  <c:v>147.51043200000001</c:v>
                </c:pt>
                <c:pt idx="4511">
                  <c:v>147.51043200000001</c:v>
                </c:pt>
                <c:pt idx="4512">
                  <c:v>147.51043200000001</c:v>
                </c:pt>
                <c:pt idx="4513">
                  <c:v>147.51043200000001</c:v>
                </c:pt>
                <c:pt idx="4514">
                  <c:v>147.51043200000001</c:v>
                </c:pt>
                <c:pt idx="4515">
                  <c:v>147.51043200000001</c:v>
                </c:pt>
                <c:pt idx="4516">
                  <c:v>147.51043200000001</c:v>
                </c:pt>
                <c:pt idx="4517">
                  <c:v>147.51043200000001</c:v>
                </c:pt>
                <c:pt idx="4518">
                  <c:v>147.51043200000001</c:v>
                </c:pt>
                <c:pt idx="4519">
                  <c:v>147.51043200000001</c:v>
                </c:pt>
                <c:pt idx="4520">
                  <c:v>147.51043200000001</c:v>
                </c:pt>
                <c:pt idx="4521">
                  <c:v>147.51043200000001</c:v>
                </c:pt>
                <c:pt idx="4522">
                  <c:v>147.51043200000001</c:v>
                </c:pt>
                <c:pt idx="4523">
                  <c:v>147.51043200000001</c:v>
                </c:pt>
                <c:pt idx="4524">
                  <c:v>147.51043200000001</c:v>
                </c:pt>
                <c:pt idx="4525">
                  <c:v>147.51043200000001</c:v>
                </c:pt>
                <c:pt idx="4526">
                  <c:v>147.51043200000001</c:v>
                </c:pt>
                <c:pt idx="4527">
                  <c:v>147.51043200000001</c:v>
                </c:pt>
                <c:pt idx="4528">
                  <c:v>147.51043200000001</c:v>
                </c:pt>
                <c:pt idx="4529">
                  <c:v>147.51043200000001</c:v>
                </c:pt>
                <c:pt idx="4530">
                  <c:v>147.51043200000001</c:v>
                </c:pt>
                <c:pt idx="4531">
                  <c:v>147.51043200000001</c:v>
                </c:pt>
                <c:pt idx="4532">
                  <c:v>147.51043200000001</c:v>
                </c:pt>
                <c:pt idx="4533">
                  <c:v>147.51043200000001</c:v>
                </c:pt>
                <c:pt idx="4534">
                  <c:v>147.51043200000001</c:v>
                </c:pt>
                <c:pt idx="4535">
                  <c:v>147.51043200000001</c:v>
                </c:pt>
                <c:pt idx="4536">
                  <c:v>147.51043200000001</c:v>
                </c:pt>
                <c:pt idx="4537">
                  <c:v>147.51043200000001</c:v>
                </c:pt>
                <c:pt idx="4538">
                  <c:v>147.51043200000001</c:v>
                </c:pt>
                <c:pt idx="4539">
                  <c:v>147.51043200000001</c:v>
                </c:pt>
                <c:pt idx="4540">
                  <c:v>147.51043200000001</c:v>
                </c:pt>
                <c:pt idx="4541">
                  <c:v>147.51043200000001</c:v>
                </c:pt>
                <c:pt idx="4542">
                  <c:v>147.51043200000001</c:v>
                </c:pt>
                <c:pt idx="4543">
                  <c:v>147.51043200000001</c:v>
                </c:pt>
                <c:pt idx="4544">
                  <c:v>147.51043200000001</c:v>
                </c:pt>
                <c:pt idx="4545">
                  <c:v>147.51043200000001</c:v>
                </c:pt>
                <c:pt idx="4546">
                  <c:v>147.51043200000001</c:v>
                </c:pt>
                <c:pt idx="4547">
                  <c:v>147.51043200000001</c:v>
                </c:pt>
                <c:pt idx="4548">
                  <c:v>147.51043200000001</c:v>
                </c:pt>
                <c:pt idx="4549">
                  <c:v>147.51043200000001</c:v>
                </c:pt>
                <c:pt idx="4550">
                  <c:v>147.51043200000001</c:v>
                </c:pt>
                <c:pt idx="4551">
                  <c:v>147.51043200000001</c:v>
                </c:pt>
                <c:pt idx="4552">
                  <c:v>147.51043200000001</c:v>
                </c:pt>
                <c:pt idx="4553">
                  <c:v>147.51043200000001</c:v>
                </c:pt>
                <c:pt idx="4554">
                  <c:v>147.51043200000001</c:v>
                </c:pt>
                <c:pt idx="4555">
                  <c:v>147.51043200000001</c:v>
                </c:pt>
                <c:pt idx="4556">
                  <c:v>147.51043200000001</c:v>
                </c:pt>
                <c:pt idx="4557">
                  <c:v>147.51043200000001</c:v>
                </c:pt>
                <c:pt idx="4558">
                  <c:v>147.51043200000001</c:v>
                </c:pt>
                <c:pt idx="4559">
                  <c:v>147.51043200000001</c:v>
                </c:pt>
                <c:pt idx="4560">
                  <c:v>147.51043200000001</c:v>
                </c:pt>
                <c:pt idx="4561">
                  <c:v>147.51043200000001</c:v>
                </c:pt>
                <c:pt idx="4562">
                  <c:v>147.51043200000001</c:v>
                </c:pt>
                <c:pt idx="4563">
                  <c:v>147.51043200000001</c:v>
                </c:pt>
                <c:pt idx="4564">
                  <c:v>147.51043200000001</c:v>
                </c:pt>
                <c:pt idx="4565">
                  <c:v>147.51043200000001</c:v>
                </c:pt>
                <c:pt idx="4566">
                  <c:v>147.51043200000001</c:v>
                </c:pt>
                <c:pt idx="4567">
                  <c:v>147.51043200000001</c:v>
                </c:pt>
                <c:pt idx="4568">
                  <c:v>147.51043200000001</c:v>
                </c:pt>
                <c:pt idx="4569">
                  <c:v>147.51043200000001</c:v>
                </c:pt>
                <c:pt idx="4570">
                  <c:v>147.51043200000001</c:v>
                </c:pt>
                <c:pt idx="4571">
                  <c:v>147.51043200000001</c:v>
                </c:pt>
                <c:pt idx="4572">
                  <c:v>147.51043200000001</c:v>
                </c:pt>
                <c:pt idx="4573">
                  <c:v>147.51043200000001</c:v>
                </c:pt>
                <c:pt idx="4574">
                  <c:v>147.51043200000001</c:v>
                </c:pt>
                <c:pt idx="4575">
                  <c:v>147.51043200000001</c:v>
                </c:pt>
                <c:pt idx="4576">
                  <c:v>147.51043200000001</c:v>
                </c:pt>
                <c:pt idx="4577">
                  <c:v>147.51043200000001</c:v>
                </c:pt>
                <c:pt idx="4578">
                  <c:v>147.51043200000001</c:v>
                </c:pt>
                <c:pt idx="4579">
                  <c:v>147.51043200000001</c:v>
                </c:pt>
                <c:pt idx="4580">
                  <c:v>147.51043200000001</c:v>
                </c:pt>
                <c:pt idx="4581">
                  <c:v>147.51043200000001</c:v>
                </c:pt>
                <c:pt idx="4582">
                  <c:v>147.51043200000001</c:v>
                </c:pt>
                <c:pt idx="4583">
                  <c:v>147.51043200000001</c:v>
                </c:pt>
                <c:pt idx="4584">
                  <c:v>147.51043200000001</c:v>
                </c:pt>
                <c:pt idx="4585">
                  <c:v>147.51043200000001</c:v>
                </c:pt>
                <c:pt idx="4586">
                  <c:v>147.51043200000001</c:v>
                </c:pt>
                <c:pt idx="4587">
                  <c:v>147.51043200000001</c:v>
                </c:pt>
                <c:pt idx="4588">
                  <c:v>147.51043200000001</c:v>
                </c:pt>
                <c:pt idx="4589">
                  <c:v>147.51043200000001</c:v>
                </c:pt>
                <c:pt idx="4590">
                  <c:v>147.51043200000001</c:v>
                </c:pt>
                <c:pt idx="4591">
                  <c:v>147.51043200000001</c:v>
                </c:pt>
                <c:pt idx="4592">
                  <c:v>147.51043200000001</c:v>
                </c:pt>
                <c:pt idx="4593">
                  <c:v>147.51043200000001</c:v>
                </c:pt>
                <c:pt idx="4594">
                  <c:v>147.51043200000001</c:v>
                </c:pt>
                <c:pt idx="4595">
                  <c:v>147.51043200000001</c:v>
                </c:pt>
                <c:pt idx="4596">
                  <c:v>147.51043200000001</c:v>
                </c:pt>
                <c:pt idx="4597">
                  <c:v>147.51043200000001</c:v>
                </c:pt>
                <c:pt idx="4598">
                  <c:v>147.51043200000001</c:v>
                </c:pt>
                <c:pt idx="4599">
                  <c:v>147.51043200000001</c:v>
                </c:pt>
                <c:pt idx="4600">
                  <c:v>147.51043200000001</c:v>
                </c:pt>
                <c:pt idx="4601">
                  <c:v>147.51043200000001</c:v>
                </c:pt>
                <c:pt idx="4602">
                  <c:v>147.51043200000001</c:v>
                </c:pt>
                <c:pt idx="4603">
                  <c:v>147.51043200000001</c:v>
                </c:pt>
                <c:pt idx="4604">
                  <c:v>147.51043200000001</c:v>
                </c:pt>
                <c:pt idx="4605">
                  <c:v>147.51043200000001</c:v>
                </c:pt>
                <c:pt idx="4606">
                  <c:v>147.51043200000001</c:v>
                </c:pt>
                <c:pt idx="4607">
                  <c:v>147.51043200000001</c:v>
                </c:pt>
                <c:pt idx="4608">
                  <c:v>147.51043200000001</c:v>
                </c:pt>
                <c:pt idx="4609">
                  <c:v>147.51043200000001</c:v>
                </c:pt>
                <c:pt idx="4610">
                  <c:v>147.51043200000001</c:v>
                </c:pt>
                <c:pt idx="4611">
                  <c:v>147.51043200000001</c:v>
                </c:pt>
                <c:pt idx="4612">
                  <c:v>147.66443849999999</c:v>
                </c:pt>
                <c:pt idx="4613">
                  <c:v>147.66443849999999</c:v>
                </c:pt>
                <c:pt idx="4614">
                  <c:v>147.66443849999999</c:v>
                </c:pt>
                <c:pt idx="4615">
                  <c:v>147.66443849999999</c:v>
                </c:pt>
                <c:pt idx="4616">
                  <c:v>147.66443849999999</c:v>
                </c:pt>
                <c:pt idx="4617">
                  <c:v>147.66443849999999</c:v>
                </c:pt>
                <c:pt idx="4618">
                  <c:v>147.66443849999999</c:v>
                </c:pt>
                <c:pt idx="4619">
                  <c:v>147.66443849999999</c:v>
                </c:pt>
                <c:pt idx="4620">
                  <c:v>147.66443849999999</c:v>
                </c:pt>
                <c:pt idx="4621">
                  <c:v>147.66443849999999</c:v>
                </c:pt>
                <c:pt idx="4622">
                  <c:v>147.66443849999999</c:v>
                </c:pt>
                <c:pt idx="4623">
                  <c:v>147.66443849999999</c:v>
                </c:pt>
                <c:pt idx="4624">
                  <c:v>147.66443849999999</c:v>
                </c:pt>
                <c:pt idx="4625">
                  <c:v>147.66443849999999</c:v>
                </c:pt>
                <c:pt idx="4626">
                  <c:v>147.66443849999999</c:v>
                </c:pt>
                <c:pt idx="4627">
                  <c:v>147.66443849999999</c:v>
                </c:pt>
                <c:pt idx="4628">
                  <c:v>147.66443849999999</c:v>
                </c:pt>
                <c:pt idx="4629">
                  <c:v>147.66443849999999</c:v>
                </c:pt>
                <c:pt idx="4630">
                  <c:v>147.66443849999999</c:v>
                </c:pt>
                <c:pt idx="4631">
                  <c:v>147.66443849999999</c:v>
                </c:pt>
                <c:pt idx="4632">
                  <c:v>147.66443849999999</c:v>
                </c:pt>
                <c:pt idx="4633">
                  <c:v>147.66443849999999</c:v>
                </c:pt>
                <c:pt idx="4634">
                  <c:v>147.66443849999999</c:v>
                </c:pt>
                <c:pt idx="4635">
                  <c:v>147.66443849999999</c:v>
                </c:pt>
                <c:pt idx="4636">
                  <c:v>147.66443849999999</c:v>
                </c:pt>
                <c:pt idx="4637">
                  <c:v>147.66443849999999</c:v>
                </c:pt>
                <c:pt idx="4638">
                  <c:v>147.66443849999999</c:v>
                </c:pt>
                <c:pt idx="4639">
                  <c:v>147.66443849999999</c:v>
                </c:pt>
                <c:pt idx="4640">
                  <c:v>147.66443849999999</c:v>
                </c:pt>
                <c:pt idx="4641">
                  <c:v>147.66443849999999</c:v>
                </c:pt>
                <c:pt idx="4642">
                  <c:v>147.66443849999999</c:v>
                </c:pt>
                <c:pt idx="4643">
                  <c:v>147.82738499999999</c:v>
                </c:pt>
                <c:pt idx="4644">
                  <c:v>147.82738499999999</c:v>
                </c:pt>
                <c:pt idx="4645">
                  <c:v>147.82738499999999</c:v>
                </c:pt>
                <c:pt idx="4646">
                  <c:v>147.82738499999999</c:v>
                </c:pt>
                <c:pt idx="4647">
                  <c:v>147.82738499999999</c:v>
                </c:pt>
                <c:pt idx="4648">
                  <c:v>147.82738499999999</c:v>
                </c:pt>
                <c:pt idx="4649">
                  <c:v>147.82738499999999</c:v>
                </c:pt>
                <c:pt idx="4650">
                  <c:v>147.82738499999999</c:v>
                </c:pt>
                <c:pt idx="4651">
                  <c:v>147.82738499999999</c:v>
                </c:pt>
                <c:pt idx="4652">
                  <c:v>147.82738499999999</c:v>
                </c:pt>
                <c:pt idx="4653">
                  <c:v>147.82738499999999</c:v>
                </c:pt>
                <c:pt idx="4654">
                  <c:v>147.82738499999999</c:v>
                </c:pt>
                <c:pt idx="4655">
                  <c:v>147.82738499999999</c:v>
                </c:pt>
                <c:pt idx="4656">
                  <c:v>147.82844249999999</c:v>
                </c:pt>
                <c:pt idx="4657">
                  <c:v>147.82844249999999</c:v>
                </c:pt>
                <c:pt idx="4658">
                  <c:v>147.82844249999999</c:v>
                </c:pt>
                <c:pt idx="4659">
                  <c:v>147.82844249999999</c:v>
                </c:pt>
                <c:pt idx="4660">
                  <c:v>147.82844249999999</c:v>
                </c:pt>
                <c:pt idx="4661">
                  <c:v>147.82844249999999</c:v>
                </c:pt>
                <c:pt idx="4662">
                  <c:v>147.82844249999999</c:v>
                </c:pt>
                <c:pt idx="4663">
                  <c:v>147.82844249999999</c:v>
                </c:pt>
                <c:pt idx="4664">
                  <c:v>147.82844249999999</c:v>
                </c:pt>
                <c:pt idx="4665">
                  <c:v>147.82844249999999</c:v>
                </c:pt>
                <c:pt idx="4666">
                  <c:v>147.82844249999999</c:v>
                </c:pt>
                <c:pt idx="4667">
                  <c:v>147.82844249999999</c:v>
                </c:pt>
                <c:pt idx="4668">
                  <c:v>147.82844249999999</c:v>
                </c:pt>
                <c:pt idx="4669">
                  <c:v>147.82844249999999</c:v>
                </c:pt>
                <c:pt idx="4670">
                  <c:v>147.82844249999999</c:v>
                </c:pt>
                <c:pt idx="4671">
                  <c:v>147.82844249999999</c:v>
                </c:pt>
                <c:pt idx="4672">
                  <c:v>147.82844249999999</c:v>
                </c:pt>
                <c:pt idx="4673">
                  <c:v>147.82844249999999</c:v>
                </c:pt>
                <c:pt idx="4674">
                  <c:v>147.82844249999999</c:v>
                </c:pt>
                <c:pt idx="4675">
                  <c:v>147.82844249999999</c:v>
                </c:pt>
                <c:pt idx="4676">
                  <c:v>147.82844249999999</c:v>
                </c:pt>
                <c:pt idx="4677">
                  <c:v>147.82844249999999</c:v>
                </c:pt>
                <c:pt idx="4678">
                  <c:v>147.82844249999999</c:v>
                </c:pt>
                <c:pt idx="4679">
                  <c:v>147.82844249999999</c:v>
                </c:pt>
                <c:pt idx="4680">
                  <c:v>147.82844249999999</c:v>
                </c:pt>
                <c:pt idx="4681">
                  <c:v>147.82844249999999</c:v>
                </c:pt>
                <c:pt idx="4682">
                  <c:v>147.82844249999999</c:v>
                </c:pt>
                <c:pt idx="4683">
                  <c:v>147.82844249999999</c:v>
                </c:pt>
                <c:pt idx="4684">
                  <c:v>147.82844249999999</c:v>
                </c:pt>
                <c:pt idx="4685">
                  <c:v>147.82844249999999</c:v>
                </c:pt>
                <c:pt idx="4686">
                  <c:v>147.82844249999999</c:v>
                </c:pt>
                <c:pt idx="4687">
                  <c:v>147.82844249999999</c:v>
                </c:pt>
                <c:pt idx="4688">
                  <c:v>147.82844249999999</c:v>
                </c:pt>
                <c:pt idx="4689">
                  <c:v>147.82844249999999</c:v>
                </c:pt>
                <c:pt idx="4690">
                  <c:v>147.82844249999999</c:v>
                </c:pt>
                <c:pt idx="4691">
                  <c:v>147.82844249999999</c:v>
                </c:pt>
                <c:pt idx="4692">
                  <c:v>147.82844249999999</c:v>
                </c:pt>
                <c:pt idx="4693">
                  <c:v>147.82844249999999</c:v>
                </c:pt>
                <c:pt idx="4694">
                  <c:v>147.82844249999999</c:v>
                </c:pt>
                <c:pt idx="4695">
                  <c:v>147.82844249999999</c:v>
                </c:pt>
                <c:pt idx="4696">
                  <c:v>147.82844249999999</c:v>
                </c:pt>
                <c:pt idx="4697">
                  <c:v>147.82844249999999</c:v>
                </c:pt>
                <c:pt idx="4698">
                  <c:v>147.82844249999999</c:v>
                </c:pt>
                <c:pt idx="4699">
                  <c:v>147.83486250000001</c:v>
                </c:pt>
                <c:pt idx="4700">
                  <c:v>147.83486250000001</c:v>
                </c:pt>
                <c:pt idx="4701">
                  <c:v>147.83486250000001</c:v>
                </c:pt>
                <c:pt idx="4702">
                  <c:v>147.83486250000001</c:v>
                </c:pt>
                <c:pt idx="4703">
                  <c:v>147.83486250000001</c:v>
                </c:pt>
                <c:pt idx="4704">
                  <c:v>147.83486250000001</c:v>
                </c:pt>
                <c:pt idx="4705">
                  <c:v>147.83486250000001</c:v>
                </c:pt>
                <c:pt idx="4706">
                  <c:v>147.83486250000001</c:v>
                </c:pt>
                <c:pt idx="4707">
                  <c:v>147.83486250000001</c:v>
                </c:pt>
                <c:pt idx="4708">
                  <c:v>147.83486250000001</c:v>
                </c:pt>
                <c:pt idx="4709">
                  <c:v>147.83486250000001</c:v>
                </c:pt>
                <c:pt idx="4710">
                  <c:v>147.83486250000001</c:v>
                </c:pt>
                <c:pt idx="4711">
                  <c:v>147.83486250000001</c:v>
                </c:pt>
                <c:pt idx="4712">
                  <c:v>147.83486250000001</c:v>
                </c:pt>
                <c:pt idx="4713">
                  <c:v>147.83486250000001</c:v>
                </c:pt>
                <c:pt idx="4714">
                  <c:v>147.83486250000001</c:v>
                </c:pt>
                <c:pt idx="4715">
                  <c:v>147.83486250000001</c:v>
                </c:pt>
                <c:pt idx="4716">
                  <c:v>147.83486250000001</c:v>
                </c:pt>
                <c:pt idx="4717">
                  <c:v>147.83486250000001</c:v>
                </c:pt>
                <c:pt idx="4718">
                  <c:v>147.83486250000001</c:v>
                </c:pt>
                <c:pt idx="4719">
                  <c:v>147.83486250000001</c:v>
                </c:pt>
                <c:pt idx="4720">
                  <c:v>147.83486250000001</c:v>
                </c:pt>
                <c:pt idx="4721">
                  <c:v>147.83486250000001</c:v>
                </c:pt>
                <c:pt idx="4722">
                  <c:v>147.83486250000001</c:v>
                </c:pt>
                <c:pt idx="4723">
                  <c:v>147.83486250000001</c:v>
                </c:pt>
                <c:pt idx="4724">
                  <c:v>147.83486250000001</c:v>
                </c:pt>
                <c:pt idx="4725">
                  <c:v>147.83486250000001</c:v>
                </c:pt>
                <c:pt idx="4726">
                  <c:v>147.83486250000001</c:v>
                </c:pt>
                <c:pt idx="4727">
                  <c:v>147.83486250000001</c:v>
                </c:pt>
                <c:pt idx="4728">
                  <c:v>147.83486250000001</c:v>
                </c:pt>
                <c:pt idx="4729">
                  <c:v>147.83486250000001</c:v>
                </c:pt>
                <c:pt idx="4730">
                  <c:v>147.83486250000001</c:v>
                </c:pt>
                <c:pt idx="4731">
                  <c:v>147.83486250000001</c:v>
                </c:pt>
                <c:pt idx="4732">
                  <c:v>147.83486250000001</c:v>
                </c:pt>
                <c:pt idx="4733">
                  <c:v>147.83486250000001</c:v>
                </c:pt>
                <c:pt idx="4734">
                  <c:v>147.83486250000001</c:v>
                </c:pt>
                <c:pt idx="4735">
                  <c:v>147.83486250000001</c:v>
                </c:pt>
                <c:pt idx="4736">
                  <c:v>147.83486250000001</c:v>
                </c:pt>
                <c:pt idx="4737">
                  <c:v>147.83486250000001</c:v>
                </c:pt>
                <c:pt idx="4738">
                  <c:v>147.83486250000001</c:v>
                </c:pt>
                <c:pt idx="4739">
                  <c:v>147.83486250000001</c:v>
                </c:pt>
                <c:pt idx="4740">
                  <c:v>147.83486250000001</c:v>
                </c:pt>
                <c:pt idx="4741">
                  <c:v>147.83486250000001</c:v>
                </c:pt>
                <c:pt idx="4742">
                  <c:v>147.83486250000001</c:v>
                </c:pt>
                <c:pt idx="4743">
                  <c:v>148.01845650000001</c:v>
                </c:pt>
                <c:pt idx="4744">
                  <c:v>148.01845650000001</c:v>
                </c:pt>
                <c:pt idx="4745">
                  <c:v>148.01845650000001</c:v>
                </c:pt>
                <c:pt idx="4746">
                  <c:v>148.01845650000001</c:v>
                </c:pt>
                <c:pt idx="4747">
                  <c:v>148.01845650000001</c:v>
                </c:pt>
                <c:pt idx="4748">
                  <c:v>148.01845650000001</c:v>
                </c:pt>
                <c:pt idx="4749">
                  <c:v>148.01845650000001</c:v>
                </c:pt>
                <c:pt idx="4750">
                  <c:v>148.01845650000001</c:v>
                </c:pt>
                <c:pt idx="4751">
                  <c:v>148.01845650000001</c:v>
                </c:pt>
                <c:pt idx="4752">
                  <c:v>148.01845650000001</c:v>
                </c:pt>
                <c:pt idx="4753">
                  <c:v>148.01845650000001</c:v>
                </c:pt>
                <c:pt idx="4754">
                  <c:v>148.01845650000001</c:v>
                </c:pt>
                <c:pt idx="4755">
                  <c:v>148.01845650000001</c:v>
                </c:pt>
                <c:pt idx="4756">
                  <c:v>148.01845650000001</c:v>
                </c:pt>
                <c:pt idx="4757">
                  <c:v>148.01845650000001</c:v>
                </c:pt>
                <c:pt idx="4758">
                  <c:v>148.01845650000001</c:v>
                </c:pt>
                <c:pt idx="4759">
                  <c:v>148.01845650000001</c:v>
                </c:pt>
                <c:pt idx="4760">
                  <c:v>148.01845650000001</c:v>
                </c:pt>
                <c:pt idx="4761">
                  <c:v>148.01845650000001</c:v>
                </c:pt>
                <c:pt idx="4762">
                  <c:v>148.01845650000001</c:v>
                </c:pt>
                <c:pt idx="4763">
                  <c:v>148.01845650000001</c:v>
                </c:pt>
                <c:pt idx="4764">
                  <c:v>148.01845650000001</c:v>
                </c:pt>
                <c:pt idx="4765">
                  <c:v>148.01845650000001</c:v>
                </c:pt>
                <c:pt idx="4766">
                  <c:v>148.01845650000001</c:v>
                </c:pt>
                <c:pt idx="4767">
                  <c:v>148.01845650000001</c:v>
                </c:pt>
                <c:pt idx="4768">
                  <c:v>148.01845650000001</c:v>
                </c:pt>
                <c:pt idx="4769">
                  <c:v>148.01845650000001</c:v>
                </c:pt>
                <c:pt idx="4770">
                  <c:v>148.01845650000001</c:v>
                </c:pt>
                <c:pt idx="4771">
                  <c:v>148.01845650000001</c:v>
                </c:pt>
                <c:pt idx="4772">
                  <c:v>148.01845650000001</c:v>
                </c:pt>
                <c:pt idx="4773">
                  <c:v>148.01845650000001</c:v>
                </c:pt>
                <c:pt idx="4774">
                  <c:v>148.01845650000001</c:v>
                </c:pt>
                <c:pt idx="4775">
                  <c:v>148.01845650000001</c:v>
                </c:pt>
                <c:pt idx="4776">
                  <c:v>148.01845650000001</c:v>
                </c:pt>
                <c:pt idx="4777">
                  <c:v>148.01845650000001</c:v>
                </c:pt>
                <c:pt idx="4778">
                  <c:v>148.01845650000001</c:v>
                </c:pt>
                <c:pt idx="4779">
                  <c:v>148.01845650000001</c:v>
                </c:pt>
                <c:pt idx="4780">
                  <c:v>148.01845650000001</c:v>
                </c:pt>
                <c:pt idx="4781">
                  <c:v>148.01845650000001</c:v>
                </c:pt>
                <c:pt idx="4782">
                  <c:v>148.01845650000001</c:v>
                </c:pt>
                <c:pt idx="4783">
                  <c:v>148.01845650000001</c:v>
                </c:pt>
                <c:pt idx="4784">
                  <c:v>148.01845650000001</c:v>
                </c:pt>
                <c:pt idx="4785">
                  <c:v>148.01845650000001</c:v>
                </c:pt>
                <c:pt idx="4786">
                  <c:v>148.01845650000001</c:v>
                </c:pt>
                <c:pt idx="4787">
                  <c:v>148.01845650000001</c:v>
                </c:pt>
                <c:pt idx="4788">
                  <c:v>148.01845650000001</c:v>
                </c:pt>
                <c:pt idx="4789">
                  <c:v>148.01845650000001</c:v>
                </c:pt>
                <c:pt idx="4790">
                  <c:v>148.01845650000001</c:v>
                </c:pt>
                <c:pt idx="4791">
                  <c:v>148.01845650000001</c:v>
                </c:pt>
                <c:pt idx="4792">
                  <c:v>148.01845650000001</c:v>
                </c:pt>
                <c:pt idx="4793">
                  <c:v>148.01845650000001</c:v>
                </c:pt>
                <c:pt idx="4794">
                  <c:v>150</c:v>
                </c:pt>
                <c:pt idx="4795">
                  <c:v>150</c:v>
                </c:pt>
                <c:pt idx="4796">
                  <c:v>150</c:v>
                </c:pt>
                <c:pt idx="4797">
                  <c:v>150</c:v>
                </c:pt>
                <c:pt idx="4798">
                  <c:v>150</c:v>
                </c:pt>
                <c:pt idx="4799">
                  <c:v>150</c:v>
                </c:pt>
                <c:pt idx="4800">
                  <c:v>150</c:v>
                </c:pt>
                <c:pt idx="4801">
                  <c:v>150</c:v>
                </c:pt>
                <c:pt idx="4802">
                  <c:v>150</c:v>
                </c:pt>
                <c:pt idx="4803">
                  <c:v>150</c:v>
                </c:pt>
                <c:pt idx="4804">
                  <c:v>150</c:v>
                </c:pt>
                <c:pt idx="4805">
                  <c:v>150</c:v>
                </c:pt>
                <c:pt idx="4806">
                  <c:v>150</c:v>
                </c:pt>
                <c:pt idx="4807">
                  <c:v>150</c:v>
                </c:pt>
                <c:pt idx="4808">
                  <c:v>150</c:v>
                </c:pt>
                <c:pt idx="4809">
                  <c:v>150</c:v>
                </c:pt>
                <c:pt idx="4810">
                  <c:v>150</c:v>
                </c:pt>
                <c:pt idx="4811">
                  <c:v>150</c:v>
                </c:pt>
                <c:pt idx="4812">
                  <c:v>150</c:v>
                </c:pt>
                <c:pt idx="4813">
                  <c:v>150</c:v>
                </c:pt>
                <c:pt idx="4814">
                  <c:v>150</c:v>
                </c:pt>
                <c:pt idx="4815">
                  <c:v>150</c:v>
                </c:pt>
                <c:pt idx="4816">
                  <c:v>150</c:v>
                </c:pt>
                <c:pt idx="4817">
                  <c:v>150</c:v>
                </c:pt>
                <c:pt idx="4818">
                  <c:v>150</c:v>
                </c:pt>
                <c:pt idx="4819">
                  <c:v>150</c:v>
                </c:pt>
                <c:pt idx="4820">
                  <c:v>150</c:v>
                </c:pt>
                <c:pt idx="4821">
                  <c:v>150</c:v>
                </c:pt>
                <c:pt idx="4822">
                  <c:v>150</c:v>
                </c:pt>
                <c:pt idx="4823">
                  <c:v>150</c:v>
                </c:pt>
                <c:pt idx="4824">
                  <c:v>150</c:v>
                </c:pt>
                <c:pt idx="4825">
                  <c:v>150</c:v>
                </c:pt>
                <c:pt idx="4826">
                  <c:v>150</c:v>
                </c:pt>
                <c:pt idx="4827">
                  <c:v>150</c:v>
                </c:pt>
                <c:pt idx="4828">
                  <c:v>150</c:v>
                </c:pt>
                <c:pt idx="4829">
                  <c:v>150</c:v>
                </c:pt>
                <c:pt idx="4830">
                  <c:v>150</c:v>
                </c:pt>
                <c:pt idx="4831">
                  <c:v>150</c:v>
                </c:pt>
                <c:pt idx="4832">
                  <c:v>150</c:v>
                </c:pt>
                <c:pt idx="4833">
                  <c:v>150</c:v>
                </c:pt>
                <c:pt idx="4834">
                  <c:v>150</c:v>
                </c:pt>
                <c:pt idx="4835">
                  <c:v>150</c:v>
                </c:pt>
                <c:pt idx="4836">
                  <c:v>150</c:v>
                </c:pt>
                <c:pt idx="4837">
                  <c:v>150</c:v>
                </c:pt>
                <c:pt idx="4838">
                  <c:v>150</c:v>
                </c:pt>
                <c:pt idx="4839">
                  <c:v>150</c:v>
                </c:pt>
                <c:pt idx="4840">
                  <c:v>150</c:v>
                </c:pt>
                <c:pt idx="4841">
                  <c:v>150</c:v>
                </c:pt>
                <c:pt idx="4842">
                  <c:v>150</c:v>
                </c:pt>
                <c:pt idx="4843">
                  <c:v>150</c:v>
                </c:pt>
                <c:pt idx="4844">
                  <c:v>150</c:v>
                </c:pt>
                <c:pt idx="4845">
                  <c:v>150</c:v>
                </c:pt>
                <c:pt idx="4846">
                  <c:v>150</c:v>
                </c:pt>
                <c:pt idx="4847">
                  <c:v>150</c:v>
                </c:pt>
                <c:pt idx="4848">
                  <c:v>150</c:v>
                </c:pt>
                <c:pt idx="4849">
                  <c:v>150</c:v>
                </c:pt>
                <c:pt idx="4850">
                  <c:v>150</c:v>
                </c:pt>
                <c:pt idx="4851">
                  <c:v>150</c:v>
                </c:pt>
                <c:pt idx="4852">
                  <c:v>150</c:v>
                </c:pt>
                <c:pt idx="4853">
                  <c:v>150</c:v>
                </c:pt>
                <c:pt idx="4854">
                  <c:v>150</c:v>
                </c:pt>
                <c:pt idx="4855">
                  <c:v>150</c:v>
                </c:pt>
                <c:pt idx="4856">
                  <c:v>150</c:v>
                </c:pt>
                <c:pt idx="4857">
                  <c:v>150</c:v>
                </c:pt>
                <c:pt idx="4858">
                  <c:v>150</c:v>
                </c:pt>
                <c:pt idx="4859">
                  <c:v>150</c:v>
                </c:pt>
                <c:pt idx="4860">
                  <c:v>150</c:v>
                </c:pt>
                <c:pt idx="4861">
                  <c:v>150</c:v>
                </c:pt>
                <c:pt idx="4862">
                  <c:v>150</c:v>
                </c:pt>
                <c:pt idx="4863">
                  <c:v>150</c:v>
                </c:pt>
                <c:pt idx="4864">
                  <c:v>150</c:v>
                </c:pt>
                <c:pt idx="4865">
                  <c:v>150</c:v>
                </c:pt>
                <c:pt idx="4866">
                  <c:v>150</c:v>
                </c:pt>
                <c:pt idx="4867">
                  <c:v>150</c:v>
                </c:pt>
                <c:pt idx="4868">
                  <c:v>150</c:v>
                </c:pt>
                <c:pt idx="4869">
                  <c:v>150</c:v>
                </c:pt>
                <c:pt idx="4870">
                  <c:v>150</c:v>
                </c:pt>
                <c:pt idx="4871">
                  <c:v>150</c:v>
                </c:pt>
                <c:pt idx="4872">
                  <c:v>150</c:v>
                </c:pt>
                <c:pt idx="4873">
                  <c:v>150</c:v>
                </c:pt>
                <c:pt idx="4874">
                  <c:v>150</c:v>
                </c:pt>
                <c:pt idx="4875">
                  <c:v>150</c:v>
                </c:pt>
                <c:pt idx="4876">
                  <c:v>150</c:v>
                </c:pt>
                <c:pt idx="4877">
                  <c:v>150</c:v>
                </c:pt>
                <c:pt idx="4878">
                  <c:v>150</c:v>
                </c:pt>
                <c:pt idx="4879">
                  <c:v>150</c:v>
                </c:pt>
                <c:pt idx="4880">
                  <c:v>150</c:v>
                </c:pt>
                <c:pt idx="4881">
                  <c:v>150</c:v>
                </c:pt>
                <c:pt idx="4882">
                  <c:v>150</c:v>
                </c:pt>
                <c:pt idx="4883">
                  <c:v>150</c:v>
                </c:pt>
                <c:pt idx="4884">
                  <c:v>150</c:v>
                </c:pt>
                <c:pt idx="4885">
                  <c:v>150</c:v>
                </c:pt>
                <c:pt idx="4886">
                  <c:v>150</c:v>
                </c:pt>
                <c:pt idx="4887">
                  <c:v>150</c:v>
                </c:pt>
                <c:pt idx="4888">
                  <c:v>150</c:v>
                </c:pt>
                <c:pt idx="4889">
                  <c:v>150</c:v>
                </c:pt>
                <c:pt idx="4890">
                  <c:v>150</c:v>
                </c:pt>
                <c:pt idx="4891">
                  <c:v>150</c:v>
                </c:pt>
                <c:pt idx="4892">
                  <c:v>150</c:v>
                </c:pt>
                <c:pt idx="4893">
                  <c:v>150</c:v>
                </c:pt>
                <c:pt idx="4894">
                  <c:v>150</c:v>
                </c:pt>
                <c:pt idx="4895">
                  <c:v>150</c:v>
                </c:pt>
                <c:pt idx="4896">
                  <c:v>150</c:v>
                </c:pt>
                <c:pt idx="4897">
                  <c:v>150</c:v>
                </c:pt>
                <c:pt idx="4898">
                  <c:v>150</c:v>
                </c:pt>
                <c:pt idx="4899">
                  <c:v>150</c:v>
                </c:pt>
                <c:pt idx="4900">
                  <c:v>150</c:v>
                </c:pt>
                <c:pt idx="4901">
                  <c:v>150</c:v>
                </c:pt>
                <c:pt idx="4902">
                  <c:v>150</c:v>
                </c:pt>
                <c:pt idx="4903">
                  <c:v>150</c:v>
                </c:pt>
                <c:pt idx="4904">
                  <c:v>150</c:v>
                </c:pt>
                <c:pt idx="4905">
                  <c:v>150</c:v>
                </c:pt>
                <c:pt idx="4906">
                  <c:v>150</c:v>
                </c:pt>
                <c:pt idx="4907">
                  <c:v>150</c:v>
                </c:pt>
                <c:pt idx="4908">
                  <c:v>150</c:v>
                </c:pt>
                <c:pt idx="4909">
                  <c:v>150</c:v>
                </c:pt>
                <c:pt idx="4910">
                  <c:v>150</c:v>
                </c:pt>
                <c:pt idx="4911">
                  <c:v>150</c:v>
                </c:pt>
                <c:pt idx="4912">
                  <c:v>150</c:v>
                </c:pt>
                <c:pt idx="4913">
                  <c:v>150</c:v>
                </c:pt>
                <c:pt idx="4914">
                  <c:v>150</c:v>
                </c:pt>
                <c:pt idx="4915">
                  <c:v>150</c:v>
                </c:pt>
                <c:pt idx="4916">
                  <c:v>150</c:v>
                </c:pt>
                <c:pt idx="4917">
                  <c:v>150</c:v>
                </c:pt>
                <c:pt idx="4918">
                  <c:v>150</c:v>
                </c:pt>
                <c:pt idx="4919">
                  <c:v>150</c:v>
                </c:pt>
                <c:pt idx="4920">
                  <c:v>150</c:v>
                </c:pt>
                <c:pt idx="4921">
                  <c:v>150</c:v>
                </c:pt>
                <c:pt idx="4922">
                  <c:v>150</c:v>
                </c:pt>
                <c:pt idx="4923">
                  <c:v>150</c:v>
                </c:pt>
                <c:pt idx="4924">
                  <c:v>150</c:v>
                </c:pt>
                <c:pt idx="4925">
                  <c:v>150</c:v>
                </c:pt>
                <c:pt idx="4926">
                  <c:v>150</c:v>
                </c:pt>
                <c:pt idx="4927">
                  <c:v>150</c:v>
                </c:pt>
                <c:pt idx="4928">
                  <c:v>150</c:v>
                </c:pt>
                <c:pt idx="4929">
                  <c:v>150</c:v>
                </c:pt>
                <c:pt idx="4930">
                  <c:v>150</c:v>
                </c:pt>
                <c:pt idx="4931">
                  <c:v>150</c:v>
                </c:pt>
                <c:pt idx="4932">
                  <c:v>150</c:v>
                </c:pt>
                <c:pt idx="4933">
                  <c:v>150</c:v>
                </c:pt>
                <c:pt idx="4934">
                  <c:v>150</c:v>
                </c:pt>
                <c:pt idx="4935">
                  <c:v>150</c:v>
                </c:pt>
                <c:pt idx="4936">
                  <c:v>150</c:v>
                </c:pt>
                <c:pt idx="4937">
                  <c:v>150</c:v>
                </c:pt>
                <c:pt idx="4938">
                  <c:v>150</c:v>
                </c:pt>
                <c:pt idx="4939">
                  <c:v>150</c:v>
                </c:pt>
                <c:pt idx="4940">
                  <c:v>150</c:v>
                </c:pt>
                <c:pt idx="4941">
                  <c:v>150</c:v>
                </c:pt>
                <c:pt idx="4942">
                  <c:v>150</c:v>
                </c:pt>
                <c:pt idx="4943">
                  <c:v>150</c:v>
                </c:pt>
                <c:pt idx="4944">
                  <c:v>150</c:v>
                </c:pt>
                <c:pt idx="4945">
                  <c:v>150</c:v>
                </c:pt>
                <c:pt idx="4946">
                  <c:v>150</c:v>
                </c:pt>
                <c:pt idx="4947">
                  <c:v>150</c:v>
                </c:pt>
                <c:pt idx="4948">
                  <c:v>150</c:v>
                </c:pt>
                <c:pt idx="4949">
                  <c:v>150</c:v>
                </c:pt>
                <c:pt idx="4950">
                  <c:v>150</c:v>
                </c:pt>
                <c:pt idx="4951">
                  <c:v>150</c:v>
                </c:pt>
                <c:pt idx="4952">
                  <c:v>150</c:v>
                </c:pt>
                <c:pt idx="4953">
                  <c:v>150</c:v>
                </c:pt>
                <c:pt idx="4954">
                  <c:v>150</c:v>
                </c:pt>
                <c:pt idx="4955">
                  <c:v>150</c:v>
                </c:pt>
                <c:pt idx="4956">
                  <c:v>150</c:v>
                </c:pt>
                <c:pt idx="4957">
                  <c:v>150</c:v>
                </c:pt>
                <c:pt idx="4958">
                  <c:v>150</c:v>
                </c:pt>
                <c:pt idx="4959">
                  <c:v>150</c:v>
                </c:pt>
                <c:pt idx="4960">
                  <c:v>150</c:v>
                </c:pt>
                <c:pt idx="4961">
                  <c:v>150</c:v>
                </c:pt>
                <c:pt idx="4962">
                  <c:v>150</c:v>
                </c:pt>
                <c:pt idx="4963">
                  <c:v>150</c:v>
                </c:pt>
                <c:pt idx="4964">
                  <c:v>150</c:v>
                </c:pt>
                <c:pt idx="4965">
                  <c:v>150</c:v>
                </c:pt>
                <c:pt idx="4966">
                  <c:v>150</c:v>
                </c:pt>
                <c:pt idx="4967">
                  <c:v>150</c:v>
                </c:pt>
                <c:pt idx="4968">
                  <c:v>150</c:v>
                </c:pt>
                <c:pt idx="4969">
                  <c:v>150</c:v>
                </c:pt>
                <c:pt idx="4970">
                  <c:v>150</c:v>
                </c:pt>
                <c:pt idx="4971">
                  <c:v>150</c:v>
                </c:pt>
                <c:pt idx="4972">
                  <c:v>150</c:v>
                </c:pt>
                <c:pt idx="4973">
                  <c:v>150</c:v>
                </c:pt>
                <c:pt idx="4974">
                  <c:v>150</c:v>
                </c:pt>
                <c:pt idx="4975">
                  <c:v>150</c:v>
                </c:pt>
                <c:pt idx="4976">
                  <c:v>150</c:v>
                </c:pt>
                <c:pt idx="4977">
                  <c:v>150</c:v>
                </c:pt>
                <c:pt idx="4978">
                  <c:v>150</c:v>
                </c:pt>
                <c:pt idx="4979">
                  <c:v>150</c:v>
                </c:pt>
                <c:pt idx="4980">
                  <c:v>150</c:v>
                </c:pt>
                <c:pt idx="4981">
                  <c:v>150</c:v>
                </c:pt>
                <c:pt idx="4982">
                  <c:v>150</c:v>
                </c:pt>
                <c:pt idx="4983">
                  <c:v>150</c:v>
                </c:pt>
                <c:pt idx="4984">
                  <c:v>150</c:v>
                </c:pt>
                <c:pt idx="4985">
                  <c:v>150</c:v>
                </c:pt>
                <c:pt idx="4986">
                  <c:v>150</c:v>
                </c:pt>
                <c:pt idx="4987">
                  <c:v>150</c:v>
                </c:pt>
                <c:pt idx="4988">
                  <c:v>150</c:v>
                </c:pt>
                <c:pt idx="4989">
                  <c:v>150</c:v>
                </c:pt>
                <c:pt idx="4990">
                  <c:v>150</c:v>
                </c:pt>
                <c:pt idx="4991">
                  <c:v>150</c:v>
                </c:pt>
                <c:pt idx="4992">
                  <c:v>150</c:v>
                </c:pt>
                <c:pt idx="4993">
                  <c:v>150</c:v>
                </c:pt>
                <c:pt idx="4994">
                  <c:v>150</c:v>
                </c:pt>
                <c:pt idx="4995">
                  <c:v>150</c:v>
                </c:pt>
                <c:pt idx="4996">
                  <c:v>150</c:v>
                </c:pt>
                <c:pt idx="4997">
                  <c:v>150</c:v>
                </c:pt>
                <c:pt idx="4998">
                  <c:v>150</c:v>
                </c:pt>
                <c:pt idx="4999">
                  <c:v>150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5C2B-48D5-903A-427DE0C675E1}"/>
            </c:ext>
          </c:extLst>
        </c:ser>
        <c:ser>
          <c:idx val="2"/>
          <c:order val="2"/>
          <c:tx>
            <c:strRef>
              <c:f>problem2!$J$1</c:f>
              <c:strCache>
                <c:ptCount val="1"/>
                <c:pt idx="0">
                  <c:v>SMiTe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problem2!$G$2:$G$5001</c:f>
              <c:numCache>
                <c:formatCode>General</c:formatCode>
                <c:ptCount val="5000"/>
                <c:pt idx="0">
                  <c:v>2.0000000000000001E-4</c:v>
                </c:pt>
                <c:pt idx="1">
                  <c:v>4.0000000000000002E-4</c:v>
                </c:pt>
                <c:pt idx="2">
                  <c:v>5.9999999999999995E-4</c:v>
                </c:pt>
                <c:pt idx="3">
                  <c:v>8.0000000000000004E-4</c:v>
                </c:pt>
                <c:pt idx="4">
                  <c:v>1E-3</c:v>
                </c:pt>
                <c:pt idx="5">
                  <c:v>1.1999999999999999E-3</c:v>
                </c:pt>
                <c:pt idx="6">
                  <c:v>1.4E-3</c:v>
                </c:pt>
                <c:pt idx="7">
                  <c:v>1.6000000000000001E-3</c:v>
                </c:pt>
                <c:pt idx="8">
                  <c:v>1.8E-3</c:v>
                </c:pt>
                <c:pt idx="9">
                  <c:v>2E-3</c:v>
                </c:pt>
                <c:pt idx="10">
                  <c:v>2.2000000000000001E-3</c:v>
                </c:pt>
                <c:pt idx="11">
                  <c:v>2.3999999999999998E-3</c:v>
                </c:pt>
                <c:pt idx="12">
                  <c:v>2.5999999999999999E-3</c:v>
                </c:pt>
                <c:pt idx="13">
                  <c:v>2.8E-3</c:v>
                </c:pt>
                <c:pt idx="14">
                  <c:v>3.0000000000000001E-3</c:v>
                </c:pt>
                <c:pt idx="15">
                  <c:v>3.2000000000000002E-3</c:v>
                </c:pt>
                <c:pt idx="16">
                  <c:v>3.3999999999999998E-3</c:v>
                </c:pt>
                <c:pt idx="17">
                  <c:v>3.5999999999999999E-3</c:v>
                </c:pt>
                <c:pt idx="18">
                  <c:v>3.8E-3</c:v>
                </c:pt>
                <c:pt idx="19">
                  <c:v>4.0000000000000001E-3</c:v>
                </c:pt>
                <c:pt idx="20">
                  <c:v>4.1999999999999997E-3</c:v>
                </c:pt>
                <c:pt idx="21">
                  <c:v>4.4000000000000003E-3</c:v>
                </c:pt>
                <c:pt idx="22">
                  <c:v>4.5999999999999999E-3</c:v>
                </c:pt>
                <c:pt idx="23">
                  <c:v>4.7999999999999996E-3</c:v>
                </c:pt>
                <c:pt idx="24">
                  <c:v>5.0000000000000001E-3</c:v>
                </c:pt>
                <c:pt idx="25">
                  <c:v>5.1999999999999998E-3</c:v>
                </c:pt>
                <c:pt idx="26">
                  <c:v>5.4000000000000003E-3</c:v>
                </c:pt>
                <c:pt idx="27">
                  <c:v>5.5999999999999999E-3</c:v>
                </c:pt>
                <c:pt idx="28">
                  <c:v>5.7999999999999996E-3</c:v>
                </c:pt>
                <c:pt idx="29">
                  <c:v>6.0000000000000001E-3</c:v>
                </c:pt>
                <c:pt idx="30">
                  <c:v>6.1999999999999998E-3</c:v>
                </c:pt>
                <c:pt idx="31">
                  <c:v>6.4000000000000003E-3</c:v>
                </c:pt>
                <c:pt idx="32">
                  <c:v>6.6E-3</c:v>
                </c:pt>
                <c:pt idx="33">
                  <c:v>6.7999999999999996E-3</c:v>
                </c:pt>
                <c:pt idx="34">
                  <c:v>7.0000000000000001E-3</c:v>
                </c:pt>
                <c:pt idx="35">
                  <c:v>7.1999999999999998E-3</c:v>
                </c:pt>
                <c:pt idx="36">
                  <c:v>7.4000000000000003E-3</c:v>
                </c:pt>
                <c:pt idx="37">
                  <c:v>7.5999999999999896E-3</c:v>
                </c:pt>
                <c:pt idx="38">
                  <c:v>7.7999999999999901E-3</c:v>
                </c:pt>
                <c:pt idx="39">
                  <c:v>7.9999999999999898E-3</c:v>
                </c:pt>
                <c:pt idx="40">
                  <c:v>8.2000000000000007E-3</c:v>
                </c:pt>
                <c:pt idx="41">
                  <c:v>8.3999999999999995E-3</c:v>
                </c:pt>
                <c:pt idx="42">
                  <c:v>8.6E-3</c:v>
                </c:pt>
                <c:pt idx="43">
                  <c:v>8.8000000000000005E-3</c:v>
                </c:pt>
                <c:pt idx="44">
                  <c:v>8.9999999999999993E-3</c:v>
                </c:pt>
                <c:pt idx="45">
                  <c:v>9.1999999999999998E-3</c:v>
                </c:pt>
                <c:pt idx="46">
                  <c:v>9.4000000000000004E-3</c:v>
                </c:pt>
                <c:pt idx="47">
                  <c:v>9.5999999999999992E-3</c:v>
                </c:pt>
                <c:pt idx="48">
                  <c:v>9.7999999999999997E-3</c:v>
                </c:pt>
                <c:pt idx="49">
                  <c:v>0.01</c:v>
                </c:pt>
                <c:pt idx="50">
                  <c:v>1.0200000000000001E-2</c:v>
                </c:pt>
                <c:pt idx="51">
                  <c:v>1.04E-2</c:v>
                </c:pt>
                <c:pt idx="52">
                  <c:v>1.06E-2</c:v>
                </c:pt>
                <c:pt idx="53">
                  <c:v>1.0800000000000001E-2</c:v>
                </c:pt>
                <c:pt idx="54">
                  <c:v>1.0999999999999999E-2</c:v>
                </c:pt>
                <c:pt idx="55">
                  <c:v>1.12E-2</c:v>
                </c:pt>
                <c:pt idx="56">
                  <c:v>1.14E-2</c:v>
                </c:pt>
                <c:pt idx="57">
                  <c:v>1.1599999999999999E-2</c:v>
                </c:pt>
                <c:pt idx="58">
                  <c:v>1.18E-2</c:v>
                </c:pt>
                <c:pt idx="59">
                  <c:v>1.2E-2</c:v>
                </c:pt>
                <c:pt idx="60">
                  <c:v>1.2200000000000001E-2</c:v>
                </c:pt>
                <c:pt idx="61">
                  <c:v>1.24E-2</c:v>
                </c:pt>
                <c:pt idx="62">
                  <c:v>1.26E-2</c:v>
                </c:pt>
                <c:pt idx="63">
                  <c:v>1.2800000000000001E-2</c:v>
                </c:pt>
                <c:pt idx="64">
                  <c:v>1.2999999999999999E-2</c:v>
                </c:pt>
                <c:pt idx="65">
                  <c:v>1.32E-2</c:v>
                </c:pt>
                <c:pt idx="66">
                  <c:v>1.34E-2</c:v>
                </c:pt>
                <c:pt idx="67">
                  <c:v>1.3599999999999999E-2</c:v>
                </c:pt>
                <c:pt idx="68">
                  <c:v>1.38E-2</c:v>
                </c:pt>
                <c:pt idx="69">
                  <c:v>1.4E-2</c:v>
                </c:pt>
                <c:pt idx="70">
                  <c:v>1.4200000000000001E-2</c:v>
                </c:pt>
                <c:pt idx="71">
                  <c:v>1.44E-2</c:v>
                </c:pt>
                <c:pt idx="72">
                  <c:v>1.46E-2</c:v>
                </c:pt>
                <c:pt idx="73">
                  <c:v>1.4800000000000001E-2</c:v>
                </c:pt>
                <c:pt idx="74">
                  <c:v>1.4999999999999999E-2</c:v>
                </c:pt>
                <c:pt idx="75">
                  <c:v>1.52E-2</c:v>
                </c:pt>
                <c:pt idx="76">
                  <c:v>1.54E-2</c:v>
                </c:pt>
                <c:pt idx="77">
                  <c:v>1.5599999999999999E-2</c:v>
                </c:pt>
                <c:pt idx="78">
                  <c:v>1.5800000000000002E-2</c:v>
                </c:pt>
                <c:pt idx="79">
                  <c:v>1.6E-2</c:v>
                </c:pt>
                <c:pt idx="80">
                  <c:v>1.6199999999999999E-2</c:v>
                </c:pt>
                <c:pt idx="81">
                  <c:v>1.6400000000000001E-2</c:v>
                </c:pt>
                <c:pt idx="82">
                  <c:v>1.66E-2</c:v>
                </c:pt>
                <c:pt idx="83">
                  <c:v>1.6799999999999999E-2</c:v>
                </c:pt>
                <c:pt idx="84">
                  <c:v>1.7000000000000001E-2</c:v>
                </c:pt>
                <c:pt idx="85">
                  <c:v>1.72E-2</c:v>
                </c:pt>
                <c:pt idx="86">
                  <c:v>1.7399999999999999E-2</c:v>
                </c:pt>
                <c:pt idx="87">
                  <c:v>1.7600000000000001E-2</c:v>
                </c:pt>
                <c:pt idx="88">
                  <c:v>1.78E-2</c:v>
                </c:pt>
                <c:pt idx="89">
                  <c:v>1.7999999999999999E-2</c:v>
                </c:pt>
                <c:pt idx="90">
                  <c:v>1.8200000000000001E-2</c:v>
                </c:pt>
                <c:pt idx="91">
                  <c:v>1.84E-2</c:v>
                </c:pt>
                <c:pt idx="92">
                  <c:v>1.8599999999999998E-2</c:v>
                </c:pt>
                <c:pt idx="93">
                  <c:v>1.8800000000000001E-2</c:v>
                </c:pt>
                <c:pt idx="94">
                  <c:v>1.9E-2</c:v>
                </c:pt>
                <c:pt idx="95">
                  <c:v>1.9199999999999998E-2</c:v>
                </c:pt>
                <c:pt idx="96">
                  <c:v>1.9400000000000001E-2</c:v>
                </c:pt>
                <c:pt idx="97">
                  <c:v>1.9599999999999999E-2</c:v>
                </c:pt>
                <c:pt idx="98">
                  <c:v>1.9800000000000002E-2</c:v>
                </c:pt>
                <c:pt idx="99">
                  <c:v>0.02</c:v>
                </c:pt>
                <c:pt idx="100">
                  <c:v>2.0199999999999999E-2</c:v>
                </c:pt>
                <c:pt idx="101">
                  <c:v>2.0400000000000001E-2</c:v>
                </c:pt>
                <c:pt idx="102">
                  <c:v>2.06E-2</c:v>
                </c:pt>
                <c:pt idx="103">
                  <c:v>2.0799999999999999E-2</c:v>
                </c:pt>
                <c:pt idx="104">
                  <c:v>2.1000000000000001E-2</c:v>
                </c:pt>
                <c:pt idx="105">
                  <c:v>2.12E-2</c:v>
                </c:pt>
                <c:pt idx="106">
                  <c:v>2.1399999999999999E-2</c:v>
                </c:pt>
                <c:pt idx="107">
                  <c:v>2.1600000000000001E-2</c:v>
                </c:pt>
                <c:pt idx="108">
                  <c:v>2.18E-2</c:v>
                </c:pt>
                <c:pt idx="109">
                  <c:v>2.1999999999999999E-2</c:v>
                </c:pt>
                <c:pt idx="110">
                  <c:v>2.2200000000000001E-2</c:v>
                </c:pt>
                <c:pt idx="111">
                  <c:v>2.24E-2</c:v>
                </c:pt>
                <c:pt idx="112">
                  <c:v>2.2599999999999999E-2</c:v>
                </c:pt>
                <c:pt idx="113">
                  <c:v>2.2800000000000001E-2</c:v>
                </c:pt>
                <c:pt idx="114">
                  <c:v>2.3E-2</c:v>
                </c:pt>
                <c:pt idx="115">
                  <c:v>2.3199999999999998E-2</c:v>
                </c:pt>
                <c:pt idx="116">
                  <c:v>2.3400000000000001E-2</c:v>
                </c:pt>
                <c:pt idx="117">
                  <c:v>2.3599999999999999E-2</c:v>
                </c:pt>
                <c:pt idx="118">
                  <c:v>2.3800000000000002E-2</c:v>
                </c:pt>
                <c:pt idx="119">
                  <c:v>2.4E-2</c:v>
                </c:pt>
                <c:pt idx="120">
                  <c:v>2.4199999999999999E-2</c:v>
                </c:pt>
                <c:pt idx="121">
                  <c:v>2.4400000000000002E-2</c:v>
                </c:pt>
                <c:pt idx="122">
                  <c:v>2.46E-2</c:v>
                </c:pt>
                <c:pt idx="123">
                  <c:v>2.4799999999999999E-2</c:v>
                </c:pt>
                <c:pt idx="124">
                  <c:v>2.5000000000000001E-2</c:v>
                </c:pt>
                <c:pt idx="125">
                  <c:v>2.52E-2</c:v>
                </c:pt>
                <c:pt idx="126">
                  <c:v>2.5399999999999999E-2</c:v>
                </c:pt>
                <c:pt idx="127">
                  <c:v>2.5600000000000001E-2</c:v>
                </c:pt>
                <c:pt idx="128">
                  <c:v>2.58E-2</c:v>
                </c:pt>
                <c:pt idx="129">
                  <c:v>2.5999999999999999E-2</c:v>
                </c:pt>
                <c:pt idx="130">
                  <c:v>2.6200000000000001E-2</c:v>
                </c:pt>
                <c:pt idx="131">
                  <c:v>2.64E-2</c:v>
                </c:pt>
                <c:pt idx="132">
                  <c:v>2.6599999999999999E-2</c:v>
                </c:pt>
                <c:pt idx="133">
                  <c:v>2.67999999999999E-2</c:v>
                </c:pt>
                <c:pt idx="134">
                  <c:v>2.6999999999999899E-2</c:v>
                </c:pt>
                <c:pt idx="135">
                  <c:v>2.7199999999999901E-2</c:v>
                </c:pt>
                <c:pt idx="136">
                  <c:v>2.73999999999999E-2</c:v>
                </c:pt>
                <c:pt idx="137">
                  <c:v>2.7599999999999899E-2</c:v>
                </c:pt>
                <c:pt idx="138">
                  <c:v>2.7799999999999901E-2</c:v>
                </c:pt>
                <c:pt idx="139">
                  <c:v>2.79999999999999E-2</c:v>
                </c:pt>
                <c:pt idx="140">
                  <c:v>2.8199999999999899E-2</c:v>
                </c:pt>
                <c:pt idx="141">
                  <c:v>2.8399999999999901E-2</c:v>
                </c:pt>
                <c:pt idx="142">
                  <c:v>2.85999999999999E-2</c:v>
                </c:pt>
                <c:pt idx="143">
                  <c:v>2.8799999999999899E-2</c:v>
                </c:pt>
                <c:pt idx="144">
                  <c:v>2.8999999999999901E-2</c:v>
                </c:pt>
                <c:pt idx="145">
                  <c:v>2.91999999999999E-2</c:v>
                </c:pt>
                <c:pt idx="146">
                  <c:v>2.9399999999999898E-2</c:v>
                </c:pt>
                <c:pt idx="147">
                  <c:v>2.9599999999999901E-2</c:v>
                </c:pt>
                <c:pt idx="148">
                  <c:v>2.9799999999999899E-2</c:v>
                </c:pt>
                <c:pt idx="149">
                  <c:v>2.9999999999999898E-2</c:v>
                </c:pt>
                <c:pt idx="150">
                  <c:v>3.0199999999999901E-2</c:v>
                </c:pt>
                <c:pt idx="151">
                  <c:v>3.0399999999999899E-2</c:v>
                </c:pt>
                <c:pt idx="152">
                  <c:v>3.0599999999999902E-2</c:v>
                </c:pt>
                <c:pt idx="153">
                  <c:v>3.07999999999999E-2</c:v>
                </c:pt>
                <c:pt idx="154">
                  <c:v>3.0999999999999899E-2</c:v>
                </c:pt>
                <c:pt idx="155">
                  <c:v>3.1199999999999901E-2</c:v>
                </c:pt>
                <c:pt idx="156">
                  <c:v>3.13999999999999E-2</c:v>
                </c:pt>
                <c:pt idx="157">
                  <c:v>3.1599999999999899E-2</c:v>
                </c:pt>
                <c:pt idx="158">
                  <c:v>3.1799999999999898E-2</c:v>
                </c:pt>
                <c:pt idx="159">
                  <c:v>3.1999999999999897E-2</c:v>
                </c:pt>
                <c:pt idx="160">
                  <c:v>3.2199999999999902E-2</c:v>
                </c:pt>
                <c:pt idx="161">
                  <c:v>3.2399999999999901E-2</c:v>
                </c:pt>
                <c:pt idx="162">
                  <c:v>3.25999999999999E-2</c:v>
                </c:pt>
                <c:pt idx="163">
                  <c:v>3.2799999999999899E-2</c:v>
                </c:pt>
                <c:pt idx="164">
                  <c:v>3.2999999999999897E-2</c:v>
                </c:pt>
                <c:pt idx="165">
                  <c:v>3.3199999999999903E-2</c:v>
                </c:pt>
                <c:pt idx="166">
                  <c:v>3.3399999999999902E-2</c:v>
                </c:pt>
                <c:pt idx="167">
                  <c:v>3.3599999999999901E-2</c:v>
                </c:pt>
                <c:pt idx="168">
                  <c:v>3.37999999999999E-2</c:v>
                </c:pt>
                <c:pt idx="169">
                  <c:v>3.3999999999999898E-2</c:v>
                </c:pt>
                <c:pt idx="170">
                  <c:v>3.4199999999999897E-2</c:v>
                </c:pt>
                <c:pt idx="171">
                  <c:v>3.4399999999999903E-2</c:v>
                </c:pt>
                <c:pt idx="172">
                  <c:v>3.4599999999999902E-2</c:v>
                </c:pt>
                <c:pt idx="173">
                  <c:v>3.47999999999999E-2</c:v>
                </c:pt>
                <c:pt idx="174">
                  <c:v>3.4999999999999899E-2</c:v>
                </c:pt>
                <c:pt idx="175">
                  <c:v>3.5199999999999898E-2</c:v>
                </c:pt>
                <c:pt idx="176">
                  <c:v>3.5399999999999897E-2</c:v>
                </c:pt>
                <c:pt idx="177">
                  <c:v>3.5599999999999903E-2</c:v>
                </c:pt>
                <c:pt idx="178">
                  <c:v>3.5799999999999901E-2</c:v>
                </c:pt>
                <c:pt idx="179">
                  <c:v>3.59999999999999E-2</c:v>
                </c:pt>
                <c:pt idx="180">
                  <c:v>3.6199999999999899E-2</c:v>
                </c:pt>
                <c:pt idx="181">
                  <c:v>3.6399999999999898E-2</c:v>
                </c:pt>
                <c:pt idx="182">
                  <c:v>3.6599999999999903E-2</c:v>
                </c:pt>
                <c:pt idx="183">
                  <c:v>3.6799999999999902E-2</c:v>
                </c:pt>
                <c:pt idx="184">
                  <c:v>3.6999999999999901E-2</c:v>
                </c:pt>
                <c:pt idx="185">
                  <c:v>3.71999999999999E-2</c:v>
                </c:pt>
                <c:pt idx="186">
                  <c:v>3.7399999999999899E-2</c:v>
                </c:pt>
                <c:pt idx="187">
                  <c:v>3.7599999999999897E-2</c:v>
                </c:pt>
                <c:pt idx="188">
                  <c:v>3.7799999999999903E-2</c:v>
                </c:pt>
                <c:pt idx="189">
                  <c:v>3.7999999999999902E-2</c:v>
                </c:pt>
                <c:pt idx="190">
                  <c:v>3.8199999999999901E-2</c:v>
                </c:pt>
                <c:pt idx="191">
                  <c:v>3.8399999999999899E-2</c:v>
                </c:pt>
                <c:pt idx="192">
                  <c:v>3.8599999999999898E-2</c:v>
                </c:pt>
                <c:pt idx="193">
                  <c:v>3.8799999999999897E-2</c:v>
                </c:pt>
                <c:pt idx="194">
                  <c:v>3.8999999999999903E-2</c:v>
                </c:pt>
                <c:pt idx="195">
                  <c:v>3.9199999999999902E-2</c:v>
                </c:pt>
                <c:pt idx="196">
                  <c:v>3.93999999999999E-2</c:v>
                </c:pt>
                <c:pt idx="197">
                  <c:v>3.9599999999999899E-2</c:v>
                </c:pt>
                <c:pt idx="198">
                  <c:v>3.9799999999999898E-2</c:v>
                </c:pt>
                <c:pt idx="199">
                  <c:v>3.9999999999999897E-2</c:v>
                </c:pt>
                <c:pt idx="200">
                  <c:v>4.0199999999999902E-2</c:v>
                </c:pt>
                <c:pt idx="201">
                  <c:v>4.0399999999999901E-2</c:v>
                </c:pt>
                <c:pt idx="202">
                  <c:v>4.05999999999999E-2</c:v>
                </c:pt>
                <c:pt idx="203">
                  <c:v>4.0799999999999899E-2</c:v>
                </c:pt>
                <c:pt idx="204">
                  <c:v>4.0999999999999898E-2</c:v>
                </c:pt>
                <c:pt idx="205">
                  <c:v>4.1199999999999903E-2</c:v>
                </c:pt>
                <c:pt idx="206">
                  <c:v>4.1399999999999902E-2</c:v>
                </c:pt>
                <c:pt idx="207">
                  <c:v>4.1599999999999901E-2</c:v>
                </c:pt>
                <c:pt idx="208">
                  <c:v>4.17999999999999E-2</c:v>
                </c:pt>
                <c:pt idx="209">
                  <c:v>4.1999999999999899E-2</c:v>
                </c:pt>
                <c:pt idx="210">
                  <c:v>4.2199999999999897E-2</c:v>
                </c:pt>
                <c:pt idx="211">
                  <c:v>4.2399999999999903E-2</c:v>
                </c:pt>
                <c:pt idx="212">
                  <c:v>4.2599999999999902E-2</c:v>
                </c:pt>
                <c:pt idx="213">
                  <c:v>4.2799999999999901E-2</c:v>
                </c:pt>
                <c:pt idx="214">
                  <c:v>4.2999999999999899E-2</c:v>
                </c:pt>
                <c:pt idx="215">
                  <c:v>4.3199999999999801E-2</c:v>
                </c:pt>
                <c:pt idx="216">
                  <c:v>4.33999999999998E-2</c:v>
                </c:pt>
                <c:pt idx="217">
                  <c:v>4.3599999999999799E-2</c:v>
                </c:pt>
                <c:pt idx="218">
                  <c:v>4.3799999999999797E-2</c:v>
                </c:pt>
                <c:pt idx="219">
                  <c:v>4.3999999999999803E-2</c:v>
                </c:pt>
                <c:pt idx="220">
                  <c:v>4.4199999999999802E-2</c:v>
                </c:pt>
                <c:pt idx="221">
                  <c:v>4.4399999999999801E-2</c:v>
                </c:pt>
                <c:pt idx="222">
                  <c:v>4.45999999999998E-2</c:v>
                </c:pt>
                <c:pt idx="223">
                  <c:v>4.4799999999999798E-2</c:v>
                </c:pt>
                <c:pt idx="224">
                  <c:v>4.4999999999999797E-2</c:v>
                </c:pt>
                <c:pt idx="225">
                  <c:v>4.5199999999999803E-2</c:v>
                </c:pt>
                <c:pt idx="226">
                  <c:v>4.5399999999999802E-2</c:v>
                </c:pt>
                <c:pt idx="227">
                  <c:v>4.55999999999998E-2</c:v>
                </c:pt>
                <c:pt idx="228">
                  <c:v>4.5799999999999799E-2</c:v>
                </c:pt>
                <c:pt idx="229">
                  <c:v>4.5999999999999798E-2</c:v>
                </c:pt>
                <c:pt idx="230">
                  <c:v>4.6199999999999797E-2</c:v>
                </c:pt>
                <c:pt idx="231">
                  <c:v>4.6399999999999803E-2</c:v>
                </c:pt>
                <c:pt idx="232">
                  <c:v>4.6599999999999801E-2</c:v>
                </c:pt>
                <c:pt idx="233">
                  <c:v>4.67999999999998E-2</c:v>
                </c:pt>
                <c:pt idx="234">
                  <c:v>4.6999999999999799E-2</c:v>
                </c:pt>
                <c:pt idx="235">
                  <c:v>4.7199999999999798E-2</c:v>
                </c:pt>
                <c:pt idx="236">
                  <c:v>4.7399999999999803E-2</c:v>
                </c:pt>
                <c:pt idx="237">
                  <c:v>4.7599999999999802E-2</c:v>
                </c:pt>
                <c:pt idx="238">
                  <c:v>4.7799999999999801E-2</c:v>
                </c:pt>
                <c:pt idx="239">
                  <c:v>4.79999999999998E-2</c:v>
                </c:pt>
                <c:pt idx="240">
                  <c:v>4.8199999999999799E-2</c:v>
                </c:pt>
                <c:pt idx="241">
                  <c:v>4.8399999999999797E-2</c:v>
                </c:pt>
                <c:pt idx="242">
                  <c:v>4.8599999999999803E-2</c:v>
                </c:pt>
                <c:pt idx="243">
                  <c:v>4.8799999999999802E-2</c:v>
                </c:pt>
                <c:pt idx="244">
                  <c:v>4.8999999999999801E-2</c:v>
                </c:pt>
                <c:pt idx="245">
                  <c:v>4.9199999999999799E-2</c:v>
                </c:pt>
                <c:pt idx="246">
                  <c:v>4.9399999999999798E-2</c:v>
                </c:pt>
                <c:pt idx="247">
                  <c:v>4.9599999999999797E-2</c:v>
                </c:pt>
                <c:pt idx="248">
                  <c:v>4.9799999999999803E-2</c:v>
                </c:pt>
                <c:pt idx="249">
                  <c:v>4.9999999999999802E-2</c:v>
                </c:pt>
                <c:pt idx="250">
                  <c:v>5.01999999999998E-2</c:v>
                </c:pt>
                <c:pt idx="251">
                  <c:v>5.0399999999999799E-2</c:v>
                </c:pt>
                <c:pt idx="252">
                  <c:v>5.0599999999999798E-2</c:v>
                </c:pt>
                <c:pt idx="253">
                  <c:v>5.0799999999999797E-2</c:v>
                </c:pt>
                <c:pt idx="254">
                  <c:v>5.0999999999999802E-2</c:v>
                </c:pt>
                <c:pt idx="255">
                  <c:v>5.1199999999999801E-2</c:v>
                </c:pt>
                <c:pt idx="256">
                  <c:v>5.13999999999998E-2</c:v>
                </c:pt>
                <c:pt idx="257">
                  <c:v>5.1599999999999799E-2</c:v>
                </c:pt>
                <c:pt idx="258">
                  <c:v>5.1799999999999798E-2</c:v>
                </c:pt>
                <c:pt idx="259">
                  <c:v>5.1999999999999803E-2</c:v>
                </c:pt>
                <c:pt idx="260">
                  <c:v>5.2199999999999802E-2</c:v>
                </c:pt>
                <c:pt idx="261">
                  <c:v>5.2399999999999801E-2</c:v>
                </c:pt>
                <c:pt idx="262">
                  <c:v>5.25999999999998E-2</c:v>
                </c:pt>
                <c:pt idx="263">
                  <c:v>5.2799999999999798E-2</c:v>
                </c:pt>
                <c:pt idx="264">
                  <c:v>5.2999999999999797E-2</c:v>
                </c:pt>
                <c:pt idx="265">
                  <c:v>5.3199999999999803E-2</c:v>
                </c:pt>
                <c:pt idx="266">
                  <c:v>5.3399999999999802E-2</c:v>
                </c:pt>
                <c:pt idx="267">
                  <c:v>5.3599999999999801E-2</c:v>
                </c:pt>
                <c:pt idx="268">
                  <c:v>5.3799999999999799E-2</c:v>
                </c:pt>
                <c:pt idx="269">
                  <c:v>5.3999999999999798E-2</c:v>
                </c:pt>
                <c:pt idx="270">
                  <c:v>5.4199999999999797E-2</c:v>
                </c:pt>
                <c:pt idx="271">
                  <c:v>5.4399999999999803E-2</c:v>
                </c:pt>
                <c:pt idx="272">
                  <c:v>5.4599999999999801E-2</c:v>
                </c:pt>
                <c:pt idx="273">
                  <c:v>5.47999999999998E-2</c:v>
                </c:pt>
                <c:pt idx="274">
                  <c:v>5.4999999999999799E-2</c:v>
                </c:pt>
                <c:pt idx="275">
                  <c:v>5.5199999999999798E-2</c:v>
                </c:pt>
                <c:pt idx="276">
                  <c:v>5.5399999999999797E-2</c:v>
                </c:pt>
                <c:pt idx="277">
                  <c:v>5.5599999999999802E-2</c:v>
                </c:pt>
                <c:pt idx="278">
                  <c:v>5.5799999999999801E-2</c:v>
                </c:pt>
                <c:pt idx="279">
                  <c:v>5.59999999999998E-2</c:v>
                </c:pt>
                <c:pt idx="280">
                  <c:v>5.6199999999999799E-2</c:v>
                </c:pt>
                <c:pt idx="281">
                  <c:v>5.6399999999999798E-2</c:v>
                </c:pt>
                <c:pt idx="282">
                  <c:v>5.6599999999999803E-2</c:v>
                </c:pt>
                <c:pt idx="283">
                  <c:v>5.6799999999999802E-2</c:v>
                </c:pt>
                <c:pt idx="284">
                  <c:v>5.6999999999999801E-2</c:v>
                </c:pt>
                <c:pt idx="285">
                  <c:v>5.71999999999998E-2</c:v>
                </c:pt>
                <c:pt idx="286">
                  <c:v>5.7399999999999798E-2</c:v>
                </c:pt>
                <c:pt idx="287">
                  <c:v>5.7599999999999797E-2</c:v>
                </c:pt>
                <c:pt idx="288">
                  <c:v>5.7799999999999803E-2</c:v>
                </c:pt>
                <c:pt idx="289">
                  <c:v>5.7999999999999802E-2</c:v>
                </c:pt>
                <c:pt idx="290">
                  <c:v>5.8199999999999801E-2</c:v>
                </c:pt>
                <c:pt idx="291">
                  <c:v>5.8399999999999799E-2</c:v>
                </c:pt>
                <c:pt idx="292">
                  <c:v>5.8599999999999798E-2</c:v>
                </c:pt>
                <c:pt idx="293">
                  <c:v>5.8799999999999797E-2</c:v>
                </c:pt>
                <c:pt idx="294">
                  <c:v>5.8999999999999803E-2</c:v>
                </c:pt>
                <c:pt idx="295">
                  <c:v>5.9199999999999801E-2</c:v>
                </c:pt>
                <c:pt idx="296">
                  <c:v>5.93999999999998E-2</c:v>
                </c:pt>
                <c:pt idx="297">
                  <c:v>5.9599999999999799E-2</c:v>
                </c:pt>
                <c:pt idx="298">
                  <c:v>5.9799999999999701E-2</c:v>
                </c:pt>
                <c:pt idx="299">
                  <c:v>5.9999999999999699E-2</c:v>
                </c:pt>
                <c:pt idx="300">
                  <c:v>6.0199999999999698E-2</c:v>
                </c:pt>
                <c:pt idx="301">
                  <c:v>6.0399999999999697E-2</c:v>
                </c:pt>
                <c:pt idx="302">
                  <c:v>6.0599999999999703E-2</c:v>
                </c:pt>
                <c:pt idx="303">
                  <c:v>6.0799999999999702E-2</c:v>
                </c:pt>
                <c:pt idx="304">
                  <c:v>6.09999999999997E-2</c:v>
                </c:pt>
                <c:pt idx="305">
                  <c:v>6.1199999999999699E-2</c:v>
                </c:pt>
                <c:pt idx="306">
                  <c:v>6.1399999999999698E-2</c:v>
                </c:pt>
                <c:pt idx="307">
                  <c:v>6.1599999999999697E-2</c:v>
                </c:pt>
                <c:pt idx="308">
                  <c:v>6.1799999999999702E-2</c:v>
                </c:pt>
                <c:pt idx="309">
                  <c:v>6.1999999999999701E-2</c:v>
                </c:pt>
                <c:pt idx="310">
                  <c:v>6.21999999999997E-2</c:v>
                </c:pt>
                <c:pt idx="311">
                  <c:v>6.2399999999999699E-2</c:v>
                </c:pt>
                <c:pt idx="312">
                  <c:v>6.2599999999999698E-2</c:v>
                </c:pt>
                <c:pt idx="313">
                  <c:v>6.2799999999999703E-2</c:v>
                </c:pt>
                <c:pt idx="314">
                  <c:v>6.2999999999999806E-2</c:v>
                </c:pt>
                <c:pt idx="315">
                  <c:v>6.3199999999999798E-2</c:v>
                </c:pt>
                <c:pt idx="316">
                  <c:v>6.3399999999999804E-2</c:v>
                </c:pt>
                <c:pt idx="317">
                  <c:v>6.3599999999999796E-2</c:v>
                </c:pt>
                <c:pt idx="318">
                  <c:v>6.3799999999999801E-2</c:v>
                </c:pt>
                <c:pt idx="319">
                  <c:v>6.3999999999999793E-2</c:v>
                </c:pt>
                <c:pt idx="320">
                  <c:v>6.4199999999999799E-2</c:v>
                </c:pt>
                <c:pt idx="321">
                  <c:v>6.4399999999999805E-2</c:v>
                </c:pt>
                <c:pt idx="322">
                  <c:v>6.4599999999999796E-2</c:v>
                </c:pt>
                <c:pt idx="323">
                  <c:v>6.4799999999999802E-2</c:v>
                </c:pt>
                <c:pt idx="324">
                  <c:v>6.4999999999999794E-2</c:v>
                </c:pt>
                <c:pt idx="325">
                  <c:v>6.51999999999998E-2</c:v>
                </c:pt>
                <c:pt idx="326">
                  <c:v>6.5399999999999806E-2</c:v>
                </c:pt>
                <c:pt idx="327">
                  <c:v>6.5599999999999797E-2</c:v>
                </c:pt>
                <c:pt idx="328">
                  <c:v>6.5799999999999803E-2</c:v>
                </c:pt>
                <c:pt idx="329">
                  <c:v>6.5999999999999795E-2</c:v>
                </c:pt>
                <c:pt idx="330">
                  <c:v>6.6199999999999801E-2</c:v>
                </c:pt>
                <c:pt idx="331">
                  <c:v>6.6399999999999806E-2</c:v>
                </c:pt>
                <c:pt idx="332">
                  <c:v>6.6599999999999895E-2</c:v>
                </c:pt>
                <c:pt idx="333">
                  <c:v>6.6799999999999901E-2</c:v>
                </c:pt>
                <c:pt idx="334">
                  <c:v>6.6999999999999907E-2</c:v>
                </c:pt>
                <c:pt idx="335">
                  <c:v>6.7199999999999899E-2</c:v>
                </c:pt>
                <c:pt idx="336">
                  <c:v>6.7399999999999904E-2</c:v>
                </c:pt>
                <c:pt idx="337">
                  <c:v>6.7599999999999896E-2</c:v>
                </c:pt>
                <c:pt idx="338">
                  <c:v>6.7799999999999902E-2</c:v>
                </c:pt>
                <c:pt idx="339">
                  <c:v>6.7999999999999894E-2</c:v>
                </c:pt>
                <c:pt idx="340">
                  <c:v>6.81999999999999E-2</c:v>
                </c:pt>
                <c:pt idx="341">
                  <c:v>6.8399999999999905E-2</c:v>
                </c:pt>
                <c:pt idx="342">
                  <c:v>6.8599999999999897E-2</c:v>
                </c:pt>
                <c:pt idx="343">
                  <c:v>6.8799999999999903E-2</c:v>
                </c:pt>
                <c:pt idx="344">
                  <c:v>6.8999999999999895E-2</c:v>
                </c:pt>
                <c:pt idx="345">
                  <c:v>6.91999999999999E-2</c:v>
                </c:pt>
                <c:pt idx="346">
                  <c:v>6.9399999999999906E-2</c:v>
                </c:pt>
                <c:pt idx="347">
                  <c:v>6.9599999999999898E-2</c:v>
                </c:pt>
                <c:pt idx="348">
                  <c:v>6.9799999999999904E-2</c:v>
                </c:pt>
                <c:pt idx="349">
                  <c:v>7.0000000000000007E-2</c:v>
                </c:pt>
                <c:pt idx="350">
                  <c:v>7.0199999999999999E-2</c:v>
                </c:pt>
                <c:pt idx="351">
                  <c:v>7.0400000000000004E-2</c:v>
                </c:pt>
                <c:pt idx="352">
                  <c:v>7.0599999999999996E-2</c:v>
                </c:pt>
                <c:pt idx="353">
                  <c:v>7.0800000000000002E-2</c:v>
                </c:pt>
                <c:pt idx="354">
                  <c:v>7.0999999999999994E-2</c:v>
                </c:pt>
                <c:pt idx="355">
                  <c:v>7.1199999999999999E-2</c:v>
                </c:pt>
                <c:pt idx="356">
                  <c:v>7.1400000000000005E-2</c:v>
                </c:pt>
                <c:pt idx="357">
                  <c:v>7.1599999999999997E-2</c:v>
                </c:pt>
                <c:pt idx="358">
                  <c:v>7.1800000000000003E-2</c:v>
                </c:pt>
                <c:pt idx="359">
                  <c:v>7.1999999999999995E-2</c:v>
                </c:pt>
                <c:pt idx="360">
                  <c:v>7.22E-2</c:v>
                </c:pt>
                <c:pt idx="361">
                  <c:v>7.2400000000000006E-2</c:v>
                </c:pt>
                <c:pt idx="362">
                  <c:v>7.2599999999999998E-2</c:v>
                </c:pt>
                <c:pt idx="363">
                  <c:v>7.2800000000000004E-2</c:v>
                </c:pt>
                <c:pt idx="364">
                  <c:v>7.2999999999999995E-2</c:v>
                </c:pt>
                <c:pt idx="365">
                  <c:v>7.3200000000000001E-2</c:v>
                </c:pt>
                <c:pt idx="366">
                  <c:v>7.3400000000000007E-2</c:v>
                </c:pt>
                <c:pt idx="367">
                  <c:v>7.3600000000000096E-2</c:v>
                </c:pt>
                <c:pt idx="368">
                  <c:v>7.3800000000000102E-2</c:v>
                </c:pt>
                <c:pt idx="369">
                  <c:v>7.4000000000000093E-2</c:v>
                </c:pt>
                <c:pt idx="370">
                  <c:v>7.4200000000000099E-2</c:v>
                </c:pt>
                <c:pt idx="371">
                  <c:v>7.4400000000000105E-2</c:v>
                </c:pt>
                <c:pt idx="372">
                  <c:v>7.4600000000000097E-2</c:v>
                </c:pt>
                <c:pt idx="373">
                  <c:v>7.4800000000000103E-2</c:v>
                </c:pt>
                <c:pt idx="374">
                  <c:v>7.5000000000000094E-2</c:v>
                </c:pt>
                <c:pt idx="375">
                  <c:v>7.52000000000001E-2</c:v>
                </c:pt>
                <c:pt idx="376">
                  <c:v>7.5400000000000106E-2</c:v>
                </c:pt>
                <c:pt idx="377">
                  <c:v>7.5600000000000098E-2</c:v>
                </c:pt>
                <c:pt idx="378">
                  <c:v>7.5800000000000103E-2</c:v>
                </c:pt>
                <c:pt idx="379">
                  <c:v>7.6000000000000095E-2</c:v>
                </c:pt>
                <c:pt idx="380">
                  <c:v>7.6200000000000101E-2</c:v>
                </c:pt>
                <c:pt idx="381">
                  <c:v>7.6400000000000107E-2</c:v>
                </c:pt>
                <c:pt idx="382">
                  <c:v>7.6600000000000099E-2</c:v>
                </c:pt>
                <c:pt idx="383">
                  <c:v>7.6800000000000104E-2</c:v>
                </c:pt>
                <c:pt idx="384">
                  <c:v>7.7000000000000193E-2</c:v>
                </c:pt>
                <c:pt idx="385">
                  <c:v>7.7200000000000199E-2</c:v>
                </c:pt>
                <c:pt idx="386">
                  <c:v>7.7400000000000205E-2</c:v>
                </c:pt>
                <c:pt idx="387">
                  <c:v>7.7600000000000197E-2</c:v>
                </c:pt>
                <c:pt idx="388">
                  <c:v>7.7800000000000202E-2</c:v>
                </c:pt>
                <c:pt idx="389">
                  <c:v>7.8000000000000194E-2</c:v>
                </c:pt>
                <c:pt idx="390">
                  <c:v>7.82000000000002E-2</c:v>
                </c:pt>
                <c:pt idx="391">
                  <c:v>7.8400000000000206E-2</c:v>
                </c:pt>
                <c:pt idx="392">
                  <c:v>7.8600000000000197E-2</c:v>
                </c:pt>
                <c:pt idx="393">
                  <c:v>7.8800000000000203E-2</c:v>
                </c:pt>
                <c:pt idx="394">
                  <c:v>7.9000000000000195E-2</c:v>
                </c:pt>
                <c:pt idx="395">
                  <c:v>7.9200000000000201E-2</c:v>
                </c:pt>
                <c:pt idx="396">
                  <c:v>7.9400000000000207E-2</c:v>
                </c:pt>
                <c:pt idx="397">
                  <c:v>7.9600000000000198E-2</c:v>
                </c:pt>
                <c:pt idx="398">
                  <c:v>7.9800000000000204E-2</c:v>
                </c:pt>
                <c:pt idx="399">
                  <c:v>8.0000000000000196E-2</c:v>
                </c:pt>
                <c:pt idx="400">
                  <c:v>8.0200000000000202E-2</c:v>
                </c:pt>
                <c:pt idx="401">
                  <c:v>8.0400000000000194E-2</c:v>
                </c:pt>
                <c:pt idx="402">
                  <c:v>8.0600000000000296E-2</c:v>
                </c:pt>
                <c:pt idx="403">
                  <c:v>8.0800000000000302E-2</c:v>
                </c:pt>
                <c:pt idx="404">
                  <c:v>8.1000000000000294E-2</c:v>
                </c:pt>
                <c:pt idx="405">
                  <c:v>8.12000000000003E-2</c:v>
                </c:pt>
                <c:pt idx="406">
                  <c:v>8.1400000000000305E-2</c:v>
                </c:pt>
                <c:pt idx="407">
                  <c:v>8.1600000000000297E-2</c:v>
                </c:pt>
                <c:pt idx="408">
                  <c:v>8.1800000000000303E-2</c:v>
                </c:pt>
                <c:pt idx="409">
                  <c:v>8.2000000000000295E-2</c:v>
                </c:pt>
                <c:pt idx="410">
                  <c:v>8.2200000000000301E-2</c:v>
                </c:pt>
                <c:pt idx="411">
                  <c:v>8.2400000000000306E-2</c:v>
                </c:pt>
                <c:pt idx="412">
                  <c:v>8.2600000000000298E-2</c:v>
                </c:pt>
                <c:pt idx="413">
                  <c:v>8.2800000000000304E-2</c:v>
                </c:pt>
                <c:pt idx="414">
                  <c:v>8.3000000000000296E-2</c:v>
                </c:pt>
                <c:pt idx="415">
                  <c:v>8.3200000000000301E-2</c:v>
                </c:pt>
                <c:pt idx="416">
                  <c:v>8.3400000000000293E-2</c:v>
                </c:pt>
                <c:pt idx="417">
                  <c:v>8.3600000000000299E-2</c:v>
                </c:pt>
                <c:pt idx="418">
                  <c:v>8.3800000000000305E-2</c:v>
                </c:pt>
                <c:pt idx="419">
                  <c:v>8.4000000000000394E-2</c:v>
                </c:pt>
                <c:pt idx="420">
                  <c:v>8.42000000000004E-2</c:v>
                </c:pt>
                <c:pt idx="421">
                  <c:v>8.4400000000000405E-2</c:v>
                </c:pt>
                <c:pt idx="422">
                  <c:v>8.4600000000000397E-2</c:v>
                </c:pt>
                <c:pt idx="423">
                  <c:v>8.4800000000000403E-2</c:v>
                </c:pt>
                <c:pt idx="424">
                  <c:v>8.5000000000000395E-2</c:v>
                </c:pt>
                <c:pt idx="425">
                  <c:v>8.52000000000004E-2</c:v>
                </c:pt>
                <c:pt idx="426">
                  <c:v>8.5400000000000406E-2</c:v>
                </c:pt>
                <c:pt idx="427">
                  <c:v>8.5600000000000398E-2</c:v>
                </c:pt>
                <c:pt idx="428">
                  <c:v>8.5800000000000404E-2</c:v>
                </c:pt>
                <c:pt idx="429">
                  <c:v>8.6000000000000396E-2</c:v>
                </c:pt>
                <c:pt idx="430">
                  <c:v>8.6200000000000401E-2</c:v>
                </c:pt>
                <c:pt idx="431">
                  <c:v>8.6400000000000393E-2</c:v>
                </c:pt>
                <c:pt idx="432">
                  <c:v>8.6600000000000399E-2</c:v>
                </c:pt>
                <c:pt idx="433">
                  <c:v>8.6800000000000405E-2</c:v>
                </c:pt>
                <c:pt idx="434">
                  <c:v>8.7000000000000396E-2</c:v>
                </c:pt>
                <c:pt idx="435">
                  <c:v>8.7200000000000402E-2</c:v>
                </c:pt>
                <c:pt idx="436">
                  <c:v>8.7400000000000394E-2</c:v>
                </c:pt>
                <c:pt idx="437">
                  <c:v>8.7600000000000497E-2</c:v>
                </c:pt>
                <c:pt idx="438">
                  <c:v>8.7800000000000503E-2</c:v>
                </c:pt>
                <c:pt idx="439">
                  <c:v>8.8000000000000494E-2</c:v>
                </c:pt>
                <c:pt idx="440">
                  <c:v>8.82000000000005E-2</c:v>
                </c:pt>
                <c:pt idx="441">
                  <c:v>8.8400000000000506E-2</c:v>
                </c:pt>
                <c:pt idx="442">
                  <c:v>8.8600000000000498E-2</c:v>
                </c:pt>
                <c:pt idx="443">
                  <c:v>8.8800000000000504E-2</c:v>
                </c:pt>
                <c:pt idx="444">
                  <c:v>8.9000000000000495E-2</c:v>
                </c:pt>
                <c:pt idx="445">
                  <c:v>8.9200000000000501E-2</c:v>
                </c:pt>
                <c:pt idx="446">
                  <c:v>8.9400000000000507E-2</c:v>
                </c:pt>
                <c:pt idx="447">
                  <c:v>8.9600000000000499E-2</c:v>
                </c:pt>
                <c:pt idx="448">
                  <c:v>8.9800000000000504E-2</c:v>
                </c:pt>
                <c:pt idx="449">
                  <c:v>9.0000000000000496E-2</c:v>
                </c:pt>
                <c:pt idx="450">
                  <c:v>9.0200000000000502E-2</c:v>
                </c:pt>
                <c:pt idx="451">
                  <c:v>9.0400000000000494E-2</c:v>
                </c:pt>
                <c:pt idx="452">
                  <c:v>9.06000000000005E-2</c:v>
                </c:pt>
                <c:pt idx="453">
                  <c:v>9.0800000000000505E-2</c:v>
                </c:pt>
                <c:pt idx="454">
                  <c:v>9.1000000000000594E-2</c:v>
                </c:pt>
                <c:pt idx="455">
                  <c:v>9.12000000000006E-2</c:v>
                </c:pt>
                <c:pt idx="456">
                  <c:v>9.1400000000000606E-2</c:v>
                </c:pt>
                <c:pt idx="457">
                  <c:v>9.1600000000000598E-2</c:v>
                </c:pt>
                <c:pt idx="458">
                  <c:v>9.1800000000000603E-2</c:v>
                </c:pt>
                <c:pt idx="459">
                  <c:v>9.2000000000000595E-2</c:v>
                </c:pt>
                <c:pt idx="460">
                  <c:v>9.2200000000000601E-2</c:v>
                </c:pt>
                <c:pt idx="461">
                  <c:v>9.2400000000000607E-2</c:v>
                </c:pt>
                <c:pt idx="462">
                  <c:v>9.2600000000000598E-2</c:v>
                </c:pt>
                <c:pt idx="463">
                  <c:v>9.2800000000000604E-2</c:v>
                </c:pt>
                <c:pt idx="464">
                  <c:v>9.3000000000000596E-2</c:v>
                </c:pt>
                <c:pt idx="465">
                  <c:v>9.3200000000000602E-2</c:v>
                </c:pt>
                <c:pt idx="466">
                  <c:v>9.3400000000000594E-2</c:v>
                </c:pt>
                <c:pt idx="467">
                  <c:v>9.3600000000000599E-2</c:v>
                </c:pt>
                <c:pt idx="468">
                  <c:v>9.3800000000000605E-2</c:v>
                </c:pt>
                <c:pt idx="469">
                  <c:v>9.4000000000000597E-2</c:v>
                </c:pt>
                <c:pt idx="470">
                  <c:v>9.4200000000000603E-2</c:v>
                </c:pt>
                <c:pt idx="471">
                  <c:v>9.4400000000000595E-2</c:v>
                </c:pt>
                <c:pt idx="472">
                  <c:v>9.4600000000000697E-2</c:v>
                </c:pt>
                <c:pt idx="473">
                  <c:v>9.4800000000000703E-2</c:v>
                </c:pt>
                <c:pt idx="474">
                  <c:v>9.5000000000000695E-2</c:v>
                </c:pt>
                <c:pt idx="475">
                  <c:v>9.5200000000000701E-2</c:v>
                </c:pt>
                <c:pt idx="476">
                  <c:v>9.5400000000000706E-2</c:v>
                </c:pt>
                <c:pt idx="477">
                  <c:v>9.5600000000000698E-2</c:v>
                </c:pt>
                <c:pt idx="478">
                  <c:v>9.5800000000000704E-2</c:v>
                </c:pt>
                <c:pt idx="479">
                  <c:v>9.6000000000000696E-2</c:v>
                </c:pt>
                <c:pt idx="480">
                  <c:v>9.6200000000000702E-2</c:v>
                </c:pt>
                <c:pt idx="481">
                  <c:v>9.6400000000000693E-2</c:v>
                </c:pt>
                <c:pt idx="482">
                  <c:v>9.6600000000000699E-2</c:v>
                </c:pt>
                <c:pt idx="483">
                  <c:v>9.6800000000000705E-2</c:v>
                </c:pt>
                <c:pt idx="484">
                  <c:v>9.7000000000000697E-2</c:v>
                </c:pt>
                <c:pt idx="485">
                  <c:v>9.7200000000000703E-2</c:v>
                </c:pt>
                <c:pt idx="486">
                  <c:v>9.7400000000000694E-2</c:v>
                </c:pt>
                <c:pt idx="487">
                  <c:v>9.76000000000007E-2</c:v>
                </c:pt>
                <c:pt idx="488">
                  <c:v>9.7800000000000706E-2</c:v>
                </c:pt>
                <c:pt idx="489">
                  <c:v>9.8000000000000795E-2</c:v>
                </c:pt>
                <c:pt idx="490">
                  <c:v>9.8200000000000801E-2</c:v>
                </c:pt>
                <c:pt idx="491">
                  <c:v>9.8400000000000806E-2</c:v>
                </c:pt>
                <c:pt idx="492">
                  <c:v>9.8600000000000798E-2</c:v>
                </c:pt>
                <c:pt idx="493">
                  <c:v>9.8800000000000804E-2</c:v>
                </c:pt>
                <c:pt idx="494">
                  <c:v>9.9000000000000796E-2</c:v>
                </c:pt>
                <c:pt idx="495">
                  <c:v>9.9200000000000801E-2</c:v>
                </c:pt>
                <c:pt idx="496">
                  <c:v>9.9400000000000793E-2</c:v>
                </c:pt>
                <c:pt idx="497">
                  <c:v>9.9600000000000799E-2</c:v>
                </c:pt>
                <c:pt idx="498">
                  <c:v>9.9800000000000805E-2</c:v>
                </c:pt>
                <c:pt idx="499">
                  <c:v>0.100000000000001</c:v>
                </c:pt>
                <c:pt idx="500">
                  <c:v>0.100200000000001</c:v>
                </c:pt>
                <c:pt idx="501">
                  <c:v>0.100400000000001</c:v>
                </c:pt>
                <c:pt idx="502">
                  <c:v>0.10060000000000099</c:v>
                </c:pt>
                <c:pt idx="503">
                  <c:v>0.100800000000001</c:v>
                </c:pt>
                <c:pt idx="504">
                  <c:v>0.10100000000000101</c:v>
                </c:pt>
                <c:pt idx="505">
                  <c:v>0.101200000000001</c:v>
                </c:pt>
                <c:pt idx="506">
                  <c:v>0.101400000000001</c:v>
                </c:pt>
                <c:pt idx="507">
                  <c:v>0.101600000000001</c:v>
                </c:pt>
                <c:pt idx="508">
                  <c:v>0.101800000000001</c:v>
                </c:pt>
                <c:pt idx="509">
                  <c:v>0.10200000000000101</c:v>
                </c:pt>
                <c:pt idx="510">
                  <c:v>0.102200000000001</c:v>
                </c:pt>
                <c:pt idx="511">
                  <c:v>0.102400000000001</c:v>
                </c:pt>
                <c:pt idx="512">
                  <c:v>0.102600000000001</c:v>
                </c:pt>
                <c:pt idx="513">
                  <c:v>0.102800000000001</c:v>
                </c:pt>
                <c:pt idx="514">
                  <c:v>0.10300000000000099</c:v>
                </c:pt>
                <c:pt idx="515">
                  <c:v>0.103200000000001</c:v>
                </c:pt>
                <c:pt idx="516">
                  <c:v>0.103400000000001</c:v>
                </c:pt>
                <c:pt idx="517">
                  <c:v>0.103600000000001</c:v>
                </c:pt>
                <c:pt idx="518">
                  <c:v>0.103800000000001</c:v>
                </c:pt>
                <c:pt idx="519">
                  <c:v>0.10400000000000099</c:v>
                </c:pt>
                <c:pt idx="520">
                  <c:v>0.104200000000001</c:v>
                </c:pt>
                <c:pt idx="521">
                  <c:v>0.10440000000000101</c:v>
                </c:pt>
                <c:pt idx="522">
                  <c:v>0.104600000000001</c:v>
                </c:pt>
                <c:pt idx="523">
                  <c:v>0.104800000000001</c:v>
                </c:pt>
                <c:pt idx="524">
                  <c:v>0.105000000000001</c:v>
                </c:pt>
                <c:pt idx="525">
                  <c:v>0.105200000000001</c:v>
                </c:pt>
                <c:pt idx="526">
                  <c:v>0.10540000000000101</c:v>
                </c:pt>
                <c:pt idx="527">
                  <c:v>0.105600000000001</c:v>
                </c:pt>
                <c:pt idx="528">
                  <c:v>0.105800000000001</c:v>
                </c:pt>
                <c:pt idx="529">
                  <c:v>0.106000000000001</c:v>
                </c:pt>
                <c:pt idx="530">
                  <c:v>0.106200000000001</c:v>
                </c:pt>
                <c:pt idx="531">
                  <c:v>0.10640000000000099</c:v>
                </c:pt>
                <c:pt idx="532">
                  <c:v>0.106600000000001</c:v>
                </c:pt>
                <c:pt idx="533">
                  <c:v>0.10680000000000101</c:v>
                </c:pt>
                <c:pt idx="534">
                  <c:v>0.107000000000001</c:v>
                </c:pt>
                <c:pt idx="535">
                  <c:v>0.107200000000001</c:v>
                </c:pt>
                <c:pt idx="536">
                  <c:v>0.10740000000000099</c:v>
                </c:pt>
                <c:pt idx="537">
                  <c:v>0.107600000000001</c:v>
                </c:pt>
                <c:pt idx="538">
                  <c:v>0.10780000000000101</c:v>
                </c:pt>
                <c:pt idx="539">
                  <c:v>0.108000000000001</c:v>
                </c:pt>
                <c:pt idx="540">
                  <c:v>0.108200000000001</c:v>
                </c:pt>
                <c:pt idx="541">
                  <c:v>0.108400000000001</c:v>
                </c:pt>
                <c:pt idx="542">
                  <c:v>0.108600000000001</c:v>
                </c:pt>
                <c:pt idx="543">
                  <c:v>0.10880000000000099</c:v>
                </c:pt>
                <c:pt idx="544">
                  <c:v>0.109000000000001</c:v>
                </c:pt>
                <c:pt idx="545">
                  <c:v>0.109200000000001</c:v>
                </c:pt>
                <c:pt idx="546">
                  <c:v>0.109400000000001</c:v>
                </c:pt>
                <c:pt idx="547">
                  <c:v>0.109600000000001</c:v>
                </c:pt>
                <c:pt idx="548">
                  <c:v>0.10980000000000099</c:v>
                </c:pt>
                <c:pt idx="549">
                  <c:v>0.110000000000001</c:v>
                </c:pt>
                <c:pt idx="550">
                  <c:v>0.11020000000000101</c:v>
                </c:pt>
                <c:pt idx="551">
                  <c:v>0.110400000000001</c:v>
                </c:pt>
                <c:pt idx="552">
                  <c:v>0.110600000000001</c:v>
                </c:pt>
                <c:pt idx="553">
                  <c:v>0.11080000000000099</c:v>
                </c:pt>
                <c:pt idx="554">
                  <c:v>0.111000000000001</c:v>
                </c:pt>
                <c:pt idx="555">
                  <c:v>0.11120000000000101</c:v>
                </c:pt>
                <c:pt idx="556">
                  <c:v>0.111400000000001</c:v>
                </c:pt>
                <c:pt idx="557">
                  <c:v>0.111600000000001</c:v>
                </c:pt>
                <c:pt idx="558">
                  <c:v>0.111800000000001</c:v>
                </c:pt>
                <c:pt idx="559">
                  <c:v>0.112000000000001</c:v>
                </c:pt>
                <c:pt idx="560">
                  <c:v>0.11220000000000099</c:v>
                </c:pt>
                <c:pt idx="561">
                  <c:v>0.112400000000001</c:v>
                </c:pt>
                <c:pt idx="562">
                  <c:v>0.112600000000001</c:v>
                </c:pt>
                <c:pt idx="563">
                  <c:v>0.112800000000001</c:v>
                </c:pt>
                <c:pt idx="564">
                  <c:v>0.113000000000001</c:v>
                </c:pt>
                <c:pt idx="565">
                  <c:v>0.11320000000000099</c:v>
                </c:pt>
                <c:pt idx="566">
                  <c:v>0.113400000000001</c:v>
                </c:pt>
                <c:pt idx="567">
                  <c:v>0.11360000000000101</c:v>
                </c:pt>
                <c:pt idx="568">
                  <c:v>0.113800000000001</c:v>
                </c:pt>
                <c:pt idx="569">
                  <c:v>0.114000000000001</c:v>
                </c:pt>
                <c:pt idx="570">
                  <c:v>0.114200000000001</c:v>
                </c:pt>
                <c:pt idx="571">
                  <c:v>0.114400000000001</c:v>
                </c:pt>
                <c:pt idx="572">
                  <c:v>0.11460000000000101</c:v>
                </c:pt>
                <c:pt idx="573">
                  <c:v>0.114800000000001</c:v>
                </c:pt>
                <c:pt idx="574">
                  <c:v>0.115000000000001</c:v>
                </c:pt>
                <c:pt idx="575">
                  <c:v>0.115200000000001</c:v>
                </c:pt>
                <c:pt idx="576">
                  <c:v>0.115400000000001</c:v>
                </c:pt>
                <c:pt idx="577">
                  <c:v>0.11560000000000099</c:v>
                </c:pt>
                <c:pt idx="578">
                  <c:v>0.115800000000001</c:v>
                </c:pt>
                <c:pt idx="579">
                  <c:v>0.11600000000000101</c:v>
                </c:pt>
                <c:pt idx="580">
                  <c:v>0.116200000000001</c:v>
                </c:pt>
                <c:pt idx="581">
                  <c:v>0.116400000000001</c:v>
                </c:pt>
                <c:pt idx="582">
                  <c:v>0.11660000000000099</c:v>
                </c:pt>
                <c:pt idx="583">
                  <c:v>0.116800000000001</c:v>
                </c:pt>
                <c:pt idx="584">
                  <c:v>0.11700000000000101</c:v>
                </c:pt>
                <c:pt idx="585">
                  <c:v>0.117200000000001</c:v>
                </c:pt>
                <c:pt idx="586">
                  <c:v>0.117400000000001</c:v>
                </c:pt>
                <c:pt idx="587">
                  <c:v>0.117600000000001</c:v>
                </c:pt>
                <c:pt idx="588">
                  <c:v>0.117800000000001</c:v>
                </c:pt>
                <c:pt idx="589">
                  <c:v>0.11800000000000101</c:v>
                </c:pt>
                <c:pt idx="590">
                  <c:v>0.118200000000001</c:v>
                </c:pt>
                <c:pt idx="591">
                  <c:v>0.118400000000001</c:v>
                </c:pt>
                <c:pt idx="592">
                  <c:v>0.118600000000001</c:v>
                </c:pt>
                <c:pt idx="593">
                  <c:v>0.118800000000001</c:v>
                </c:pt>
                <c:pt idx="594">
                  <c:v>0.11900000000000099</c:v>
                </c:pt>
                <c:pt idx="595">
                  <c:v>0.119200000000001</c:v>
                </c:pt>
                <c:pt idx="596">
                  <c:v>0.11940000000000101</c:v>
                </c:pt>
                <c:pt idx="597">
                  <c:v>0.119600000000001</c:v>
                </c:pt>
                <c:pt idx="598">
                  <c:v>0.119800000000001</c:v>
                </c:pt>
                <c:pt idx="599">
                  <c:v>0.12000000000000099</c:v>
                </c:pt>
                <c:pt idx="600">
                  <c:v>0.120200000000001</c:v>
                </c:pt>
                <c:pt idx="601">
                  <c:v>0.12040000000000101</c:v>
                </c:pt>
                <c:pt idx="602">
                  <c:v>0.120600000000001</c:v>
                </c:pt>
                <c:pt idx="603">
                  <c:v>0.120800000000001</c:v>
                </c:pt>
                <c:pt idx="604">
                  <c:v>0.121000000000001</c:v>
                </c:pt>
                <c:pt idx="605">
                  <c:v>0.121200000000001</c:v>
                </c:pt>
                <c:pt idx="606">
                  <c:v>0.12140000000000099</c:v>
                </c:pt>
                <c:pt idx="607">
                  <c:v>0.121600000000001</c:v>
                </c:pt>
                <c:pt idx="608">
                  <c:v>0.121800000000001</c:v>
                </c:pt>
                <c:pt idx="609">
                  <c:v>0.122000000000001</c:v>
                </c:pt>
                <c:pt idx="610">
                  <c:v>0.122200000000001</c:v>
                </c:pt>
                <c:pt idx="611">
                  <c:v>0.12240000000000099</c:v>
                </c:pt>
                <c:pt idx="612">
                  <c:v>0.122600000000001</c:v>
                </c:pt>
                <c:pt idx="613">
                  <c:v>0.12280000000000101</c:v>
                </c:pt>
                <c:pt idx="614">
                  <c:v>0.123000000000001</c:v>
                </c:pt>
                <c:pt idx="615">
                  <c:v>0.123200000000001</c:v>
                </c:pt>
                <c:pt idx="616">
                  <c:v>0.123400000000001</c:v>
                </c:pt>
                <c:pt idx="617">
                  <c:v>0.123600000000001</c:v>
                </c:pt>
                <c:pt idx="618">
                  <c:v>0.12380000000000101</c:v>
                </c:pt>
                <c:pt idx="619">
                  <c:v>0.124000000000001</c:v>
                </c:pt>
                <c:pt idx="620">
                  <c:v>0.124200000000002</c:v>
                </c:pt>
                <c:pt idx="621">
                  <c:v>0.124400000000002</c:v>
                </c:pt>
                <c:pt idx="622">
                  <c:v>0.124600000000002</c:v>
                </c:pt>
                <c:pt idx="623">
                  <c:v>0.12480000000000201</c:v>
                </c:pt>
                <c:pt idx="624">
                  <c:v>0.125000000000002</c:v>
                </c:pt>
                <c:pt idx="625">
                  <c:v>0.125200000000002</c:v>
                </c:pt>
                <c:pt idx="626">
                  <c:v>0.12540000000000201</c:v>
                </c:pt>
                <c:pt idx="627">
                  <c:v>0.12560000000000199</c:v>
                </c:pt>
                <c:pt idx="628">
                  <c:v>0.12580000000000199</c:v>
                </c:pt>
                <c:pt idx="629">
                  <c:v>0.126000000000002</c:v>
                </c:pt>
                <c:pt idx="630">
                  <c:v>0.12620000000000201</c:v>
                </c:pt>
                <c:pt idx="631">
                  <c:v>0.12640000000000201</c:v>
                </c:pt>
                <c:pt idx="632">
                  <c:v>0.12660000000000199</c:v>
                </c:pt>
                <c:pt idx="633">
                  <c:v>0.12680000000000199</c:v>
                </c:pt>
                <c:pt idx="634">
                  <c:v>0.127000000000002</c:v>
                </c:pt>
                <c:pt idx="635">
                  <c:v>0.12720000000000201</c:v>
                </c:pt>
                <c:pt idx="636">
                  <c:v>0.12740000000000201</c:v>
                </c:pt>
                <c:pt idx="637">
                  <c:v>0.12760000000000199</c:v>
                </c:pt>
                <c:pt idx="638">
                  <c:v>0.127800000000002</c:v>
                </c:pt>
                <c:pt idx="639">
                  <c:v>0.128000000000002</c:v>
                </c:pt>
                <c:pt idx="640">
                  <c:v>0.12820000000000201</c:v>
                </c:pt>
                <c:pt idx="641">
                  <c:v>0.12840000000000201</c:v>
                </c:pt>
                <c:pt idx="642">
                  <c:v>0.12860000000000199</c:v>
                </c:pt>
                <c:pt idx="643">
                  <c:v>0.128800000000002</c:v>
                </c:pt>
                <c:pt idx="644">
                  <c:v>0.129000000000002</c:v>
                </c:pt>
                <c:pt idx="645">
                  <c:v>0.12920000000000201</c:v>
                </c:pt>
                <c:pt idx="646">
                  <c:v>0.12940000000000201</c:v>
                </c:pt>
                <c:pt idx="647">
                  <c:v>0.12960000000000199</c:v>
                </c:pt>
                <c:pt idx="648">
                  <c:v>0.129800000000002</c:v>
                </c:pt>
                <c:pt idx="649">
                  <c:v>0.130000000000002</c:v>
                </c:pt>
                <c:pt idx="650">
                  <c:v>0.13020000000000201</c:v>
                </c:pt>
                <c:pt idx="651">
                  <c:v>0.13040000000000199</c:v>
                </c:pt>
                <c:pt idx="652">
                  <c:v>0.13060000000000199</c:v>
                </c:pt>
                <c:pt idx="653">
                  <c:v>0.130800000000002</c:v>
                </c:pt>
                <c:pt idx="654">
                  <c:v>0.131000000000002</c:v>
                </c:pt>
                <c:pt idx="655">
                  <c:v>0.13120000000000201</c:v>
                </c:pt>
                <c:pt idx="656">
                  <c:v>0.13140000000000199</c:v>
                </c:pt>
                <c:pt idx="657">
                  <c:v>0.13160000000000199</c:v>
                </c:pt>
                <c:pt idx="658">
                  <c:v>0.131800000000002</c:v>
                </c:pt>
                <c:pt idx="659">
                  <c:v>0.132000000000002</c:v>
                </c:pt>
                <c:pt idx="660">
                  <c:v>0.13220000000000201</c:v>
                </c:pt>
                <c:pt idx="661">
                  <c:v>0.13240000000000199</c:v>
                </c:pt>
                <c:pt idx="662">
                  <c:v>0.13260000000000199</c:v>
                </c:pt>
                <c:pt idx="663">
                  <c:v>0.132800000000002</c:v>
                </c:pt>
                <c:pt idx="664">
                  <c:v>0.13300000000000201</c:v>
                </c:pt>
                <c:pt idx="665">
                  <c:v>0.13320000000000201</c:v>
                </c:pt>
                <c:pt idx="666">
                  <c:v>0.13340000000000199</c:v>
                </c:pt>
                <c:pt idx="667">
                  <c:v>0.13360000000000199</c:v>
                </c:pt>
                <c:pt idx="668">
                  <c:v>0.133800000000002</c:v>
                </c:pt>
                <c:pt idx="669">
                  <c:v>0.13400000000000201</c:v>
                </c:pt>
                <c:pt idx="670">
                  <c:v>0.13420000000000201</c:v>
                </c:pt>
                <c:pt idx="671">
                  <c:v>0.13440000000000199</c:v>
                </c:pt>
                <c:pt idx="672">
                  <c:v>0.134600000000002</c:v>
                </c:pt>
                <c:pt idx="673">
                  <c:v>0.134800000000002</c:v>
                </c:pt>
                <c:pt idx="674">
                  <c:v>0.13500000000000201</c:v>
                </c:pt>
                <c:pt idx="675">
                  <c:v>0.13520000000000201</c:v>
                </c:pt>
                <c:pt idx="676">
                  <c:v>0.13540000000000199</c:v>
                </c:pt>
                <c:pt idx="677">
                  <c:v>0.135600000000002</c:v>
                </c:pt>
                <c:pt idx="678">
                  <c:v>0.135800000000002</c:v>
                </c:pt>
                <c:pt idx="679">
                  <c:v>0.13600000000000201</c:v>
                </c:pt>
                <c:pt idx="680">
                  <c:v>0.13620000000000199</c:v>
                </c:pt>
                <c:pt idx="681">
                  <c:v>0.13640000000000199</c:v>
                </c:pt>
                <c:pt idx="682">
                  <c:v>0.136600000000002</c:v>
                </c:pt>
                <c:pt idx="683">
                  <c:v>0.136800000000002</c:v>
                </c:pt>
                <c:pt idx="684">
                  <c:v>0.13700000000000201</c:v>
                </c:pt>
                <c:pt idx="685">
                  <c:v>0.13720000000000199</c:v>
                </c:pt>
                <c:pt idx="686">
                  <c:v>0.13740000000000199</c:v>
                </c:pt>
                <c:pt idx="687">
                  <c:v>0.137600000000002</c:v>
                </c:pt>
                <c:pt idx="688">
                  <c:v>0.137800000000002</c:v>
                </c:pt>
                <c:pt idx="689">
                  <c:v>0.13800000000000201</c:v>
                </c:pt>
                <c:pt idx="690">
                  <c:v>0.13820000000000199</c:v>
                </c:pt>
                <c:pt idx="691">
                  <c:v>0.13840000000000199</c:v>
                </c:pt>
                <c:pt idx="692">
                  <c:v>0.138600000000002</c:v>
                </c:pt>
                <c:pt idx="693">
                  <c:v>0.13880000000000201</c:v>
                </c:pt>
                <c:pt idx="694">
                  <c:v>0.13900000000000201</c:v>
                </c:pt>
                <c:pt idx="695">
                  <c:v>0.13920000000000199</c:v>
                </c:pt>
                <c:pt idx="696">
                  <c:v>0.13940000000000199</c:v>
                </c:pt>
                <c:pt idx="697">
                  <c:v>0.139600000000002</c:v>
                </c:pt>
                <c:pt idx="698">
                  <c:v>0.13980000000000201</c:v>
                </c:pt>
                <c:pt idx="699">
                  <c:v>0.14000000000000201</c:v>
                </c:pt>
                <c:pt idx="700">
                  <c:v>0.14020000000000199</c:v>
                </c:pt>
                <c:pt idx="701">
                  <c:v>0.140400000000002</c:v>
                </c:pt>
                <c:pt idx="702">
                  <c:v>0.140600000000002</c:v>
                </c:pt>
                <c:pt idx="703">
                  <c:v>0.14080000000000201</c:v>
                </c:pt>
                <c:pt idx="704">
                  <c:v>0.14100000000000201</c:v>
                </c:pt>
                <c:pt idx="705">
                  <c:v>0.14120000000000199</c:v>
                </c:pt>
                <c:pt idx="706">
                  <c:v>0.141400000000002</c:v>
                </c:pt>
                <c:pt idx="707">
                  <c:v>0.141600000000002</c:v>
                </c:pt>
                <c:pt idx="708">
                  <c:v>0.14180000000000201</c:v>
                </c:pt>
                <c:pt idx="709">
                  <c:v>0.14200000000000201</c:v>
                </c:pt>
                <c:pt idx="710">
                  <c:v>0.14220000000000199</c:v>
                </c:pt>
                <c:pt idx="711">
                  <c:v>0.142400000000002</c:v>
                </c:pt>
                <c:pt idx="712">
                  <c:v>0.142600000000002</c:v>
                </c:pt>
                <c:pt idx="713">
                  <c:v>0.14280000000000201</c:v>
                </c:pt>
                <c:pt idx="714">
                  <c:v>0.14300000000000199</c:v>
                </c:pt>
                <c:pt idx="715">
                  <c:v>0.14320000000000199</c:v>
                </c:pt>
                <c:pt idx="716">
                  <c:v>0.143400000000002</c:v>
                </c:pt>
                <c:pt idx="717">
                  <c:v>0.143600000000002</c:v>
                </c:pt>
                <c:pt idx="718">
                  <c:v>0.14380000000000201</c:v>
                </c:pt>
                <c:pt idx="719">
                  <c:v>0.14400000000000199</c:v>
                </c:pt>
                <c:pt idx="720">
                  <c:v>0.14420000000000199</c:v>
                </c:pt>
                <c:pt idx="721">
                  <c:v>0.144400000000002</c:v>
                </c:pt>
                <c:pt idx="722">
                  <c:v>0.144600000000002</c:v>
                </c:pt>
                <c:pt idx="723">
                  <c:v>0.14480000000000201</c:v>
                </c:pt>
                <c:pt idx="724">
                  <c:v>0.14500000000000199</c:v>
                </c:pt>
                <c:pt idx="725">
                  <c:v>0.14520000000000199</c:v>
                </c:pt>
                <c:pt idx="726">
                  <c:v>0.145400000000002</c:v>
                </c:pt>
                <c:pt idx="727">
                  <c:v>0.14560000000000201</c:v>
                </c:pt>
                <c:pt idx="728">
                  <c:v>0.14580000000000201</c:v>
                </c:pt>
                <c:pt idx="729">
                  <c:v>0.14600000000000199</c:v>
                </c:pt>
                <c:pt idx="730">
                  <c:v>0.146200000000002</c:v>
                </c:pt>
                <c:pt idx="731">
                  <c:v>0.146400000000002</c:v>
                </c:pt>
                <c:pt idx="732">
                  <c:v>0.14660000000000201</c:v>
                </c:pt>
                <c:pt idx="733">
                  <c:v>0.14680000000000201</c:v>
                </c:pt>
                <c:pt idx="734">
                  <c:v>0.14700000000000199</c:v>
                </c:pt>
                <c:pt idx="735">
                  <c:v>0.147200000000002</c:v>
                </c:pt>
                <c:pt idx="736">
                  <c:v>0.147400000000002</c:v>
                </c:pt>
                <c:pt idx="737">
                  <c:v>0.14760000000000201</c:v>
                </c:pt>
                <c:pt idx="738">
                  <c:v>0.14780000000000201</c:v>
                </c:pt>
                <c:pt idx="739">
                  <c:v>0.14800000000000199</c:v>
                </c:pt>
                <c:pt idx="740">
                  <c:v>0.148200000000002</c:v>
                </c:pt>
                <c:pt idx="741">
                  <c:v>0.148400000000002</c:v>
                </c:pt>
                <c:pt idx="742">
                  <c:v>0.14860000000000201</c:v>
                </c:pt>
                <c:pt idx="743">
                  <c:v>0.14880000000000199</c:v>
                </c:pt>
                <c:pt idx="744">
                  <c:v>0.14900000000000199</c:v>
                </c:pt>
                <c:pt idx="745">
                  <c:v>0.149200000000002</c:v>
                </c:pt>
                <c:pt idx="746">
                  <c:v>0.149400000000002</c:v>
                </c:pt>
                <c:pt idx="747">
                  <c:v>0.14960000000000201</c:v>
                </c:pt>
                <c:pt idx="748">
                  <c:v>0.14980000000000199</c:v>
                </c:pt>
                <c:pt idx="749">
                  <c:v>0.15000000000000199</c:v>
                </c:pt>
                <c:pt idx="750">
                  <c:v>0.150200000000002</c:v>
                </c:pt>
                <c:pt idx="751">
                  <c:v>0.150400000000002</c:v>
                </c:pt>
                <c:pt idx="752">
                  <c:v>0.15060000000000201</c:v>
                </c:pt>
                <c:pt idx="753">
                  <c:v>0.15080000000000199</c:v>
                </c:pt>
                <c:pt idx="754">
                  <c:v>0.15100000000000199</c:v>
                </c:pt>
                <c:pt idx="755">
                  <c:v>0.151200000000002</c:v>
                </c:pt>
                <c:pt idx="756">
                  <c:v>0.15140000000000201</c:v>
                </c:pt>
                <c:pt idx="757">
                  <c:v>0.15160000000000201</c:v>
                </c:pt>
                <c:pt idx="758">
                  <c:v>0.15180000000000199</c:v>
                </c:pt>
                <c:pt idx="759">
                  <c:v>0.15200000000000199</c:v>
                </c:pt>
                <c:pt idx="760">
                  <c:v>0.152200000000002</c:v>
                </c:pt>
                <c:pt idx="761">
                  <c:v>0.15240000000000201</c:v>
                </c:pt>
                <c:pt idx="762">
                  <c:v>0.15260000000000201</c:v>
                </c:pt>
                <c:pt idx="763">
                  <c:v>0.15280000000000199</c:v>
                </c:pt>
                <c:pt idx="764">
                  <c:v>0.153000000000002</c:v>
                </c:pt>
                <c:pt idx="765">
                  <c:v>0.153200000000002</c:v>
                </c:pt>
                <c:pt idx="766">
                  <c:v>0.15340000000000201</c:v>
                </c:pt>
                <c:pt idx="767">
                  <c:v>0.15360000000000201</c:v>
                </c:pt>
                <c:pt idx="768">
                  <c:v>0.15380000000000199</c:v>
                </c:pt>
                <c:pt idx="769">
                  <c:v>0.154000000000002</c:v>
                </c:pt>
                <c:pt idx="770">
                  <c:v>0.154200000000002</c:v>
                </c:pt>
                <c:pt idx="771">
                  <c:v>0.15440000000000201</c:v>
                </c:pt>
                <c:pt idx="772">
                  <c:v>0.15460000000000201</c:v>
                </c:pt>
                <c:pt idx="773">
                  <c:v>0.15480000000000199</c:v>
                </c:pt>
                <c:pt idx="774">
                  <c:v>0.155000000000002</c:v>
                </c:pt>
                <c:pt idx="775">
                  <c:v>0.155200000000002</c:v>
                </c:pt>
                <c:pt idx="776">
                  <c:v>0.15540000000000201</c:v>
                </c:pt>
                <c:pt idx="777">
                  <c:v>0.15560000000000199</c:v>
                </c:pt>
                <c:pt idx="778">
                  <c:v>0.15580000000000199</c:v>
                </c:pt>
                <c:pt idx="779">
                  <c:v>0.156000000000002</c:v>
                </c:pt>
                <c:pt idx="780">
                  <c:v>0.156200000000002</c:v>
                </c:pt>
                <c:pt idx="781">
                  <c:v>0.15640000000000201</c:v>
                </c:pt>
                <c:pt idx="782">
                  <c:v>0.15660000000000199</c:v>
                </c:pt>
                <c:pt idx="783">
                  <c:v>0.15680000000000199</c:v>
                </c:pt>
                <c:pt idx="784">
                  <c:v>0.157000000000002</c:v>
                </c:pt>
                <c:pt idx="785">
                  <c:v>0.157200000000002</c:v>
                </c:pt>
                <c:pt idx="786">
                  <c:v>0.15740000000000201</c:v>
                </c:pt>
                <c:pt idx="787">
                  <c:v>0.15760000000000199</c:v>
                </c:pt>
                <c:pt idx="788">
                  <c:v>0.15780000000000199</c:v>
                </c:pt>
                <c:pt idx="789">
                  <c:v>0.158000000000002</c:v>
                </c:pt>
                <c:pt idx="790">
                  <c:v>0.15820000000000201</c:v>
                </c:pt>
                <c:pt idx="791">
                  <c:v>0.15840000000000201</c:v>
                </c:pt>
                <c:pt idx="792">
                  <c:v>0.15860000000000199</c:v>
                </c:pt>
                <c:pt idx="793">
                  <c:v>0.158800000000002</c:v>
                </c:pt>
                <c:pt idx="794">
                  <c:v>0.159000000000003</c:v>
                </c:pt>
                <c:pt idx="795">
                  <c:v>0.15920000000000301</c:v>
                </c:pt>
                <c:pt idx="796">
                  <c:v>0.15940000000000301</c:v>
                </c:pt>
                <c:pt idx="797">
                  <c:v>0.15960000000000299</c:v>
                </c:pt>
                <c:pt idx="798">
                  <c:v>0.159800000000003</c:v>
                </c:pt>
                <c:pt idx="799">
                  <c:v>0.160000000000003</c:v>
                </c:pt>
                <c:pt idx="800">
                  <c:v>0.16020000000000301</c:v>
                </c:pt>
                <c:pt idx="801">
                  <c:v>0.16040000000000301</c:v>
                </c:pt>
                <c:pt idx="802">
                  <c:v>0.16060000000000299</c:v>
                </c:pt>
                <c:pt idx="803">
                  <c:v>0.160800000000003</c:v>
                </c:pt>
                <c:pt idx="804">
                  <c:v>0.161000000000003</c:v>
                </c:pt>
                <c:pt idx="805">
                  <c:v>0.16120000000000301</c:v>
                </c:pt>
                <c:pt idx="806">
                  <c:v>0.16140000000000301</c:v>
                </c:pt>
                <c:pt idx="807">
                  <c:v>0.16160000000000299</c:v>
                </c:pt>
                <c:pt idx="808">
                  <c:v>0.161800000000003</c:v>
                </c:pt>
                <c:pt idx="809">
                  <c:v>0.162000000000003</c:v>
                </c:pt>
                <c:pt idx="810">
                  <c:v>0.16220000000000301</c:v>
                </c:pt>
                <c:pt idx="811">
                  <c:v>0.16240000000000299</c:v>
                </c:pt>
                <c:pt idx="812">
                  <c:v>0.16260000000000299</c:v>
                </c:pt>
                <c:pt idx="813">
                  <c:v>0.162800000000003</c:v>
                </c:pt>
                <c:pt idx="814">
                  <c:v>0.163000000000003</c:v>
                </c:pt>
                <c:pt idx="815">
                  <c:v>0.16320000000000301</c:v>
                </c:pt>
                <c:pt idx="816">
                  <c:v>0.16340000000000299</c:v>
                </c:pt>
                <c:pt idx="817">
                  <c:v>0.16360000000000299</c:v>
                </c:pt>
                <c:pt idx="818">
                  <c:v>0.163800000000003</c:v>
                </c:pt>
                <c:pt idx="819">
                  <c:v>0.164000000000003</c:v>
                </c:pt>
                <c:pt idx="820">
                  <c:v>0.16420000000000301</c:v>
                </c:pt>
                <c:pt idx="821">
                  <c:v>0.16440000000000299</c:v>
                </c:pt>
                <c:pt idx="822">
                  <c:v>0.16460000000000299</c:v>
                </c:pt>
                <c:pt idx="823">
                  <c:v>0.164800000000003</c:v>
                </c:pt>
                <c:pt idx="824">
                  <c:v>0.16500000000000301</c:v>
                </c:pt>
                <c:pt idx="825">
                  <c:v>0.16520000000000301</c:v>
                </c:pt>
                <c:pt idx="826">
                  <c:v>0.16540000000000299</c:v>
                </c:pt>
                <c:pt idx="827">
                  <c:v>0.16560000000000299</c:v>
                </c:pt>
                <c:pt idx="828">
                  <c:v>0.165800000000003</c:v>
                </c:pt>
                <c:pt idx="829">
                  <c:v>0.16600000000000301</c:v>
                </c:pt>
                <c:pt idx="830">
                  <c:v>0.16620000000000301</c:v>
                </c:pt>
                <c:pt idx="831">
                  <c:v>0.16640000000000299</c:v>
                </c:pt>
                <c:pt idx="832">
                  <c:v>0.166600000000003</c:v>
                </c:pt>
                <c:pt idx="833">
                  <c:v>0.166800000000003</c:v>
                </c:pt>
                <c:pt idx="834">
                  <c:v>0.16700000000000301</c:v>
                </c:pt>
                <c:pt idx="835">
                  <c:v>0.16720000000000301</c:v>
                </c:pt>
                <c:pt idx="836">
                  <c:v>0.16740000000000299</c:v>
                </c:pt>
                <c:pt idx="837">
                  <c:v>0.167600000000003</c:v>
                </c:pt>
                <c:pt idx="838">
                  <c:v>0.167800000000003</c:v>
                </c:pt>
                <c:pt idx="839">
                  <c:v>0.16800000000000301</c:v>
                </c:pt>
                <c:pt idx="840">
                  <c:v>0.16820000000000301</c:v>
                </c:pt>
                <c:pt idx="841">
                  <c:v>0.16840000000000299</c:v>
                </c:pt>
                <c:pt idx="842">
                  <c:v>0.168600000000003</c:v>
                </c:pt>
                <c:pt idx="843">
                  <c:v>0.168800000000003</c:v>
                </c:pt>
                <c:pt idx="844">
                  <c:v>0.16900000000000301</c:v>
                </c:pt>
                <c:pt idx="845">
                  <c:v>0.16920000000000299</c:v>
                </c:pt>
                <c:pt idx="846">
                  <c:v>0.16940000000000299</c:v>
                </c:pt>
                <c:pt idx="847">
                  <c:v>0.169600000000003</c:v>
                </c:pt>
                <c:pt idx="848">
                  <c:v>0.169800000000003</c:v>
                </c:pt>
                <c:pt idx="849">
                  <c:v>0.17000000000000301</c:v>
                </c:pt>
                <c:pt idx="850">
                  <c:v>0.17020000000000299</c:v>
                </c:pt>
                <c:pt idx="851">
                  <c:v>0.17040000000000299</c:v>
                </c:pt>
                <c:pt idx="852">
                  <c:v>0.170600000000003</c:v>
                </c:pt>
                <c:pt idx="853">
                  <c:v>0.170800000000003</c:v>
                </c:pt>
                <c:pt idx="854">
                  <c:v>0.17100000000000301</c:v>
                </c:pt>
                <c:pt idx="855">
                  <c:v>0.17120000000000299</c:v>
                </c:pt>
                <c:pt idx="856">
                  <c:v>0.17140000000000299</c:v>
                </c:pt>
                <c:pt idx="857">
                  <c:v>0.171600000000003</c:v>
                </c:pt>
                <c:pt idx="858">
                  <c:v>0.17180000000000301</c:v>
                </c:pt>
                <c:pt idx="859">
                  <c:v>0.17200000000000301</c:v>
                </c:pt>
                <c:pt idx="860">
                  <c:v>0.17220000000000299</c:v>
                </c:pt>
                <c:pt idx="861">
                  <c:v>0.172400000000003</c:v>
                </c:pt>
                <c:pt idx="862">
                  <c:v>0.172600000000003</c:v>
                </c:pt>
                <c:pt idx="863">
                  <c:v>0.17280000000000301</c:v>
                </c:pt>
                <c:pt idx="864">
                  <c:v>0.17300000000000301</c:v>
                </c:pt>
                <c:pt idx="865">
                  <c:v>0.17320000000000299</c:v>
                </c:pt>
                <c:pt idx="866">
                  <c:v>0.173400000000003</c:v>
                </c:pt>
                <c:pt idx="867">
                  <c:v>0.173600000000003</c:v>
                </c:pt>
                <c:pt idx="868">
                  <c:v>0.17380000000000301</c:v>
                </c:pt>
                <c:pt idx="869">
                  <c:v>0.17400000000000301</c:v>
                </c:pt>
                <c:pt idx="870">
                  <c:v>0.17420000000000299</c:v>
                </c:pt>
                <c:pt idx="871">
                  <c:v>0.174400000000003</c:v>
                </c:pt>
                <c:pt idx="872">
                  <c:v>0.174600000000003</c:v>
                </c:pt>
                <c:pt idx="873">
                  <c:v>0.17480000000000301</c:v>
                </c:pt>
                <c:pt idx="874">
                  <c:v>0.17500000000000299</c:v>
                </c:pt>
                <c:pt idx="875">
                  <c:v>0.17520000000000299</c:v>
                </c:pt>
                <c:pt idx="876">
                  <c:v>0.175400000000003</c:v>
                </c:pt>
                <c:pt idx="877">
                  <c:v>0.175600000000003</c:v>
                </c:pt>
                <c:pt idx="878">
                  <c:v>0.17580000000000301</c:v>
                </c:pt>
                <c:pt idx="879">
                  <c:v>0.17600000000000299</c:v>
                </c:pt>
                <c:pt idx="880">
                  <c:v>0.17620000000000299</c:v>
                </c:pt>
                <c:pt idx="881">
                  <c:v>0.176400000000003</c:v>
                </c:pt>
                <c:pt idx="882">
                  <c:v>0.176600000000003</c:v>
                </c:pt>
                <c:pt idx="883">
                  <c:v>0.17680000000000301</c:v>
                </c:pt>
                <c:pt idx="884">
                  <c:v>0.17700000000000299</c:v>
                </c:pt>
                <c:pt idx="885">
                  <c:v>0.17720000000000299</c:v>
                </c:pt>
                <c:pt idx="886">
                  <c:v>0.177400000000003</c:v>
                </c:pt>
                <c:pt idx="887">
                  <c:v>0.17760000000000301</c:v>
                </c:pt>
                <c:pt idx="888">
                  <c:v>0.17780000000000301</c:v>
                </c:pt>
                <c:pt idx="889">
                  <c:v>0.17800000000000299</c:v>
                </c:pt>
                <c:pt idx="890">
                  <c:v>0.17820000000000299</c:v>
                </c:pt>
                <c:pt idx="891">
                  <c:v>0.178400000000003</c:v>
                </c:pt>
                <c:pt idx="892">
                  <c:v>0.17860000000000301</c:v>
                </c:pt>
                <c:pt idx="893">
                  <c:v>0.17880000000000301</c:v>
                </c:pt>
                <c:pt idx="894">
                  <c:v>0.17900000000000299</c:v>
                </c:pt>
                <c:pt idx="895">
                  <c:v>0.179200000000003</c:v>
                </c:pt>
                <c:pt idx="896">
                  <c:v>0.179400000000003</c:v>
                </c:pt>
                <c:pt idx="897">
                  <c:v>0.17960000000000301</c:v>
                </c:pt>
                <c:pt idx="898">
                  <c:v>0.17980000000000301</c:v>
                </c:pt>
                <c:pt idx="899">
                  <c:v>0.18000000000000299</c:v>
                </c:pt>
                <c:pt idx="900">
                  <c:v>0.180200000000003</c:v>
                </c:pt>
                <c:pt idx="901">
                  <c:v>0.180400000000003</c:v>
                </c:pt>
                <c:pt idx="902">
                  <c:v>0.18060000000000301</c:v>
                </c:pt>
                <c:pt idx="903">
                  <c:v>0.18080000000000301</c:v>
                </c:pt>
                <c:pt idx="904">
                  <c:v>0.18100000000000299</c:v>
                </c:pt>
                <c:pt idx="905">
                  <c:v>0.181200000000003</c:v>
                </c:pt>
                <c:pt idx="906">
                  <c:v>0.181400000000003</c:v>
                </c:pt>
                <c:pt idx="907">
                  <c:v>0.18160000000000301</c:v>
                </c:pt>
                <c:pt idx="908">
                  <c:v>0.18180000000000299</c:v>
                </c:pt>
                <c:pt idx="909">
                  <c:v>0.18200000000000299</c:v>
                </c:pt>
                <c:pt idx="910">
                  <c:v>0.182200000000003</c:v>
                </c:pt>
                <c:pt idx="911">
                  <c:v>0.182400000000003</c:v>
                </c:pt>
                <c:pt idx="912">
                  <c:v>0.18260000000000301</c:v>
                </c:pt>
                <c:pt idx="913">
                  <c:v>0.18280000000000299</c:v>
                </c:pt>
                <c:pt idx="914">
                  <c:v>0.18300000000000299</c:v>
                </c:pt>
                <c:pt idx="915">
                  <c:v>0.183200000000003</c:v>
                </c:pt>
                <c:pt idx="916">
                  <c:v>0.18340000000000301</c:v>
                </c:pt>
                <c:pt idx="917">
                  <c:v>0.18360000000000301</c:v>
                </c:pt>
                <c:pt idx="918">
                  <c:v>0.18380000000000299</c:v>
                </c:pt>
                <c:pt idx="919">
                  <c:v>0.18400000000000299</c:v>
                </c:pt>
                <c:pt idx="920">
                  <c:v>0.184200000000003</c:v>
                </c:pt>
                <c:pt idx="921">
                  <c:v>0.18440000000000301</c:v>
                </c:pt>
                <c:pt idx="922">
                  <c:v>0.18460000000000301</c:v>
                </c:pt>
                <c:pt idx="923">
                  <c:v>0.18480000000000299</c:v>
                </c:pt>
                <c:pt idx="924">
                  <c:v>0.185000000000003</c:v>
                </c:pt>
                <c:pt idx="925">
                  <c:v>0.185200000000003</c:v>
                </c:pt>
                <c:pt idx="926">
                  <c:v>0.18540000000000301</c:v>
                </c:pt>
                <c:pt idx="927">
                  <c:v>0.18560000000000301</c:v>
                </c:pt>
                <c:pt idx="928">
                  <c:v>0.18580000000000299</c:v>
                </c:pt>
                <c:pt idx="929">
                  <c:v>0.186000000000003</c:v>
                </c:pt>
                <c:pt idx="930">
                  <c:v>0.186200000000003</c:v>
                </c:pt>
                <c:pt idx="931">
                  <c:v>0.18640000000000301</c:v>
                </c:pt>
                <c:pt idx="932">
                  <c:v>0.18660000000000301</c:v>
                </c:pt>
                <c:pt idx="933">
                  <c:v>0.18680000000000299</c:v>
                </c:pt>
                <c:pt idx="934">
                  <c:v>0.187000000000003</c:v>
                </c:pt>
                <c:pt idx="935">
                  <c:v>0.187200000000003</c:v>
                </c:pt>
                <c:pt idx="936">
                  <c:v>0.18740000000000301</c:v>
                </c:pt>
                <c:pt idx="937">
                  <c:v>0.18760000000000299</c:v>
                </c:pt>
                <c:pt idx="938">
                  <c:v>0.18780000000000299</c:v>
                </c:pt>
                <c:pt idx="939">
                  <c:v>0.188000000000003</c:v>
                </c:pt>
                <c:pt idx="940">
                  <c:v>0.188200000000003</c:v>
                </c:pt>
                <c:pt idx="941">
                  <c:v>0.18840000000000301</c:v>
                </c:pt>
                <c:pt idx="942">
                  <c:v>0.18860000000000299</c:v>
                </c:pt>
                <c:pt idx="943">
                  <c:v>0.18880000000000299</c:v>
                </c:pt>
                <c:pt idx="944">
                  <c:v>0.189000000000003</c:v>
                </c:pt>
                <c:pt idx="945">
                  <c:v>0.189200000000003</c:v>
                </c:pt>
                <c:pt idx="946">
                  <c:v>0.18940000000000301</c:v>
                </c:pt>
                <c:pt idx="947">
                  <c:v>0.18960000000000299</c:v>
                </c:pt>
                <c:pt idx="948">
                  <c:v>0.18980000000000299</c:v>
                </c:pt>
                <c:pt idx="949">
                  <c:v>0.190000000000003</c:v>
                </c:pt>
                <c:pt idx="950">
                  <c:v>0.19020000000000301</c:v>
                </c:pt>
                <c:pt idx="951">
                  <c:v>0.19040000000000301</c:v>
                </c:pt>
                <c:pt idx="952">
                  <c:v>0.19060000000000299</c:v>
                </c:pt>
                <c:pt idx="953">
                  <c:v>0.19080000000000299</c:v>
                </c:pt>
                <c:pt idx="954">
                  <c:v>0.191000000000003</c:v>
                </c:pt>
                <c:pt idx="955">
                  <c:v>0.19120000000000301</c:v>
                </c:pt>
                <c:pt idx="956">
                  <c:v>0.19140000000000301</c:v>
                </c:pt>
                <c:pt idx="957">
                  <c:v>0.19160000000000299</c:v>
                </c:pt>
                <c:pt idx="958">
                  <c:v>0.191800000000003</c:v>
                </c:pt>
                <c:pt idx="959">
                  <c:v>0.192000000000003</c:v>
                </c:pt>
                <c:pt idx="960">
                  <c:v>0.19220000000000301</c:v>
                </c:pt>
                <c:pt idx="961">
                  <c:v>0.19240000000000301</c:v>
                </c:pt>
                <c:pt idx="962">
                  <c:v>0.19260000000000299</c:v>
                </c:pt>
                <c:pt idx="963">
                  <c:v>0.192800000000003</c:v>
                </c:pt>
                <c:pt idx="964">
                  <c:v>0.193000000000003</c:v>
                </c:pt>
                <c:pt idx="965">
                  <c:v>0.19320000000000301</c:v>
                </c:pt>
                <c:pt idx="966">
                  <c:v>0.19340000000000299</c:v>
                </c:pt>
                <c:pt idx="967">
                  <c:v>0.19360000000000299</c:v>
                </c:pt>
                <c:pt idx="968">
                  <c:v>0.193800000000003</c:v>
                </c:pt>
                <c:pt idx="969">
                  <c:v>0.194000000000004</c:v>
                </c:pt>
                <c:pt idx="970">
                  <c:v>0.19420000000000401</c:v>
                </c:pt>
                <c:pt idx="971">
                  <c:v>0.19440000000000399</c:v>
                </c:pt>
                <c:pt idx="972">
                  <c:v>0.19460000000000399</c:v>
                </c:pt>
                <c:pt idx="973">
                  <c:v>0.194800000000004</c:v>
                </c:pt>
                <c:pt idx="974">
                  <c:v>0.195000000000004</c:v>
                </c:pt>
                <c:pt idx="975">
                  <c:v>0.19520000000000401</c:v>
                </c:pt>
                <c:pt idx="976">
                  <c:v>0.19540000000000399</c:v>
                </c:pt>
                <c:pt idx="977">
                  <c:v>0.19560000000000399</c:v>
                </c:pt>
                <c:pt idx="978">
                  <c:v>0.195800000000004</c:v>
                </c:pt>
                <c:pt idx="979">
                  <c:v>0.196000000000004</c:v>
                </c:pt>
                <c:pt idx="980">
                  <c:v>0.19620000000000401</c:v>
                </c:pt>
                <c:pt idx="981">
                  <c:v>0.19640000000000399</c:v>
                </c:pt>
                <c:pt idx="982">
                  <c:v>0.19660000000000399</c:v>
                </c:pt>
                <c:pt idx="983">
                  <c:v>0.196800000000004</c:v>
                </c:pt>
                <c:pt idx="984">
                  <c:v>0.19700000000000401</c:v>
                </c:pt>
                <c:pt idx="985">
                  <c:v>0.19720000000000401</c:v>
                </c:pt>
                <c:pt idx="986">
                  <c:v>0.19740000000000399</c:v>
                </c:pt>
                <c:pt idx="987">
                  <c:v>0.19760000000000399</c:v>
                </c:pt>
                <c:pt idx="988">
                  <c:v>0.197800000000004</c:v>
                </c:pt>
                <c:pt idx="989">
                  <c:v>0.19800000000000401</c:v>
                </c:pt>
                <c:pt idx="990">
                  <c:v>0.19820000000000401</c:v>
                </c:pt>
                <c:pt idx="991">
                  <c:v>0.19840000000000399</c:v>
                </c:pt>
                <c:pt idx="992">
                  <c:v>0.198600000000004</c:v>
                </c:pt>
                <c:pt idx="993">
                  <c:v>0.198800000000004</c:v>
                </c:pt>
                <c:pt idx="994">
                  <c:v>0.19900000000000401</c:v>
                </c:pt>
                <c:pt idx="995">
                  <c:v>0.19920000000000401</c:v>
                </c:pt>
                <c:pt idx="996">
                  <c:v>0.19940000000000399</c:v>
                </c:pt>
                <c:pt idx="997">
                  <c:v>0.199600000000004</c:v>
                </c:pt>
                <c:pt idx="998">
                  <c:v>0.199800000000004</c:v>
                </c:pt>
                <c:pt idx="999">
                  <c:v>0.20000000000000401</c:v>
                </c:pt>
                <c:pt idx="1000">
                  <c:v>0.20020000000000401</c:v>
                </c:pt>
                <c:pt idx="1001">
                  <c:v>0.20040000000000399</c:v>
                </c:pt>
                <c:pt idx="1002">
                  <c:v>0.200600000000004</c:v>
                </c:pt>
                <c:pt idx="1003">
                  <c:v>0.200800000000004</c:v>
                </c:pt>
                <c:pt idx="1004">
                  <c:v>0.20100000000000401</c:v>
                </c:pt>
                <c:pt idx="1005">
                  <c:v>0.20120000000000399</c:v>
                </c:pt>
                <c:pt idx="1006">
                  <c:v>0.20140000000000399</c:v>
                </c:pt>
                <c:pt idx="1007">
                  <c:v>0.201600000000004</c:v>
                </c:pt>
                <c:pt idx="1008">
                  <c:v>0.201800000000004</c:v>
                </c:pt>
                <c:pt idx="1009">
                  <c:v>0.20200000000000401</c:v>
                </c:pt>
                <c:pt idx="1010">
                  <c:v>0.20220000000000399</c:v>
                </c:pt>
                <c:pt idx="1011">
                  <c:v>0.20240000000000399</c:v>
                </c:pt>
                <c:pt idx="1012">
                  <c:v>0.202600000000004</c:v>
                </c:pt>
                <c:pt idx="1013">
                  <c:v>0.202800000000004</c:v>
                </c:pt>
                <c:pt idx="1014">
                  <c:v>0.20300000000000401</c:v>
                </c:pt>
                <c:pt idx="1015">
                  <c:v>0.20320000000000399</c:v>
                </c:pt>
                <c:pt idx="1016">
                  <c:v>0.20340000000000399</c:v>
                </c:pt>
                <c:pt idx="1017">
                  <c:v>0.203600000000004</c:v>
                </c:pt>
                <c:pt idx="1018">
                  <c:v>0.20380000000000401</c:v>
                </c:pt>
                <c:pt idx="1019">
                  <c:v>0.20400000000000401</c:v>
                </c:pt>
                <c:pt idx="1020">
                  <c:v>0.20420000000000399</c:v>
                </c:pt>
                <c:pt idx="1021">
                  <c:v>0.204400000000004</c:v>
                </c:pt>
                <c:pt idx="1022">
                  <c:v>0.204600000000004</c:v>
                </c:pt>
                <c:pt idx="1023">
                  <c:v>0.20480000000000401</c:v>
                </c:pt>
                <c:pt idx="1024">
                  <c:v>0.20500000000000401</c:v>
                </c:pt>
                <c:pt idx="1025">
                  <c:v>0.20520000000000399</c:v>
                </c:pt>
                <c:pt idx="1026">
                  <c:v>0.205400000000004</c:v>
                </c:pt>
                <c:pt idx="1027">
                  <c:v>0.205600000000004</c:v>
                </c:pt>
                <c:pt idx="1028">
                  <c:v>0.20580000000000401</c:v>
                </c:pt>
                <c:pt idx="1029">
                  <c:v>0.20600000000000401</c:v>
                </c:pt>
                <c:pt idx="1030">
                  <c:v>0.20620000000000399</c:v>
                </c:pt>
                <c:pt idx="1031">
                  <c:v>0.206400000000004</c:v>
                </c:pt>
                <c:pt idx="1032">
                  <c:v>0.206600000000004</c:v>
                </c:pt>
                <c:pt idx="1033">
                  <c:v>0.20680000000000401</c:v>
                </c:pt>
                <c:pt idx="1034">
                  <c:v>0.20700000000000399</c:v>
                </c:pt>
                <c:pt idx="1035">
                  <c:v>0.20720000000000399</c:v>
                </c:pt>
                <c:pt idx="1036">
                  <c:v>0.207400000000004</c:v>
                </c:pt>
                <c:pt idx="1037">
                  <c:v>0.207600000000004</c:v>
                </c:pt>
                <c:pt idx="1038">
                  <c:v>0.20780000000000401</c:v>
                </c:pt>
                <c:pt idx="1039">
                  <c:v>0.20800000000000399</c:v>
                </c:pt>
                <c:pt idx="1040">
                  <c:v>0.20820000000000399</c:v>
                </c:pt>
                <c:pt idx="1041">
                  <c:v>0.208400000000004</c:v>
                </c:pt>
                <c:pt idx="1042">
                  <c:v>0.208600000000004</c:v>
                </c:pt>
                <c:pt idx="1043">
                  <c:v>0.20880000000000401</c:v>
                </c:pt>
                <c:pt idx="1044">
                  <c:v>0.20900000000000399</c:v>
                </c:pt>
                <c:pt idx="1045">
                  <c:v>0.20920000000000399</c:v>
                </c:pt>
                <c:pt idx="1046">
                  <c:v>0.209400000000004</c:v>
                </c:pt>
                <c:pt idx="1047">
                  <c:v>0.20960000000000401</c:v>
                </c:pt>
                <c:pt idx="1048">
                  <c:v>0.20980000000000401</c:v>
                </c:pt>
                <c:pt idx="1049">
                  <c:v>0.21000000000000399</c:v>
                </c:pt>
                <c:pt idx="1050">
                  <c:v>0.21020000000000399</c:v>
                </c:pt>
                <c:pt idx="1051">
                  <c:v>0.210400000000004</c:v>
                </c:pt>
                <c:pt idx="1052">
                  <c:v>0.21060000000000401</c:v>
                </c:pt>
                <c:pt idx="1053">
                  <c:v>0.21080000000000401</c:v>
                </c:pt>
                <c:pt idx="1054">
                  <c:v>0.21100000000000399</c:v>
                </c:pt>
                <c:pt idx="1055">
                  <c:v>0.211200000000004</c:v>
                </c:pt>
                <c:pt idx="1056">
                  <c:v>0.211400000000004</c:v>
                </c:pt>
                <c:pt idx="1057">
                  <c:v>0.21160000000000401</c:v>
                </c:pt>
                <c:pt idx="1058">
                  <c:v>0.21180000000000401</c:v>
                </c:pt>
                <c:pt idx="1059">
                  <c:v>0.21200000000000399</c:v>
                </c:pt>
                <c:pt idx="1060">
                  <c:v>0.212200000000004</c:v>
                </c:pt>
                <c:pt idx="1061">
                  <c:v>0.212400000000004</c:v>
                </c:pt>
                <c:pt idx="1062">
                  <c:v>0.21260000000000401</c:v>
                </c:pt>
                <c:pt idx="1063">
                  <c:v>0.21280000000000401</c:v>
                </c:pt>
                <c:pt idx="1064">
                  <c:v>0.21300000000000399</c:v>
                </c:pt>
                <c:pt idx="1065">
                  <c:v>0.213200000000004</c:v>
                </c:pt>
                <c:pt idx="1066">
                  <c:v>0.213400000000004</c:v>
                </c:pt>
                <c:pt idx="1067">
                  <c:v>0.21360000000000401</c:v>
                </c:pt>
                <c:pt idx="1068">
                  <c:v>0.21380000000000399</c:v>
                </c:pt>
                <c:pt idx="1069">
                  <c:v>0.21400000000000399</c:v>
                </c:pt>
                <c:pt idx="1070">
                  <c:v>0.214200000000004</c:v>
                </c:pt>
                <c:pt idx="1071">
                  <c:v>0.214400000000004</c:v>
                </c:pt>
                <c:pt idx="1072">
                  <c:v>0.21460000000000401</c:v>
                </c:pt>
                <c:pt idx="1073">
                  <c:v>0.21480000000000399</c:v>
                </c:pt>
                <c:pt idx="1074">
                  <c:v>0.21500000000000399</c:v>
                </c:pt>
                <c:pt idx="1075">
                  <c:v>0.215200000000004</c:v>
                </c:pt>
                <c:pt idx="1076">
                  <c:v>0.215400000000004</c:v>
                </c:pt>
                <c:pt idx="1077">
                  <c:v>0.21560000000000401</c:v>
                </c:pt>
                <c:pt idx="1078">
                  <c:v>0.21580000000000399</c:v>
                </c:pt>
                <c:pt idx="1079">
                  <c:v>0.21600000000000399</c:v>
                </c:pt>
                <c:pt idx="1080">
                  <c:v>0.216200000000004</c:v>
                </c:pt>
                <c:pt idx="1081">
                  <c:v>0.21640000000000401</c:v>
                </c:pt>
                <c:pt idx="1082">
                  <c:v>0.21660000000000401</c:v>
                </c:pt>
                <c:pt idx="1083">
                  <c:v>0.21680000000000399</c:v>
                </c:pt>
                <c:pt idx="1084">
                  <c:v>0.217000000000004</c:v>
                </c:pt>
                <c:pt idx="1085">
                  <c:v>0.217200000000004</c:v>
                </c:pt>
                <c:pt idx="1086">
                  <c:v>0.21740000000000401</c:v>
                </c:pt>
                <c:pt idx="1087">
                  <c:v>0.21760000000000401</c:v>
                </c:pt>
                <c:pt idx="1088">
                  <c:v>0.21780000000000399</c:v>
                </c:pt>
                <c:pt idx="1089">
                  <c:v>0.218000000000004</c:v>
                </c:pt>
                <c:pt idx="1090">
                  <c:v>0.218200000000004</c:v>
                </c:pt>
                <c:pt idx="1091">
                  <c:v>0.21840000000000401</c:v>
                </c:pt>
                <c:pt idx="1092">
                  <c:v>0.21860000000000401</c:v>
                </c:pt>
                <c:pt idx="1093">
                  <c:v>0.21880000000000399</c:v>
                </c:pt>
                <c:pt idx="1094">
                  <c:v>0.219000000000004</c:v>
                </c:pt>
                <c:pt idx="1095">
                  <c:v>0.219200000000004</c:v>
                </c:pt>
                <c:pt idx="1096">
                  <c:v>0.21940000000000401</c:v>
                </c:pt>
                <c:pt idx="1097">
                  <c:v>0.21960000000000399</c:v>
                </c:pt>
                <c:pt idx="1098">
                  <c:v>0.21980000000000399</c:v>
                </c:pt>
                <c:pt idx="1099">
                  <c:v>0.220000000000004</c:v>
                </c:pt>
                <c:pt idx="1100">
                  <c:v>0.220200000000004</c:v>
                </c:pt>
                <c:pt idx="1101">
                  <c:v>0.22040000000000401</c:v>
                </c:pt>
                <c:pt idx="1102">
                  <c:v>0.22060000000000399</c:v>
                </c:pt>
                <c:pt idx="1103">
                  <c:v>0.22080000000000399</c:v>
                </c:pt>
                <c:pt idx="1104">
                  <c:v>0.221000000000004</c:v>
                </c:pt>
                <c:pt idx="1105">
                  <c:v>0.221200000000004</c:v>
                </c:pt>
                <c:pt idx="1106">
                  <c:v>0.22140000000000401</c:v>
                </c:pt>
                <c:pt idx="1107">
                  <c:v>0.22160000000000399</c:v>
                </c:pt>
                <c:pt idx="1108">
                  <c:v>0.22180000000000399</c:v>
                </c:pt>
                <c:pt idx="1109">
                  <c:v>0.222000000000004</c:v>
                </c:pt>
                <c:pt idx="1110">
                  <c:v>0.22220000000000401</c:v>
                </c:pt>
                <c:pt idx="1111">
                  <c:v>0.22240000000000401</c:v>
                </c:pt>
                <c:pt idx="1112">
                  <c:v>0.22260000000000399</c:v>
                </c:pt>
                <c:pt idx="1113">
                  <c:v>0.22280000000000399</c:v>
                </c:pt>
                <c:pt idx="1114">
                  <c:v>0.223000000000004</c:v>
                </c:pt>
                <c:pt idx="1115">
                  <c:v>0.22320000000000401</c:v>
                </c:pt>
                <c:pt idx="1116">
                  <c:v>0.22340000000000401</c:v>
                </c:pt>
                <c:pt idx="1117">
                  <c:v>0.22360000000000399</c:v>
                </c:pt>
                <c:pt idx="1118">
                  <c:v>0.223800000000004</c:v>
                </c:pt>
                <c:pt idx="1119">
                  <c:v>0.224000000000004</c:v>
                </c:pt>
                <c:pt idx="1120">
                  <c:v>0.22420000000000401</c:v>
                </c:pt>
                <c:pt idx="1121">
                  <c:v>0.22440000000000401</c:v>
                </c:pt>
                <c:pt idx="1122">
                  <c:v>0.22460000000000399</c:v>
                </c:pt>
                <c:pt idx="1123">
                  <c:v>0.224800000000004</c:v>
                </c:pt>
                <c:pt idx="1124">
                  <c:v>0.225000000000004</c:v>
                </c:pt>
                <c:pt idx="1125">
                  <c:v>0.22520000000000401</c:v>
                </c:pt>
                <c:pt idx="1126">
                  <c:v>0.22540000000000401</c:v>
                </c:pt>
                <c:pt idx="1127">
                  <c:v>0.22560000000000399</c:v>
                </c:pt>
                <c:pt idx="1128">
                  <c:v>0.225800000000004</c:v>
                </c:pt>
                <c:pt idx="1129">
                  <c:v>0.226000000000004</c:v>
                </c:pt>
                <c:pt idx="1130">
                  <c:v>0.22620000000000401</c:v>
                </c:pt>
                <c:pt idx="1131">
                  <c:v>0.22640000000000399</c:v>
                </c:pt>
                <c:pt idx="1132">
                  <c:v>0.22660000000000399</c:v>
                </c:pt>
                <c:pt idx="1133">
                  <c:v>0.226800000000004</c:v>
                </c:pt>
                <c:pt idx="1134">
                  <c:v>0.227000000000004</c:v>
                </c:pt>
                <c:pt idx="1135">
                  <c:v>0.22720000000000401</c:v>
                </c:pt>
                <c:pt idx="1136">
                  <c:v>0.22740000000000399</c:v>
                </c:pt>
                <c:pt idx="1137">
                  <c:v>0.22760000000000399</c:v>
                </c:pt>
                <c:pt idx="1138">
                  <c:v>0.227800000000004</c:v>
                </c:pt>
                <c:pt idx="1139">
                  <c:v>0.22800000000000401</c:v>
                </c:pt>
                <c:pt idx="1140">
                  <c:v>0.22820000000000401</c:v>
                </c:pt>
                <c:pt idx="1141">
                  <c:v>0.22840000000000399</c:v>
                </c:pt>
                <c:pt idx="1142">
                  <c:v>0.22860000000000399</c:v>
                </c:pt>
                <c:pt idx="1143">
                  <c:v>0.228800000000004</c:v>
                </c:pt>
                <c:pt idx="1144">
                  <c:v>0.22900000000000501</c:v>
                </c:pt>
                <c:pt idx="1145">
                  <c:v>0.22920000000000501</c:v>
                </c:pt>
                <c:pt idx="1146">
                  <c:v>0.22940000000000499</c:v>
                </c:pt>
                <c:pt idx="1147">
                  <c:v>0.22960000000000499</c:v>
                </c:pt>
                <c:pt idx="1148">
                  <c:v>0.229800000000005</c:v>
                </c:pt>
                <c:pt idx="1149">
                  <c:v>0.23000000000000501</c:v>
                </c:pt>
                <c:pt idx="1150">
                  <c:v>0.23020000000000501</c:v>
                </c:pt>
                <c:pt idx="1151">
                  <c:v>0.23040000000000499</c:v>
                </c:pt>
                <c:pt idx="1152">
                  <c:v>0.230600000000005</c:v>
                </c:pt>
                <c:pt idx="1153">
                  <c:v>0.230800000000005</c:v>
                </c:pt>
                <c:pt idx="1154">
                  <c:v>0.23100000000000501</c:v>
                </c:pt>
                <c:pt idx="1155">
                  <c:v>0.23120000000000501</c:v>
                </c:pt>
                <c:pt idx="1156">
                  <c:v>0.23140000000000499</c:v>
                </c:pt>
                <c:pt idx="1157">
                  <c:v>0.231600000000005</c:v>
                </c:pt>
                <c:pt idx="1158">
                  <c:v>0.231800000000005</c:v>
                </c:pt>
                <c:pt idx="1159">
                  <c:v>0.23200000000000501</c:v>
                </c:pt>
                <c:pt idx="1160">
                  <c:v>0.23220000000000501</c:v>
                </c:pt>
                <c:pt idx="1161">
                  <c:v>0.23240000000000499</c:v>
                </c:pt>
                <c:pt idx="1162">
                  <c:v>0.232600000000005</c:v>
                </c:pt>
                <c:pt idx="1163">
                  <c:v>0.232800000000005</c:v>
                </c:pt>
                <c:pt idx="1164">
                  <c:v>0.23300000000000501</c:v>
                </c:pt>
                <c:pt idx="1165">
                  <c:v>0.23320000000000499</c:v>
                </c:pt>
                <c:pt idx="1166">
                  <c:v>0.23340000000000499</c:v>
                </c:pt>
                <c:pt idx="1167">
                  <c:v>0.233600000000005</c:v>
                </c:pt>
                <c:pt idx="1168">
                  <c:v>0.233800000000005</c:v>
                </c:pt>
                <c:pt idx="1169">
                  <c:v>0.23400000000000501</c:v>
                </c:pt>
                <c:pt idx="1170">
                  <c:v>0.23420000000000499</c:v>
                </c:pt>
                <c:pt idx="1171">
                  <c:v>0.23440000000000499</c:v>
                </c:pt>
                <c:pt idx="1172">
                  <c:v>0.234600000000005</c:v>
                </c:pt>
                <c:pt idx="1173">
                  <c:v>0.234800000000005</c:v>
                </c:pt>
                <c:pt idx="1174">
                  <c:v>0.23500000000000501</c:v>
                </c:pt>
                <c:pt idx="1175">
                  <c:v>0.23520000000000499</c:v>
                </c:pt>
                <c:pt idx="1176">
                  <c:v>0.23540000000000499</c:v>
                </c:pt>
                <c:pt idx="1177">
                  <c:v>0.235600000000005</c:v>
                </c:pt>
                <c:pt idx="1178">
                  <c:v>0.23580000000000501</c:v>
                </c:pt>
                <c:pt idx="1179">
                  <c:v>0.23600000000000501</c:v>
                </c:pt>
                <c:pt idx="1180">
                  <c:v>0.23620000000000499</c:v>
                </c:pt>
                <c:pt idx="1181">
                  <c:v>0.236400000000005</c:v>
                </c:pt>
                <c:pt idx="1182">
                  <c:v>0.236600000000005</c:v>
                </c:pt>
                <c:pt idx="1183">
                  <c:v>0.23680000000000501</c:v>
                </c:pt>
                <c:pt idx="1184">
                  <c:v>0.23700000000000501</c:v>
                </c:pt>
                <c:pt idx="1185">
                  <c:v>0.23720000000000499</c:v>
                </c:pt>
                <c:pt idx="1186">
                  <c:v>0.237400000000005</c:v>
                </c:pt>
                <c:pt idx="1187">
                  <c:v>0.237600000000005</c:v>
                </c:pt>
                <c:pt idx="1188">
                  <c:v>0.23780000000000501</c:v>
                </c:pt>
                <c:pt idx="1189">
                  <c:v>0.23800000000000501</c:v>
                </c:pt>
                <c:pt idx="1190">
                  <c:v>0.23820000000000499</c:v>
                </c:pt>
                <c:pt idx="1191">
                  <c:v>0.238400000000005</c:v>
                </c:pt>
                <c:pt idx="1192">
                  <c:v>0.238600000000005</c:v>
                </c:pt>
                <c:pt idx="1193">
                  <c:v>0.23880000000000501</c:v>
                </c:pt>
                <c:pt idx="1194">
                  <c:v>0.23900000000000499</c:v>
                </c:pt>
                <c:pt idx="1195">
                  <c:v>0.23920000000000499</c:v>
                </c:pt>
                <c:pt idx="1196">
                  <c:v>0.239400000000005</c:v>
                </c:pt>
                <c:pt idx="1197">
                  <c:v>0.239600000000005</c:v>
                </c:pt>
                <c:pt idx="1198">
                  <c:v>0.23980000000000501</c:v>
                </c:pt>
                <c:pt idx="1199">
                  <c:v>0.24000000000000499</c:v>
                </c:pt>
                <c:pt idx="1200">
                  <c:v>0.24020000000000499</c:v>
                </c:pt>
                <c:pt idx="1201">
                  <c:v>0.240400000000005</c:v>
                </c:pt>
                <c:pt idx="1202">
                  <c:v>0.240600000000005</c:v>
                </c:pt>
                <c:pt idx="1203">
                  <c:v>0.24080000000000501</c:v>
                </c:pt>
                <c:pt idx="1204">
                  <c:v>0.24100000000000499</c:v>
                </c:pt>
                <c:pt idx="1205">
                  <c:v>0.24120000000000499</c:v>
                </c:pt>
                <c:pt idx="1206">
                  <c:v>0.241400000000005</c:v>
                </c:pt>
                <c:pt idx="1207">
                  <c:v>0.24160000000000501</c:v>
                </c:pt>
                <c:pt idx="1208">
                  <c:v>0.24180000000000501</c:v>
                </c:pt>
                <c:pt idx="1209">
                  <c:v>0.24200000000000499</c:v>
                </c:pt>
                <c:pt idx="1210">
                  <c:v>0.24220000000000499</c:v>
                </c:pt>
                <c:pt idx="1211">
                  <c:v>0.242400000000005</c:v>
                </c:pt>
                <c:pt idx="1212">
                  <c:v>0.24260000000000501</c:v>
                </c:pt>
                <c:pt idx="1213">
                  <c:v>0.24280000000000501</c:v>
                </c:pt>
                <c:pt idx="1214">
                  <c:v>0.24300000000000499</c:v>
                </c:pt>
                <c:pt idx="1215">
                  <c:v>0.243200000000005</c:v>
                </c:pt>
                <c:pt idx="1216">
                  <c:v>0.243400000000005</c:v>
                </c:pt>
                <c:pt idx="1217">
                  <c:v>0.24360000000000501</c:v>
                </c:pt>
                <c:pt idx="1218">
                  <c:v>0.24380000000000501</c:v>
                </c:pt>
                <c:pt idx="1219">
                  <c:v>0.24400000000000499</c:v>
                </c:pt>
                <c:pt idx="1220">
                  <c:v>0.244200000000005</c:v>
                </c:pt>
                <c:pt idx="1221">
                  <c:v>0.244400000000005</c:v>
                </c:pt>
                <c:pt idx="1222">
                  <c:v>0.24460000000000501</c:v>
                </c:pt>
                <c:pt idx="1223">
                  <c:v>0.24480000000000501</c:v>
                </c:pt>
                <c:pt idx="1224">
                  <c:v>0.24500000000000499</c:v>
                </c:pt>
                <c:pt idx="1225">
                  <c:v>0.245200000000005</c:v>
                </c:pt>
                <c:pt idx="1226">
                  <c:v>0.245400000000005</c:v>
                </c:pt>
                <c:pt idx="1227">
                  <c:v>0.24560000000000501</c:v>
                </c:pt>
                <c:pt idx="1228">
                  <c:v>0.24580000000000499</c:v>
                </c:pt>
                <c:pt idx="1229">
                  <c:v>0.24600000000000499</c:v>
                </c:pt>
                <c:pt idx="1230">
                  <c:v>0.246200000000005</c:v>
                </c:pt>
                <c:pt idx="1231">
                  <c:v>0.246400000000005</c:v>
                </c:pt>
                <c:pt idx="1232">
                  <c:v>0.24660000000000501</c:v>
                </c:pt>
                <c:pt idx="1233">
                  <c:v>0.24680000000000499</c:v>
                </c:pt>
                <c:pt idx="1234">
                  <c:v>0.24700000000000499</c:v>
                </c:pt>
                <c:pt idx="1235">
                  <c:v>0.247200000000005</c:v>
                </c:pt>
                <c:pt idx="1236">
                  <c:v>0.247400000000005</c:v>
                </c:pt>
                <c:pt idx="1237">
                  <c:v>0.24760000000000501</c:v>
                </c:pt>
                <c:pt idx="1238">
                  <c:v>0.24780000000000499</c:v>
                </c:pt>
                <c:pt idx="1239">
                  <c:v>0.24800000000000499</c:v>
                </c:pt>
                <c:pt idx="1240">
                  <c:v>0.248200000000005</c:v>
                </c:pt>
                <c:pt idx="1241">
                  <c:v>0.24840000000000501</c:v>
                </c:pt>
                <c:pt idx="1242">
                  <c:v>0.24860000000000501</c:v>
                </c:pt>
                <c:pt idx="1243">
                  <c:v>0.24880000000000499</c:v>
                </c:pt>
                <c:pt idx="1244">
                  <c:v>0.249000000000005</c:v>
                </c:pt>
                <c:pt idx="1245">
                  <c:v>0.249200000000005</c:v>
                </c:pt>
                <c:pt idx="1246">
                  <c:v>0.24940000000000501</c:v>
                </c:pt>
                <c:pt idx="1247">
                  <c:v>0.24960000000000501</c:v>
                </c:pt>
                <c:pt idx="1248">
                  <c:v>0.24980000000000499</c:v>
                </c:pt>
                <c:pt idx="1249">
                  <c:v>0.250000000000005</c:v>
                </c:pt>
                <c:pt idx="1250">
                  <c:v>0.25020000000000497</c:v>
                </c:pt>
                <c:pt idx="1251">
                  <c:v>0.25040000000000501</c:v>
                </c:pt>
                <c:pt idx="1252">
                  <c:v>0.25060000000000499</c:v>
                </c:pt>
                <c:pt idx="1253">
                  <c:v>0.25080000000000502</c:v>
                </c:pt>
                <c:pt idx="1254">
                  <c:v>0.251000000000005</c:v>
                </c:pt>
                <c:pt idx="1255">
                  <c:v>0.25120000000000497</c:v>
                </c:pt>
                <c:pt idx="1256">
                  <c:v>0.25140000000000501</c:v>
                </c:pt>
                <c:pt idx="1257">
                  <c:v>0.25160000000000499</c:v>
                </c:pt>
                <c:pt idx="1258">
                  <c:v>0.25180000000000502</c:v>
                </c:pt>
                <c:pt idx="1259">
                  <c:v>0.252000000000005</c:v>
                </c:pt>
                <c:pt idx="1260">
                  <c:v>0.25220000000000498</c:v>
                </c:pt>
                <c:pt idx="1261">
                  <c:v>0.25240000000000501</c:v>
                </c:pt>
                <c:pt idx="1262">
                  <c:v>0.25260000000000499</c:v>
                </c:pt>
                <c:pt idx="1263">
                  <c:v>0.25280000000000502</c:v>
                </c:pt>
                <c:pt idx="1264">
                  <c:v>0.253000000000005</c:v>
                </c:pt>
                <c:pt idx="1265">
                  <c:v>0.25320000000000498</c:v>
                </c:pt>
                <c:pt idx="1266">
                  <c:v>0.25340000000000501</c:v>
                </c:pt>
                <c:pt idx="1267">
                  <c:v>0.25360000000000499</c:v>
                </c:pt>
                <c:pt idx="1268">
                  <c:v>0.25380000000000502</c:v>
                </c:pt>
                <c:pt idx="1269">
                  <c:v>0.254000000000005</c:v>
                </c:pt>
                <c:pt idx="1270">
                  <c:v>0.25420000000000498</c:v>
                </c:pt>
                <c:pt idx="1271">
                  <c:v>0.25440000000000501</c:v>
                </c:pt>
                <c:pt idx="1272">
                  <c:v>0.25460000000000499</c:v>
                </c:pt>
                <c:pt idx="1273">
                  <c:v>0.25480000000000502</c:v>
                </c:pt>
                <c:pt idx="1274">
                  <c:v>0.255000000000005</c:v>
                </c:pt>
                <c:pt idx="1275">
                  <c:v>0.25520000000000498</c:v>
                </c:pt>
                <c:pt idx="1276">
                  <c:v>0.25540000000000501</c:v>
                </c:pt>
                <c:pt idx="1277">
                  <c:v>0.25560000000000399</c:v>
                </c:pt>
                <c:pt idx="1278">
                  <c:v>0.25580000000000402</c:v>
                </c:pt>
                <c:pt idx="1279">
                  <c:v>0.256000000000004</c:v>
                </c:pt>
                <c:pt idx="1280">
                  <c:v>0.25620000000000398</c:v>
                </c:pt>
                <c:pt idx="1281">
                  <c:v>0.25640000000000401</c:v>
                </c:pt>
                <c:pt idx="1282">
                  <c:v>0.25660000000000399</c:v>
                </c:pt>
                <c:pt idx="1283">
                  <c:v>0.25680000000000403</c:v>
                </c:pt>
                <c:pt idx="1284">
                  <c:v>0.257000000000004</c:v>
                </c:pt>
                <c:pt idx="1285">
                  <c:v>0.25720000000000398</c:v>
                </c:pt>
                <c:pt idx="1286">
                  <c:v>0.25740000000000401</c:v>
                </c:pt>
                <c:pt idx="1287">
                  <c:v>0.25760000000000399</c:v>
                </c:pt>
                <c:pt idx="1288">
                  <c:v>0.25780000000000403</c:v>
                </c:pt>
                <c:pt idx="1289">
                  <c:v>0.258000000000004</c:v>
                </c:pt>
                <c:pt idx="1290">
                  <c:v>0.25820000000000398</c:v>
                </c:pt>
                <c:pt idx="1291">
                  <c:v>0.25840000000000402</c:v>
                </c:pt>
                <c:pt idx="1292">
                  <c:v>0.25860000000000399</c:v>
                </c:pt>
                <c:pt idx="1293">
                  <c:v>0.25880000000000403</c:v>
                </c:pt>
                <c:pt idx="1294">
                  <c:v>0.259000000000004</c:v>
                </c:pt>
                <c:pt idx="1295">
                  <c:v>0.25920000000000398</c:v>
                </c:pt>
                <c:pt idx="1296">
                  <c:v>0.25940000000000402</c:v>
                </c:pt>
                <c:pt idx="1297">
                  <c:v>0.25960000000000399</c:v>
                </c:pt>
                <c:pt idx="1298">
                  <c:v>0.25980000000000403</c:v>
                </c:pt>
                <c:pt idx="1299">
                  <c:v>0.26000000000000401</c:v>
                </c:pt>
                <c:pt idx="1300">
                  <c:v>0.26020000000000398</c:v>
                </c:pt>
                <c:pt idx="1301">
                  <c:v>0.26040000000000402</c:v>
                </c:pt>
                <c:pt idx="1302">
                  <c:v>0.260600000000004</c:v>
                </c:pt>
                <c:pt idx="1303">
                  <c:v>0.26080000000000397</c:v>
                </c:pt>
                <c:pt idx="1304">
                  <c:v>0.26100000000000401</c:v>
                </c:pt>
                <c:pt idx="1305">
                  <c:v>0.26120000000000398</c:v>
                </c:pt>
                <c:pt idx="1306">
                  <c:v>0.26140000000000402</c:v>
                </c:pt>
                <c:pt idx="1307">
                  <c:v>0.261600000000004</c:v>
                </c:pt>
                <c:pt idx="1308">
                  <c:v>0.26180000000000397</c:v>
                </c:pt>
                <c:pt idx="1309">
                  <c:v>0.26200000000000401</c:v>
                </c:pt>
                <c:pt idx="1310">
                  <c:v>0.26220000000000399</c:v>
                </c:pt>
                <c:pt idx="1311">
                  <c:v>0.26240000000000402</c:v>
                </c:pt>
                <c:pt idx="1312">
                  <c:v>0.262600000000004</c:v>
                </c:pt>
                <c:pt idx="1313">
                  <c:v>0.26280000000000397</c:v>
                </c:pt>
                <c:pt idx="1314">
                  <c:v>0.26300000000000401</c:v>
                </c:pt>
                <c:pt idx="1315">
                  <c:v>0.26320000000000399</c:v>
                </c:pt>
                <c:pt idx="1316">
                  <c:v>0.26340000000000402</c:v>
                </c:pt>
                <c:pt idx="1317">
                  <c:v>0.263600000000004</c:v>
                </c:pt>
                <c:pt idx="1318">
                  <c:v>0.26380000000000398</c:v>
                </c:pt>
                <c:pt idx="1319">
                  <c:v>0.26400000000000401</c:v>
                </c:pt>
                <c:pt idx="1320">
                  <c:v>0.26420000000000399</c:v>
                </c:pt>
                <c:pt idx="1321">
                  <c:v>0.26440000000000402</c:v>
                </c:pt>
                <c:pt idx="1322">
                  <c:v>0.264600000000003</c:v>
                </c:pt>
                <c:pt idx="1323">
                  <c:v>0.26480000000000298</c:v>
                </c:pt>
                <c:pt idx="1324">
                  <c:v>0.26500000000000301</c:v>
                </c:pt>
                <c:pt idx="1325">
                  <c:v>0.26520000000000299</c:v>
                </c:pt>
                <c:pt idx="1326">
                  <c:v>0.26540000000000302</c:v>
                </c:pt>
                <c:pt idx="1327">
                  <c:v>0.265600000000003</c:v>
                </c:pt>
                <c:pt idx="1328">
                  <c:v>0.26580000000000298</c:v>
                </c:pt>
                <c:pt idx="1329">
                  <c:v>0.26600000000000301</c:v>
                </c:pt>
                <c:pt idx="1330">
                  <c:v>0.26620000000000299</c:v>
                </c:pt>
                <c:pt idx="1331">
                  <c:v>0.26640000000000302</c:v>
                </c:pt>
                <c:pt idx="1332">
                  <c:v>0.266600000000003</c:v>
                </c:pt>
                <c:pt idx="1333">
                  <c:v>0.26680000000000298</c:v>
                </c:pt>
                <c:pt idx="1334">
                  <c:v>0.26700000000000301</c:v>
                </c:pt>
                <c:pt idx="1335">
                  <c:v>0.26720000000000299</c:v>
                </c:pt>
                <c:pt idx="1336">
                  <c:v>0.26740000000000302</c:v>
                </c:pt>
                <c:pt idx="1337">
                  <c:v>0.267600000000003</c:v>
                </c:pt>
                <c:pt idx="1338">
                  <c:v>0.26780000000000298</c:v>
                </c:pt>
                <c:pt idx="1339">
                  <c:v>0.26800000000000301</c:v>
                </c:pt>
                <c:pt idx="1340">
                  <c:v>0.26820000000000299</c:v>
                </c:pt>
                <c:pt idx="1341">
                  <c:v>0.26840000000000303</c:v>
                </c:pt>
                <c:pt idx="1342">
                  <c:v>0.268600000000003</c:v>
                </c:pt>
                <c:pt idx="1343">
                  <c:v>0.26880000000000298</c:v>
                </c:pt>
                <c:pt idx="1344">
                  <c:v>0.26900000000000301</c:v>
                </c:pt>
                <c:pt idx="1345">
                  <c:v>0.26920000000000299</c:v>
                </c:pt>
                <c:pt idx="1346">
                  <c:v>0.26940000000000303</c:v>
                </c:pt>
                <c:pt idx="1347">
                  <c:v>0.269600000000003</c:v>
                </c:pt>
                <c:pt idx="1348">
                  <c:v>0.26980000000000298</c:v>
                </c:pt>
                <c:pt idx="1349">
                  <c:v>0.27000000000000302</c:v>
                </c:pt>
                <c:pt idx="1350">
                  <c:v>0.27020000000000299</c:v>
                </c:pt>
                <c:pt idx="1351">
                  <c:v>0.27040000000000303</c:v>
                </c:pt>
                <c:pt idx="1352">
                  <c:v>0.270600000000003</c:v>
                </c:pt>
                <c:pt idx="1353">
                  <c:v>0.27080000000000298</c:v>
                </c:pt>
                <c:pt idx="1354">
                  <c:v>0.27100000000000302</c:v>
                </c:pt>
                <c:pt idx="1355">
                  <c:v>0.27120000000000299</c:v>
                </c:pt>
                <c:pt idx="1356">
                  <c:v>0.27140000000000303</c:v>
                </c:pt>
                <c:pt idx="1357">
                  <c:v>0.27160000000000301</c:v>
                </c:pt>
                <c:pt idx="1358">
                  <c:v>0.27180000000000298</c:v>
                </c:pt>
                <c:pt idx="1359">
                  <c:v>0.27200000000000302</c:v>
                </c:pt>
                <c:pt idx="1360">
                  <c:v>0.272200000000003</c:v>
                </c:pt>
                <c:pt idx="1361">
                  <c:v>0.27240000000000297</c:v>
                </c:pt>
                <c:pt idx="1362">
                  <c:v>0.27260000000000301</c:v>
                </c:pt>
                <c:pt idx="1363">
                  <c:v>0.27280000000000298</c:v>
                </c:pt>
                <c:pt idx="1364">
                  <c:v>0.27300000000000302</c:v>
                </c:pt>
                <c:pt idx="1365">
                  <c:v>0.273200000000003</c:v>
                </c:pt>
                <c:pt idx="1366">
                  <c:v>0.27340000000000297</c:v>
                </c:pt>
                <c:pt idx="1367">
                  <c:v>0.27360000000000301</c:v>
                </c:pt>
                <c:pt idx="1368">
                  <c:v>0.27380000000000199</c:v>
                </c:pt>
                <c:pt idx="1369">
                  <c:v>0.27400000000000202</c:v>
                </c:pt>
                <c:pt idx="1370">
                  <c:v>0.274200000000002</c:v>
                </c:pt>
                <c:pt idx="1371">
                  <c:v>0.27440000000000198</c:v>
                </c:pt>
                <c:pt idx="1372">
                  <c:v>0.27460000000000201</c:v>
                </c:pt>
                <c:pt idx="1373">
                  <c:v>0.27480000000000199</c:v>
                </c:pt>
                <c:pt idx="1374">
                  <c:v>0.27500000000000202</c:v>
                </c:pt>
                <c:pt idx="1375">
                  <c:v>0.275200000000002</c:v>
                </c:pt>
                <c:pt idx="1376">
                  <c:v>0.27540000000000198</c:v>
                </c:pt>
                <c:pt idx="1377">
                  <c:v>0.27560000000000201</c:v>
                </c:pt>
                <c:pt idx="1378">
                  <c:v>0.27580000000000199</c:v>
                </c:pt>
                <c:pt idx="1379">
                  <c:v>0.27600000000000202</c:v>
                </c:pt>
                <c:pt idx="1380">
                  <c:v>0.276200000000002</c:v>
                </c:pt>
                <c:pt idx="1381">
                  <c:v>0.27640000000000198</c:v>
                </c:pt>
                <c:pt idx="1382">
                  <c:v>0.27660000000000201</c:v>
                </c:pt>
                <c:pt idx="1383">
                  <c:v>0.27680000000000199</c:v>
                </c:pt>
                <c:pt idx="1384">
                  <c:v>0.27700000000000202</c:v>
                </c:pt>
                <c:pt idx="1385">
                  <c:v>0.277200000000002</c:v>
                </c:pt>
                <c:pt idx="1386">
                  <c:v>0.27740000000000198</c:v>
                </c:pt>
                <c:pt idx="1387">
                  <c:v>0.27760000000000201</c:v>
                </c:pt>
                <c:pt idx="1388">
                  <c:v>0.27780000000000199</c:v>
                </c:pt>
                <c:pt idx="1389">
                  <c:v>0.27800000000000202</c:v>
                </c:pt>
                <c:pt idx="1390">
                  <c:v>0.278200000000002</c:v>
                </c:pt>
                <c:pt idx="1391">
                  <c:v>0.27840000000000198</c:v>
                </c:pt>
                <c:pt idx="1392">
                  <c:v>0.27860000000000201</c:v>
                </c:pt>
                <c:pt idx="1393">
                  <c:v>0.27880000000000199</c:v>
                </c:pt>
                <c:pt idx="1394">
                  <c:v>0.27900000000000202</c:v>
                </c:pt>
                <c:pt idx="1395">
                  <c:v>0.279200000000002</c:v>
                </c:pt>
                <c:pt idx="1396">
                  <c:v>0.27940000000000198</c:v>
                </c:pt>
                <c:pt idx="1397">
                  <c:v>0.27960000000000201</c:v>
                </c:pt>
                <c:pt idx="1398">
                  <c:v>0.27980000000000199</c:v>
                </c:pt>
                <c:pt idx="1399">
                  <c:v>0.28000000000000203</c:v>
                </c:pt>
                <c:pt idx="1400">
                  <c:v>0.280200000000002</c:v>
                </c:pt>
                <c:pt idx="1401">
                  <c:v>0.28040000000000198</c:v>
                </c:pt>
                <c:pt idx="1402">
                  <c:v>0.28060000000000201</c:v>
                </c:pt>
                <c:pt idx="1403">
                  <c:v>0.28080000000000199</c:v>
                </c:pt>
                <c:pt idx="1404">
                  <c:v>0.28100000000000203</c:v>
                </c:pt>
                <c:pt idx="1405">
                  <c:v>0.281200000000002</c:v>
                </c:pt>
                <c:pt idx="1406">
                  <c:v>0.28140000000000198</c:v>
                </c:pt>
                <c:pt idx="1407">
                  <c:v>0.28160000000000202</c:v>
                </c:pt>
                <c:pt idx="1408">
                  <c:v>0.28180000000000199</c:v>
                </c:pt>
                <c:pt idx="1409">
                  <c:v>0.28200000000000203</c:v>
                </c:pt>
                <c:pt idx="1410">
                  <c:v>0.282200000000002</c:v>
                </c:pt>
                <c:pt idx="1411">
                  <c:v>0.28240000000000198</c:v>
                </c:pt>
                <c:pt idx="1412">
                  <c:v>0.28260000000000202</c:v>
                </c:pt>
                <c:pt idx="1413">
                  <c:v>0.282800000000001</c:v>
                </c:pt>
                <c:pt idx="1414">
                  <c:v>0.28300000000000097</c:v>
                </c:pt>
                <c:pt idx="1415">
                  <c:v>0.28320000000000101</c:v>
                </c:pt>
                <c:pt idx="1416">
                  <c:v>0.28340000000000098</c:v>
                </c:pt>
                <c:pt idx="1417">
                  <c:v>0.28360000000000102</c:v>
                </c:pt>
                <c:pt idx="1418">
                  <c:v>0.283800000000001</c:v>
                </c:pt>
                <c:pt idx="1419">
                  <c:v>0.28400000000000097</c:v>
                </c:pt>
                <c:pt idx="1420">
                  <c:v>0.28420000000000101</c:v>
                </c:pt>
                <c:pt idx="1421">
                  <c:v>0.28440000000000099</c:v>
                </c:pt>
                <c:pt idx="1422">
                  <c:v>0.28460000000000102</c:v>
                </c:pt>
                <c:pt idx="1423">
                  <c:v>0.284800000000001</c:v>
                </c:pt>
                <c:pt idx="1424">
                  <c:v>0.28500000000000097</c:v>
                </c:pt>
                <c:pt idx="1425">
                  <c:v>0.28520000000000101</c:v>
                </c:pt>
                <c:pt idx="1426">
                  <c:v>0.28540000000000099</c:v>
                </c:pt>
                <c:pt idx="1427">
                  <c:v>0.28560000000000102</c:v>
                </c:pt>
                <c:pt idx="1428">
                  <c:v>0.285800000000001</c:v>
                </c:pt>
                <c:pt idx="1429">
                  <c:v>0.28600000000000098</c:v>
                </c:pt>
                <c:pt idx="1430">
                  <c:v>0.28620000000000101</c:v>
                </c:pt>
                <c:pt idx="1431">
                  <c:v>0.28640000000000099</c:v>
                </c:pt>
                <c:pt idx="1432">
                  <c:v>0.28660000000000102</c:v>
                </c:pt>
                <c:pt idx="1433">
                  <c:v>0.286800000000001</c:v>
                </c:pt>
                <c:pt idx="1434">
                  <c:v>0.28700000000000098</c:v>
                </c:pt>
                <c:pt idx="1435">
                  <c:v>0.28720000000000101</c:v>
                </c:pt>
                <c:pt idx="1436">
                  <c:v>0.28740000000000099</c:v>
                </c:pt>
                <c:pt idx="1437">
                  <c:v>0.28760000000000102</c:v>
                </c:pt>
                <c:pt idx="1438">
                  <c:v>0.287800000000001</c:v>
                </c:pt>
                <c:pt idx="1439">
                  <c:v>0.28800000000000098</c:v>
                </c:pt>
                <c:pt idx="1440">
                  <c:v>0.28820000000000101</c:v>
                </c:pt>
                <c:pt idx="1441">
                  <c:v>0.28840000000000099</c:v>
                </c:pt>
                <c:pt idx="1442">
                  <c:v>0.28860000000000102</c:v>
                </c:pt>
                <c:pt idx="1443">
                  <c:v>0.288800000000001</c:v>
                </c:pt>
                <c:pt idx="1444">
                  <c:v>0.28900000000000098</c:v>
                </c:pt>
                <c:pt idx="1445">
                  <c:v>0.28920000000000101</c:v>
                </c:pt>
                <c:pt idx="1446">
                  <c:v>0.28940000000000099</c:v>
                </c:pt>
                <c:pt idx="1447">
                  <c:v>0.28960000000000102</c:v>
                </c:pt>
                <c:pt idx="1448">
                  <c:v>0.289800000000001</c:v>
                </c:pt>
                <c:pt idx="1449">
                  <c:v>0.29000000000000098</c:v>
                </c:pt>
                <c:pt idx="1450">
                  <c:v>0.29020000000000101</c:v>
                </c:pt>
                <c:pt idx="1451">
                  <c:v>0.29040000000000099</c:v>
                </c:pt>
                <c:pt idx="1452">
                  <c:v>0.29060000000000102</c:v>
                </c:pt>
                <c:pt idx="1453">
                  <c:v>0.290800000000001</c:v>
                </c:pt>
                <c:pt idx="1454">
                  <c:v>0.29100000000000098</c:v>
                </c:pt>
                <c:pt idx="1455">
                  <c:v>0.29120000000000101</c:v>
                </c:pt>
                <c:pt idx="1456">
                  <c:v>0.29140000000000099</c:v>
                </c:pt>
                <c:pt idx="1457">
                  <c:v>0.29160000000000103</c:v>
                </c:pt>
                <c:pt idx="1458">
                  <c:v>0.291800000000001</c:v>
                </c:pt>
                <c:pt idx="1459">
                  <c:v>0.29199999999999998</c:v>
                </c:pt>
                <c:pt idx="1460">
                  <c:v>0.29220000000000002</c:v>
                </c:pt>
                <c:pt idx="1461">
                  <c:v>0.29239999999999999</c:v>
                </c:pt>
                <c:pt idx="1462">
                  <c:v>0.29260000000000003</c:v>
                </c:pt>
                <c:pt idx="1463">
                  <c:v>0.2928</c:v>
                </c:pt>
                <c:pt idx="1464">
                  <c:v>0.29299999999999998</c:v>
                </c:pt>
                <c:pt idx="1465">
                  <c:v>0.29320000000000002</c:v>
                </c:pt>
                <c:pt idx="1466">
                  <c:v>0.29339999999999999</c:v>
                </c:pt>
                <c:pt idx="1467">
                  <c:v>0.29360000000000003</c:v>
                </c:pt>
                <c:pt idx="1468">
                  <c:v>0.29380000000000001</c:v>
                </c:pt>
                <c:pt idx="1469">
                  <c:v>0.29399999999999998</c:v>
                </c:pt>
                <c:pt idx="1470">
                  <c:v>0.29420000000000002</c:v>
                </c:pt>
                <c:pt idx="1471">
                  <c:v>0.2944</c:v>
                </c:pt>
                <c:pt idx="1472">
                  <c:v>0.29459999999999997</c:v>
                </c:pt>
                <c:pt idx="1473">
                  <c:v>0.29480000000000001</c:v>
                </c:pt>
                <c:pt idx="1474">
                  <c:v>0.29499999999999998</c:v>
                </c:pt>
                <c:pt idx="1475">
                  <c:v>0.29520000000000002</c:v>
                </c:pt>
                <c:pt idx="1476">
                  <c:v>0.2954</c:v>
                </c:pt>
                <c:pt idx="1477">
                  <c:v>0.29559999999999997</c:v>
                </c:pt>
                <c:pt idx="1478">
                  <c:v>0.29580000000000001</c:v>
                </c:pt>
                <c:pt idx="1479">
                  <c:v>0.29599999999999999</c:v>
                </c:pt>
                <c:pt idx="1480">
                  <c:v>0.29620000000000002</c:v>
                </c:pt>
                <c:pt idx="1481">
                  <c:v>0.2964</c:v>
                </c:pt>
                <c:pt idx="1482">
                  <c:v>0.29659999999999997</c:v>
                </c:pt>
                <c:pt idx="1483">
                  <c:v>0.29680000000000001</c:v>
                </c:pt>
                <c:pt idx="1484">
                  <c:v>0.29699999999999999</c:v>
                </c:pt>
                <c:pt idx="1485">
                  <c:v>0.29720000000000002</c:v>
                </c:pt>
                <c:pt idx="1486">
                  <c:v>0.2974</c:v>
                </c:pt>
                <c:pt idx="1487">
                  <c:v>0.29759999999999998</c:v>
                </c:pt>
                <c:pt idx="1488">
                  <c:v>0.29780000000000001</c:v>
                </c:pt>
                <c:pt idx="1489">
                  <c:v>0.29799999999999999</c:v>
                </c:pt>
                <c:pt idx="1490">
                  <c:v>0.29820000000000002</c:v>
                </c:pt>
                <c:pt idx="1491">
                  <c:v>0.2984</c:v>
                </c:pt>
                <c:pt idx="1492">
                  <c:v>0.29859999999999998</c:v>
                </c:pt>
                <c:pt idx="1493">
                  <c:v>0.29880000000000001</c:v>
                </c:pt>
                <c:pt idx="1494">
                  <c:v>0.29899999999999999</c:v>
                </c:pt>
                <c:pt idx="1495">
                  <c:v>0.29920000000000002</c:v>
                </c:pt>
                <c:pt idx="1496">
                  <c:v>0.2994</c:v>
                </c:pt>
                <c:pt idx="1497">
                  <c:v>0.29959999999999998</c:v>
                </c:pt>
                <c:pt idx="1498">
                  <c:v>0.29980000000000001</c:v>
                </c:pt>
                <c:pt idx="1499">
                  <c:v>0.3</c:v>
                </c:pt>
                <c:pt idx="1500">
                  <c:v>0.30020000000000002</c:v>
                </c:pt>
                <c:pt idx="1501">
                  <c:v>0.3004</c:v>
                </c:pt>
                <c:pt idx="1502">
                  <c:v>0.30059999999999998</c:v>
                </c:pt>
                <c:pt idx="1503">
                  <c:v>0.30080000000000001</c:v>
                </c:pt>
                <c:pt idx="1504">
                  <c:v>0.30099999999999899</c:v>
                </c:pt>
                <c:pt idx="1505">
                  <c:v>0.30119999999999902</c:v>
                </c:pt>
                <c:pt idx="1506">
                  <c:v>0.301399999999999</c:v>
                </c:pt>
                <c:pt idx="1507">
                  <c:v>0.30159999999999898</c:v>
                </c:pt>
                <c:pt idx="1508">
                  <c:v>0.30179999999999901</c:v>
                </c:pt>
                <c:pt idx="1509">
                  <c:v>0.30199999999999899</c:v>
                </c:pt>
                <c:pt idx="1510">
                  <c:v>0.30219999999999902</c:v>
                </c:pt>
                <c:pt idx="1511">
                  <c:v>0.302399999999999</c:v>
                </c:pt>
                <c:pt idx="1512">
                  <c:v>0.30259999999999898</c:v>
                </c:pt>
                <c:pt idx="1513">
                  <c:v>0.30279999999999901</c:v>
                </c:pt>
                <c:pt idx="1514">
                  <c:v>0.30299999999999899</c:v>
                </c:pt>
                <c:pt idx="1515">
                  <c:v>0.30319999999999903</c:v>
                </c:pt>
                <c:pt idx="1516">
                  <c:v>0.303399999999999</c:v>
                </c:pt>
                <c:pt idx="1517">
                  <c:v>0.30359999999999898</c:v>
                </c:pt>
                <c:pt idx="1518">
                  <c:v>0.30379999999999902</c:v>
                </c:pt>
                <c:pt idx="1519">
                  <c:v>0.30399999999999899</c:v>
                </c:pt>
                <c:pt idx="1520">
                  <c:v>0.30419999999999903</c:v>
                </c:pt>
                <c:pt idx="1521">
                  <c:v>0.304399999999999</c:v>
                </c:pt>
                <c:pt idx="1522">
                  <c:v>0.30459999999999898</c:v>
                </c:pt>
                <c:pt idx="1523">
                  <c:v>0.30479999999999902</c:v>
                </c:pt>
                <c:pt idx="1524">
                  <c:v>0.30499999999999899</c:v>
                </c:pt>
                <c:pt idx="1525">
                  <c:v>0.30519999999999903</c:v>
                </c:pt>
                <c:pt idx="1526">
                  <c:v>0.30539999999999901</c:v>
                </c:pt>
                <c:pt idx="1527">
                  <c:v>0.30559999999999898</c:v>
                </c:pt>
                <c:pt idx="1528">
                  <c:v>0.30579999999999902</c:v>
                </c:pt>
                <c:pt idx="1529">
                  <c:v>0.305999999999999</c:v>
                </c:pt>
                <c:pt idx="1530">
                  <c:v>0.30619999999999897</c:v>
                </c:pt>
                <c:pt idx="1531">
                  <c:v>0.30639999999999901</c:v>
                </c:pt>
                <c:pt idx="1532">
                  <c:v>0.30659999999999898</c:v>
                </c:pt>
                <c:pt idx="1533">
                  <c:v>0.30679999999999902</c:v>
                </c:pt>
                <c:pt idx="1534">
                  <c:v>0.306999999999999</c:v>
                </c:pt>
                <c:pt idx="1535">
                  <c:v>0.30719999999999897</c:v>
                </c:pt>
                <c:pt idx="1536">
                  <c:v>0.30739999999999901</c:v>
                </c:pt>
                <c:pt idx="1537">
                  <c:v>0.30759999999999899</c:v>
                </c:pt>
                <c:pt idx="1538">
                  <c:v>0.30779999999999902</c:v>
                </c:pt>
                <c:pt idx="1539">
                  <c:v>0.307999999999999</c:v>
                </c:pt>
                <c:pt idx="1540">
                  <c:v>0.30819999999999897</c:v>
                </c:pt>
                <c:pt idx="1541">
                  <c:v>0.30839999999999901</c:v>
                </c:pt>
                <c:pt idx="1542">
                  <c:v>0.30859999999999899</c:v>
                </c:pt>
                <c:pt idx="1543">
                  <c:v>0.30879999999999902</c:v>
                </c:pt>
                <c:pt idx="1544">
                  <c:v>0.308999999999999</c:v>
                </c:pt>
                <c:pt idx="1545">
                  <c:v>0.30919999999999898</c:v>
                </c:pt>
                <c:pt idx="1546">
                  <c:v>0.30939999999999901</c:v>
                </c:pt>
                <c:pt idx="1547">
                  <c:v>0.30959999999999899</c:v>
                </c:pt>
                <c:pt idx="1548">
                  <c:v>0.30979999999999902</c:v>
                </c:pt>
                <c:pt idx="1549">
                  <c:v>0.309999999999998</c:v>
                </c:pt>
                <c:pt idx="1550">
                  <c:v>0.31019999999999798</c:v>
                </c:pt>
                <c:pt idx="1551">
                  <c:v>0.31039999999999801</c:v>
                </c:pt>
                <c:pt idx="1552">
                  <c:v>0.31059999999999799</c:v>
                </c:pt>
                <c:pt idx="1553">
                  <c:v>0.31079999999999802</c:v>
                </c:pt>
                <c:pt idx="1554">
                  <c:v>0.310999999999998</c:v>
                </c:pt>
                <c:pt idx="1555">
                  <c:v>0.31119999999999798</c:v>
                </c:pt>
                <c:pt idx="1556">
                  <c:v>0.31139999999999801</c:v>
                </c:pt>
                <c:pt idx="1557">
                  <c:v>0.31159999999999799</c:v>
                </c:pt>
                <c:pt idx="1558">
                  <c:v>0.31179999999999802</c:v>
                </c:pt>
                <c:pt idx="1559">
                  <c:v>0.311999999999998</c:v>
                </c:pt>
                <c:pt idx="1560">
                  <c:v>0.31219999999999798</c:v>
                </c:pt>
                <c:pt idx="1561">
                  <c:v>0.31239999999999801</c:v>
                </c:pt>
                <c:pt idx="1562">
                  <c:v>0.31259999999999799</c:v>
                </c:pt>
                <c:pt idx="1563">
                  <c:v>0.31279999999999802</c:v>
                </c:pt>
                <c:pt idx="1564">
                  <c:v>0.312999999999998</c:v>
                </c:pt>
                <c:pt idx="1565">
                  <c:v>0.31319999999999798</c:v>
                </c:pt>
                <c:pt idx="1566">
                  <c:v>0.31339999999999801</c:v>
                </c:pt>
                <c:pt idx="1567">
                  <c:v>0.31359999999999799</c:v>
                </c:pt>
                <c:pt idx="1568">
                  <c:v>0.31379999999999802</c:v>
                </c:pt>
                <c:pt idx="1569">
                  <c:v>0.313999999999998</c:v>
                </c:pt>
                <c:pt idx="1570">
                  <c:v>0.31419999999999798</c:v>
                </c:pt>
                <c:pt idx="1571">
                  <c:v>0.31439999999999801</c:v>
                </c:pt>
                <c:pt idx="1572">
                  <c:v>0.31459999999999799</c:v>
                </c:pt>
                <c:pt idx="1573">
                  <c:v>0.31479999999999803</c:v>
                </c:pt>
                <c:pt idx="1574">
                  <c:v>0.314999999999998</c:v>
                </c:pt>
                <c:pt idx="1575">
                  <c:v>0.31519999999999798</c:v>
                </c:pt>
                <c:pt idx="1576">
                  <c:v>0.31539999999999802</c:v>
                </c:pt>
                <c:pt idx="1577">
                  <c:v>0.31559999999999799</c:v>
                </c:pt>
                <c:pt idx="1578">
                  <c:v>0.31579999999999803</c:v>
                </c:pt>
                <c:pt idx="1579">
                  <c:v>0.315999999999998</c:v>
                </c:pt>
                <c:pt idx="1580">
                  <c:v>0.31619999999999798</c:v>
                </c:pt>
                <c:pt idx="1581">
                  <c:v>0.31639999999999802</c:v>
                </c:pt>
                <c:pt idx="1582">
                  <c:v>0.31659999999999799</c:v>
                </c:pt>
                <c:pt idx="1583">
                  <c:v>0.31679999999999803</c:v>
                </c:pt>
                <c:pt idx="1584">
                  <c:v>0.31699999999999801</c:v>
                </c:pt>
                <c:pt idx="1585">
                  <c:v>0.31719999999999798</c:v>
                </c:pt>
                <c:pt idx="1586">
                  <c:v>0.31739999999999802</c:v>
                </c:pt>
                <c:pt idx="1587">
                  <c:v>0.317599999999998</c:v>
                </c:pt>
                <c:pt idx="1588">
                  <c:v>0.31779999999999797</c:v>
                </c:pt>
                <c:pt idx="1589">
                  <c:v>0.31799999999999801</c:v>
                </c:pt>
                <c:pt idx="1590">
                  <c:v>0.31819999999999798</c:v>
                </c:pt>
                <c:pt idx="1591">
                  <c:v>0.31839999999999802</c:v>
                </c:pt>
                <c:pt idx="1592">
                  <c:v>0.318599999999998</c:v>
                </c:pt>
                <c:pt idx="1593">
                  <c:v>0.31879999999999797</c:v>
                </c:pt>
                <c:pt idx="1594">
                  <c:v>0.31899999999999801</c:v>
                </c:pt>
                <c:pt idx="1595">
                  <c:v>0.31919999999999699</c:v>
                </c:pt>
                <c:pt idx="1596">
                  <c:v>0.31939999999999702</c:v>
                </c:pt>
                <c:pt idx="1597">
                  <c:v>0.319599999999997</c:v>
                </c:pt>
                <c:pt idx="1598">
                  <c:v>0.31979999999999698</c:v>
                </c:pt>
                <c:pt idx="1599">
                  <c:v>0.31999999999999701</c:v>
                </c:pt>
                <c:pt idx="1600">
                  <c:v>0.32019999999999699</c:v>
                </c:pt>
                <c:pt idx="1601">
                  <c:v>0.32039999999999702</c:v>
                </c:pt>
                <c:pt idx="1602">
                  <c:v>0.320599999999997</c:v>
                </c:pt>
                <c:pt idx="1603">
                  <c:v>0.32079999999999698</c:v>
                </c:pt>
                <c:pt idx="1604">
                  <c:v>0.32099999999999701</c:v>
                </c:pt>
                <c:pt idx="1605">
                  <c:v>0.32119999999999699</c:v>
                </c:pt>
                <c:pt idx="1606">
                  <c:v>0.32139999999999702</c:v>
                </c:pt>
                <c:pt idx="1607">
                  <c:v>0.321599999999997</c:v>
                </c:pt>
                <c:pt idx="1608">
                  <c:v>0.32179999999999698</c:v>
                </c:pt>
                <c:pt idx="1609">
                  <c:v>0.32199999999999701</c:v>
                </c:pt>
                <c:pt idx="1610">
                  <c:v>0.32219999999999699</c:v>
                </c:pt>
                <c:pt idx="1611">
                  <c:v>0.32239999999999702</c:v>
                </c:pt>
                <c:pt idx="1612">
                  <c:v>0.322599999999997</c:v>
                </c:pt>
                <c:pt idx="1613">
                  <c:v>0.32279999999999698</c:v>
                </c:pt>
                <c:pt idx="1614">
                  <c:v>0.32299999999999701</c:v>
                </c:pt>
                <c:pt idx="1615">
                  <c:v>0.32319999999999699</c:v>
                </c:pt>
                <c:pt idx="1616">
                  <c:v>0.32339999999999702</c:v>
                </c:pt>
                <c:pt idx="1617">
                  <c:v>0.323599999999997</c:v>
                </c:pt>
                <c:pt idx="1618">
                  <c:v>0.32379999999999698</c:v>
                </c:pt>
                <c:pt idx="1619">
                  <c:v>0.32399999999999701</c:v>
                </c:pt>
                <c:pt idx="1620">
                  <c:v>0.32419999999999699</c:v>
                </c:pt>
                <c:pt idx="1621">
                  <c:v>0.32439999999999702</c:v>
                </c:pt>
                <c:pt idx="1622">
                  <c:v>0.324599999999997</c:v>
                </c:pt>
                <c:pt idx="1623">
                  <c:v>0.32479999999999698</c:v>
                </c:pt>
                <c:pt idx="1624">
                  <c:v>0.32499999999999701</c:v>
                </c:pt>
                <c:pt idx="1625">
                  <c:v>0.32519999999999699</c:v>
                </c:pt>
                <c:pt idx="1626">
                  <c:v>0.32539999999999702</c:v>
                </c:pt>
                <c:pt idx="1627">
                  <c:v>0.325599999999997</c:v>
                </c:pt>
                <c:pt idx="1628">
                  <c:v>0.32579999999999698</c:v>
                </c:pt>
                <c:pt idx="1629">
                  <c:v>0.32599999999999701</c:v>
                </c:pt>
                <c:pt idx="1630">
                  <c:v>0.32619999999999699</c:v>
                </c:pt>
                <c:pt idx="1631">
                  <c:v>0.32639999999999703</c:v>
                </c:pt>
                <c:pt idx="1632">
                  <c:v>0.326599999999997</c:v>
                </c:pt>
                <c:pt idx="1633">
                  <c:v>0.32679999999999698</c:v>
                </c:pt>
                <c:pt idx="1634">
                  <c:v>0.32699999999999702</c:v>
                </c:pt>
                <c:pt idx="1635">
                  <c:v>0.32719999999999699</c:v>
                </c:pt>
                <c:pt idx="1636">
                  <c:v>0.32739999999999703</c:v>
                </c:pt>
                <c:pt idx="1637">
                  <c:v>0.327599999999997</c:v>
                </c:pt>
                <c:pt idx="1638">
                  <c:v>0.32779999999999698</c:v>
                </c:pt>
                <c:pt idx="1639">
                  <c:v>0.32799999999999702</c:v>
                </c:pt>
                <c:pt idx="1640">
                  <c:v>0.32819999999999599</c:v>
                </c:pt>
                <c:pt idx="1641">
                  <c:v>0.32839999999999597</c:v>
                </c:pt>
                <c:pt idx="1642">
                  <c:v>0.32859999999999601</c:v>
                </c:pt>
                <c:pt idx="1643">
                  <c:v>0.32879999999999598</c:v>
                </c:pt>
                <c:pt idx="1644">
                  <c:v>0.32899999999999602</c:v>
                </c:pt>
                <c:pt idx="1645">
                  <c:v>0.329199999999996</c:v>
                </c:pt>
                <c:pt idx="1646">
                  <c:v>0.32939999999999597</c:v>
                </c:pt>
                <c:pt idx="1647">
                  <c:v>0.32959999999999601</c:v>
                </c:pt>
                <c:pt idx="1648">
                  <c:v>0.32979999999999599</c:v>
                </c:pt>
                <c:pt idx="1649">
                  <c:v>0.32999999999999602</c:v>
                </c:pt>
                <c:pt idx="1650">
                  <c:v>0.330199999999996</c:v>
                </c:pt>
                <c:pt idx="1651">
                  <c:v>0.33039999999999597</c:v>
                </c:pt>
                <c:pt idx="1652">
                  <c:v>0.33059999999999601</c:v>
                </c:pt>
                <c:pt idx="1653">
                  <c:v>0.33079999999999599</c:v>
                </c:pt>
                <c:pt idx="1654">
                  <c:v>0.33099999999999602</c:v>
                </c:pt>
                <c:pt idx="1655">
                  <c:v>0.331199999999996</c:v>
                </c:pt>
                <c:pt idx="1656">
                  <c:v>0.33139999999999598</c:v>
                </c:pt>
                <c:pt idx="1657">
                  <c:v>0.33159999999999601</c:v>
                </c:pt>
                <c:pt idx="1658">
                  <c:v>0.33179999999999599</c:v>
                </c:pt>
                <c:pt idx="1659">
                  <c:v>0.33199999999999602</c:v>
                </c:pt>
                <c:pt idx="1660">
                  <c:v>0.332199999999996</c:v>
                </c:pt>
                <c:pt idx="1661">
                  <c:v>0.33239999999999598</c:v>
                </c:pt>
                <c:pt idx="1662">
                  <c:v>0.33259999999999601</c:v>
                </c:pt>
                <c:pt idx="1663">
                  <c:v>0.33279999999999599</c:v>
                </c:pt>
                <c:pt idx="1664">
                  <c:v>0.33299999999999602</c:v>
                </c:pt>
                <c:pt idx="1665">
                  <c:v>0.333199999999996</c:v>
                </c:pt>
                <c:pt idx="1666">
                  <c:v>0.33339999999999598</c:v>
                </c:pt>
                <c:pt idx="1667">
                  <c:v>0.33359999999999601</c:v>
                </c:pt>
                <c:pt idx="1668">
                  <c:v>0.33379999999999599</c:v>
                </c:pt>
                <c:pt idx="1669">
                  <c:v>0.33399999999999602</c:v>
                </c:pt>
                <c:pt idx="1670">
                  <c:v>0.334199999999996</c:v>
                </c:pt>
                <c:pt idx="1671">
                  <c:v>0.33439999999999598</c:v>
                </c:pt>
                <c:pt idx="1672">
                  <c:v>0.33459999999999601</c:v>
                </c:pt>
                <c:pt idx="1673">
                  <c:v>0.33479999999999599</c:v>
                </c:pt>
                <c:pt idx="1674">
                  <c:v>0.33499999999999602</c:v>
                </c:pt>
                <c:pt idx="1675">
                  <c:v>0.335199999999996</c:v>
                </c:pt>
                <c:pt idx="1676">
                  <c:v>0.33539999999999598</c:v>
                </c:pt>
                <c:pt idx="1677">
                  <c:v>0.33559999999999601</c:v>
                </c:pt>
                <c:pt idx="1678">
                  <c:v>0.33579999999999599</c:v>
                </c:pt>
                <c:pt idx="1679">
                  <c:v>0.33599999999999602</c:v>
                </c:pt>
                <c:pt idx="1680">
                  <c:v>0.336199999999996</c:v>
                </c:pt>
                <c:pt idx="1681">
                  <c:v>0.33639999999999598</c:v>
                </c:pt>
                <c:pt idx="1682">
                  <c:v>0.33659999999999601</c:v>
                </c:pt>
                <c:pt idx="1683">
                  <c:v>0.33679999999999599</c:v>
                </c:pt>
                <c:pt idx="1684">
                  <c:v>0.33699999999999602</c:v>
                </c:pt>
                <c:pt idx="1685">
                  <c:v>0.337199999999996</c:v>
                </c:pt>
                <c:pt idx="1686">
                  <c:v>0.33739999999999498</c:v>
                </c:pt>
                <c:pt idx="1687">
                  <c:v>0.33759999999999502</c:v>
                </c:pt>
                <c:pt idx="1688">
                  <c:v>0.33779999999999499</c:v>
                </c:pt>
                <c:pt idx="1689">
                  <c:v>0.33799999999999503</c:v>
                </c:pt>
                <c:pt idx="1690">
                  <c:v>0.338199999999995</c:v>
                </c:pt>
                <c:pt idx="1691">
                  <c:v>0.33839999999999498</c:v>
                </c:pt>
                <c:pt idx="1692">
                  <c:v>0.33859999999999502</c:v>
                </c:pt>
                <c:pt idx="1693">
                  <c:v>0.33879999999999499</c:v>
                </c:pt>
                <c:pt idx="1694">
                  <c:v>0.33899999999999503</c:v>
                </c:pt>
                <c:pt idx="1695">
                  <c:v>0.33919999999999501</c:v>
                </c:pt>
                <c:pt idx="1696">
                  <c:v>0.33939999999999498</c:v>
                </c:pt>
                <c:pt idx="1697">
                  <c:v>0.33959999999999502</c:v>
                </c:pt>
                <c:pt idx="1698">
                  <c:v>0.33979999999999499</c:v>
                </c:pt>
                <c:pt idx="1699">
                  <c:v>0.33999999999999497</c:v>
                </c:pt>
                <c:pt idx="1700">
                  <c:v>0.34019999999999501</c:v>
                </c:pt>
                <c:pt idx="1701">
                  <c:v>0.34039999999999498</c:v>
                </c:pt>
                <c:pt idx="1702">
                  <c:v>0.34059999999999502</c:v>
                </c:pt>
                <c:pt idx="1703">
                  <c:v>0.340799999999995</c:v>
                </c:pt>
                <c:pt idx="1704">
                  <c:v>0.34099999999999497</c:v>
                </c:pt>
                <c:pt idx="1705">
                  <c:v>0.34119999999999501</c:v>
                </c:pt>
                <c:pt idx="1706">
                  <c:v>0.34139999999999499</c:v>
                </c:pt>
                <c:pt idx="1707">
                  <c:v>0.34159999999999502</c:v>
                </c:pt>
                <c:pt idx="1708">
                  <c:v>0.341799999999995</c:v>
                </c:pt>
                <c:pt idx="1709">
                  <c:v>0.34199999999999497</c:v>
                </c:pt>
                <c:pt idx="1710">
                  <c:v>0.34219999999999501</c:v>
                </c:pt>
                <c:pt idx="1711">
                  <c:v>0.34239999999999499</c:v>
                </c:pt>
                <c:pt idx="1712">
                  <c:v>0.34259999999999502</c:v>
                </c:pt>
                <c:pt idx="1713">
                  <c:v>0.342799999999995</c:v>
                </c:pt>
                <c:pt idx="1714">
                  <c:v>0.34299999999999498</c:v>
                </c:pt>
                <c:pt idx="1715">
                  <c:v>0.34319999999999501</c:v>
                </c:pt>
                <c:pt idx="1716">
                  <c:v>0.34339999999999499</c:v>
                </c:pt>
                <c:pt idx="1717">
                  <c:v>0.34359999999999502</c:v>
                </c:pt>
                <c:pt idx="1718">
                  <c:v>0.343799999999995</c:v>
                </c:pt>
                <c:pt idx="1719">
                  <c:v>0.34399999999999498</c:v>
                </c:pt>
                <c:pt idx="1720">
                  <c:v>0.34419999999999501</c:v>
                </c:pt>
                <c:pt idx="1721">
                  <c:v>0.34439999999999499</c:v>
                </c:pt>
                <c:pt idx="1722">
                  <c:v>0.34459999999999502</c:v>
                </c:pt>
                <c:pt idx="1723">
                  <c:v>0.344799999999995</c:v>
                </c:pt>
                <c:pt idx="1724">
                  <c:v>0.34499999999999498</c:v>
                </c:pt>
                <c:pt idx="1725">
                  <c:v>0.34519999999999501</c:v>
                </c:pt>
                <c:pt idx="1726">
                  <c:v>0.34539999999999499</c:v>
                </c:pt>
                <c:pt idx="1727">
                  <c:v>0.34559999999999502</c:v>
                </c:pt>
                <c:pt idx="1728">
                  <c:v>0.345799999999995</c:v>
                </c:pt>
                <c:pt idx="1729">
                  <c:v>0.34599999999999498</c:v>
                </c:pt>
                <c:pt idx="1730">
                  <c:v>0.34619999999999501</c:v>
                </c:pt>
                <c:pt idx="1731">
                  <c:v>0.34639999999999399</c:v>
                </c:pt>
                <c:pt idx="1732">
                  <c:v>0.34659999999999402</c:v>
                </c:pt>
                <c:pt idx="1733">
                  <c:v>0.346799999999994</c:v>
                </c:pt>
                <c:pt idx="1734">
                  <c:v>0.34699999999999398</c:v>
                </c:pt>
                <c:pt idx="1735">
                  <c:v>0.34719999999999401</c:v>
                </c:pt>
                <c:pt idx="1736">
                  <c:v>0.34739999999999399</c:v>
                </c:pt>
                <c:pt idx="1737">
                  <c:v>0.34759999999999402</c:v>
                </c:pt>
                <c:pt idx="1738">
                  <c:v>0.347799999999994</c:v>
                </c:pt>
                <c:pt idx="1739">
                  <c:v>0.34799999999999398</c:v>
                </c:pt>
                <c:pt idx="1740">
                  <c:v>0.34819999999999401</c:v>
                </c:pt>
                <c:pt idx="1741">
                  <c:v>0.34839999999999399</c:v>
                </c:pt>
                <c:pt idx="1742">
                  <c:v>0.34859999999999403</c:v>
                </c:pt>
                <c:pt idx="1743">
                  <c:v>0.348799999999994</c:v>
                </c:pt>
                <c:pt idx="1744">
                  <c:v>0.34899999999999398</c:v>
                </c:pt>
                <c:pt idx="1745">
                  <c:v>0.34919999999999402</c:v>
                </c:pt>
                <c:pt idx="1746">
                  <c:v>0.34939999999999399</c:v>
                </c:pt>
                <c:pt idx="1747">
                  <c:v>0.34959999999999403</c:v>
                </c:pt>
                <c:pt idx="1748">
                  <c:v>0.349799999999994</c:v>
                </c:pt>
                <c:pt idx="1749">
                  <c:v>0.34999999999999398</c:v>
                </c:pt>
                <c:pt idx="1750">
                  <c:v>0.35019999999999402</c:v>
                </c:pt>
                <c:pt idx="1751">
                  <c:v>0.35039999999999399</c:v>
                </c:pt>
                <c:pt idx="1752">
                  <c:v>0.35059999999999403</c:v>
                </c:pt>
                <c:pt idx="1753">
                  <c:v>0.35079999999999401</c:v>
                </c:pt>
                <c:pt idx="1754">
                  <c:v>0.35099999999999398</c:v>
                </c:pt>
                <c:pt idx="1755">
                  <c:v>0.35119999999999402</c:v>
                </c:pt>
                <c:pt idx="1756">
                  <c:v>0.35139999999999399</c:v>
                </c:pt>
                <c:pt idx="1757">
                  <c:v>0.35159999999999397</c:v>
                </c:pt>
                <c:pt idx="1758">
                  <c:v>0.35179999999999401</c:v>
                </c:pt>
                <c:pt idx="1759">
                  <c:v>0.35199999999999398</c:v>
                </c:pt>
                <c:pt idx="1760">
                  <c:v>0.35219999999999402</c:v>
                </c:pt>
                <c:pt idx="1761">
                  <c:v>0.352399999999994</c:v>
                </c:pt>
                <c:pt idx="1762">
                  <c:v>0.35259999999999397</c:v>
                </c:pt>
                <c:pt idx="1763">
                  <c:v>0.35279999999999401</c:v>
                </c:pt>
                <c:pt idx="1764">
                  <c:v>0.35299999999999399</c:v>
                </c:pt>
                <c:pt idx="1765">
                  <c:v>0.35319999999999402</c:v>
                </c:pt>
                <c:pt idx="1766">
                  <c:v>0.353399999999994</c:v>
                </c:pt>
                <c:pt idx="1767">
                  <c:v>0.35359999999999397</c:v>
                </c:pt>
                <c:pt idx="1768">
                  <c:v>0.35379999999999401</c:v>
                </c:pt>
                <c:pt idx="1769">
                  <c:v>0.35399999999999399</c:v>
                </c:pt>
                <c:pt idx="1770">
                  <c:v>0.35419999999999402</c:v>
                </c:pt>
                <c:pt idx="1771">
                  <c:v>0.354399999999994</c:v>
                </c:pt>
                <c:pt idx="1772">
                  <c:v>0.35459999999999398</c:v>
                </c:pt>
                <c:pt idx="1773">
                  <c:v>0.35479999999999401</c:v>
                </c:pt>
                <c:pt idx="1774">
                  <c:v>0.35499999999999399</c:v>
                </c:pt>
                <c:pt idx="1775">
                  <c:v>0.35519999999999402</c:v>
                </c:pt>
                <c:pt idx="1776">
                  <c:v>0.355399999999993</c:v>
                </c:pt>
                <c:pt idx="1777">
                  <c:v>0.35559999999999298</c:v>
                </c:pt>
                <c:pt idx="1778">
                  <c:v>0.35579999999999301</c:v>
                </c:pt>
                <c:pt idx="1779">
                  <c:v>0.35599999999999299</c:v>
                </c:pt>
                <c:pt idx="1780">
                  <c:v>0.35619999999999302</c:v>
                </c:pt>
                <c:pt idx="1781">
                  <c:v>0.356399999999993</c:v>
                </c:pt>
                <c:pt idx="1782">
                  <c:v>0.35659999999999298</c:v>
                </c:pt>
                <c:pt idx="1783">
                  <c:v>0.35679999999999301</c:v>
                </c:pt>
                <c:pt idx="1784">
                  <c:v>0.35699999999999299</c:v>
                </c:pt>
                <c:pt idx="1785">
                  <c:v>0.35719999999999302</c:v>
                </c:pt>
                <c:pt idx="1786">
                  <c:v>0.357399999999993</c:v>
                </c:pt>
                <c:pt idx="1787">
                  <c:v>0.35759999999999298</c:v>
                </c:pt>
                <c:pt idx="1788">
                  <c:v>0.35779999999999301</c:v>
                </c:pt>
                <c:pt idx="1789">
                  <c:v>0.35799999999999299</c:v>
                </c:pt>
                <c:pt idx="1790">
                  <c:v>0.35819999999999302</c:v>
                </c:pt>
                <c:pt idx="1791">
                  <c:v>0.358399999999993</c:v>
                </c:pt>
                <c:pt idx="1792">
                  <c:v>0.35859999999999298</c:v>
                </c:pt>
                <c:pt idx="1793">
                  <c:v>0.35879999999999301</c:v>
                </c:pt>
                <c:pt idx="1794">
                  <c:v>0.35899999999999299</c:v>
                </c:pt>
                <c:pt idx="1795">
                  <c:v>0.35919999999999302</c:v>
                </c:pt>
                <c:pt idx="1796">
                  <c:v>0.359399999999993</c:v>
                </c:pt>
                <c:pt idx="1797">
                  <c:v>0.35959999999999298</c:v>
                </c:pt>
                <c:pt idx="1798">
                  <c:v>0.35979999999999301</c:v>
                </c:pt>
                <c:pt idx="1799">
                  <c:v>0.35999999999999299</c:v>
                </c:pt>
                <c:pt idx="1800">
                  <c:v>0.36019999999999303</c:v>
                </c:pt>
                <c:pt idx="1801">
                  <c:v>0.360399999999993</c:v>
                </c:pt>
                <c:pt idx="1802">
                  <c:v>0.36059999999999298</c:v>
                </c:pt>
                <c:pt idx="1803">
                  <c:v>0.36079999999999302</c:v>
                </c:pt>
                <c:pt idx="1804">
                  <c:v>0.36099999999999299</c:v>
                </c:pt>
                <c:pt idx="1805">
                  <c:v>0.36119999999999303</c:v>
                </c:pt>
                <c:pt idx="1806">
                  <c:v>0.361399999999993</c:v>
                </c:pt>
                <c:pt idx="1807">
                  <c:v>0.36159999999999298</c:v>
                </c:pt>
                <c:pt idx="1808">
                  <c:v>0.36179999999999302</c:v>
                </c:pt>
                <c:pt idx="1809">
                  <c:v>0.36199999999999299</c:v>
                </c:pt>
                <c:pt idx="1810">
                  <c:v>0.36219999999999303</c:v>
                </c:pt>
                <c:pt idx="1811">
                  <c:v>0.36239999999999301</c:v>
                </c:pt>
                <c:pt idx="1812">
                  <c:v>0.36259999999999298</c:v>
                </c:pt>
                <c:pt idx="1813">
                  <c:v>0.36279999999999302</c:v>
                </c:pt>
                <c:pt idx="1814">
                  <c:v>0.36299999999999299</c:v>
                </c:pt>
                <c:pt idx="1815">
                  <c:v>0.36319999999999297</c:v>
                </c:pt>
                <c:pt idx="1816">
                  <c:v>0.36339999999999301</c:v>
                </c:pt>
                <c:pt idx="1817">
                  <c:v>0.36359999999999298</c:v>
                </c:pt>
                <c:pt idx="1818">
                  <c:v>0.36379999999999302</c:v>
                </c:pt>
                <c:pt idx="1819">
                  <c:v>0.363999999999993</c:v>
                </c:pt>
                <c:pt idx="1820">
                  <c:v>0.36419999999999297</c:v>
                </c:pt>
                <c:pt idx="1821">
                  <c:v>0.36439999999999301</c:v>
                </c:pt>
                <c:pt idx="1822">
                  <c:v>0.36459999999999199</c:v>
                </c:pt>
                <c:pt idx="1823">
                  <c:v>0.36479999999999202</c:v>
                </c:pt>
                <c:pt idx="1824">
                  <c:v>0.364999999999992</c:v>
                </c:pt>
                <c:pt idx="1825">
                  <c:v>0.36519999999999198</c:v>
                </c:pt>
                <c:pt idx="1826">
                  <c:v>0.36539999999999201</c:v>
                </c:pt>
                <c:pt idx="1827">
                  <c:v>0.36559999999999199</c:v>
                </c:pt>
                <c:pt idx="1828">
                  <c:v>0.36579999999999202</c:v>
                </c:pt>
                <c:pt idx="1829">
                  <c:v>0.365999999999992</c:v>
                </c:pt>
                <c:pt idx="1830">
                  <c:v>0.36619999999999198</c:v>
                </c:pt>
                <c:pt idx="1831">
                  <c:v>0.36639999999999201</c:v>
                </c:pt>
                <c:pt idx="1832">
                  <c:v>0.36659999999999199</c:v>
                </c:pt>
                <c:pt idx="1833">
                  <c:v>0.36679999999999202</c:v>
                </c:pt>
                <c:pt idx="1834">
                  <c:v>0.366999999999992</c:v>
                </c:pt>
                <c:pt idx="1835">
                  <c:v>0.36719999999999198</c:v>
                </c:pt>
                <c:pt idx="1836">
                  <c:v>0.36739999999999201</c:v>
                </c:pt>
                <c:pt idx="1837">
                  <c:v>0.36759999999999199</c:v>
                </c:pt>
                <c:pt idx="1838">
                  <c:v>0.36779999999999202</c:v>
                </c:pt>
                <c:pt idx="1839">
                  <c:v>0.367999999999992</c:v>
                </c:pt>
                <c:pt idx="1840">
                  <c:v>0.36819999999999198</c:v>
                </c:pt>
                <c:pt idx="1841">
                  <c:v>0.36839999999999201</c:v>
                </c:pt>
                <c:pt idx="1842">
                  <c:v>0.36859999999999199</c:v>
                </c:pt>
                <c:pt idx="1843">
                  <c:v>0.36879999999999202</c:v>
                </c:pt>
                <c:pt idx="1844">
                  <c:v>0.368999999999992</c:v>
                </c:pt>
                <c:pt idx="1845">
                  <c:v>0.36919999999999198</c:v>
                </c:pt>
                <c:pt idx="1846">
                  <c:v>0.36939999999999201</c:v>
                </c:pt>
                <c:pt idx="1847">
                  <c:v>0.36959999999999199</c:v>
                </c:pt>
                <c:pt idx="1848">
                  <c:v>0.36979999999999202</c:v>
                </c:pt>
                <c:pt idx="1849">
                  <c:v>0.369999999999992</c:v>
                </c:pt>
                <c:pt idx="1850">
                  <c:v>0.37019999999999198</c:v>
                </c:pt>
                <c:pt idx="1851">
                  <c:v>0.37039999999999201</c:v>
                </c:pt>
                <c:pt idx="1852">
                  <c:v>0.37059999999999199</c:v>
                </c:pt>
                <c:pt idx="1853">
                  <c:v>0.37079999999999202</c:v>
                </c:pt>
                <c:pt idx="1854">
                  <c:v>0.370999999999992</c:v>
                </c:pt>
                <c:pt idx="1855">
                  <c:v>0.37119999999999198</c:v>
                </c:pt>
                <c:pt idx="1856">
                  <c:v>0.37139999999999201</c:v>
                </c:pt>
                <c:pt idx="1857">
                  <c:v>0.37159999999999199</c:v>
                </c:pt>
                <c:pt idx="1858">
                  <c:v>0.37179999999999203</c:v>
                </c:pt>
                <c:pt idx="1859">
                  <c:v>0.371999999999992</c:v>
                </c:pt>
                <c:pt idx="1860">
                  <c:v>0.37219999999999198</c:v>
                </c:pt>
                <c:pt idx="1861">
                  <c:v>0.37239999999999202</c:v>
                </c:pt>
                <c:pt idx="1862">
                  <c:v>0.37259999999999199</c:v>
                </c:pt>
                <c:pt idx="1863">
                  <c:v>0.37279999999999203</c:v>
                </c:pt>
                <c:pt idx="1864">
                  <c:v>0.372999999999992</c:v>
                </c:pt>
                <c:pt idx="1865">
                  <c:v>0.37319999999999198</c:v>
                </c:pt>
                <c:pt idx="1866">
                  <c:v>0.37339999999999202</c:v>
                </c:pt>
                <c:pt idx="1867">
                  <c:v>0.37359999999999099</c:v>
                </c:pt>
                <c:pt idx="1868">
                  <c:v>0.37379999999999097</c:v>
                </c:pt>
                <c:pt idx="1869">
                  <c:v>0.37399999999999101</c:v>
                </c:pt>
                <c:pt idx="1870">
                  <c:v>0.37419999999999098</c:v>
                </c:pt>
                <c:pt idx="1871">
                  <c:v>0.37439999999999102</c:v>
                </c:pt>
                <c:pt idx="1872">
                  <c:v>0.374599999999991</c:v>
                </c:pt>
                <c:pt idx="1873">
                  <c:v>0.37479999999999097</c:v>
                </c:pt>
                <c:pt idx="1874">
                  <c:v>0.37499999999999101</c:v>
                </c:pt>
                <c:pt idx="1875">
                  <c:v>0.37519999999999099</c:v>
                </c:pt>
                <c:pt idx="1876">
                  <c:v>0.37539999999999102</c:v>
                </c:pt>
                <c:pt idx="1877">
                  <c:v>0.375599999999991</c:v>
                </c:pt>
                <c:pt idx="1878">
                  <c:v>0.37579999999999097</c:v>
                </c:pt>
                <c:pt idx="1879">
                  <c:v>0.37599999999999101</c:v>
                </c:pt>
                <c:pt idx="1880">
                  <c:v>0.37619999999999099</c:v>
                </c:pt>
                <c:pt idx="1881">
                  <c:v>0.37639999999999102</c:v>
                </c:pt>
                <c:pt idx="1882">
                  <c:v>0.376599999999991</c:v>
                </c:pt>
                <c:pt idx="1883">
                  <c:v>0.37679999999999098</c:v>
                </c:pt>
                <c:pt idx="1884">
                  <c:v>0.37699999999999101</c:v>
                </c:pt>
                <c:pt idx="1885">
                  <c:v>0.37719999999999099</c:v>
                </c:pt>
                <c:pt idx="1886">
                  <c:v>0.37739999999999102</c:v>
                </c:pt>
                <c:pt idx="1887">
                  <c:v>0.377599999999991</c:v>
                </c:pt>
                <c:pt idx="1888">
                  <c:v>0.37779999999999098</c:v>
                </c:pt>
                <c:pt idx="1889">
                  <c:v>0.37799999999999101</c:v>
                </c:pt>
                <c:pt idx="1890">
                  <c:v>0.37819999999999099</c:v>
                </c:pt>
                <c:pt idx="1891">
                  <c:v>0.37839999999999102</c:v>
                </c:pt>
                <c:pt idx="1892">
                  <c:v>0.378599999999991</c:v>
                </c:pt>
                <c:pt idx="1893">
                  <c:v>0.37879999999999098</c:v>
                </c:pt>
                <c:pt idx="1894">
                  <c:v>0.37899999999999101</c:v>
                </c:pt>
                <c:pt idx="1895">
                  <c:v>0.37919999999999099</c:v>
                </c:pt>
                <c:pt idx="1896">
                  <c:v>0.37939999999999102</c:v>
                </c:pt>
                <c:pt idx="1897">
                  <c:v>0.379599999999991</c:v>
                </c:pt>
                <c:pt idx="1898">
                  <c:v>0.37979999999999098</c:v>
                </c:pt>
                <c:pt idx="1899">
                  <c:v>0.37999999999999101</c:v>
                </c:pt>
                <c:pt idx="1900">
                  <c:v>0.38019999999999099</c:v>
                </c:pt>
                <c:pt idx="1901">
                  <c:v>0.38039999999999102</c:v>
                </c:pt>
                <c:pt idx="1902">
                  <c:v>0.380599999999991</c:v>
                </c:pt>
                <c:pt idx="1903">
                  <c:v>0.38079999999999098</c:v>
                </c:pt>
                <c:pt idx="1904">
                  <c:v>0.38099999999999101</c:v>
                </c:pt>
                <c:pt idx="1905">
                  <c:v>0.38119999999999099</c:v>
                </c:pt>
                <c:pt idx="1906">
                  <c:v>0.38139999999999102</c:v>
                </c:pt>
                <c:pt idx="1907">
                  <c:v>0.381599999999991</c:v>
                </c:pt>
                <c:pt idx="1908">
                  <c:v>0.38179999999999098</c:v>
                </c:pt>
                <c:pt idx="1909">
                  <c:v>0.38199999999999101</c:v>
                </c:pt>
                <c:pt idx="1910">
                  <c:v>0.38219999999999099</c:v>
                </c:pt>
                <c:pt idx="1911">
                  <c:v>0.38239999999999102</c:v>
                </c:pt>
                <c:pt idx="1912">
                  <c:v>0.382599999999991</c:v>
                </c:pt>
                <c:pt idx="1913">
                  <c:v>0.38279999999998998</c:v>
                </c:pt>
                <c:pt idx="1914">
                  <c:v>0.38299999999999002</c:v>
                </c:pt>
                <c:pt idx="1915">
                  <c:v>0.38319999999998999</c:v>
                </c:pt>
                <c:pt idx="1916">
                  <c:v>0.38339999999999003</c:v>
                </c:pt>
                <c:pt idx="1917">
                  <c:v>0.38359999999999</c:v>
                </c:pt>
                <c:pt idx="1918">
                  <c:v>0.38379999999998998</c:v>
                </c:pt>
                <c:pt idx="1919">
                  <c:v>0.38399999999999002</c:v>
                </c:pt>
                <c:pt idx="1920">
                  <c:v>0.38419999999998999</c:v>
                </c:pt>
                <c:pt idx="1921">
                  <c:v>0.38439999999999003</c:v>
                </c:pt>
                <c:pt idx="1922">
                  <c:v>0.38459999999999001</c:v>
                </c:pt>
                <c:pt idx="1923">
                  <c:v>0.38479999999998998</c:v>
                </c:pt>
                <c:pt idx="1924">
                  <c:v>0.38499999999999002</c:v>
                </c:pt>
                <c:pt idx="1925">
                  <c:v>0.38519999999998999</c:v>
                </c:pt>
                <c:pt idx="1926">
                  <c:v>0.38539999999998997</c:v>
                </c:pt>
                <c:pt idx="1927">
                  <c:v>0.38559999999999001</c:v>
                </c:pt>
                <c:pt idx="1928">
                  <c:v>0.38579999999998998</c:v>
                </c:pt>
                <c:pt idx="1929">
                  <c:v>0.38599999999999002</c:v>
                </c:pt>
                <c:pt idx="1930">
                  <c:v>0.38619999999999</c:v>
                </c:pt>
                <c:pt idx="1931">
                  <c:v>0.38639999999998997</c:v>
                </c:pt>
                <c:pt idx="1932">
                  <c:v>0.38659999999999001</c:v>
                </c:pt>
                <c:pt idx="1933">
                  <c:v>0.38679999999998999</c:v>
                </c:pt>
                <c:pt idx="1934">
                  <c:v>0.38699999999999002</c:v>
                </c:pt>
                <c:pt idx="1935">
                  <c:v>0.38719999999999</c:v>
                </c:pt>
                <c:pt idx="1936">
                  <c:v>0.38739999999998997</c:v>
                </c:pt>
                <c:pt idx="1937">
                  <c:v>0.38759999999999001</c:v>
                </c:pt>
                <c:pt idx="1938">
                  <c:v>0.38779999999998999</c:v>
                </c:pt>
                <c:pt idx="1939">
                  <c:v>0.38799999999999002</c:v>
                </c:pt>
                <c:pt idx="1940">
                  <c:v>0.38819999999999</c:v>
                </c:pt>
                <c:pt idx="1941">
                  <c:v>0.38839999999998998</c:v>
                </c:pt>
                <c:pt idx="1942">
                  <c:v>0.38859999999999001</c:v>
                </c:pt>
                <c:pt idx="1943">
                  <c:v>0.38879999999998999</c:v>
                </c:pt>
                <c:pt idx="1944">
                  <c:v>0.38899999999999002</c:v>
                </c:pt>
                <c:pt idx="1945">
                  <c:v>0.38919999999999</c:v>
                </c:pt>
                <c:pt idx="1946">
                  <c:v>0.38939999999998998</c:v>
                </c:pt>
                <c:pt idx="1947">
                  <c:v>0.38959999999999001</c:v>
                </c:pt>
                <c:pt idx="1948">
                  <c:v>0.38979999999998999</c:v>
                </c:pt>
                <c:pt idx="1949">
                  <c:v>0.38999999999999002</c:v>
                </c:pt>
                <c:pt idx="1950">
                  <c:v>0.39019999999999</c:v>
                </c:pt>
                <c:pt idx="1951">
                  <c:v>0.39039999999998998</c:v>
                </c:pt>
                <c:pt idx="1952">
                  <c:v>0.39059999999999001</c:v>
                </c:pt>
                <c:pt idx="1953">
                  <c:v>0.39079999999998999</c:v>
                </c:pt>
                <c:pt idx="1954">
                  <c:v>0.39099999999999002</c:v>
                </c:pt>
                <c:pt idx="1955">
                  <c:v>0.39119999999999</c:v>
                </c:pt>
                <c:pt idx="1956">
                  <c:v>0.39139999999998998</c:v>
                </c:pt>
                <c:pt idx="1957">
                  <c:v>0.39159999999999001</c:v>
                </c:pt>
                <c:pt idx="1958">
                  <c:v>0.39179999999998899</c:v>
                </c:pt>
                <c:pt idx="1959">
                  <c:v>0.39199999999998902</c:v>
                </c:pt>
                <c:pt idx="1960">
                  <c:v>0.392199999999989</c:v>
                </c:pt>
                <c:pt idx="1961">
                  <c:v>0.39239999999998898</c:v>
                </c:pt>
                <c:pt idx="1962">
                  <c:v>0.39259999999998901</c:v>
                </c:pt>
                <c:pt idx="1963">
                  <c:v>0.39279999999998899</c:v>
                </c:pt>
                <c:pt idx="1964">
                  <c:v>0.39299999999998902</c:v>
                </c:pt>
                <c:pt idx="1965">
                  <c:v>0.393199999999989</c:v>
                </c:pt>
                <c:pt idx="1966">
                  <c:v>0.39339999999998898</c:v>
                </c:pt>
                <c:pt idx="1967">
                  <c:v>0.39359999999998901</c:v>
                </c:pt>
                <c:pt idx="1968">
                  <c:v>0.39379999999998899</c:v>
                </c:pt>
                <c:pt idx="1969">
                  <c:v>0.39399999999998903</c:v>
                </c:pt>
                <c:pt idx="1970">
                  <c:v>0.394199999999989</c:v>
                </c:pt>
                <c:pt idx="1971">
                  <c:v>0.39439999999998898</c:v>
                </c:pt>
                <c:pt idx="1972">
                  <c:v>0.39459999999998902</c:v>
                </c:pt>
                <c:pt idx="1973">
                  <c:v>0.39479999999998899</c:v>
                </c:pt>
                <c:pt idx="1974">
                  <c:v>0.39499999999998903</c:v>
                </c:pt>
                <c:pt idx="1975">
                  <c:v>0.395199999999989</c:v>
                </c:pt>
                <c:pt idx="1976">
                  <c:v>0.39539999999998898</c:v>
                </c:pt>
                <c:pt idx="1977">
                  <c:v>0.39559999999998902</c:v>
                </c:pt>
                <c:pt idx="1978">
                  <c:v>0.39579999999998899</c:v>
                </c:pt>
                <c:pt idx="1979">
                  <c:v>0.39599999999998903</c:v>
                </c:pt>
                <c:pt idx="1980">
                  <c:v>0.39619999999998901</c:v>
                </c:pt>
                <c:pt idx="1981">
                  <c:v>0.39639999999998898</c:v>
                </c:pt>
                <c:pt idx="1982">
                  <c:v>0.39659999999998902</c:v>
                </c:pt>
                <c:pt idx="1983">
                  <c:v>0.39679999999998899</c:v>
                </c:pt>
                <c:pt idx="1984">
                  <c:v>0.39699999999998897</c:v>
                </c:pt>
                <c:pt idx="1985">
                  <c:v>0.39719999999998901</c:v>
                </c:pt>
                <c:pt idx="1986">
                  <c:v>0.39739999999998898</c:v>
                </c:pt>
                <c:pt idx="1987">
                  <c:v>0.39759999999998902</c:v>
                </c:pt>
                <c:pt idx="1988">
                  <c:v>0.397799999999989</c:v>
                </c:pt>
                <c:pt idx="1989">
                  <c:v>0.39799999999998897</c:v>
                </c:pt>
                <c:pt idx="1990">
                  <c:v>0.39819999999998901</c:v>
                </c:pt>
                <c:pt idx="1991">
                  <c:v>0.39839999999998899</c:v>
                </c:pt>
                <c:pt idx="1992">
                  <c:v>0.39859999999998902</c:v>
                </c:pt>
                <c:pt idx="1993">
                  <c:v>0.398799999999989</c:v>
                </c:pt>
                <c:pt idx="1994">
                  <c:v>0.39899999999998897</c:v>
                </c:pt>
                <c:pt idx="1995">
                  <c:v>0.39919999999998901</c:v>
                </c:pt>
                <c:pt idx="1996">
                  <c:v>0.39939999999998899</c:v>
                </c:pt>
                <c:pt idx="1997">
                  <c:v>0.39959999999998902</c:v>
                </c:pt>
                <c:pt idx="1998">
                  <c:v>0.399799999999989</c:v>
                </c:pt>
                <c:pt idx="1999">
                  <c:v>0.39999999999998898</c:v>
                </c:pt>
                <c:pt idx="2000">
                  <c:v>0.40019999999998901</c:v>
                </c:pt>
                <c:pt idx="2001">
                  <c:v>0.40039999999998899</c:v>
                </c:pt>
                <c:pt idx="2002">
                  <c:v>0.40059999999998902</c:v>
                </c:pt>
                <c:pt idx="2003">
                  <c:v>0.400799999999988</c:v>
                </c:pt>
                <c:pt idx="2004">
                  <c:v>0.40099999999998798</c:v>
                </c:pt>
                <c:pt idx="2005">
                  <c:v>0.40119999999998801</c:v>
                </c:pt>
                <c:pt idx="2006">
                  <c:v>0.40139999999998799</c:v>
                </c:pt>
                <c:pt idx="2007">
                  <c:v>0.40159999999998802</c:v>
                </c:pt>
                <c:pt idx="2008">
                  <c:v>0.401799999999988</c:v>
                </c:pt>
                <c:pt idx="2009">
                  <c:v>0.40199999999998798</c:v>
                </c:pt>
                <c:pt idx="2010">
                  <c:v>0.40219999999998801</c:v>
                </c:pt>
                <c:pt idx="2011">
                  <c:v>0.40239999999998799</c:v>
                </c:pt>
                <c:pt idx="2012">
                  <c:v>0.40259999999998802</c:v>
                </c:pt>
                <c:pt idx="2013">
                  <c:v>0.402799999999988</c:v>
                </c:pt>
                <c:pt idx="2014">
                  <c:v>0.40299999999998798</c:v>
                </c:pt>
                <c:pt idx="2015">
                  <c:v>0.40319999999998801</c:v>
                </c:pt>
                <c:pt idx="2016">
                  <c:v>0.40339999999998799</c:v>
                </c:pt>
                <c:pt idx="2017">
                  <c:v>0.40359999999998802</c:v>
                </c:pt>
                <c:pt idx="2018">
                  <c:v>0.403799999999988</c:v>
                </c:pt>
                <c:pt idx="2019">
                  <c:v>0.40399999999998798</c:v>
                </c:pt>
                <c:pt idx="2020">
                  <c:v>0.40419999999998801</c:v>
                </c:pt>
                <c:pt idx="2021">
                  <c:v>0.40439999999998799</c:v>
                </c:pt>
                <c:pt idx="2022">
                  <c:v>0.40459999999998802</c:v>
                </c:pt>
                <c:pt idx="2023">
                  <c:v>0.404799999999988</c:v>
                </c:pt>
                <c:pt idx="2024">
                  <c:v>0.40499999999998798</c:v>
                </c:pt>
                <c:pt idx="2025">
                  <c:v>0.40519999999998801</c:v>
                </c:pt>
                <c:pt idx="2026">
                  <c:v>0.40539999999998799</c:v>
                </c:pt>
                <c:pt idx="2027">
                  <c:v>0.40559999999998803</c:v>
                </c:pt>
                <c:pt idx="2028">
                  <c:v>0.405799999999988</c:v>
                </c:pt>
                <c:pt idx="2029">
                  <c:v>0.40599999999998798</c:v>
                </c:pt>
                <c:pt idx="2030">
                  <c:v>0.40619999999998802</c:v>
                </c:pt>
                <c:pt idx="2031">
                  <c:v>0.40639999999998799</c:v>
                </c:pt>
                <c:pt idx="2032">
                  <c:v>0.40659999999998803</c:v>
                </c:pt>
                <c:pt idx="2033">
                  <c:v>0.406799999999988</c:v>
                </c:pt>
                <c:pt idx="2034">
                  <c:v>0.40699999999998798</c:v>
                </c:pt>
                <c:pt idx="2035">
                  <c:v>0.40719999999998802</c:v>
                </c:pt>
                <c:pt idx="2036">
                  <c:v>0.40739999999998799</c:v>
                </c:pt>
                <c:pt idx="2037">
                  <c:v>0.40759999999998803</c:v>
                </c:pt>
                <c:pt idx="2038">
                  <c:v>0.40779999999998801</c:v>
                </c:pt>
                <c:pt idx="2039">
                  <c:v>0.40799999999998798</c:v>
                </c:pt>
                <c:pt idx="2040">
                  <c:v>0.40819999999998802</c:v>
                </c:pt>
                <c:pt idx="2041">
                  <c:v>0.40839999999998799</c:v>
                </c:pt>
                <c:pt idx="2042">
                  <c:v>0.40859999999998797</c:v>
                </c:pt>
                <c:pt idx="2043">
                  <c:v>0.40879999999998801</c:v>
                </c:pt>
                <c:pt idx="2044">
                  <c:v>0.40899999999998798</c:v>
                </c:pt>
                <c:pt idx="2045">
                  <c:v>0.40919999999998802</c:v>
                </c:pt>
                <c:pt idx="2046">
                  <c:v>0.409399999999988</c:v>
                </c:pt>
                <c:pt idx="2047">
                  <c:v>0.40959999999998797</c:v>
                </c:pt>
                <c:pt idx="2048">
                  <c:v>0.40979999999998801</c:v>
                </c:pt>
                <c:pt idx="2049">
                  <c:v>0.40999999999998699</c:v>
                </c:pt>
                <c:pt idx="2050">
                  <c:v>0.41019999999998702</c:v>
                </c:pt>
                <c:pt idx="2051">
                  <c:v>0.410399999999987</c:v>
                </c:pt>
                <c:pt idx="2052">
                  <c:v>0.41059999999998698</c:v>
                </c:pt>
                <c:pt idx="2053">
                  <c:v>0.41079999999998701</c:v>
                </c:pt>
                <c:pt idx="2054">
                  <c:v>0.41099999999998699</c:v>
                </c:pt>
                <c:pt idx="2055">
                  <c:v>0.41119999999998702</c:v>
                </c:pt>
                <c:pt idx="2056">
                  <c:v>0.411399999999987</c:v>
                </c:pt>
                <c:pt idx="2057">
                  <c:v>0.41159999999998698</c:v>
                </c:pt>
                <c:pt idx="2058">
                  <c:v>0.41179999999998701</c:v>
                </c:pt>
                <c:pt idx="2059">
                  <c:v>0.41199999999998699</c:v>
                </c:pt>
                <c:pt idx="2060">
                  <c:v>0.41219999999998702</c:v>
                </c:pt>
                <c:pt idx="2061">
                  <c:v>0.412399999999987</c:v>
                </c:pt>
                <c:pt idx="2062">
                  <c:v>0.41259999999998698</c:v>
                </c:pt>
                <c:pt idx="2063">
                  <c:v>0.41279999999998701</c:v>
                </c:pt>
                <c:pt idx="2064">
                  <c:v>0.41299999999998699</c:v>
                </c:pt>
                <c:pt idx="2065">
                  <c:v>0.41319999999998702</c:v>
                </c:pt>
                <c:pt idx="2066">
                  <c:v>0.413399999999987</c:v>
                </c:pt>
                <c:pt idx="2067">
                  <c:v>0.41359999999998698</c:v>
                </c:pt>
                <c:pt idx="2068">
                  <c:v>0.41379999999998701</c:v>
                </c:pt>
                <c:pt idx="2069">
                  <c:v>0.41399999999998699</c:v>
                </c:pt>
                <c:pt idx="2070">
                  <c:v>0.41419999999998702</c:v>
                </c:pt>
                <c:pt idx="2071">
                  <c:v>0.414399999999987</c:v>
                </c:pt>
                <c:pt idx="2072">
                  <c:v>0.41459999999998698</c:v>
                </c:pt>
                <c:pt idx="2073">
                  <c:v>0.41479999999998701</c:v>
                </c:pt>
                <c:pt idx="2074">
                  <c:v>0.41499999999998699</c:v>
                </c:pt>
                <c:pt idx="2075">
                  <c:v>0.41519999999998702</c:v>
                </c:pt>
                <c:pt idx="2076">
                  <c:v>0.415399999999987</c:v>
                </c:pt>
                <c:pt idx="2077">
                  <c:v>0.41559999999998698</c:v>
                </c:pt>
                <c:pt idx="2078">
                  <c:v>0.41579999999998701</c:v>
                </c:pt>
                <c:pt idx="2079">
                  <c:v>0.41599999999998699</c:v>
                </c:pt>
                <c:pt idx="2080">
                  <c:v>0.41619999999998702</c:v>
                </c:pt>
                <c:pt idx="2081">
                  <c:v>0.416399999999987</c:v>
                </c:pt>
                <c:pt idx="2082">
                  <c:v>0.41659999999998698</c:v>
                </c:pt>
                <c:pt idx="2083">
                  <c:v>0.41679999999998701</c:v>
                </c:pt>
                <c:pt idx="2084">
                  <c:v>0.41699999999998699</c:v>
                </c:pt>
                <c:pt idx="2085">
                  <c:v>0.41719999999998703</c:v>
                </c:pt>
                <c:pt idx="2086">
                  <c:v>0.417399999999987</c:v>
                </c:pt>
                <c:pt idx="2087">
                  <c:v>0.41759999999998698</c:v>
                </c:pt>
                <c:pt idx="2088">
                  <c:v>0.41779999999998702</c:v>
                </c:pt>
                <c:pt idx="2089">
                  <c:v>0.41799999999998699</c:v>
                </c:pt>
                <c:pt idx="2090">
                  <c:v>0.41819999999998703</c:v>
                </c:pt>
                <c:pt idx="2091">
                  <c:v>0.418399999999987</c:v>
                </c:pt>
                <c:pt idx="2092">
                  <c:v>0.41859999999998698</c:v>
                </c:pt>
                <c:pt idx="2093">
                  <c:v>0.41879999999998702</c:v>
                </c:pt>
                <c:pt idx="2094">
                  <c:v>0.41899999999998599</c:v>
                </c:pt>
                <c:pt idx="2095">
                  <c:v>0.41919999999998597</c:v>
                </c:pt>
                <c:pt idx="2096">
                  <c:v>0.41939999999998601</c:v>
                </c:pt>
                <c:pt idx="2097">
                  <c:v>0.41959999999998598</c:v>
                </c:pt>
                <c:pt idx="2098">
                  <c:v>0.41979999999998602</c:v>
                </c:pt>
                <c:pt idx="2099">
                  <c:v>0.419999999999986</c:v>
                </c:pt>
                <c:pt idx="2100">
                  <c:v>0.42019999999998597</c:v>
                </c:pt>
                <c:pt idx="2101">
                  <c:v>0.42039999999998601</c:v>
                </c:pt>
                <c:pt idx="2102">
                  <c:v>0.42059999999998599</c:v>
                </c:pt>
                <c:pt idx="2103">
                  <c:v>0.42079999999998602</c:v>
                </c:pt>
                <c:pt idx="2104">
                  <c:v>0.420999999999986</c:v>
                </c:pt>
                <c:pt idx="2105">
                  <c:v>0.42119999999998597</c:v>
                </c:pt>
                <c:pt idx="2106">
                  <c:v>0.42139999999998601</c:v>
                </c:pt>
                <c:pt idx="2107">
                  <c:v>0.42159999999998599</c:v>
                </c:pt>
                <c:pt idx="2108">
                  <c:v>0.42179999999998602</c:v>
                </c:pt>
                <c:pt idx="2109">
                  <c:v>0.421999999999986</c:v>
                </c:pt>
                <c:pt idx="2110">
                  <c:v>0.42219999999998598</c:v>
                </c:pt>
                <c:pt idx="2111">
                  <c:v>0.42239999999998601</c:v>
                </c:pt>
                <c:pt idx="2112">
                  <c:v>0.42259999999998599</c:v>
                </c:pt>
                <c:pt idx="2113">
                  <c:v>0.42279999999998602</c:v>
                </c:pt>
                <c:pt idx="2114">
                  <c:v>0.422999999999986</c:v>
                </c:pt>
                <c:pt idx="2115">
                  <c:v>0.42319999999998598</c:v>
                </c:pt>
                <c:pt idx="2116">
                  <c:v>0.42339999999998601</c:v>
                </c:pt>
                <c:pt idx="2117">
                  <c:v>0.42359999999998599</c:v>
                </c:pt>
                <c:pt idx="2118">
                  <c:v>0.42379999999998602</c:v>
                </c:pt>
                <c:pt idx="2119">
                  <c:v>0.423999999999986</c:v>
                </c:pt>
                <c:pt idx="2120">
                  <c:v>0.42419999999998598</c:v>
                </c:pt>
                <c:pt idx="2121">
                  <c:v>0.42439999999998601</c:v>
                </c:pt>
                <c:pt idx="2122">
                  <c:v>0.42459999999998599</c:v>
                </c:pt>
                <c:pt idx="2123">
                  <c:v>0.42479999999998602</c:v>
                </c:pt>
                <c:pt idx="2124">
                  <c:v>0.424999999999986</c:v>
                </c:pt>
                <c:pt idx="2125">
                  <c:v>0.42519999999998598</c:v>
                </c:pt>
                <c:pt idx="2126">
                  <c:v>0.42539999999998601</c:v>
                </c:pt>
                <c:pt idx="2127">
                  <c:v>0.42559999999998599</c:v>
                </c:pt>
                <c:pt idx="2128">
                  <c:v>0.42579999999998602</c:v>
                </c:pt>
                <c:pt idx="2129">
                  <c:v>0.425999999999986</c:v>
                </c:pt>
                <c:pt idx="2130">
                  <c:v>0.42619999999998598</c:v>
                </c:pt>
                <c:pt idx="2131">
                  <c:v>0.42639999999998601</c:v>
                </c:pt>
                <c:pt idx="2132">
                  <c:v>0.42659999999998599</c:v>
                </c:pt>
                <c:pt idx="2133">
                  <c:v>0.42679999999998602</c:v>
                </c:pt>
                <c:pt idx="2134">
                  <c:v>0.426999999999986</c:v>
                </c:pt>
                <c:pt idx="2135">
                  <c:v>0.42719999999998598</c:v>
                </c:pt>
                <c:pt idx="2136">
                  <c:v>0.42739999999998601</c:v>
                </c:pt>
                <c:pt idx="2137">
                  <c:v>0.42759999999998599</c:v>
                </c:pt>
                <c:pt idx="2138">
                  <c:v>0.42779999999998602</c:v>
                </c:pt>
                <c:pt idx="2139">
                  <c:v>0.427999999999986</c:v>
                </c:pt>
                <c:pt idx="2140">
                  <c:v>0.42819999999998498</c:v>
                </c:pt>
                <c:pt idx="2141">
                  <c:v>0.42839999999998502</c:v>
                </c:pt>
                <c:pt idx="2142">
                  <c:v>0.42859999999998499</c:v>
                </c:pt>
                <c:pt idx="2143">
                  <c:v>0.42879999999998503</c:v>
                </c:pt>
                <c:pt idx="2144">
                  <c:v>0.428999999999985</c:v>
                </c:pt>
                <c:pt idx="2145">
                  <c:v>0.42919999999998498</c:v>
                </c:pt>
                <c:pt idx="2146">
                  <c:v>0.42939999999998502</c:v>
                </c:pt>
                <c:pt idx="2147">
                  <c:v>0.42959999999998499</c:v>
                </c:pt>
                <c:pt idx="2148">
                  <c:v>0.42979999999998503</c:v>
                </c:pt>
                <c:pt idx="2149">
                  <c:v>0.42999999999998501</c:v>
                </c:pt>
                <c:pt idx="2150">
                  <c:v>0.43019999999998498</c:v>
                </c:pt>
                <c:pt idx="2151">
                  <c:v>0.43039999999998502</c:v>
                </c:pt>
                <c:pt idx="2152">
                  <c:v>0.43059999999998499</c:v>
                </c:pt>
                <c:pt idx="2153">
                  <c:v>0.43079999999998497</c:v>
                </c:pt>
                <c:pt idx="2154">
                  <c:v>0.43099999999998501</c:v>
                </c:pt>
                <c:pt idx="2155">
                  <c:v>0.43119999999998498</c:v>
                </c:pt>
                <c:pt idx="2156">
                  <c:v>0.43139999999998502</c:v>
                </c:pt>
                <c:pt idx="2157">
                  <c:v>0.431599999999985</c:v>
                </c:pt>
                <c:pt idx="2158">
                  <c:v>0.43179999999998497</c:v>
                </c:pt>
                <c:pt idx="2159">
                  <c:v>0.43199999999998501</c:v>
                </c:pt>
                <c:pt idx="2160">
                  <c:v>0.43219999999998499</c:v>
                </c:pt>
                <c:pt idx="2161">
                  <c:v>0.43239999999998502</c:v>
                </c:pt>
                <c:pt idx="2162">
                  <c:v>0.432599999999985</c:v>
                </c:pt>
                <c:pt idx="2163">
                  <c:v>0.43279999999998497</c:v>
                </c:pt>
                <c:pt idx="2164">
                  <c:v>0.43299999999998501</c:v>
                </c:pt>
                <c:pt idx="2165">
                  <c:v>0.43319999999998499</c:v>
                </c:pt>
                <c:pt idx="2166">
                  <c:v>0.43339999999998502</c:v>
                </c:pt>
                <c:pt idx="2167">
                  <c:v>0.433599999999985</c:v>
                </c:pt>
                <c:pt idx="2168">
                  <c:v>0.43379999999998498</c:v>
                </c:pt>
                <c:pt idx="2169">
                  <c:v>0.43399999999998501</c:v>
                </c:pt>
                <c:pt idx="2170">
                  <c:v>0.43419999999998499</c:v>
                </c:pt>
                <c:pt idx="2171">
                  <c:v>0.43439999999998502</c:v>
                </c:pt>
                <c:pt idx="2172">
                  <c:v>0.434599999999985</c:v>
                </c:pt>
                <c:pt idx="2173">
                  <c:v>0.43479999999998498</c:v>
                </c:pt>
                <c:pt idx="2174">
                  <c:v>0.43499999999998501</c:v>
                </c:pt>
                <c:pt idx="2175">
                  <c:v>0.43519999999998499</c:v>
                </c:pt>
                <c:pt idx="2176">
                  <c:v>0.43539999999998502</c:v>
                </c:pt>
                <c:pt idx="2177">
                  <c:v>0.435599999999985</c:v>
                </c:pt>
                <c:pt idx="2178">
                  <c:v>0.43579999999998498</c:v>
                </c:pt>
                <c:pt idx="2179">
                  <c:v>0.43599999999998501</c:v>
                </c:pt>
                <c:pt idx="2180">
                  <c:v>0.43619999999998499</c:v>
                </c:pt>
                <c:pt idx="2181">
                  <c:v>0.43639999999998502</c:v>
                </c:pt>
                <c:pt idx="2182">
                  <c:v>0.436599999999985</c:v>
                </c:pt>
                <c:pt idx="2183">
                  <c:v>0.43679999999998498</c:v>
                </c:pt>
                <c:pt idx="2184">
                  <c:v>0.43699999999998501</c:v>
                </c:pt>
                <c:pt idx="2185">
                  <c:v>0.43719999999998399</c:v>
                </c:pt>
                <c:pt idx="2186">
                  <c:v>0.43739999999998402</c:v>
                </c:pt>
                <c:pt idx="2187">
                  <c:v>0.437599999999984</c:v>
                </c:pt>
                <c:pt idx="2188">
                  <c:v>0.43779999999998398</c:v>
                </c:pt>
                <c:pt idx="2189">
                  <c:v>0.43799999999998401</c:v>
                </c:pt>
                <c:pt idx="2190">
                  <c:v>0.43819999999998399</c:v>
                </c:pt>
                <c:pt idx="2191">
                  <c:v>0.43839999999998402</c:v>
                </c:pt>
                <c:pt idx="2192">
                  <c:v>0.438599999999984</c:v>
                </c:pt>
                <c:pt idx="2193">
                  <c:v>0.43879999999998398</c:v>
                </c:pt>
                <c:pt idx="2194">
                  <c:v>0.43899999999998401</c:v>
                </c:pt>
                <c:pt idx="2195">
                  <c:v>0.43919999999998399</c:v>
                </c:pt>
                <c:pt idx="2196">
                  <c:v>0.43939999999998403</c:v>
                </c:pt>
                <c:pt idx="2197">
                  <c:v>0.439599999999984</c:v>
                </c:pt>
                <c:pt idx="2198">
                  <c:v>0.43979999999998398</c:v>
                </c:pt>
                <c:pt idx="2199">
                  <c:v>0.43999999999998402</c:v>
                </c:pt>
                <c:pt idx="2200">
                  <c:v>0.44019999999998399</c:v>
                </c:pt>
                <c:pt idx="2201">
                  <c:v>0.44039999999998403</c:v>
                </c:pt>
                <c:pt idx="2202">
                  <c:v>0.440599999999984</c:v>
                </c:pt>
                <c:pt idx="2203">
                  <c:v>0.44079999999998398</c:v>
                </c:pt>
                <c:pt idx="2204">
                  <c:v>0.44099999999998402</c:v>
                </c:pt>
                <c:pt idx="2205">
                  <c:v>0.44119999999998399</c:v>
                </c:pt>
                <c:pt idx="2206">
                  <c:v>0.44139999999998403</c:v>
                </c:pt>
                <c:pt idx="2207">
                  <c:v>0.44159999999998401</c:v>
                </c:pt>
                <c:pt idx="2208">
                  <c:v>0.44179999999998398</c:v>
                </c:pt>
                <c:pt idx="2209">
                  <c:v>0.44199999999998402</c:v>
                </c:pt>
                <c:pt idx="2210">
                  <c:v>0.44219999999998399</c:v>
                </c:pt>
                <c:pt idx="2211">
                  <c:v>0.44239999999998397</c:v>
                </c:pt>
                <c:pt idx="2212">
                  <c:v>0.44259999999998401</c:v>
                </c:pt>
                <c:pt idx="2213">
                  <c:v>0.44279999999998398</c:v>
                </c:pt>
                <c:pt idx="2214">
                  <c:v>0.44299999999998402</c:v>
                </c:pt>
                <c:pt idx="2215">
                  <c:v>0.443199999999984</c:v>
                </c:pt>
                <c:pt idx="2216">
                  <c:v>0.44339999999998397</c:v>
                </c:pt>
                <c:pt idx="2217">
                  <c:v>0.44359999999998401</c:v>
                </c:pt>
                <c:pt idx="2218">
                  <c:v>0.44379999999998399</c:v>
                </c:pt>
                <c:pt idx="2219">
                  <c:v>0.44399999999998402</c:v>
                </c:pt>
                <c:pt idx="2220">
                  <c:v>0.444199999999984</c:v>
                </c:pt>
                <c:pt idx="2221">
                  <c:v>0.44439999999998397</c:v>
                </c:pt>
                <c:pt idx="2222">
                  <c:v>0.44459999999998401</c:v>
                </c:pt>
                <c:pt idx="2223">
                  <c:v>0.44479999999998399</c:v>
                </c:pt>
                <c:pt idx="2224">
                  <c:v>0.44499999999998402</c:v>
                </c:pt>
                <c:pt idx="2225">
                  <c:v>0.445199999999984</c:v>
                </c:pt>
                <c:pt idx="2226">
                  <c:v>0.44539999999998398</c:v>
                </c:pt>
                <c:pt idx="2227">
                  <c:v>0.44559999999998401</c:v>
                </c:pt>
                <c:pt idx="2228">
                  <c:v>0.44579999999998399</c:v>
                </c:pt>
                <c:pt idx="2229">
                  <c:v>0.44599999999998402</c:v>
                </c:pt>
                <c:pt idx="2230">
                  <c:v>0.446199999999983</c:v>
                </c:pt>
                <c:pt idx="2231">
                  <c:v>0.44639999999998298</c:v>
                </c:pt>
                <c:pt idx="2232">
                  <c:v>0.44659999999998301</c:v>
                </c:pt>
                <c:pt idx="2233">
                  <c:v>0.44679999999998299</c:v>
                </c:pt>
                <c:pt idx="2234">
                  <c:v>0.44699999999998302</c:v>
                </c:pt>
                <c:pt idx="2235">
                  <c:v>0.447199999999983</c:v>
                </c:pt>
                <c:pt idx="2236">
                  <c:v>0.44739999999998298</c:v>
                </c:pt>
                <c:pt idx="2237">
                  <c:v>0.44759999999998301</c:v>
                </c:pt>
                <c:pt idx="2238">
                  <c:v>0.44779999999998299</c:v>
                </c:pt>
                <c:pt idx="2239">
                  <c:v>0.44799999999998302</c:v>
                </c:pt>
                <c:pt idx="2240">
                  <c:v>0.448199999999983</c:v>
                </c:pt>
                <c:pt idx="2241">
                  <c:v>0.44839999999998298</c:v>
                </c:pt>
                <c:pt idx="2242">
                  <c:v>0.44859999999998301</c:v>
                </c:pt>
                <c:pt idx="2243">
                  <c:v>0.44879999999998299</c:v>
                </c:pt>
                <c:pt idx="2244">
                  <c:v>0.44899999999998302</c:v>
                </c:pt>
                <c:pt idx="2245">
                  <c:v>0.449199999999983</c:v>
                </c:pt>
                <c:pt idx="2246">
                  <c:v>0.44939999999998298</c:v>
                </c:pt>
                <c:pt idx="2247">
                  <c:v>0.44959999999998301</c:v>
                </c:pt>
                <c:pt idx="2248">
                  <c:v>0.44979999999998299</c:v>
                </c:pt>
                <c:pt idx="2249">
                  <c:v>0.44999999999998302</c:v>
                </c:pt>
                <c:pt idx="2250">
                  <c:v>0.450199999999983</c:v>
                </c:pt>
                <c:pt idx="2251">
                  <c:v>0.45039999999998298</c:v>
                </c:pt>
                <c:pt idx="2252">
                  <c:v>0.45059999999998301</c:v>
                </c:pt>
                <c:pt idx="2253">
                  <c:v>0.45079999999998299</c:v>
                </c:pt>
                <c:pt idx="2254">
                  <c:v>0.45099999999998303</c:v>
                </c:pt>
                <c:pt idx="2255">
                  <c:v>0.451199999999983</c:v>
                </c:pt>
                <c:pt idx="2256">
                  <c:v>0.45139999999998298</c:v>
                </c:pt>
                <c:pt idx="2257">
                  <c:v>0.45159999999998302</c:v>
                </c:pt>
                <c:pt idx="2258">
                  <c:v>0.45179999999998299</c:v>
                </c:pt>
                <c:pt idx="2259">
                  <c:v>0.45199999999998303</c:v>
                </c:pt>
                <c:pt idx="2260">
                  <c:v>0.452199999999983</c:v>
                </c:pt>
                <c:pt idx="2261">
                  <c:v>0.45239999999998298</c:v>
                </c:pt>
                <c:pt idx="2262">
                  <c:v>0.45259999999998302</c:v>
                </c:pt>
                <c:pt idx="2263">
                  <c:v>0.45279999999998299</c:v>
                </c:pt>
                <c:pt idx="2264">
                  <c:v>0.45299999999998303</c:v>
                </c:pt>
                <c:pt idx="2265">
                  <c:v>0.45319999999998301</c:v>
                </c:pt>
                <c:pt idx="2266">
                  <c:v>0.45339999999998298</c:v>
                </c:pt>
                <c:pt idx="2267">
                  <c:v>0.45359999999998302</c:v>
                </c:pt>
                <c:pt idx="2268">
                  <c:v>0.45379999999998299</c:v>
                </c:pt>
                <c:pt idx="2269">
                  <c:v>0.45399999999998297</c:v>
                </c:pt>
                <c:pt idx="2270">
                  <c:v>0.45419999999998301</c:v>
                </c:pt>
                <c:pt idx="2271">
                  <c:v>0.45439999999998298</c:v>
                </c:pt>
                <c:pt idx="2272">
                  <c:v>0.45459999999998302</c:v>
                </c:pt>
                <c:pt idx="2273">
                  <c:v>0.454799999999983</c:v>
                </c:pt>
                <c:pt idx="2274">
                  <c:v>0.45499999999998297</c:v>
                </c:pt>
                <c:pt idx="2275">
                  <c:v>0.45519999999998301</c:v>
                </c:pt>
                <c:pt idx="2276">
                  <c:v>0.45539999999998199</c:v>
                </c:pt>
                <c:pt idx="2277">
                  <c:v>0.45559999999998202</c:v>
                </c:pt>
                <c:pt idx="2278">
                  <c:v>0.455799999999982</c:v>
                </c:pt>
                <c:pt idx="2279">
                  <c:v>0.45599999999998198</c:v>
                </c:pt>
                <c:pt idx="2280">
                  <c:v>0.45619999999998201</c:v>
                </c:pt>
                <c:pt idx="2281">
                  <c:v>0.45639999999998199</c:v>
                </c:pt>
                <c:pt idx="2282">
                  <c:v>0.45659999999998202</c:v>
                </c:pt>
                <c:pt idx="2283">
                  <c:v>0.456799999999982</c:v>
                </c:pt>
                <c:pt idx="2284">
                  <c:v>0.45699999999998198</c:v>
                </c:pt>
                <c:pt idx="2285">
                  <c:v>0.45719999999998201</c:v>
                </c:pt>
                <c:pt idx="2286">
                  <c:v>0.45739999999998199</c:v>
                </c:pt>
                <c:pt idx="2287">
                  <c:v>0.45759999999998202</c:v>
                </c:pt>
                <c:pt idx="2288">
                  <c:v>0.457799999999982</c:v>
                </c:pt>
                <c:pt idx="2289">
                  <c:v>0.45799999999998198</c:v>
                </c:pt>
                <c:pt idx="2290">
                  <c:v>0.45819999999998201</c:v>
                </c:pt>
                <c:pt idx="2291">
                  <c:v>0.45839999999998199</c:v>
                </c:pt>
                <c:pt idx="2292">
                  <c:v>0.45859999999998202</c:v>
                </c:pt>
                <c:pt idx="2293">
                  <c:v>0.458799999999982</c:v>
                </c:pt>
                <c:pt idx="2294">
                  <c:v>0.45899999999998198</c:v>
                </c:pt>
                <c:pt idx="2295">
                  <c:v>0.45919999999998201</c:v>
                </c:pt>
                <c:pt idx="2296">
                  <c:v>0.45939999999998199</c:v>
                </c:pt>
                <c:pt idx="2297">
                  <c:v>0.45959999999998202</c:v>
                </c:pt>
                <c:pt idx="2298">
                  <c:v>0.459799999999982</c:v>
                </c:pt>
                <c:pt idx="2299">
                  <c:v>0.45999999999998198</c:v>
                </c:pt>
                <c:pt idx="2300">
                  <c:v>0.46019999999998201</c:v>
                </c:pt>
                <c:pt idx="2301">
                  <c:v>0.46039999999998199</c:v>
                </c:pt>
                <c:pt idx="2302">
                  <c:v>0.46059999999998202</c:v>
                </c:pt>
                <c:pt idx="2303">
                  <c:v>0.460799999999982</c:v>
                </c:pt>
                <c:pt idx="2304">
                  <c:v>0.46099999999998198</c:v>
                </c:pt>
                <c:pt idx="2305">
                  <c:v>0.46119999999998201</c:v>
                </c:pt>
                <c:pt idx="2306">
                  <c:v>0.46139999999998199</c:v>
                </c:pt>
                <c:pt idx="2307">
                  <c:v>0.46159999999998202</c:v>
                </c:pt>
                <c:pt idx="2308">
                  <c:v>0.461799999999982</c:v>
                </c:pt>
                <c:pt idx="2309">
                  <c:v>0.46199999999998198</c:v>
                </c:pt>
                <c:pt idx="2310">
                  <c:v>0.46219999999998201</c:v>
                </c:pt>
                <c:pt idx="2311">
                  <c:v>0.46239999999998199</c:v>
                </c:pt>
                <c:pt idx="2312">
                  <c:v>0.46259999999998203</c:v>
                </c:pt>
                <c:pt idx="2313">
                  <c:v>0.462799999999982</c:v>
                </c:pt>
                <c:pt idx="2314">
                  <c:v>0.46299999999998198</c:v>
                </c:pt>
                <c:pt idx="2315">
                  <c:v>0.46319999999998202</c:v>
                </c:pt>
                <c:pt idx="2316">
                  <c:v>0.46339999999998199</c:v>
                </c:pt>
                <c:pt idx="2317">
                  <c:v>0.46359999999998203</c:v>
                </c:pt>
                <c:pt idx="2318">
                  <c:v>0.463799999999982</c:v>
                </c:pt>
                <c:pt idx="2319">
                  <c:v>0.46399999999998198</c:v>
                </c:pt>
                <c:pt idx="2320">
                  <c:v>0.46419999999998202</c:v>
                </c:pt>
                <c:pt idx="2321">
                  <c:v>0.46439999999998099</c:v>
                </c:pt>
                <c:pt idx="2322">
                  <c:v>0.46459999999998097</c:v>
                </c:pt>
                <c:pt idx="2323">
                  <c:v>0.46479999999998101</c:v>
                </c:pt>
                <c:pt idx="2324">
                  <c:v>0.46499999999998098</c:v>
                </c:pt>
                <c:pt idx="2325">
                  <c:v>0.46519999999998102</c:v>
                </c:pt>
                <c:pt idx="2326">
                  <c:v>0.465399999999981</c:v>
                </c:pt>
                <c:pt idx="2327">
                  <c:v>0.46559999999998097</c:v>
                </c:pt>
                <c:pt idx="2328">
                  <c:v>0.46579999999998101</c:v>
                </c:pt>
                <c:pt idx="2329">
                  <c:v>0.46599999999998098</c:v>
                </c:pt>
                <c:pt idx="2330">
                  <c:v>0.46619999999998102</c:v>
                </c:pt>
                <c:pt idx="2331">
                  <c:v>0.466399999999981</c:v>
                </c:pt>
                <c:pt idx="2332">
                  <c:v>0.46659999999998097</c:v>
                </c:pt>
                <c:pt idx="2333">
                  <c:v>0.46679999999998101</c:v>
                </c:pt>
                <c:pt idx="2334">
                  <c:v>0.46699999999998099</c:v>
                </c:pt>
                <c:pt idx="2335">
                  <c:v>0.46719999999998102</c:v>
                </c:pt>
                <c:pt idx="2336">
                  <c:v>0.467399999999981</c:v>
                </c:pt>
                <c:pt idx="2337">
                  <c:v>0.46759999999998098</c:v>
                </c:pt>
                <c:pt idx="2338">
                  <c:v>0.46779999999998101</c:v>
                </c:pt>
                <c:pt idx="2339">
                  <c:v>0.46799999999998099</c:v>
                </c:pt>
                <c:pt idx="2340">
                  <c:v>0.46819999999998102</c:v>
                </c:pt>
                <c:pt idx="2341">
                  <c:v>0.468399999999981</c:v>
                </c:pt>
                <c:pt idx="2342">
                  <c:v>0.46859999999998098</c:v>
                </c:pt>
                <c:pt idx="2343">
                  <c:v>0.46879999999998101</c:v>
                </c:pt>
                <c:pt idx="2344">
                  <c:v>0.46899999999998099</c:v>
                </c:pt>
                <c:pt idx="2345">
                  <c:v>0.46919999999998102</c:v>
                </c:pt>
                <c:pt idx="2346">
                  <c:v>0.469399999999981</c:v>
                </c:pt>
                <c:pt idx="2347">
                  <c:v>0.46959999999998098</c:v>
                </c:pt>
                <c:pt idx="2348">
                  <c:v>0.46979999999998101</c:v>
                </c:pt>
                <c:pt idx="2349">
                  <c:v>0.46999999999998099</c:v>
                </c:pt>
                <c:pt idx="2350">
                  <c:v>0.47019999999998102</c:v>
                </c:pt>
                <c:pt idx="2351">
                  <c:v>0.470399999999981</c:v>
                </c:pt>
                <c:pt idx="2352">
                  <c:v>0.47059999999998098</c:v>
                </c:pt>
                <c:pt idx="2353">
                  <c:v>0.47079999999998101</c:v>
                </c:pt>
                <c:pt idx="2354">
                  <c:v>0.47099999999998099</c:v>
                </c:pt>
                <c:pt idx="2355">
                  <c:v>0.47119999999998102</c:v>
                </c:pt>
                <c:pt idx="2356">
                  <c:v>0.471399999999981</c:v>
                </c:pt>
                <c:pt idx="2357">
                  <c:v>0.47159999999998098</c:v>
                </c:pt>
                <c:pt idx="2358">
                  <c:v>0.47179999999998101</c:v>
                </c:pt>
                <c:pt idx="2359">
                  <c:v>0.47199999999998099</c:v>
                </c:pt>
                <c:pt idx="2360">
                  <c:v>0.47219999999998102</c:v>
                </c:pt>
                <c:pt idx="2361">
                  <c:v>0.472399999999981</c:v>
                </c:pt>
                <c:pt idx="2362">
                  <c:v>0.47259999999998098</c:v>
                </c:pt>
                <c:pt idx="2363">
                  <c:v>0.47279999999998101</c:v>
                </c:pt>
                <c:pt idx="2364">
                  <c:v>0.47299999999998099</c:v>
                </c:pt>
                <c:pt idx="2365">
                  <c:v>0.47319999999998102</c:v>
                </c:pt>
                <c:pt idx="2366">
                  <c:v>0.473399999999981</c:v>
                </c:pt>
                <c:pt idx="2367">
                  <c:v>0.47359999999997998</c:v>
                </c:pt>
                <c:pt idx="2368">
                  <c:v>0.47379999999998001</c:v>
                </c:pt>
                <c:pt idx="2369">
                  <c:v>0.47399999999997999</c:v>
                </c:pt>
                <c:pt idx="2370">
                  <c:v>0.47419999999998003</c:v>
                </c:pt>
                <c:pt idx="2371">
                  <c:v>0.47439999999998</c:v>
                </c:pt>
                <c:pt idx="2372">
                  <c:v>0.47459999999997998</c:v>
                </c:pt>
                <c:pt idx="2373">
                  <c:v>0.47479999999998002</c:v>
                </c:pt>
                <c:pt idx="2374">
                  <c:v>0.47499999999997999</c:v>
                </c:pt>
                <c:pt idx="2375">
                  <c:v>0.47519999999998003</c:v>
                </c:pt>
                <c:pt idx="2376">
                  <c:v>0.47539999999998001</c:v>
                </c:pt>
                <c:pt idx="2377">
                  <c:v>0.47559999999997998</c:v>
                </c:pt>
                <c:pt idx="2378">
                  <c:v>0.47579999999998002</c:v>
                </c:pt>
                <c:pt idx="2379">
                  <c:v>0.47599999999997999</c:v>
                </c:pt>
                <c:pt idx="2380">
                  <c:v>0.47619999999997997</c:v>
                </c:pt>
                <c:pt idx="2381">
                  <c:v>0.47639999999998001</c:v>
                </c:pt>
                <c:pt idx="2382">
                  <c:v>0.47659999999997998</c:v>
                </c:pt>
                <c:pt idx="2383">
                  <c:v>0.47679999999998002</c:v>
                </c:pt>
                <c:pt idx="2384">
                  <c:v>0.47699999999998</c:v>
                </c:pt>
                <c:pt idx="2385">
                  <c:v>0.47719999999997997</c:v>
                </c:pt>
                <c:pt idx="2386">
                  <c:v>0.47739999999998001</c:v>
                </c:pt>
                <c:pt idx="2387">
                  <c:v>0.47759999999997998</c:v>
                </c:pt>
                <c:pt idx="2388">
                  <c:v>0.47779999999998002</c:v>
                </c:pt>
                <c:pt idx="2389">
                  <c:v>0.47799999999998</c:v>
                </c:pt>
                <c:pt idx="2390">
                  <c:v>0.47819999999997997</c:v>
                </c:pt>
                <c:pt idx="2391">
                  <c:v>0.47839999999998001</c:v>
                </c:pt>
                <c:pt idx="2392">
                  <c:v>0.47859999999997999</c:v>
                </c:pt>
                <c:pt idx="2393">
                  <c:v>0.47879999999998002</c:v>
                </c:pt>
                <c:pt idx="2394">
                  <c:v>0.47899999999998</c:v>
                </c:pt>
                <c:pt idx="2395">
                  <c:v>0.47919999999997998</c:v>
                </c:pt>
                <c:pt idx="2396">
                  <c:v>0.47939999999998001</c:v>
                </c:pt>
                <c:pt idx="2397">
                  <c:v>0.47959999999997999</c:v>
                </c:pt>
                <c:pt idx="2398">
                  <c:v>0.47979999999998002</c:v>
                </c:pt>
                <c:pt idx="2399">
                  <c:v>0.47999999999998</c:v>
                </c:pt>
                <c:pt idx="2400">
                  <c:v>0.48019999999997998</c:v>
                </c:pt>
                <c:pt idx="2401">
                  <c:v>0.48039999999998001</c:v>
                </c:pt>
                <c:pt idx="2402">
                  <c:v>0.48059999999997999</c:v>
                </c:pt>
                <c:pt idx="2403">
                  <c:v>0.48079999999998002</c:v>
                </c:pt>
                <c:pt idx="2404">
                  <c:v>0.48099999999998</c:v>
                </c:pt>
                <c:pt idx="2405">
                  <c:v>0.48119999999997998</c:v>
                </c:pt>
                <c:pt idx="2406">
                  <c:v>0.48139999999998001</c:v>
                </c:pt>
                <c:pt idx="2407">
                  <c:v>0.48159999999997999</c:v>
                </c:pt>
                <c:pt idx="2408">
                  <c:v>0.48179999999998002</c:v>
                </c:pt>
                <c:pt idx="2409">
                  <c:v>0.48199999999998</c:v>
                </c:pt>
                <c:pt idx="2410">
                  <c:v>0.48219999999997998</c:v>
                </c:pt>
                <c:pt idx="2411">
                  <c:v>0.48239999999998001</c:v>
                </c:pt>
                <c:pt idx="2412">
                  <c:v>0.48259999999997899</c:v>
                </c:pt>
                <c:pt idx="2413">
                  <c:v>0.48279999999997902</c:v>
                </c:pt>
                <c:pt idx="2414">
                  <c:v>0.482999999999979</c:v>
                </c:pt>
                <c:pt idx="2415">
                  <c:v>0.48319999999997898</c:v>
                </c:pt>
                <c:pt idx="2416">
                  <c:v>0.48339999999997901</c:v>
                </c:pt>
                <c:pt idx="2417">
                  <c:v>0.48359999999997899</c:v>
                </c:pt>
                <c:pt idx="2418">
                  <c:v>0.48379999999997902</c:v>
                </c:pt>
                <c:pt idx="2419">
                  <c:v>0.483999999999979</c:v>
                </c:pt>
                <c:pt idx="2420">
                  <c:v>0.48419999999997898</c:v>
                </c:pt>
                <c:pt idx="2421">
                  <c:v>0.48439999999997901</c:v>
                </c:pt>
                <c:pt idx="2422">
                  <c:v>0.48459999999997899</c:v>
                </c:pt>
                <c:pt idx="2423">
                  <c:v>0.48479999999997903</c:v>
                </c:pt>
                <c:pt idx="2424">
                  <c:v>0.484999999999979</c:v>
                </c:pt>
                <c:pt idx="2425">
                  <c:v>0.48519999999997898</c:v>
                </c:pt>
                <c:pt idx="2426">
                  <c:v>0.48539999999997901</c:v>
                </c:pt>
                <c:pt idx="2427">
                  <c:v>0.48559999999997899</c:v>
                </c:pt>
                <c:pt idx="2428">
                  <c:v>0.48579999999997903</c:v>
                </c:pt>
                <c:pt idx="2429">
                  <c:v>0.485999999999979</c:v>
                </c:pt>
                <c:pt idx="2430">
                  <c:v>0.48619999999997898</c:v>
                </c:pt>
                <c:pt idx="2431">
                  <c:v>0.48639999999997902</c:v>
                </c:pt>
                <c:pt idx="2432">
                  <c:v>0.48659999999997899</c:v>
                </c:pt>
                <c:pt idx="2433">
                  <c:v>0.48679999999997903</c:v>
                </c:pt>
                <c:pt idx="2434">
                  <c:v>0.48699999999997901</c:v>
                </c:pt>
                <c:pt idx="2435">
                  <c:v>0.48719999999997898</c:v>
                </c:pt>
                <c:pt idx="2436">
                  <c:v>0.48739999999997902</c:v>
                </c:pt>
                <c:pt idx="2437">
                  <c:v>0.48759999999997899</c:v>
                </c:pt>
                <c:pt idx="2438">
                  <c:v>0.48779999999997897</c:v>
                </c:pt>
                <c:pt idx="2439">
                  <c:v>0.48799999999997901</c:v>
                </c:pt>
                <c:pt idx="2440">
                  <c:v>0.48819999999997898</c:v>
                </c:pt>
                <c:pt idx="2441">
                  <c:v>0.48839999999997902</c:v>
                </c:pt>
                <c:pt idx="2442">
                  <c:v>0.488599999999979</c:v>
                </c:pt>
                <c:pt idx="2443">
                  <c:v>0.48879999999997897</c:v>
                </c:pt>
                <c:pt idx="2444">
                  <c:v>0.48899999999997901</c:v>
                </c:pt>
                <c:pt idx="2445">
                  <c:v>0.48919999999997898</c:v>
                </c:pt>
                <c:pt idx="2446">
                  <c:v>0.48939999999997902</c:v>
                </c:pt>
                <c:pt idx="2447">
                  <c:v>0.489599999999979</c:v>
                </c:pt>
                <c:pt idx="2448">
                  <c:v>0.48979999999997897</c:v>
                </c:pt>
                <c:pt idx="2449">
                  <c:v>0.48999999999997901</c:v>
                </c:pt>
                <c:pt idx="2450">
                  <c:v>0.49019999999997899</c:v>
                </c:pt>
                <c:pt idx="2451">
                  <c:v>0.49039999999997902</c:v>
                </c:pt>
                <c:pt idx="2452">
                  <c:v>0.490599999999979</c:v>
                </c:pt>
                <c:pt idx="2453">
                  <c:v>0.49079999999997898</c:v>
                </c:pt>
                <c:pt idx="2454">
                  <c:v>0.49099999999997901</c:v>
                </c:pt>
                <c:pt idx="2455">
                  <c:v>0.49119999999997899</c:v>
                </c:pt>
                <c:pt idx="2456">
                  <c:v>0.49139999999997902</c:v>
                </c:pt>
                <c:pt idx="2457">
                  <c:v>0.491599999999978</c:v>
                </c:pt>
                <c:pt idx="2458">
                  <c:v>0.49179999999997798</c:v>
                </c:pt>
                <c:pt idx="2459">
                  <c:v>0.49199999999997801</c:v>
                </c:pt>
                <c:pt idx="2460">
                  <c:v>0.49219999999997799</c:v>
                </c:pt>
                <c:pt idx="2461">
                  <c:v>0.49239999999997802</c:v>
                </c:pt>
                <c:pt idx="2462">
                  <c:v>0.492599999999978</c:v>
                </c:pt>
                <c:pt idx="2463">
                  <c:v>0.49279999999997798</c:v>
                </c:pt>
                <c:pt idx="2464">
                  <c:v>0.49299999999997801</c:v>
                </c:pt>
                <c:pt idx="2465">
                  <c:v>0.49319999999997799</c:v>
                </c:pt>
                <c:pt idx="2466">
                  <c:v>0.49339999999997802</c:v>
                </c:pt>
                <c:pt idx="2467">
                  <c:v>0.493599999999978</c:v>
                </c:pt>
                <c:pt idx="2468">
                  <c:v>0.49379999999997798</c:v>
                </c:pt>
                <c:pt idx="2469">
                  <c:v>0.49399999999997801</c:v>
                </c:pt>
                <c:pt idx="2470">
                  <c:v>0.49419999999997799</c:v>
                </c:pt>
                <c:pt idx="2471">
                  <c:v>0.49439999999997802</c:v>
                </c:pt>
                <c:pt idx="2472">
                  <c:v>0.494599999999978</c:v>
                </c:pt>
                <c:pt idx="2473">
                  <c:v>0.49479999999997798</c:v>
                </c:pt>
                <c:pt idx="2474">
                  <c:v>0.49499999999997801</c:v>
                </c:pt>
                <c:pt idx="2475">
                  <c:v>0.49519999999997799</c:v>
                </c:pt>
                <c:pt idx="2476">
                  <c:v>0.49539999999997802</c:v>
                </c:pt>
                <c:pt idx="2477">
                  <c:v>0.495599999999978</c:v>
                </c:pt>
                <c:pt idx="2478">
                  <c:v>0.49579999999997798</c:v>
                </c:pt>
                <c:pt idx="2479">
                  <c:v>0.49599999999997801</c:v>
                </c:pt>
                <c:pt idx="2480">
                  <c:v>0.49619999999997799</c:v>
                </c:pt>
                <c:pt idx="2481">
                  <c:v>0.49639999999997803</c:v>
                </c:pt>
                <c:pt idx="2482">
                  <c:v>0.496599999999978</c:v>
                </c:pt>
                <c:pt idx="2483">
                  <c:v>0.49679999999997798</c:v>
                </c:pt>
                <c:pt idx="2484">
                  <c:v>0.49699999999997801</c:v>
                </c:pt>
                <c:pt idx="2485">
                  <c:v>0.49719999999997799</c:v>
                </c:pt>
                <c:pt idx="2486">
                  <c:v>0.49739999999997803</c:v>
                </c:pt>
                <c:pt idx="2487">
                  <c:v>0.497599999999978</c:v>
                </c:pt>
                <c:pt idx="2488">
                  <c:v>0.49779999999997798</c:v>
                </c:pt>
                <c:pt idx="2489">
                  <c:v>0.49799999999997802</c:v>
                </c:pt>
                <c:pt idx="2490">
                  <c:v>0.49819999999997799</c:v>
                </c:pt>
                <c:pt idx="2491">
                  <c:v>0.49839999999997803</c:v>
                </c:pt>
                <c:pt idx="2492">
                  <c:v>0.49859999999997801</c:v>
                </c:pt>
                <c:pt idx="2493">
                  <c:v>0.49879999999997798</c:v>
                </c:pt>
                <c:pt idx="2494">
                  <c:v>0.49899999999997802</c:v>
                </c:pt>
                <c:pt idx="2495">
                  <c:v>0.49919999999997799</c:v>
                </c:pt>
                <c:pt idx="2496">
                  <c:v>0.49939999999997797</c:v>
                </c:pt>
                <c:pt idx="2497">
                  <c:v>0.49959999999997801</c:v>
                </c:pt>
                <c:pt idx="2498">
                  <c:v>0.49979999999997798</c:v>
                </c:pt>
                <c:pt idx="2499">
                  <c:v>0.49999999999997802</c:v>
                </c:pt>
                <c:pt idx="2500">
                  <c:v>0.500199999999978</c:v>
                </c:pt>
                <c:pt idx="2501">
                  <c:v>0.50039999999997797</c:v>
                </c:pt>
                <c:pt idx="2502">
                  <c:v>0.50059999999997795</c:v>
                </c:pt>
                <c:pt idx="2503">
                  <c:v>0.50079999999997704</c:v>
                </c:pt>
                <c:pt idx="2504">
                  <c:v>0.50099999999997702</c:v>
                </c:pt>
                <c:pt idx="2505">
                  <c:v>0.501199999999977</c:v>
                </c:pt>
                <c:pt idx="2506">
                  <c:v>0.50139999999997698</c:v>
                </c:pt>
                <c:pt idx="2507">
                  <c:v>0.50159999999997695</c:v>
                </c:pt>
                <c:pt idx="2508">
                  <c:v>0.50179999999997704</c:v>
                </c:pt>
                <c:pt idx="2509">
                  <c:v>0.50199999999997702</c:v>
                </c:pt>
                <c:pt idx="2510">
                  <c:v>0.502199999999977</c:v>
                </c:pt>
                <c:pt idx="2511">
                  <c:v>0.50239999999997698</c:v>
                </c:pt>
                <c:pt idx="2512">
                  <c:v>0.50259999999997695</c:v>
                </c:pt>
                <c:pt idx="2513">
                  <c:v>0.50279999999997704</c:v>
                </c:pt>
                <c:pt idx="2514">
                  <c:v>0.50299999999997702</c:v>
                </c:pt>
                <c:pt idx="2515">
                  <c:v>0.503199999999977</c:v>
                </c:pt>
                <c:pt idx="2516">
                  <c:v>0.50339999999997698</c:v>
                </c:pt>
                <c:pt idx="2517">
                  <c:v>0.50359999999997695</c:v>
                </c:pt>
                <c:pt idx="2518">
                  <c:v>0.50379999999997704</c:v>
                </c:pt>
                <c:pt idx="2519">
                  <c:v>0.50399999999997702</c:v>
                </c:pt>
                <c:pt idx="2520">
                  <c:v>0.504199999999977</c:v>
                </c:pt>
                <c:pt idx="2521">
                  <c:v>0.50439999999997698</c:v>
                </c:pt>
                <c:pt idx="2522">
                  <c:v>0.50459999999997696</c:v>
                </c:pt>
                <c:pt idx="2523">
                  <c:v>0.50479999999997704</c:v>
                </c:pt>
                <c:pt idx="2524">
                  <c:v>0.50499999999997702</c:v>
                </c:pt>
                <c:pt idx="2525">
                  <c:v>0.505199999999977</c:v>
                </c:pt>
                <c:pt idx="2526">
                  <c:v>0.50539999999997698</c:v>
                </c:pt>
                <c:pt idx="2527">
                  <c:v>0.50559999999997696</c:v>
                </c:pt>
                <c:pt idx="2528">
                  <c:v>0.50579999999997705</c:v>
                </c:pt>
                <c:pt idx="2529">
                  <c:v>0.50599999999997702</c:v>
                </c:pt>
                <c:pt idx="2530">
                  <c:v>0.506199999999977</c:v>
                </c:pt>
                <c:pt idx="2531">
                  <c:v>0.50639999999997698</c:v>
                </c:pt>
                <c:pt idx="2532">
                  <c:v>0.50659999999997696</c:v>
                </c:pt>
                <c:pt idx="2533">
                  <c:v>0.50679999999997705</c:v>
                </c:pt>
                <c:pt idx="2534">
                  <c:v>0.50699999999997702</c:v>
                </c:pt>
                <c:pt idx="2535">
                  <c:v>0.507199999999977</c:v>
                </c:pt>
                <c:pt idx="2536">
                  <c:v>0.50739999999997698</c:v>
                </c:pt>
                <c:pt idx="2537">
                  <c:v>0.50759999999997696</c:v>
                </c:pt>
                <c:pt idx="2538">
                  <c:v>0.50779999999997705</c:v>
                </c:pt>
                <c:pt idx="2539">
                  <c:v>0.50799999999997703</c:v>
                </c:pt>
                <c:pt idx="2540">
                  <c:v>0.508199999999977</c:v>
                </c:pt>
                <c:pt idx="2541">
                  <c:v>0.50839999999997698</c:v>
                </c:pt>
                <c:pt idx="2542">
                  <c:v>0.50859999999997696</c:v>
                </c:pt>
                <c:pt idx="2543">
                  <c:v>0.50879999999997705</c:v>
                </c:pt>
                <c:pt idx="2544">
                  <c:v>0.50899999999997703</c:v>
                </c:pt>
                <c:pt idx="2545">
                  <c:v>0.509199999999977</c:v>
                </c:pt>
                <c:pt idx="2546">
                  <c:v>0.50939999999997698</c:v>
                </c:pt>
                <c:pt idx="2547">
                  <c:v>0.50959999999997696</c:v>
                </c:pt>
                <c:pt idx="2548">
                  <c:v>0.50979999999997605</c:v>
                </c:pt>
                <c:pt idx="2549">
                  <c:v>0.50999999999997603</c:v>
                </c:pt>
                <c:pt idx="2550">
                  <c:v>0.51019999999997601</c:v>
                </c:pt>
                <c:pt idx="2551">
                  <c:v>0.51039999999997598</c:v>
                </c:pt>
                <c:pt idx="2552">
                  <c:v>0.51059999999997596</c:v>
                </c:pt>
                <c:pt idx="2553">
                  <c:v>0.51079999999997605</c:v>
                </c:pt>
                <c:pt idx="2554">
                  <c:v>0.51099999999997603</c:v>
                </c:pt>
                <c:pt idx="2555">
                  <c:v>0.51119999999997601</c:v>
                </c:pt>
                <c:pt idx="2556">
                  <c:v>0.51139999999997598</c:v>
                </c:pt>
                <c:pt idx="2557">
                  <c:v>0.51159999999997596</c:v>
                </c:pt>
                <c:pt idx="2558">
                  <c:v>0.51179999999997605</c:v>
                </c:pt>
                <c:pt idx="2559">
                  <c:v>0.51199999999997603</c:v>
                </c:pt>
                <c:pt idx="2560">
                  <c:v>0.51219999999997601</c:v>
                </c:pt>
                <c:pt idx="2561">
                  <c:v>0.51239999999997599</c:v>
                </c:pt>
                <c:pt idx="2562">
                  <c:v>0.51259999999997596</c:v>
                </c:pt>
                <c:pt idx="2563">
                  <c:v>0.51279999999997605</c:v>
                </c:pt>
                <c:pt idx="2564">
                  <c:v>0.51299999999997603</c:v>
                </c:pt>
                <c:pt idx="2565">
                  <c:v>0.51319999999997601</c:v>
                </c:pt>
                <c:pt idx="2566">
                  <c:v>0.51339999999997599</c:v>
                </c:pt>
                <c:pt idx="2567">
                  <c:v>0.51359999999997596</c:v>
                </c:pt>
                <c:pt idx="2568">
                  <c:v>0.51379999999997605</c:v>
                </c:pt>
                <c:pt idx="2569">
                  <c:v>0.51399999999997603</c:v>
                </c:pt>
                <c:pt idx="2570">
                  <c:v>0.51419999999997601</c:v>
                </c:pt>
                <c:pt idx="2571">
                  <c:v>0.51439999999997599</c:v>
                </c:pt>
                <c:pt idx="2572">
                  <c:v>0.51459999999997597</c:v>
                </c:pt>
                <c:pt idx="2573">
                  <c:v>0.51479999999997605</c:v>
                </c:pt>
                <c:pt idx="2574">
                  <c:v>0.51499999999997603</c:v>
                </c:pt>
                <c:pt idx="2575">
                  <c:v>0.51519999999997601</c:v>
                </c:pt>
                <c:pt idx="2576">
                  <c:v>0.51539999999997599</c:v>
                </c:pt>
                <c:pt idx="2577">
                  <c:v>0.51559999999997597</c:v>
                </c:pt>
                <c:pt idx="2578">
                  <c:v>0.51579999999997606</c:v>
                </c:pt>
                <c:pt idx="2579">
                  <c:v>0.51599999999997603</c:v>
                </c:pt>
                <c:pt idx="2580">
                  <c:v>0.51619999999997601</c:v>
                </c:pt>
                <c:pt idx="2581">
                  <c:v>0.51639999999997599</c:v>
                </c:pt>
                <c:pt idx="2582">
                  <c:v>0.51659999999997597</c:v>
                </c:pt>
                <c:pt idx="2583">
                  <c:v>0.51679999999997595</c:v>
                </c:pt>
                <c:pt idx="2584">
                  <c:v>0.51699999999997603</c:v>
                </c:pt>
                <c:pt idx="2585">
                  <c:v>0.51719999999997601</c:v>
                </c:pt>
                <c:pt idx="2586">
                  <c:v>0.51739999999997599</c:v>
                </c:pt>
                <c:pt idx="2587">
                  <c:v>0.51759999999997597</c:v>
                </c:pt>
                <c:pt idx="2588">
                  <c:v>0.51779999999997595</c:v>
                </c:pt>
                <c:pt idx="2589">
                  <c:v>0.51799999999997604</c:v>
                </c:pt>
                <c:pt idx="2590">
                  <c:v>0.51819999999997601</c:v>
                </c:pt>
                <c:pt idx="2591">
                  <c:v>0.51839999999997599</c:v>
                </c:pt>
                <c:pt idx="2592">
                  <c:v>0.51859999999997597</c:v>
                </c:pt>
                <c:pt idx="2593">
                  <c:v>0.51879999999997595</c:v>
                </c:pt>
                <c:pt idx="2594">
                  <c:v>0.51899999999997504</c:v>
                </c:pt>
                <c:pt idx="2595">
                  <c:v>0.51919999999997501</c:v>
                </c:pt>
                <c:pt idx="2596">
                  <c:v>0.51939999999997499</c:v>
                </c:pt>
                <c:pt idx="2597">
                  <c:v>0.51959999999997497</c:v>
                </c:pt>
                <c:pt idx="2598">
                  <c:v>0.51979999999997495</c:v>
                </c:pt>
                <c:pt idx="2599">
                  <c:v>0.51999999999997504</c:v>
                </c:pt>
                <c:pt idx="2600">
                  <c:v>0.52019999999997502</c:v>
                </c:pt>
                <c:pt idx="2601">
                  <c:v>0.52039999999997499</c:v>
                </c:pt>
                <c:pt idx="2602">
                  <c:v>0.52059999999997497</c:v>
                </c:pt>
                <c:pt idx="2603">
                  <c:v>0.52079999999997495</c:v>
                </c:pt>
                <c:pt idx="2604">
                  <c:v>0.52099999999997504</c:v>
                </c:pt>
                <c:pt idx="2605">
                  <c:v>0.52119999999997502</c:v>
                </c:pt>
                <c:pt idx="2606">
                  <c:v>0.52139999999997499</c:v>
                </c:pt>
                <c:pt idx="2607">
                  <c:v>0.52159999999997497</c:v>
                </c:pt>
                <c:pt idx="2608">
                  <c:v>0.52179999999997495</c:v>
                </c:pt>
                <c:pt idx="2609">
                  <c:v>0.52199999999997504</c:v>
                </c:pt>
                <c:pt idx="2610">
                  <c:v>0.52219999999997502</c:v>
                </c:pt>
                <c:pt idx="2611">
                  <c:v>0.522399999999975</c:v>
                </c:pt>
                <c:pt idx="2612">
                  <c:v>0.52259999999997497</c:v>
                </c:pt>
                <c:pt idx="2613">
                  <c:v>0.52279999999997495</c:v>
                </c:pt>
                <c:pt idx="2614">
                  <c:v>0.52299999999997504</c:v>
                </c:pt>
                <c:pt idx="2615">
                  <c:v>0.52319999999997502</c:v>
                </c:pt>
                <c:pt idx="2616">
                  <c:v>0.523399999999975</c:v>
                </c:pt>
                <c:pt idx="2617">
                  <c:v>0.52359999999997497</c:v>
                </c:pt>
                <c:pt idx="2618">
                  <c:v>0.52379999999997495</c:v>
                </c:pt>
                <c:pt idx="2619">
                  <c:v>0.52399999999997504</c:v>
                </c:pt>
                <c:pt idx="2620">
                  <c:v>0.52419999999997502</c:v>
                </c:pt>
                <c:pt idx="2621">
                  <c:v>0.524399999999975</c:v>
                </c:pt>
                <c:pt idx="2622">
                  <c:v>0.52459999999997498</c:v>
                </c:pt>
                <c:pt idx="2623">
                  <c:v>0.52479999999997495</c:v>
                </c:pt>
                <c:pt idx="2624">
                  <c:v>0.52499999999997504</c:v>
                </c:pt>
                <c:pt idx="2625">
                  <c:v>0.52519999999997502</c:v>
                </c:pt>
                <c:pt idx="2626">
                  <c:v>0.525399999999975</c:v>
                </c:pt>
                <c:pt idx="2627">
                  <c:v>0.52559999999997498</c:v>
                </c:pt>
                <c:pt idx="2628">
                  <c:v>0.52579999999997495</c:v>
                </c:pt>
                <c:pt idx="2629">
                  <c:v>0.52599999999997504</c:v>
                </c:pt>
                <c:pt idx="2630">
                  <c:v>0.52619999999997502</c:v>
                </c:pt>
                <c:pt idx="2631">
                  <c:v>0.526399999999975</c:v>
                </c:pt>
                <c:pt idx="2632">
                  <c:v>0.52659999999997498</c:v>
                </c:pt>
                <c:pt idx="2633">
                  <c:v>0.52679999999997495</c:v>
                </c:pt>
                <c:pt idx="2634">
                  <c:v>0.52699999999997504</c:v>
                </c:pt>
                <c:pt idx="2635">
                  <c:v>0.52719999999997502</c:v>
                </c:pt>
                <c:pt idx="2636">
                  <c:v>0.527399999999975</c:v>
                </c:pt>
                <c:pt idx="2637">
                  <c:v>0.52759999999997498</c:v>
                </c:pt>
                <c:pt idx="2638">
                  <c:v>0.52779999999997496</c:v>
                </c:pt>
                <c:pt idx="2639">
                  <c:v>0.52799999999997405</c:v>
                </c:pt>
                <c:pt idx="2640">
                  <c:v>0.52819999999997402</c:v>
                </c:pt>
                <c:pt idx="2641">
                  <c:v>0.528399999999974</c:v>
                </c:pt>
                <c:pt idx="2642">
                  <c:v>0.52859999999997398</c:v>
                </c:pt>
                <c:pt idx="2643">
                  <c:v>0.52879999999997396</c:v>
                </c:pt>
                <c:pt idx="2644">
                  <c:v>0.52899999999997405</c:v>
                </c:pt>
                <c:pt idx="2645">
                  <c:v>0.52919999999997402</c:v>
                </c:pt>
                <c:pt idx="2646">
                  <c:v>0.529399999999974</c:v>
                </c:pt>
                <c:pt idx="2647">
                  <c:v>0.52959999999997398</c:v>
                </c:pt>
                <c:pt idx="2648">
                  <c:v>0.52979999999997396</c:v>
                </c:pt>
                <c:pt idx="2649">
                  <c:v>0.52999999999997405</c:v>
                </c:pt>
                <c:pt idx="2650">
                  <c:v>0.53019999999997403</c:v>
                </c:pt>
                <c:pt idx="2651">
                  <c:v>0.530399999999974</c:v>
                </c:pt>
                <c:pt idx="2652">
                  <c:v>0.53059999999997398</c:v>
                </c:pt>
                <c:pt idx="2653">
                  <c:v>0.53079999999997396</c:v>
                </c:pt>
                <c:pt idx="2654">
                  <c:v>0.53099999999997405</c:v>
                </c:pt>
                <c:pt idx="2655">
                  <c:v>0.53119999999997403</c:v>
                </c:pt>
                <c:pt idx="2656">
                  <c:v>0.531399999999974</c:v>
                </c:pt>
                <c:pt idx="2657">
                  <c:v>0.53159999999997398</c:v>
                </c:pt>
                <c:pt idx="2658">
                  <c:v>0.53179999999997396</c:v>
                </c:pt>
                <c:pt idx="2659">
                  <c:v>0.53199999999997405</c:v>
                </c:pt>
                <c:pt idx="2660">
                  <c:v>0.53219999999997403</c:v>
                </c:pt>
                <c:pt idx="2661">
                  <c:v>0.53239999999997401</c:v>
                </c:pt>
                <c:pt idx="2662">
                  <c:v>0.53259999999997398</c:v>
                </c:pt>
                <c:pt idx="2663">
                  <c:v>0.53279999999997396</c:v>
                </c:pt>
                <c:pt idx="2664">
                  <c:v>0.53299999999997405</c:v>
                </c:pt>
                <c:pt idx="2665">
                  <c:v>0.53319999999997403</c:v>
                </c:pt>
                <c:pt idx="2666">
                  <c:v>0.53339999999997401</c:v>
                </c:pt>
                <c:pt idx="2667">
                  <c:v>0.53359999999997398</c:v>
                </c:pt>
                <c:pt idx="2668">
                  <c:v>0.53379999999997396</c:v>
                </c:pt>
                <c:pt idx="2669">
                  <c:v>0.53399999999997405</c:v>
                </c:pt>
                <c:pt idx="2670">
                  <c:v>0.53419999999997403</c:v>
                </c:pt>
                <c:pt idx="2671">
                  <c:v>0.53439999999997401</c:v>
                </c:pt>
                <c:pt idx="2672">
                  <c:v>0.53459999999997398</c:v>
                </c:pt>
                <c:pt idx="2673">
                  <c:v>0.53479999999997396</c:v>
                </c:pt>
                <c:pt idx="2674">
                  <c:v>0.53499999999997405</c:v>
                </c:pt>
                <c:pt idx="2675">
                  <c:v>0.53519999999997403</c:v>
                </c:pt>
                <c:pt idx="2676">
                  <c:v>0.53539999999997401</c:v>
                </c:pt>
                <c:pt idx="2677">
                  <c:v>0.53559999999997399</c:v>
                </c:pt>
                <c:pt idx="2678">
                  <c:v>0.53579999999997396</c:v>
                </c:pt>
                <c:pt idx="2679">
                  <c:v>0.53599999999997405</c:v>
                </c:pt>
                <c:pt idx="2680">
                  <c:v>0.53619999999997403</c:v>
                </c:pt>
                <c:pt idx="2681">
                  <c:v>0.53639999999997401</c:v>
                </c:pt>
                <c:pt idx="2682">
                  <c:v>0.53659999999997399</c:v>
                </c:pt>
                <c:pt idx="2683">
                  <c:v>0.53679999999997396</c:v>
                </c:pt>
                <c:pt idx="2684">
                  <c:v>0.53699999999997305</c:v>
                </c:pt>
                <c:pt idx="2685">
                  <c:v>0.53719999999997303</c:v>
                </c:pt>
                <c:pt idx="2686">
                  <c:v>0.53739999999997301</c:v>
                </c:pt>
                <c:pt idx="2687">
                  <c:v>0.53759999999997299</c:v>
                </c:pt>
                <c:pt idx="2688">
                  <c:v>0.53779999999997297</c:v>
                </c:pt>
                <c:pt idx="2689">
                  <c:v>0.53799999999997306</c:v>
                </c:pt>
                <c:pt idx="2690">
                  <c:v>0.53819999999997303</c:v>
                </c:pt>
                <c:pt idx="2691">
                  <c:v>0.53839999999997301</c:v>
                </c:pt>
                <c:pt idx="2692">
                  <c:v>0.53859999999997299</c:v>
                </c:pt>
                <c:pt idx="2693">
                  <c:v>0.53879999999997297</c:v>
                </c:pt>
                <c:pt idx="2694">
                  <c:v>0.53899999999997295</c:v>
                </c:pt>
                <c:pt idx="2695">
                  <c:v>0.53919999999997303</c:v>
                </c:pt>
                <c:pt idx="2696">
                  <c:v>0.53939999999997301</c:v>
                </c:pt>
                <c:pt idx="2697">
                  <c:v>0.53959999999997299</c:v>
                </c:pt>
                <c:pt idx="2698">
                  <c:v>0.53979999999997297</c:v>
                </c:pt>
                <c:pt idx="2699">
                  <c:v>0.53999999999997295</c:v>
                </c:pt>
                <c:pt idx="2700">
                  <c:v>0.54019999999997304</c:v>
                </c:pt>
                <c:pt idx="2701">
                  <c:v>0.54039999999997301</c:v>
                </c:pt>
                <c:pt idx="2702">
                  <c:v>0.54059999999997299</c:v>
                </c:pt>
                <c:pt idx="2703">
                  <c:v>0.54079999999997297</c:v>
                </c:pt>
                <c:pt idx="2704">
                  <c:v>0.54099999999997295</c:v>
                </c:pt>
                <c:pt idx="2705">
                  <c:v>0.54119999999997304</c:v>
                </c:pt>
                <c:pt idx="2706">
                  <c:v>0.54139999999997301</c:v>
                </c:pt>
                <c:pt idx="2707">
                  <c:v>0.54159999999997299</c:v>
                </c:pt>
                <c:pt idx="2708">
                  <c:v>0.54179999999997297</c:v>
                </c:pt>
                <c:pt idx="2709">
                  <c:v>0.54199999999997295</c:v>
                </c:pt>
                <c:pt idx="2710">
                  <c:v>0.54219999999997304</c:v>
                </c:pt>
                <c:pt idx="2711">
                  <c:v>0.54239999999997301</c:v>
                </c:pt>
                <c:pt idx="2712">
                  <c:v>0.54259999999997299</c:v>
                </c:pt>
                <c:pt idx="2713">
                  <c:v>0.54279999999997297</c:v>
                </c:pt>
                <c:pt idx="2714">
                  <c:v>0.54299999999997295</c:v>
                </c:pt>
                <c:pt idx="2715">
                  <c:v>0.54319999999997304</c:v>
                </c:pt>
                <c:pt idx="2716">
                  <c:v>0.54339999999997302</c:v>
                </c:pt>
                <c:pt idx="2717">
                  <c:v>0.54359999999997299</c:v>
                </c:pt>
                <c:pt idx="2718">
                  <c:v>0.54379999999997297</c:v>
                </c:pt>
                <c:pt idx="2719">
                  <c:v>0.54399999999997295</c:v>
                </c:pt>
                <c:pt idx="2720">
                  <c:v>0.54419999999997304</c:v>
                </c:pt>
                <c:pt idx="2721">
                  <c:v>0.54439999999997302</c:v>
                </c:pt>
                <c:pt idx="2722">
                  <c:v>0.54459999999997299</c:v>
                </c:pt>
                <c:pt idx="2723">
                  <c:v>0.54479999999997297</c:v>
                </c:pt>
                <c:pt idx="2724">
                  <c:v>0.54499999999997295</c:v>
                </c:pt>
                <c:pt idx="2725">
                  <c:v>0.54519999999997304</c:v>
                </c:pt>
                <c:pt idx="2726">
                  <c:v>0.54539999999997302</c:v>
                </c:pt>
                <c:pt idx="2727">
                  <c:v>0.545599999999973</c:v>
                </c:pt>
                <c:pt idx="2728">
                  <c:v>0.54579999999997297</c:v>
                </c:pt>
                <c:pt idx="2729">
                  <c:v>0.54599999999997295</c:v>
                </c:pt>
                <c:pt idx="2730">
                  <c:v>0.54619999999997204</c:v>
                </c:pt>
                <c:pt idx="2731">
                  <c:v>0.54639999999997202</c:v>
                </c:pt>
                <c:pt idx="2732">
                  <c:v>0.546599999999972</c:v>
                </c:pt>
                <c:pt idx="2733">
                  <c:v>0.54679999999997198</c:v>
                </c:pt>
                <c:pt idx="2734">
                  <c:v>0.54699999999997195</c:v>
                </c:pt>
                <c:pt idx="2735">
                  <c:v>0.54719999999997204</c:v>
                </c:pt>
                <c:pt idx="2736">
                  <c:v>0.54739999999997202</c:v>
                </c:pt>
                <c:pt idx="2737">
                  <c:v>0.547599999999972</c:v>
                </c:pt>
                <c:pt idx="2738">
                  <c:v>0.54779999999997198</c:v>
                </c:pt>
                <c:pt idx="2739">
                  <c:v>0.54799999999997195</c:v>
                </c:pt>
                <c:pt idx="2740">
                  <c:v>0.54819999999997204</c:v>
                </c:pt>
                <c:pt idx="2741">
                  <c:v>0.54839999999997202</c:v>
                </c:pt>
                <c:pt idx="2742">
                  <c:v>0.548599999999972</c:v>
                </c:pt>
                <c:pt idx="2743">
                  <c:v>0.54879999999997198</c:v>
                </c:pt>
                <c:pt idx="2744">
                  <c:v>0.54899999999997195</c:v>
                </c:pt>
                <c:pt idx="2745">
                  <c:v>0.54919999999997204</c:v>
                </c:pt>
                <c:pt idx="2746">
                  <c:v>0.54939999999997202</c:v>
                </c:pt>
                <c:pt idx="2747">
                  <c:v>0.549599999999972</c:v>
                </c:pt>
                <c:pt idx="2748">
                  <c:v>0.54979999999997198</c:v>
                </c:pt>
                <c:pt idx="2749">
                  <c:v>0.54999999999997196</c:v>
                </c:pt>
                <c:pt idx="2750">
                  <c:v>0.55019999999997204</c:v>
                </c:pt>
                <c:pt idx="2751">
                  <c:v>0.55039999999997202</c:v>
                </c:pt>
                <c:pt idx="2752">
                  <c:v>0.550599999999972</c:v>
                </c:pt>
                <c:pt idx="2753">
                  <c:v>0.55079999999997198</c:v>
                </c:pt>
                <c:pt idx="2754">
                  <c:v>0.55099999999997196</c:v>
                </c:pt>
                <c:pt idx="2755">
                  <c:v>0.55119999999997205</c:v>
                </c:pt>
                <c:pt idx="2756">
                  <c:v>0.55139999999997202</c:v>
                </c:pt>
                <c:pt idx="2757">
                  <c:v>0.551599999999972</c:v>
                </c:pt>
                <c:pt idx="2758">
                  <c:v>0.55179999999997198</c:v>
                </c:pt>
                <c:pt idx="2759">
                  <c:v>0.55199999999997196</c:v>
                </c:pt>
                <c:pt idx="2760">
                  <c:v>0.55219999999997205</c:v>
                </c:pt>
                <c:pt idx="2761">
                  <c:v>0.55239999999997202</c:v>
                </c:pt>
                <c:pt idx="2762">
                  <c:v>0.552599999999972</c:v>
                </c:pt>
                <c:pt idx="2763">
                  <c:v>0.55279999999997198</c:v>
                </c:pt>
                <c:pt idx="2764">
                  <c:v>0.55299999999997196</c:v>
                </c:pt>
                <c:pt idx="2765">
                  <c:v>0.55319999999997205</c:v>
                </c:pt>
                <c:pt idx="2766">
                  <c:v>0.55339999999997203</c:v>
                </c:pt>
                <c:pt idx="2767">
                  <c:v>0.553599999999972</c:v>
                </c:pt>
                <c:pt idx="2768">
                  <c:v>0.55379999999997198</c:v>
                </c:pt>
                <c:pt idx="2769">
                  <c:v>0.55399999999997196</c:v>
                </c:pt>
                <c:pt idx="2770">
                  <c:v>0.55419999999997205</c:v>
                </c:pt>
                <c:pt idx="2771">
                  <c:v>0.55439999999997203</c:v>
                </c:pt>
                <c:pt idx="2772">
                  <c:v>0.554599999999972</c:v>
                </c:pt>
                <c:pt idx="2773">
                  <c:v>0.55479999999997198</c:v>
                </c:pt>
                <c:pt idx="2774">
                  <c:v>0.55499999999997196</c:v>
                </c:pt>
                <c:pt idx="2775">
                  <c:v>0.55519999999997105</c:v>
                </c:pt>
                <c:pt idx="2776">
                  <c:v>0.55539999999997103</c:v>
                </c:pt>
                <c:pt idx="2777">
                  <c:v>0.55559999999997101</c:v>
                </c:pt>
                <c:pt idx="2778">
                  <c:v>0.55579999999997098</c:v>
                </c:pt>
                <c:pt idx="2779">
                  <c:v>0.55599999999997096</c:v>
                </c:pt>
                <c:pt idx="2780">
                  <c:v>0.55619999999997105</c:v>
                </c:pt>
                <c:pt idx="2781">
                  <c:v>0.55639999999997103</c:v>
                </c:pt>
                <c:pt idx="2782">
                  <c:v>0.55659999999997101</c:v>
                </c:pt>
                <c:pt idx="2783">
                  <c:v>0.55679999999997098</c:v>
                </c:pt>
                <c:pt idx="2784">
                  <c:v>0.55699999999997096</c:v>
                </c:pt>
                <c:pt idx="2785">
                  <c:v>0.55719999999997105</c:v>
                </c:pt>
                <c:pt idx="2786">
                  <c:v>0.55739999999997103</c:v>
                </c:pt>
                <c:pt idx="2787">
                  <c:v>0.55759999999997101</c:v>
                </c:pt>
                <c:pt idx="2788">
                  <c:v>0.55779999999997099</c:v>
                </c:pt>
                <c:pt idx="2789">
                  <c:v>0.55799999999997096</c:v>
                </c:pt>
                <c:pt idx="2790">
                  <c:v>0.55819999999997105</c:v>
                </c:pt>
                <c:pt idx="2791">
                  <c:v>0.55839999999997103</c:v>
                </c:pt>
                <c:pt idx="2792">
                  <c:v>0.55859999999997101</c:v>
                </c:pt>
                <c:pt idx="2793">
                  <c:v>0.55879999999997099</c:v>
                </c:pt>
                <c:pt idx="2794">
                  <c:v>0.55899999999997096</c:v>
                </c:pt>
                <c:pt idx="2795">
                  <c:v>0.55919999999997105</c:v>
                </c:pt>
                <c:pt idx="2796">
                  <c:v>0.55939999999997103</c:v>
                </c:pt>
                <c:pt idx="2797">
                  <c:v>0.55959999999997101</c:v>
                </c:pt>
                <c:pt idx="2798">
                  <c:v>0.55979999999997099</c:v>
                </c:pt>
                <c:pt idx="2799">
                  <c:v>0.55999999999997097</c:v>
                </c:pt>
                <c:pt idx="2800">
                  <c:v>0.56019999999997105</c:v>
                </c:pt>
                <c:pt idx="2801">
                  <c:v>0.56039999999997103</c:v>
                </c:pt>
                <c:pt idx="2802">
                  <c:v>0.56059999999997101</c:v>
                </c:pt>
                <c:pt idx="2803">
                  <c:v>0.56079999999997099</c:v>
                </c:pt>
                <c:pt idx="2804">
                  <c:v>0.56099999999997097</c:v>
                </c:pt>
                <c:pt idx="2805">
                  <c:v>0.56119999999997106</c:v>
                </c:pt>
                <c:pt idx="2806">
                  <c:v>0.56139999999997103</c:v>
                </c:pt>
                <c:pt idx="2807">
                  <c:v>0.56159999999997101</c:v>
                </c:pt>
                <c:pt idx="2808">
                  <c:v>0.56179999999997099</c:v>
                </c:pt>
                <c:pt idx="2809">
                  <c:v>0.56199999999997097</c:v>
                </c:pt>
                <c:pt idx="2810">
                  <c:v>0.56219999999997095</c:v>
                </c:pt>
                <c:pt idx="2811">
                  <c:v>0.56239999999997103</c:v>
                </c:pt>
                <c:pt idx="2812">
                  <c:v>0.56259999999997101</c:v>
                </c:pt>
                <c:pt idx="2813">
                  <c:v>0.56279999999997099</c:v>
                </c:pt>
                <c:pt idx="2814">
                  <c:v>0.56299999999997097</c:v>
                </c:pt>
                <c:pt idx="2815">
                  <c:v>0.56319999999997095</c:v>
                </c:pt>
                <c:pt idx="2816">
                  <c:v>0.56339999999997104</c:v>
                </c:pt>
                <c:pt idx="2817">
                  <c:v>0.56359999999997101</c:v>
                </c:pt>
                <c:pt idx="2818">
                  <c:v>0.56379999999997099</c:v>
                </c:pt>
                <c:pt idx="2819">
                  <c:v>0.56399999999997097</c:v>
                </c:pt>
                <c:pt idx="2820">
                  <c:v>0.56419999999997095</c:v>
                </c:pt>
                <c:pt idx="2821">
                  <c:v>0.56439999999997004</c:v>
                </c:pt>
                <c:pt idx="2822">
                  <c:v>0.56459999999997001</c:v>
                </c:pt>
                <c:pt idx="2823">
                  <c:v>0.56479999999996999</c:v>
                </c:pt>
                <c:pt idx="2824">
                  <c:v>0.56499999999996997</c:v>
                </c:pt>
                <c:pt idx="2825">
                  <c:v>0.56519999999996995</c:v>
                </c:pt>
                <c:pt idx="2826">
                  <c:v>0.56539999999997004</c:v>
                </c:pt>
                <c:pt idx="2827">
                  <c:v>0.56559999999997002</c:v>
                </c:pt>
                <c:pt idx="2828">
                  <c:v>0.56579999999996999</c:v>
                </c:pt>
                <c:pt idx="2829">
                  <c:v>0.56599999999996997</c:v>
                </c:pt>
                <c:pt idx="2830">
                  <c:v>0.56619999999996995</c:v>
                </c:pt>
                <c:pt idx="2831">
                  <c:v>0.56639999999997004</c:v>
                </c:pt>
                <c:pt idx="2832">
                  <c:v>0.56659999999997002</c:v>
                </c:pt>
                <c:pt idx="2833">
                  <c:v>0.56679999999996999</c:v>
                </c:pt>
                <c:pt idx="2834">
                  <c:v>0.56699999999996997</c:v>
                </c:pt>
                <c:pt idx="2835">
                  <c:v>0.56719999999996995</c:v>
                </c:pt>
                <c:pt idx="2836">
                  <c:v>0.56739999999997004</c:v>
                </c:pt>
                <c:pt idx="2837">
                  <c:v>0.56759999999997002</c:v>
                </c:pt>
                <c:pt idx="2838">
                  <c:v>0.56779999999997</c:v>
                </c:pt>
                <c:pt idx="2839">
                  <c:v>0.56799999999996997</c:v>
                </c:pt>
                <c:pt idx="2840">
                  <c:v>0.56819999999996995</c:v>
                </c:pt>
                <c:pt idx="2841">
                  <c:v>0.56839999999997004</c:v>
                </c:pt>
                <c:pt idx="2842">
                  <c:v>0.56859999999997002</c:v>
                </c:pt>
                <c:pt idx="2843">
                  <c:v>0.56879999999997</c:v>
                </c:pt>
                <c:pt idx="2844">
                  <c:v>0.56899999999996997</c:v>
                </c:pt>
                <c:pt idx="2845">
                  <c:v>0.56919999999996995</c:v>
                </c:pt>
                <c:pt idx="2846">
                  <c:v>0.56939999999997004</c:v>
                </c:pt>
                <c:pt idx="2847">
                  <c:v>0.56959999999997002</c:v>
                </c:pt>
                <c:pt idx="2848">
                  <c:v>0.56979999999997</c:v>
                </c:pt>
                <c:pt idx="2849">
                  <c:v>0.56999999999996998</c:v>
                </c:pt>
                <c:pt idx="2850">
                  <c:v>0.57019999999996995</c:v>
                </c:pt>
                <c:pt idx="2851">
                  <c:v>0.57039999999997004</c:v>
                </c:pt>
                <c:pt idx="2852">
                  <c:v>0.57059999999997002</c:v>
                </c:pt>
                <c:pt idx="2853">
                  <c:v>0.57079999999997</c:v>
                </c:pt>
                <c:pt idx="2854">
                  <c:v>0.57099999999996998</c:v>
                </c:pt>
                <c:pt idx="2855">
                  <c:v>0.57119999999996995</c:v>
                </c:pt>
                <c:pt idx="2856">
                  <c:v>0.57139999999997004</c:v>
                </c:pt>
                <c:pt idx="2857">
                  <c:v>0.57159999999997002</c:v>
                </c:pt>
                <c:pt idx="2858">
                  <c:v>0.57179999999997</c:v>
                </c:pt>
                <c:pt idx="2859">
                  <c:v>0.57199999999996998</c:v>
                </c:pt>
                <c:pt idx="2860">
                  <c:v>0.57219999999996995</c:v>
                </c:pt>
                <c:pt idx="2861">
                  <c:v>0.57239999999997004</c:v>
                </c:pt>
                <c:pt idx="2862">
                  <c:v>0.57259999999997002</c:v>
                </c:pt>
                <c:pt idx="2863">
                  <c:v>0.57279999999997</c:v>
                </c:pt>
                <c:pt idx="2864">
                  <c:v>0.57299999999996998</c:v>
                </c:pt>
                <c:pt idx="2865">
                  <c:v>0.57319999999996996</c:v>
                </c:pt>
                <c:pt idx="2866">
                  <c:v>0.57339999999996905</c:v>
                </c:pt>
                <c:pt idx="2867">
                  <c:v>0.57359999999996902</c:v>
                </c:pt>
                <c:pt idx="2868">
                  <c:v>0.573799999999969</c:v>
                </c:pt>
                <c:pt idx="2869">
                  <c:v>0.57399999999996898</c:v>
                </c:pt>
                <c:pt idx="2870">
                  <c:v>0.57419999999996896</c:v>
                </c:pt>
                <c:pt idx="2871">
                  <c:v>0.57439999999996905</c:v>
                </c:pt>
                <c:pt idx="2872">
                  <c:v>0.57459999999996902</c:v>
                </c:pt>
                <c:pt idx="2873">
                  <c:v>0.574799999999969</c:v>
                </c:pt>
                <c:pt idx="2874">
                  <c:v>0.57499999999996898</c:v>
                </c:pt>
                <c:pt idx="2875">
                  <c:v>0.57519999999996896</c:v>
                </c:pt>
                <c:pt idx="2876">
                  <c:v>0.57539999999996905</c:v>
                </c:pt>
                <c:pt idx="2877">
                  <c:v>0.57559999999996903</c:v>
                </c:pt>
                <c:pt idx="2878">
                  <c:v>0.575799999999969</c:v>
                </c:pt>
                <c:pt idx="2879">
                  <c:v>0.57599999999996898</c:v>
                </c:pt>
                <c:pt idx="2880">
                  <c:v>0.57619999999996896</c:v>
                </c:pt>
                <c:pt idx="2881">
                  <c:v>0.57639999999996905</c:v>
                </c:pt>
                <c:pt idx="2882">
                  <c:v>0.57659999999996903</c:v>
                </c:pt>
                <c:pt idx="2883">
                  <c:v>0.576799999999969</c:v>
                </c:pt>
                <c:pt idx="2884">
                  <c:v>0.57699999999996898</c:v>
                </c:pt>
                <c:pt idx="2885">
                  <c:v>0.57719999999996896</c:v>
                </c:pt>
                <c:pt idx="2886">
                  <c:v>0.57739999999996905</c:v>
                </c:pt>
                <c:pt idx="2887">
                  <c:v>0.57759999999996903</c:v>
                </c:pt>
                <c:pt idx="2888">
                  <c:v>0.57779999999996901</c:v>
                </c:pt>
                <c:pt idx="2889">
                  <c:v>0.57799999999996898</c:v>
                </c:pt>
                <c:pt idx="2890">
                  <c:v>0.57819999999996896</c:v>
                </c:pt>
                <c:pt idx="2891">
                  <c:v>0.57839999999996905</c:v>
                </c:pt>
                <c:pt idx="2892">
                  <c:v>0.57859999999996903</c:v>
                </c:pt>
                <c:pt idx="2893">
                  <c:v>0.57879999999996901</c:v>
                </c:pt>
                <c:pt idx="2894">
                  <c:v>0.57899999999996898</c:v>
                </c:pt>
                <c:pt idx="2895">
                  <c:v>0.57919999999996896</c:v>
                </c:pt>
                <c:pt idx="2896">
                  <c:v>0.57939999999996905</c:v>
                </c:pt>
                <c:pt idx="2897">
                  <c:v>0.57959999999996903</c:v>
                </c:pt>
                <c:pt idx="2898">
                  <c:v>0.57979999999996901</c:v>
                </c:pt>
                <c:pt idx="2899">
                  <c:v>0.57999999999996898</c:v>
                </c:pt>
                <c:pt idx="2900">
                  <c:v>0.58019999999996896</c:v>
                </c:pt>
                <c:pt idx="2901">
                  <c:v>0.58039999999996905</c:v>
                </c:pt>
                <c:pt idx="2902">
                  <c:v>0.58059999999996903</c:v>
                </c:pt>
                <c:pt idx="2903">
                  <c:v>0.58079999999996901</c:v>
                </c:pt>
                <c:pt idx="2904">
                  <c:v>0.58099999999996899</c:v>
                </c:pt>
                <c:pt idx="2905">
                  <c:v>0.58119999999996896</c:v>
                </c:pt>
                <c:pt idx="2906">
                  <c:v>0.58139999999996905</c:v>
                </c:pt>
                <c:pt idx="2907">
                  <c:v>0.58159999999996903</c:v>
                </c:pt>
                <c:pt idx="2908">
                  <c:v>0.58179999999996901</c:v>
                </c:pt>
                <c:pt idx="2909">
                  <c:v>0.58199999999996899</c:v>
                </c:pt>
                <c:pt idx="2910">
                  <c:v>0.58219999999996896</c:v>
                </c:pt>
                <c:pt idx="2911">
                  <c:v>0.58239999999996805</c:v>
                </c:pt>
                <c:pt idx="2912">
                  <c:v>0.58259999999996803</c:v>
                </c:pt>
                <c:pt idx="2913">
                  <c:v>0.58279999999996801</c:v>
                </c:pt>
                <c:pt idx="2914">
                  <c:v>0.58299999999996799</c:v>
                </c:pt>
                <c:pt idx="2915">
                  <c:v>0.58319999999996797</c:v>
                </c:pt>
                <c:pt idx="2916">
                  <c:v>0.58339999999996806</c:v>
                </c:pt>
                <c:pt idx="2917">
                  <c:v>0.58359999999996803</c:v>
                </c:pt>
                <c:pt idx="2918">
                  <c:v>0.58379999999996801</c:v>
                </c:pt>
                <c:pt idx="2919">
                  <c:v>0.58399999999996799</c:v>
                </c:pt>
                <c:pt idx="2920">
                  <c:v>0.58419999999996797</c:v>
                </c:pt>
                <c:pt idx="2921">
                  <c:v>0.58439999999996795</c:v>
                </c:pt>
                <c:pt idx="2922">
                  <c:v>0.58459999999996803</c:v>
                </c:pt>
                <c:pt idx="2923">
                  <c:v>0.58479999999996801</c:v>
                </c:pt>
                <c:pt idx="2924">
                  <c:v>0.58499999999996799</c:v>
                </c:pt>
                <c:pt idx="2925">
                  <c:v>0.58519999999996797</c:v>
                </c:pt>
                <c:pt idx="2926">
                  <c:v>0.58539999999996795</c:v>
                </c:pt>
                <c:pt idx="2927">
                  <c:v>0.58559999999996803</c:v>
                </c:pt>
                <c:pt idx="2928">
                  <c:v>0.58579999999996801</c:v>
                </c:pt>
                <c:pt idx="2929">
                  <c:v>0.58599999999996799</c:v>
                </c:pt>
                <c:pt idx="2930">
                  <c:v>0.58619999999996797</c:v>
                </c:pt>
                <c:pt idx="2931">
                  <c:v>0.58639999999996795</c:v>
                </c:pt>
                <c:pt idx="2932">
                  <c:v>0.58659999999996804</c:v>
                </c:pt>
                <c:pt idx="2933">
                  <c:v>0.58679999999996801</c:v>
                </c:pt>
                <c:pt idx="2934">
                  <c:v>0.58699999999996799</c:v>
                </c:pt>
                <c:pt idx="2935">
                  <c:v>0.58719999999996797</c:v>
                </c:pt>
                <c:pt idx="2936">
                  <c:v>0.58739999999996795</c:v>
                </c:pt>
                <c:pt idx="2937">
                  <c:v>0.58759999999996804</c:v>
                </c:pt>
                <c:pt idx="2938">
                  <c:v>0.58779999999996801</c:v>
                </c:pt>
                <c:pt idx="2939">
                  <c:v>0.58799999999996799</c:v>
                </c:pt>
                <c:pt idx="2940">
                  <c:v>0.58819999999996797</c:v>
                </c:pt>
                <c:pt idx="2941">
                  <c:v>0.58839999999996795</c:v>
                </c:pt>
                <c:pt idx="2942">
                  <c:v>0.58859999999996804</c:v>
                </c:pt>
                <c:pt idx="2943">
                  <c:v>0.58879999999996802</c:v>
                </c:pt>
                <c:pt idx="2944">
                  <c:v>0.58899999999996799</c:v>
                </c:pt>
                <c:pt idx="2945">
                  <c:v>0.58919999999996797</c:v>
                </c:pt>
                <c:pt idx="2946">
                  <c:v>0.58939999999996795</c:v>
                </c:pt>
                <c:pt idx="2947">
                  <c:v>0.58959999999996804</c:v>
                </c:pt>
                <c:pt idx="2948">
                  <c:v>0.58979999999996802</c:v>
                </c:pt>
                <c:pt idx="2949">
                  <c:v>0.58999999999996799</c:v>
                </c:pt>
                <c:pt idx="2950">
                  <c:v>0.59019999999996797</c:v>
                </c:pt>
                <c:pt idx="2951">
                  <c:v>0.59039999999996795</c:v>
                </c:pt>
                <c:pt idx="2952">
                  <c:v>0.59059999999996804</c:v>
                </c:pt>
                <c:pt idx="2953">
                  <c:v>0.59079999999996802</c:v>
                </c:pt>
                <c:pt idx="2954">
                  <c:v>0.590999999999968</c:v>
                </c:pt>
                <c:pt idx="2955">
                  <c:v>0.59119999999996797</c:v>
                </c:pt>
                <c:pt idx="2956">
                  <c:v>0.59139999999996795</c:v>
                </c:pt>
                <c:pt idx="2957">
                  <c:v>0.59159999999996704</c:v>
                </c:pt>
                <c:pt idx="2958">
                  <c:v>0.59179999999996702</c:v>
                </c:pt>
                <c:pt idx="2959">
                  <c:v>0.591999999999967</c:v>
                </c:pt>
                <c:pt idx="2960">
                  <c:v>0.59219999999996698</c:v>
                </c:pt>
                <c:pt idx="2961">
                  <c:v>0.59239999999996695</c:v>
                </c:pt>
                <c:pt idx="2962">
                  <c:v>0.59259999999996704</c:v>
                </c:pt>
                <c:pt idx="2963">
                  <c:v>0.59279999999996702</c:v>
                </c:pt>
                <c:pt idx="2964">
                  <c:v>0.592999999999967</c:v>
                </c:pt>
                <c:pt idx="2965">
                  <c:v>0.59319999999996698</c:v>
                </c:pt>
                <c:pt idx="2966">
                  <c:v>0.59339999999996695</c:v>
                </c:pt>
                <c:pt idx="2967">
                  <c:v>0.59359999999996704</c:v>
                </c:pt>
                <c:pt idx="2968">
                  <c:v>0.59379999999996702</c:v>
                </c:pt>
                <c:pt idx="2969">
                  <c:v>0.593999999999967</c:v>
                </c:pt>
                <c:pt idx="2970">
                  <c:v>0.59419999999996698</c:v>
                </c:pt>
                <c:pt idx="2971">
                  <c:v>0.59439999999996695</c:v>
                </c:pt>
                <c:pt idx="2972">
                  <c:v>0.59459999999996704</c:v>
                </c:pt>
                <c:pt idx="2973">
                  <c:v>0.59479999999996702</c:v>
                </c:pt>
                <c:pt idx="2974">
                  <c:v>0.594999999999967</c:v>
                </c:pt>
                <c:pt idx="2975">
                  <c:v>0.59519999999996698</c:v>
                </c:pt>
                <c:pt idx="2976">
                  <c:v>0.59539999999996696</c:v>
                </c:pt>
                <c:pt idx="2977">
                  <c:v>0.59559999999996704</c:v>
                </c:pt>
                <c:pt idx="2978">
                  <c:v>0.59579999999996702</c:v>
                </c:pt>
                <c:pt idx="2979">
                  <c:v>0.595999999999967</c:v>
                </c:pt>
                <c:pt idx="2980">
                  <c:v>0.59619999999996698</c:v>
                </c:pt>
                <c:pt idx="2981">
                  <c:v>0.59639999999996696</c:v>
                </c:pt>
                <c:pt idx="2982">
                  <c:v>0.59659999999996705</c:v>
                </c:pt>
                <c:pt idx="2983">
                  <c:v>0.59679999999996702</c:v>
                </c:pt>
                <c:pt idx="2984">
                  <c:v>0.596999999999967</c:v>
                </c:pt>
                <c:pt idx="2985">
                  <c:v>0.59719999999996698</c:v>
                </c:pt>
                <c:pt idx="2986">
                  <c:v>0.59739999999996696</c:v>
                </c:pt>
                <c:pt idx="2987">
                  <c:v>0.59759999999996705</c:v>
                </c:pt>
                <c:pt idx="2988">
                  <c:v>0.59779999999996702</c:v>
                </c:pt>
                <c:pt idx="2989">
                  <c:v>0.597999999999967</c:v>
                </c:pt>
                <c:pt idx="2990">
                  <c:v>0.59819999999996698</c:v>
                </c:pt>
                <c:pt idx="2991">
                  <c:v>0.59839999999996696</c:v>
                </c:pt>
                <c:pt idx="2992">
                  <c:v>0.59859999999996705</c:v>
                </c:pt>
                <c:pt idx="2993">
                  <c:v>0.59879999999996703</c:v>
                </c:pt>
                <c:pt idx="2994">
                  <c:v>0.598999999999967</c:v>
                </c:pt>
                <c:pt idx="2995">
                  <c:v>0.59919999999996698</c:v>
                </c:pt>
                <c:pt idx="2996">
                  <c:v>0.59939999999996696</c:v>
                </c:pt>
                <c:pt idx="2997">
                  <c:v>0.59959999999996705</c:v>
                </c:pt>
                <c:pt idx="2998">
                  <c:v>0.59979999999996703</c:v>
                </c:pt>
                <c:pt idx="2999">
                  <c:v>0.599999999999967</c:v>
                </c:pt>
                <c:pt idx="3000">
                  <c:v>0.60019999999996698</c:v>
                </c:pt>
                <c:pt idx="3001">
                  <c:v>0.60039999999996696</c:v>
                </c:pt>
                <c:pt idx="3002">
                  <c:v>0.60059999999996605</c:v>
                </c:pt>
                <c:pt idx="3003">
                  <c:v>0.60079999999996603</c:v>
                </c:pt>
                <c:pt idx="3004">
                  <c:v>0.60099999999996601</c:v>
                </c:pt>
                <c:pt idx="3005">
                  <c:v>0.60119999999996598</c:v>
                </c:pt>
                <c:pt idx="3006">
                  <c:v>0.60139999999996596</c:v>
                </c:pt>
                <c:pt idx="3007">
                  <c:v>0.60159999999996605</c:v>
                </c:pt>
                <c:pt idx="3008">
                  <c:v>0.60179999999996603</c:v>
                </c:pt>
                <c:pt idx="3009">
                  <c:v>0.60199999999996601</c:v>
                </c:pt>
                <c:pt idx="3010">
                  <c:v>0.60219999999996598</c:v>
                </c:pt>
                <c:pt idx="3011">
                  <c:v>0.60239999999996596</c:v>
                </c:pt>
                <c:pt idx="3012">
                  <c:v>0.60259999999996605</c:v>
                </c:pt>
                <c:pt idx="3013">
                  <c:v>0.60279999999996603</c:v>
                </c:pt>
                <c:pt idx="3014">
                  <c:v>0.60299999999996601</c:v>
                </c:pt>
                <c:pt idx="3015">
                  <c:v>0.60319999999996599</c:v>
                </c:pt>
                <c:pt idx="3016">
                  <c:v>0.60339999999996596</c:v>
                </c:pt>
                <c:pt idx="3017">
                  <c:v>0.60359999999996605</c:v>
                </c:pt>
                <c:pt idx="3018">
                  <c:v>0.60379999999996603</c:v>
                </c:pt>
                <c:pt idx="3019">
                  <c:v>0.60399999999996601</c:v>
                </c:pt>
                <c:pt idx="3020">
                  <c:v>0.60419999999996599</c:v>
                </c:pt>
                <c:pt idx="3021">
                  <c:v>0.60439999999996596</c:v>
                </c:pt>
                <c:pt idx="3022">
                  <c:v>0.60459999999996605</c:v>
                </c:pt>
                <c:pt idx="3023">
                  <c:v>0.60479999999996603</c:v>
                </c:pt>
                <c:pt idx="3024">
                  <c:v>0.60499999999996601</c:v>
                </c:pt>
                <c:pt idx="3025">
                  <c:v>0.60519999999996599</c:v>
                </c:pt>
                <c:pt idx="3026">
                  <c:v>0.60539999999996597</c:v>
                </c:pt>
                <c:pt idx="3027">
                  <c:v>0.60559999999996605</c:v>
                </c:pt>
                <c:pt idx="3028">
                  <c:v>0.60579999999996603</c:v>
                </c:pt>
                <c:pt idx="3029">
                  <c:v>0.60599999999996601</c:v>
                </c:pt>
                <c:pt idx="3030">
                  <c:v>0.60619999999996599</c:v>
                </c:pt>
                <c:pt idx="3031">
                  <c:v>0.60639999999996597</c:v>
                </c:pt>
                <c:pt idx="3032">
                  <c:v>0.60659999999996606</c:v>
                </c:pt>
                <c:pt idx="3033">
                  <c:v>0.60679999999996603</c:v>
                </c:pt>
                <c:pt idx="3034">
                  <c:v>0.60699999999996601</c:v>
                </c:pt>
                <c:pt idx="3035">
                  <c:v>0.60719999999996599</c:v>
                </c:pt>
                <c:pt idx="3036">
                  <c:v>0.60739999999996597</c:v>
                </c:pt>
                <c:pt idx="3037">
                  <c:v>0.60759999999996595</c:v>
                </c:pt>
                <c:pt idx="3038">
                  <c:v>0.60779999999996603</c:v>
                </c:pt>
                <c:pt idx="3039">
                  <c:v>0.60799999999996601</c:v>
                </c:pt>
                <c:pt idx="3040">
                  <c:v>0.60819999999996599</c:v>
                </c:pt>
                <c:pt idx="3041">
                  <c:v>0.60839999999996597</c:v>
                </c:pt>
                <c:pt idx="3042">
                  <c:v>0.60859999999996595</c:v>
                </c:pt>
                <c:pt idx="3043">
                  <c:v>0.60879999999996603</c:v>
                </c:pt>
                <c:pt idx="3044">
                  <c:v>0.60899999999996601</c:v>
                </c:pt>
                <c:pt idx="3045">
                  <c:v>0.60919999999996599</c:v>
                </c:pt>
                <c:pt idx="3046">
                  <c:v>0.60939999999996597</c:v>
                </c:pt>
                <c:pt idx="3047">
                  <c:v>0.60959999999996595</c:v>
                </c:pt>
                <c:pt idx="3048">
                  <c:v>0.60979999999996504</c:v>
                </c:pt>
                <c:pt idx="3049">
                  <c:v>0.60999999999996501</c:v>
                </c:pt>
                <c:pt idx="3050">
                  <c:v>0.61019999999996499</c:v>
                </c:pt>
                <c:pt idx="3051">
                  <c:v>0.61039999999996497</c:v>
                </c:pt>
                <c:pt idx="3052">
                  <c:v>0.61059999999996495</c:v>
                </c:pt>
                <c:pt idx="3053">
                  <c:v>0.61079999999996504</c:v>
                </c:pt>
                <c:pt idx="3054">
                  <c:v>0.61099999999996502</c:v>
                </c:pt>
                <c:pt idx="3055">
                  <c:v>0.61119999999996499</c:v>
                </c:pt>
                <c:pt idx="3056">
                  <c:v>0.61139999999996497</c:v>
                </c:pt>
                <c:pt idx="3057">
                  <c:v>0.61159999999996495</c:v>
                </c:pt>
                <c:pt idx="3058">
                  <c:v>0.61179999999996504</c:v>
                </c:pt>
                <c:pt idx="3059">
                  <c:v>0.61199999999996502</c:v>
                </c:pt>
                <c:pt idx="3060">
                  <c:v>0.61219999999996499</c:v>
                </c:pt>
                <c:pt idx="3061">
                  <c:v>0.61239999999996497</c:v>
                </c:pt>
                <c:pt idx="3062">
                  <c:v>0.61259999999996495</c:v>
                </c:pt>
                <c:pt idx="3063">
                  <c:v>0.61279999999996504</c:v>
                </c:pt>
                <c:pt idx="3064">
                  <c:v>0.61299999999996502</c:v>
                </c:pt>
                <c:pt idx="3065">
                  <c:v>0.613199999999965</c:v>
                </c:pt>
                <c:pt idx="3066">
                  <c:v>0.61339999999996497</c:v>
                </c:pt>
                <c:pt idx="3067">
                  <c:v>0.61359999999996495</c:v>
                </c:pt>
                <c:pt idx="3068">
                  <c:v>0.61379999999996504</c:v>
                </c:pt>
                <c:pt idx="3069">
                  <c:v>0.61399999999996502</c:v>
                </c:pt>
                <c:pt idx="3070">
                  <c:v>0.614199999999965</c:v>
                </c:pt>
                <c:pt idx="3071">
                  <c:v>0.61439999999996497</c:v>
                </c:pt>
                <c:pt idx="3072">
                  <c:v>0.61459999999996495</c:v>
                </c:pt>
                <c:pt idx="3073">
                  <c:v>0.61479999999996504</c:v>
                </c:pt>
                <c:pt idx="3074">
                  <c:v>0.61499999999996502</c:v>
                </c:pt>
                <c:pt idx="3075">
                  <c:v>0.615199999999965</c:v>
                </c:pt>
                <c:pt idx="3076">
                  <c:v>0.61539999999996498</c:v>
                </c:pt>
                <c:pt idx="3077">
                  <c:v>0.61559999999996495</c:v>
                </c:pt>
                <c:pt idx="3078">
                  <c:v>0.61579999999996504</c:v>
                </c:pt>
                <c:pt idx="3079">
                  <c:v>0.61599999999996502</c:v>
                </c:pt>
                <c:pt idx="3080">
                  <c:v>0.616199999999965</c:v>
                </c:pt>
                <c:pt idx="3081">
                  <c:v>0.61639999999996498</c:v>
                </c:pt>
                <c:pt idx="3082">
                  <c:v>0.61659999999996495</c:v>
                </c:pt>
                <c:pt idx="3083">
                  <c:v>0.61679999999996504</c:v>
                </c:pt>
                <c:pt idx="3084">
                  <c:v>0.61699999999996502</c:v>
                </c:pt>
                <c:pt idx="3085">
                  <c:v>0.617199999999965</c:v>
                </c:pt>
                <c:pt idx="3086">
                  <c:v>0.61739999999996498</c:v>
                </c:pt>
                <c:pt idx="3087">
                  <c:v>0.61759999999996495</c:v>
                </c:pt>
                <c:pt idx="3088">
                  <c:v>0.61779999999996504</c:v>
                </c:pt>
                <c:pt idx="3089">
                  <c:v>0.61799999999996502</c:v>
                </c:pt>
                <c:pt idx="3090">
                  <c:v>0.618199999999965</c:v>
                </c:pt>
                <c:pt idx="3091">
                  <c:v>0.61839999999996498</c:v>
                </c:pt>
                <c:pt idx="3092">
                  <c:v>0.61859999999996496</c:v>
                </c:pt>
                <c:pt idx="3093">
                  <c:v>0.61879999999996405</c:v>
                </c:pt>
                <c:pt idx="3094">
                  <c:v>0.61899999999996402</c:v>
                </c:pt>
                <c:pt idx="3095">
                  <c:v>0.619199999999964</c:v>
                </c:pt>
                <c:pt idx="3096">
                  <c:v>0.61939999999996398</c:v>
                </c:pt>
                <c:pt idx="3097">
                  <c:v>0.61959999999996396</c:v>
                </c:pt>
                <c:pt idx="3098">
                  <c:v>0.61979999999996405</c:v>
                </c:pt>
                <c:pt idx="3099">
                  <c:v>0.61999999999996402</c:v>
                </c:pt>
                <c:pt idx="3100">
                  <c:v>0.620199999999964</c:v>
                </c:pt>
                <c:pt idx="3101">
                  <c:v>0.62039999999996398</c:v>
                </c:pt>
                <c:pt idx="3102">
                  <c:v>0.62059999999996396</c:v>
                </c:pt>
                <c:pt idx="3103">
                  <c:v>0.62079999999996405</c:v>
                </c:pt>
                <c:pt idx="3104">
                  <c:v>0.62099999999996403</c:v>
                </c:pt>
                <c:pt idx="3105">
                  <c:v>0.621199999999964</c:v>
                </c:pt>
                <c:pt idx="3106">
                  <c:v>0.62139999999996398</c:v>
                </c:pt>
                <c:pt idx="3107">
                  <c:v>0.62159999999996396</c:v>
                </c:pt>
                <c:pt idx="3108">
                  <c:v>0.62179999999996405</c:v>
                </c:pt>
                <c:pt idx="3109">
                  <c:v>0.62199999999996403</c:v>
                </c:pt>
                <c:pt idx="3110">
                  <c:v>0.622199999999964</c:v>
                </c:pt>
                <c:pt idx="3111">
                  <c:v>0.62239999999996398</c:v>
                </c:pt>
                <c:pt idx="3112">
                  <c:v>0.62259999999996396</c:v>
                </c:pt>
                <c:pt idx="3113">
                  <c:v>0.62279999999996405</c:v>
                </c:pt>
                <c:pt idx="3114">
                  <c:v>0.62299999999996403</c:v>
                </c:pt>
                <c:pt idx="3115">
                  <c:v>0.623199999999964</c:v>
                </c:pt>
                <c:pt idx="3116">
                  <c:v>0.62339999999996398</c:v>
                </c:pt>
                <c:pt idx="3117">
                  <c:v>0.62359999999996396</c:v>
                </c:pt>
                <c:pt idx="3118">
                  <c:v>0.62379999999996405</c:v>
                </c:pt>
                <c:pt idx="3119">
                  <c:v>0.62399999999996403</c:v>
                </c:pt>
                <c:pt idx="3120">
                  <c:v>0.62419999999996401</c:v>
                </c:pt>
                <c:pt idx="3121">
                  <c:v>0.62439999999996398</c:v>
                </c:pt>
                <c:pt idx="3122">
                  <c:v>0.62459999999996396</c:v>
                </c:pt>
                <c:pt idx="3123">
                  <c:v>0.62479999999996405</c:v>
                </c:pt>
                <c:pt idx="3124">
                  <c:v>0.62499999999996403</c:v>
                </c:pt>
                <c:pt idx="3125">
                  <c:v>0.62519999999996401</c:v>
                </c:pt>
                <c:pt idx="3126">
                  <c:v>0.62539999999996398</c:v>
                </c:pt>
                <c:pt idx="3127">
                  <c:v>0.62559999999996396</c:v>
                </c:pt>
                <c:pt idx="3128">
                  <c:v>0.62579999999996405</c:v>
                </c:pt>
                <c:pt idx="3129">
                  <c:v>0.62599999999996403</c:v>
                </c:pt>
                <c:pt idx="3130">
                  <c:v>0.62619999999996401</c:v>
                </c:pt>
                <c:pt idx="3131">
                  <c:v>0.62639999999996399</c:v>
                </c:pt>
                <c:pt idx="3132">
                  <c:v>0.62659999999996396</c:v>
                </c:pt>
                <c:pt idx="3133">
                  <c:v>0.62679999999996405</c:v>
                </c:pt>
                <c:pt idx="3134">
                  <c:v>0.62699999999996403</c:v>
                </c:pt>
                <c:pt idx="3135">
                  <c:v>0.62719999999996401</c:v>
                </c:pt>
                <c:pt idx="3136">
                  <c:v>0.62739999999996399</c:v>
                </c:pt>
                <c:pt idx="3137">
                  <c:v>0.62759999999996396</c:v>
                </c:pt>
                <c:pt idx="3138">
                  <c:v>0.62779999999996305</c:v>
                </c:pt>
                <c:pt idx="3139">
                  <c:v>0.62799999999996303</c:v>
                </c:pt>
                <c:pt idx="3140">
                  <c:v>0.62819999999996301</c:v>
                </c:pt>
                <c:pt idx="3141">
                  <c:v>0.62839999999996299</c:v>
                </c:pt>
                <c:pt idx="3142">
                  <c:v>0.62859999999996297</c:v>
                </c:pt>
                <c:pt idx="3143">
                  <c:v>0.62879999999996306</c:v>
                </c:pt>
                <c:pt idx="3144">
                  <c:v>0.62899999999996303</c:v>
                </c:pt>
                <c:pt idx="3145">
                  <c:v>0.62919999999996301</c:v>
                </c:pt>
                <c:pt idx="3146">
                  <c:v>0.62939999999996299</c:v>
                </c:pt>
                <c:pt idx="3147">
                  <c:v>0.62959999999996297</c:v>
                </c:pt>
                <c:pt idx="3148">
                  <c:v>0.62979999999996295</c:v>
                </c:pt>
                <c:pt idx="3149">
                  <c:v>0.62999999999996303</c:v>
                </c:pt>
                <c:pt idx="3150">
                  <c:v>0.63019999999996301</c:v>
                </c:pt>
                <c:pt idx="3151">
                  <c:v>0.63039999999996299</c:v>
                </c:pt>
                <c:pt idx="3152">
                  <c:v>0.63059999999996297</c:v>
                </c:pt>
                <c:pt idx="3153">
                  <c:v>0.63079999999996295</c:v>
                </c:pt>
                <c:pt idx="3154">
                  <c:v>0.63099999999996303</c:v>
                </c:pt>
                <c:pt idx="3155">
                  <c:v>0.63119999999996301</c:v>
                </c:pt>
                <c:pt idx="3156">
                  <c:v>0.63139999999996299</c:v>
                </c:pt>
                <c:pt idx="3157">
                  <c:v>0.63159999999996297</c:v>
                </c:pt>
                <c:pt idx="3158">
                  <c:v>0.63179999999996295</c:v>
                </c:pt>
                <c:pt idx="3159">
                  <c:v>0.63199999999996304</c:v>
                </c:pt>
                <c:pt idx="3160">
                  <c:v>0.63219999999996301</c:v>
                </c:pt>
                <c:pt idx="3161">
                  <c:v>0.63239999999996299</c:v>
                </c:pt>
                <c:pt idx="3162">
                  <c:v>0.63259999999996297</c:v>
                </c:pt>
                <c:pt idx="3163">
                  <c:v>0.63279999999996295</c:v>
                </c:pt>
                <c:pt idx="3164">
                  <c:v>0.63299999999996304</c:v>
                </c:pt>
                <c:pt idx="3165">
                  <c:v>0.63319999999996301</c:v>
                </c:pt>
                <c:pt idx="3166">
                  <c:v>0.63339999999996299</c:v>
                </c:pt>
                <c:pt idx="3167">
                  <c:v>0.63359999999996297</c:v>
                </c:pt>
                <c:pt idx="3168">
                  <c:v>0.63379999999996295</c:v>
                </c:pt>
                <c:pt idx="3169">
                  <c:v>0.63399999999996304</c:v>
                </c:pt>
                <c:pt idx="3170">
                  <c:v>0.63419999999996302</c:v>
                </c:pt>
                <c:pt idx="3171">
                  <c:v>0.63439999999996299</c:v>
                </c:pt>
                <c:pt idx="3172">
                  <c:v>0.63459999999996297</c:v>
                </c:pt>
                <c:pt idx="3173">
                  <c:v>0.63479999999996295</c:v>
                </c:pt>
                <c:pt idx="3174">
                  <c:v>0.63499999999996304</c:v>
                </c:pt>
                <c:pt idx="3175">
                  <c:v>0.63519999999996302</c:v>
                </c:pt>
                <c:pt idx="3176">
                  <c:v>0.63539999999996299</c:v>
                </c:pt>
                <c:pt idx="3177">
                  <c:v>0.63559999999996297</c:v>
                </c:pt>
                <c:pt idx="3178">
                  <c:v>0.63579999999996295</c:v>
                </c:pt>
                <c:pt idx="3179">
                  <c:v>0.63599999999996304</c:v>
                </c:pt>
                <c:pt idx="3180">
                  <c:v>0.63619999999996302</c:v>
                </c:pt>
                <c:pt idx="3181">
                  <c:v>0.636399999999963</c:v>
                </c:pt>
                <c:pt idx="3182">
                  <c:v>0.63659999999996297</c:v>
                </c:pt>
                <c:pt idx="3183">
                  <c:v>0.63679999999996295</c:v>
                </c:pt>
                <c:pt idx="3184">
                  <c:v>0.63699999999996204</c:v>
                </c:pt>
                <c:pt idx="3185">
                  <c:v>0.63719999999996202</c:v>
                </c:pt>
                <c:pt idx="3186">
                  <c:v>0.637399999999962</c:v>
                </c:pt>
                <c:pt idx="3187">
                  <c:v>0.63759999999996197</c:v>
                </c:pt>
                <c:pt idx="3188">
                  <c:v>0.63779999999996195</c:v>
                </c:pt>
                <c:pt idx="3189">
                  <c:v>0.63799999999996204</c:v>
                </c:pt>
                <c:pt idx="3190">
                  <c:v>0.63819999999996202</c:v>
                </c:pt>
                <c:pt idx="3191">
                  <c:v>0.638399999999962</c:v>
                </c:pt>
                <c:pt idx="3192">
                  <c:v>0.63859999999996198</c:v>
                </c:pt>
                <c:pt idx="3193">
                  <c:v>0.63879999999996195</c:v>
                </c:pt>
                <c:pt idx="3194">
                  <c:v>0.63899999999996204</c:v>
                </c:pt>
                <c:pt idx="3195">
                  <c:v>0.63919999999996202</c:v>
                </c:pt>
                <c:pt idx="3196">
                  <c:v>0.639399999999962</c:v>
                </c:pt>
                <c:pt idx="3197">
                  <c:v>0.63959999999996198</c:v>
                </c:pt>
                <c:pt idx="3198">
                  <c:v>0.63979999999996195</c:v>
                </c:pt>
                <c:pt idx="3199">
                  <c:v>0.63999999999996204</c:v>
                </c:pt>
                <c:pt idx="3200">
                  <c:v>0.64019999999996202</c:v>
                </c:pt>
                <c:pt idx="3201">
                  <c:v>0.640399999999962</c:v>
                </c:pt>
                <c:pt idx="3202">
                  <c:v>0.64059999999996198</c:v>
                </c:pt>
                <c:pt idx="3203">
                  <c:v>0.64079999999996196</c:v>
                </c:pt>
                <c:pt idx="3204">
                  <c:v>0.64099999999996204</c:v>
                </c:pt>
                <c:pt idx="3205">
                  <c:v>0.64119999999996202</c:v>
                </c:pt>
                <c:pt idx="3206">
                  <c:v>0.641399999999962</c:v>
                </c:pt>
                <c:pt idx="3207">
                  <c:v>0.64159999999996198</c:v>
                </c:pt>
                <c:pt idx="3208">
                  <c:v>0.64179999999996196</c:v>
                </c:pt>
                <c:pt idx="3209">
                  <c:v>0.64199999999996205</c:v>
                </c:pt>
                <c:pt idx="3210">
                  <c:v>0.64219999999996202</c:v>
                </c:pt>
                <c:pt idx="3211">
                  <c:v>0.642399999999962</c:v>
                </c:pt>
                <c:pt idx="3212">
                  <c:v>0.64259999999996198</c:v>
                </c:pt>
                <c:pt idx="3213">
                  <c:v>0.64279999999996196</c:v>
                </c:pt>
                <c:pt idx="3214">
                  <c:v>0.64299999999996205</c:v>
                </c:pt>
                <c:pt idx="3215">
                  <c:v>0.64319999999996202</c:v>
                </c:pt>
                <c:pt idx="3216">
                  <c:v>0.643399999999962</c:v>
                </c:pt>
                <c:pt idx="3217">
                  <c:v>0.64359999999996198</c:v>
                </c:pt>
                <c:pt idx="3218">
                  <c:v>0.64379999999996196</c:v>
                </c:pt>
                <c:pt idx="3219">
                  <c:v>0.64399999999996205</c:v>
                </c:pt>
                <c:pt idx="3220">
                  <c:v>0.64419999999996203</c:v>
                </c:pt>
                <c:pt idx="3221">
                  <c:v>0.644399999999962</c:v>
                </c:pt>
                <c:pt idx="3222">
                  <c:v>0.64459999999996198</c:v>
                </c:pt>
                <c:pt idx="3223">
                  <c:v>0.64479999999996196</c:v>
                </c:pt>
                <c:pt idx="3224">
                  <c:v>0.64499999999996205</c:v>
                </c:pt>
                <c:pt idx="3225">
                  <c:v>0.64519999999996203</c:v>
                </c:pt>
                <c:pt idx="3226">
                  <c:v>0.645399999999962</c:v>
                </c:pt>
                <c:pt idx="3227">
                  <c:v>0.64559999999996198</c:v>
                </c:pt>
                <c:pt idx="3228">
                  <c:v>0.64579999999996196</c:v>
                </c:pt>
                <c:pt idx="3229">
                  <c:v>0.64599999999996105</c:v>
                </c:pt>
                <c:pt idx="3230">
                  <c:v>0.64619999999996103</c:v>
                </c:pt>
                <c:pt idx="3231">
                  <c:v>0.64639999999996101</c:v>
                </c:pt>
                <c:pt idx="3232">
                  <c:v>0.64659999999996098</c:v>
                </c:pt>
                <c:pt idx="3233">
                  <c:v>0.64679999999996096</c:v>
                </c:pt>
                <c:pt idx="3234">
                  <c:v>0.64699999999996105</c:v>
                </c:pt>
                <c:pt idx="3235">
                  <c:v>0.64719999999996103</c:v>
                </c:pt>
                <c:pt idx="3236">
                  <c:v>0.64739999999996101</c:v>
                </c:pt>
                <c:pt idx="3237">
                  <c:v>0.64759999999996098</c:v>
                </c:pt>
                <c:pt idx="3238">
                  <c:v>0.64779999999996096</c:v>
                </c:pt>
                <c:pt idx="3239">
                  <c:v>0.64799999999996105</c:v>
                </c:pt>
                <c:pt idx="3240">
                  <c:v>0.64819999999996103</c:v>
                </c:pt>
                <c:pt idx="3241">
                  <c:v>0.64839999999996101</c:v>
                </c:pt>
                <c:pt idx="3242">
                  <c:v>0.64859999999996099</c:v>
                </c:pt>
                <c:pt idx="3243">
                  <c:v>0.64879999999996096</c:v>
                </c:pt>
                <c:pt idx="3244">
                  <c:v>0.64899999999996105</c:v>
                </c:pt>
                <c:pt idx="3245">
                  <c:v>0.64919999999996103</c:v>
                </c:pt>
                <c:pt idx="3246">
                  <c:v>0.64939999999996101</c:v>
                </c:pt>
                <c:pt idx="3247">
                  <c:v>0.64959999999996099</c:v>
                </c:pt>
                <c:pt idx="3248">
                  <c:v>0.64979999999996096</c:v>
                </c:pt>
                <c:pt idx="3249">
                  <c:v>0.64999999999996105</c:v>
                </c:pt>
                <c:pt idx="3250">
                  <c:v>0.65019999999996103</c:v>
                </c:pt>
                <c:pt idx="3251">
                  <c:v>0.65039999999996101</c:v>
                </c:pt>
                <c:pt idx="3252">
                  <c:v>0.65059999999996099</c:v>
                </c:pt>
                <c:pt idx="3253">
                  <c:v>0.65079999999996097</c:v>
                </c:pt>
                <c:pt idx="3254">
                  <c:v>0.65099999999996105</c:v>
                </c:pt>
                <c:pt idx="3255">
                  <c:v>0.65119999999996103</c:v>
                </c:pt>
                <c:pt idx="3256">
                  <c:v>0.65139999999996101</c:v>
                </c:pt>
                <c:pt idx="3257">
                  <c:v>0.65159999999996099</c:v>
                </c:pt>
                <c:pt idx="3258">
                  <c:v>0.65179999999996097</c:v>
                </c:pt>
                <c:pt idx="3259">
                  <c:v>0.65199999999996106</c:v>
                </c:pt>
                <c:pt idx="3260">
                  <c:v>0.65219999999996103</c:v>
                </c:pt>
                <c:pt idx="3261">
                  <c:v>0.65239999999996101</c:v>
                </c:pt>
                <c:pt idx="3262">
                  <c:v>0.65259999999996099</c:v>
                </c:pt>
                <c:pt idx="3263">
                  <c:v>0.65279999999996097</c:v>
                </c:pt>
                <c:pt idx="3264">
                  <c:v>0.65299999999996095</c:v>
                </c:pt>
                <c:pt idx="3265">
                  <c:v>0.65319999999996103</c:v>
                </c:pt>
                <c:pt idx="3266">
                  <c:v>0.65339999999996101</c:v>
                </c:pt>
                <c:pt idx="3267">
                  <c:v>0.65359999999996099</c:v>
                </c:pt>
                <c:pt idx="3268">
                  <c:v>0.65379999999996097</c:v>
                </c:pt>
                <c:pt idx="3269">
                  <c:v>0.65399999999996095</c:v>
                </c:pt>
                <c:pt idx="3270">
                  <c:v>0.65419999999996103</c:v>
                </c:pt>
                <c:pt idx="3271">
                  <c:v>0.65439999999996101</c:v>
                </c:pt>
                <c:pt idx="3272">
                  <c:v>0.65459999999996099</c:v>
                </c:pt>
                <c:pt idx="3273">
                  <c:v>0.65479999999996097</c:v>
                </c:pt>
                <c:pt idx="3274">
                  <c:v>0.65499999999996095</c:v>
                </c:pt>
                <c:pt idx="3275">
                  <c:v>0.65519999999996004</c:v>
                </c:pt>
                <c:pt idx="3276">
                  <c:v>0.65539999999996001</c:v>
                </c:pt>
                <c:pt idx="3277">
                  <c:v>0.65559999999995999</c:v>
                </c:pt>
                <c:pt idx="3278">
                  <c:v>0.65579999999995997</c:v>
                </c:pt>
                <c:pt idx="3279">
                  <c:v>0.65599999999995995</c:v>
                </c:pt>
                <c:pt idx="3280">
                  <c:v>0.65619999999996004</c:v>
                </c:pt>
                <c:pt idx="3281">
                  <c:v>0.65639999999996002</c:v>
                </c:pt>
                <c:pt idx="3282">
                  <c:v>0.65659999999995999</c:v>
                </c:pt>
                <c:pt idx="3283">
                  <c:v>0.65679999999995997</c:v>
                </c:pt>
                <c:pt idx="3284">
                  <c:v>0.65699999999995995</c:v>
                </c:pt>
                <c:pt idx="3285">
                  <c:v>0.65719999999996004</c:v>
                </c:pt>
                <c:pt idx="3286">
                  <c:v>0.65739999999996002</c:v>
                </c:pt>
                <c:pt idx="3287">
                  <c:v>0.65759999999995999</c:v>
                </c:pt>
                <c:pt idx="3288">
                  <c:v>0.65779999999995997</c:v>
                </c:pt>
                <c:pt idx="3289">
                  <c:v>0.65799999999995995</c:v>
                </c:pt>
                <c:pt idx="3290">
                  <c:v>0.65819999999996004</c:v>
                </c:pt>
                <c:pt idx="3291">
                  <c:v>0.65839999999996002</c:v>
                </c:pt>
                <c:pt idx="3292">
                  <c:v>0.65859999999996</c:v>
                </c:pt>
                <c:pt idx="3293">
                  <c:v>0.65879999999995997</c:v>
                </c:pt>
                <c:pt idx="3294">
                  <c:v>0.65899999999995995</c:v>
                </c:pt>
                <c:pt idx="3295">
                  <c:v>0.65919999999996004</c:v>
                </c:pt>
                <c:pt idx="3296">
                  <c:v>0.65939999999996002</c:v>
                </c:pt>
                <c:pt idx="3297">
                  <c:v>0.65959999999996</c:v>
                </c:pt>
                <c:pt idx="3298">
                  <c:v>0.65979999999995997</c:v>
                </c:pt>
                <c:pt idx="3299">
                  <c:v>0.65999999999995995</c:v>
                </c:pt>
                <c:pt idx="3300">
                  <c:v>0.66019999999996004</c:v>
                </c:pt>
                <c:pt idx="3301">
                  <c:v>0.66039999999996002</c:v>
                </c:pt>
                <c:pt idx="3302">
                  <c:v>0.66059999999996</c:v>
                </c:pt>
                <c:pt idx="3303">
                  <c:v>0.66079999999995997</c:v>
                </c:pt>
                <c:pt idx="3304">
                  <c:v>0.66099999999995995</c:v>
                </c:pt>
                <c:pt idx="3305">
                  <c:v>0.66119999999996004</c:v>
                </c:pt>
                <c:pt idx="3306">
                  <c:v>0.66139999999996002</c:v>
                </c:pt>
                <c:pt idx="3307">
                  <c:v>0.66159999999996</c:v>
                </c:pt>
                <c:pt idx="3308">
                  <c:v>0.66179999999995998</c:v>
                </c:pt>
                <c:pt idx="3309">
                  <c:v>0.66199999999995995</c:v>
                </c:pt>
                <c:pt idx="3310">
                  <c:v>0.66219999999996004</c:v>
                </c:pt>
                <c:pt idx="3311">
                  <c:v>0.66239999999996002</c:v>
                </c:pt>
                <c:pt idx="3312">
                  <c:v>0.66259999999996</c:v>
                </c:pt>
                <c:pt idx="3313">
                  <c:v>0.66279999999995998</c:v>
                </c:pt>
                <c:pt idx="3314">
                  <c:v>0.66299999999995995</c:v>
                </c:pt>
                <c:pt idx="3315">
                  <c:v>0.66319999999996004</c:v>
                </c:pt>
                <c:pt idx="3316">
                  <c:v>0.66339999999996002</c:v>
                </c:pt>
                <c:pt idx="3317">
                  <c:v>0.66359999999996</c:v>
                </c:pt>
                <c:pt idx="3318">
                  <c:v>0.66379999999995998</c:v>
                </c:pt>
                <c:pt idx="3319">
                  <c:v>0.66399999999995996</c:v>
                </c:pt>
                <c:pt idx="3320">
                  <c:v>0.66419999999995905</c:v>
                </c:pt>
                <c:pt idx="3321">
                  <c:v>0.66439999999995902</c:v>
                </c:pt>
                <c:pt idx="3322">
                  <c:v>0.664599999999959</c:v>
                </c:pt>
                <c:pt idx="3323">
                  <c:v>0.66479999999995898</c:v>
                </c:pt>
                <c:pt idx="3324">
                  <c:v>0.66499999999995896</c:v>
                </c:pt>
                <c:pt idx="3325">
                  <c:v>0.66519999999995905</c:v>
                </c:pt>
                <c:pt idx="3326">
                  <c:v>0.66539999999995902</c:v>
                </c:pt>
                <c:pt idx="3327">
                  <c:v>0.665599999999959</c:v>
                </c:pt>
                <c:pt idx="3328">
                  <c:v>0.66579999999995898</c:v>
                </c:pt>
                <c:pt idx="3329">
                  <c:v>0.66599999999995896</c:v>
                </c:pt>
                <c:pt idx="3330">
                  <c:v>0.66619999999995905</c:v>
                </c:pt>
                <c:pt idx="3331">
                  <c:v>0.66639999999995903</c:v>
                </c:pt>
                <c:pt idx="3332">
                  <c:v>0.666599999999959</c:v>
                </c:pt>
                <c:pt idx="3333">
                  <c:v>0.66679999999995898</c:v>
                </c:pt>
                <c:pt idx="3334">
                  <c:v>0.66699999999995896</c:v>
                </c:pt>
                <c:pt idx="3335">
                  <c:v>0.66719999999995905</c:v>
                </c:pt>
                <c:pt idx="3336">
                  <c:v>0.66739999999995903</c:v>
                </c:pt>
                <c:pt idx="3337">
                  <c:v>0.667599999999959</c:v>
                </c:pt>
                <c:pt idx="3338">
                  <c:v>0.66779999999995898</c:v>
                </c:pt>
                <c:pt idx="3339">
                  <c:v>0.66799999999995896</c:v>
                </c:pt>
                <c:pt idx="3340">
                  <c:v>0.66819999999995905</c:v>
                </c:pt>
                <c:pt idx="3341">
                  <c:v>0.66839999999995903</c:v>
                </c:pt>
                <c:pt idx="3342">
                  <c:v>0.668599999999959</c:v>
                </c:pt>
                <c:pt idx="3343">
                  <c:v>0.66879999999995898</c:v>
                </c:pt>
                <c:pt idx="3344">
                  <c:v>0.66899999999995896</c:v>
                </c:pt>
                <c:pt idx="3345">
                  <c:v>0.66919999999995905</c:v>
                </c:pt>
                <c:pt idx="3346">
                  <c:v>0.66939999999995903</c:v>
                </c:pt>
                <c:pt idx="3347">
                  <c:v>0.66959999999995901</c:v>
                </c:pt>
                <c:pt idx="3348">
                  <c:v>0.66979999999995898</c:v>
                </c:pt>
                <c:pt idx="3349">
                  <c:v>0.66999999999995896</c:v>
                </c:pt>
                <c:pt idx="3350">
                  <c:v>0.67019999999995905</c:v>
                </c:pt>
                <c:pt idx="3351">
                  <c:v>0.67039999999995903</c:v>
                </c:pt>
                <c:pt idx="3352">
                  <c:v>0.67059999999995901</c:v>
                </c:pt>
                <c:pt idx="3353">
                  <c:v>0.67079999999995898</c:v>
                </c:pt>
                <c:pt idx="3354">
                  <c:v>0.67099999999995896</c:v>
                </c:pt>
                <c:pt idx="3355">
                  <c:v>0.67119999999995905</c:v>
                </c:pt>
                <c:pt idx="3356">
                  <c:v>0.67139999999995903</c:v>
                </c:pt>
                <c:pt idx="3357">
                  <c:v>0.67159999999995901</c:v>
                </c:pt>
                <c:pt idx="3358">
                  <c:v>0.67179999999995899</c:v>
                </c:pt>
                <c:pt idx="3359">
                  <c:v>0.67199999999995896</c:v>
                </c:pt>
                <c:pt idx="3360">
                  <c:v>0.67219999999995905</c:v>
                </c:pt>
                <c:pt idx="3361">
                  <c:v>0.67239999999995903</c:v>
                </c:pt>
                <c:pt idx="3362">
                  <c:v>0.67259999999995901</c:v>
                </c:pt>
                <c:pt idx="3363">
                  <c:v>0.67279999999995899</c:v>
                </c:pt>
                <c:pt idx="3364">
                  <c:v>0.67299999999995896</c:v>
                </c:pt>
                <c:pt idx="3365">
                  <c:v>0.67319999999995805</c:v>
                </c:pt>
                <c:pt idx="3366">
                  <c:v>0.67339999999995803</c:v>
                </c:pt>
                <c:pt idx="3367">
                  <c:v>0.67359999999995801</c:v>
                </c:pt>
                <c:pt idx="3368">
                  <c:v>0.67379999999995799</c:v>
                </c:pt>
                <c:pt idx="3369">
                  <c:v>0.67399999999995797</c:v>
                </c:pt>
                <c:pt idx="3370">
                  <c:v>0.67419999999995806</c:v>
                </c:pt>
                <c:pt idx="3371">
                  <c:v>0.67439999999995803</c:v>
                </c:pt>
                <c:pt idx="3372">
                  <c:v>0.67459999999995801</c:v>
                </c:pt>
                <c:pt idx="3373">
                  <c:v>0.67479999999995799</c:v>
                </c:pt>
                <c:pt idx="3374">
                  <c:v>0.67499999999995797</c:v>
                </c:pt>
                <c:pt idx="3375">
                  <c:v>0.67519999999995794</c:v>
                </c:pt>
                <c:pt idx="3376">
                  <c:v>0.67539999999995803</c:v>
                </c:pt>
                <c:pt idx="3377">
                  <c:v>0.67559999999995801</c:v>
                </c:pt>
                <c:pt idx="3378">
                  <c:v>0.67579999999995799</c:v>
                </c:pt>
                <c:pt idx="3379">
                  <c:v>0.67599999999995797</c:v>
                </c:pt>
                <c:pt idx="3380">
                  <c:v>0.67619999999995795</c:v>
                </c:pt>
                <c:pt idx="3381">
                  <c:v>0.67639999999995803</c:v>
                </c:pt>
                <c:pt idx="3382">
                  <c:v>0.67659999999995801</c:v>
                </c:pt>
                <c:pt idx="3383">
                  <c:v>0.67679999999995799</c:v>
                </c:pt>
                <c:pt idx="3384">
                  <c:v>0.67699999999995797</c:v>
                </c:pt>
                <c:pt idx="3385">
                  <c:v>0.67719999999995795</c:v>
                </c:pt>
                <c:pt idx="3386">
                  <c:v>0.67739999999995804</c:v>
                </c:pt>
                <c:pt idx="3387">
                  <c:v>0.67759999999995801</c:v>
                </c:pt>
                <c:pt idx="3388">
                  <c:v>0.67779999999995799</c:v>
                </c:pt>
                <c:pt idx="3389">
                  <c:v>0.67799999999995797</c:v>
                </c:pt>
                <c:pt idx="3390">
                  <c:v>0.67819999999995795</c:v>
                </c:pt>
                <c:pt idx="3391">
                  <c:v>0.67839999999995804</c:v>
                </c:pt>
                <c:pt idx="3392">
                  <c:v>0.67859999999995801</c:v>
                </c:pt>
                <c:pt idx="3393">
                  <c:v>0.67879999999995799</c:v>
                </c:pt>
                <c:pt idx="3394">
                  <c:v>0.67899999999995797</c:v>
                </c:pt>
                <c:pt idx="3395">
                  <c:v>0.67919999999995795</c:v>
                </c:pt>
                <c:pt idx="3396">
                  <c:v>0.67939999999995804</c:v>
                </c:pt>
                <c:pt idx="3397">
                  <c:v>0.67959999999995802</c:v>
                </c:pt>
                <c:pt idx="3398">
                  <c:v>0.67979999999995799</c:v>
                </c:pt>
                <c:pt idx="3399">
                  <c:v>0.67999999999995797</c:v>
                </c:pt>
                <c:pt idx="3400">
                  <c:v>0.68019999999995795</c:v>
                </c:pt>
                <c:pt idx="3401">
                  <c:v>0.68039999999995804</c:v>
                </c:pt>
                <c:pt idx="3402">
                  <c:v>0.68059999999995802</c:v>
                </c:pt>
                <c:pt idx="3403">
                  <c:v>0.68079999999995799</c:v>
                </c:pt>
                <c:pt idx="3404">
                  <c:v>0.68099999999995797</c:v>
                </c:pt>
                <c:pt idx="3405">
                  <c:v>0.68119999999995795</c:v>
                </c:pt>
                <c:pt idx="3406">
                  <c:v>0.68139999999995804</c:v>
                </c:pt>
                <c:pt idx="3407">
                  <c:v>0.68159999999995802</c:v>
                </c:pt>
                <c:pt idx="3408">
                  <c:v>0.681799999999958</c:v>
                </c:pt>
                <c:pt idx="3409">
                  <c:v>0.68199999999995797</c:v>
                </c:pt>
                <c:pt idx="3410">
                  <c:v>0.68219999999995795</c:v>
                </c:pt>
                <c:pt idx="3411">
                  <c:v>0.68239999999995704</c:v>
                </c:pt>
                <c:pt idx="3412">
                  <c:v>0.68259999999995702</c:v>
                </c:pt>
                <c:pt idx="3413">
                  <c:v>0.682799999999957</c:v>
                </c:pt>
                <c:pt idx="3414">
                  <c:v>0.68299999999995697</c:v>
                </c:pt>
                <c:pt idx="3415">
                  <c:v>0.68319999999995695</c:v>
                </c:pt>
                <c:pt idx="3416">
                  <c:v>0.68339999999995704</c:v>
                </c:pt>
                <c:pt idx="3417">
                  <c:v>0.68359999999995702</c:v>
                </c:pt>
                <c:pt idx="3418">
                  <c:v>0.683799999999957</c:v>
                </c:pt>
                <c:pt idx="3419">
                  <c:v>0.68399999999995698</c:v>
                </c:pt>
                <c:pt idx="3420">
                  <c:v>0.68419999999995695</c:v>
                </c:pt>
                <c:pt idx="3421">
                  <c:v>0.68439999999995704</c:v>
                </c:pt>
                <c:pt idx="3422">
                  <c:v>0.68459999999995702</c:v>
                </c:pt>
                <c:pt idx="3423">
                  <c:v>0.684799999999957</c:v>
                </c:pt>
                <c:pt idx="3424">
                  <c:v>0.68499999999995698</c:v>
                </c:pt>
                <c:pt idx="3425">
                  <c:v>0.68519999999995695</c:v>
                </c:pt>
                <c:pt idx="3426">
                  <c:v>0.68539999999995704</c:v>
                </c:pt>
                <c:pt idx="3427">
                  <c:v>0.68559999999995702</c:v>
                </c:pt>
                <c:pt idx="3428">
                  <c:v>0.685799999999957</c:v>
                </c:pt>
                <c:pt idx="3429">
                  <c:v>0.68599999999995698</c:v>
                </c:pt>
                <c:pt idx="3430">
                  <c:v>0.68619999999995696</c:v>
                </c:pt>
                <c:pt idx="3431">
                  <c:v>0.68639999999995704</c:v>
                </c:pt>
                <c:pt idx="3432">
                  <c:v>0.68659999999995702</c:v>
                </c:pt>
                <c:pt idx="3433">
                  <c:v>0.686799999999957</c:v>
                </c:pt>
                <c:pt idx="3434">
                  <c:v>0.68699999999995698</c:v>
                </c:pt>
                <c:pt idx="3435">
                  <c:v>0.68719999999995696</c:v>
                </c:pt>
                <c:pt idx="3436">
                  <c:v>0.68739999999995705</c:v>
                </c:pt>
                <c:pt idx="3437">
                  <c:v>0.68759999999995702</c:v>
                </c:pt>
                <c:pt idx="3438">
                  <c:v>0.687799999999957</c:v>
                </c:pt>
                <c:pt idx="3439">
                  <c:v>0.68799999999995698</c:v>
                </c:pt>
                <c:pt idx="3440">
                  <c:v>0.68819999999995696</c:v>
                </c:pt>
                <c:pt idx="3441">
                  <c:v>0.68839999999995705</c:v>
                </c:pt>
                <c:pt idx="3442">
                  <c:v>0.68859999999995702</c:v>
                </c:pt>
                <c:pt idx="3443">
                  <c:v>0.688799999999957</c:v>
                </c:pt>
                <c:pt idx="3444">
                  <c:v>0.68899999999995698</c:v>
                </c:pt>
                <c:pt idx="3445">
                  <c:v>0.68919999999995696</c:v>
                </c:pt>
                <c:pt idx="3446">
                  <c:v>0.68939999999995705</c:v>
                </c:pt>
                <c:pt idx="3447">
                  <c:v>0.68959999999995703</c:v>
                </c:pt>
                <c:pt idx="3448">
                  <c:v>0.689799999999957</c:v>
                </c:pt>
                <c:pt idx="3449">
                  <c:v>0.68999999999995698</c:v>
                </c:pt>
                <c:pt idx="3450">
                  <c:v>0.69019999999995696</c:v>
                </c:pt>
                <c:pt idx="3451">
                  <c:v>0.69039999999995705</c:v>
                </c:pt>
                <c:pt idx="3452">
                  <c:v>0.69059999999995703</c:v>
                </c:pt>
                <c:pt idx="3453">
                  <c:v>0.690799999999957</c:v>
                </c:pt>
                <c:pt idx="3454">
                  <c:v>0.69099999999995698</c:v>
                </c:pt>
                <c:pt idx="3455">
                  <c:v>0.69119999999995696</c:v>
                </c:pt>
                <c:pt idx="3456">
                  <c:v>0.69139999999995605</c:v>
                </c:pt>
                <c:pt idx="3457">
                  <c:v>0.69159999999995603</c:v>
                </c:pt>
                <c:pt idx="3458">
                  <c:v>0.69179999999995601</c:v>
                </c:pt>
                <c:pt idx="3459">
                  <c:v>0.69199999999995598</c:v>
                </c:pt>
                <c:pt idx="3460">
                  <c:v>0.69219999999995596</c:v>
                </c:pt>
                <c:pt idx="3461">
                  <c:v>0.69239999999995605</c:v>
                </c:pt>
                <c:pt idx="3462">
                  <c:v>0.69259999999995603</c:v>
                </c:pt>
                <c:pt idx="3463">
                  <c:v>0.69279999999995601</c:v>
                </c:pt>
                <c:pt idx="3464">
                  <c:v>0.69299999999995598</c:v>
                </c:pt>
                <c:pt idx="3465">
                  <c:v>0.69319999999995596</c:v>
                </c:pt>
                <c:pt idx="3466">
                  <c:v>0.69339999999995605</c:v>
                </c:pt>
                <c:pt idx="3467">
                  <c:v>0.69359999999995603</c:v>
                </c:pt>
                <c:pt idx="3468">
                  <c:v>0.69379999999995601</c:v>
                </c:pt>
                <c:pt idx="3469">
                  <c:v>0.69399999999995599</c:v>
                </c:pt>
                <c:pt idx="3470">
                  <c:v>0.69419999999995596</c:v>
                </c:pt>
                <c:pt idx="3471">
                  <c:v>0.69439999999995605</c:v>
                </c:pt>
                <c:pt idx="3472">
                  <c:v>0.69459999999995603</c:v>
                </c:pt>
                <c:pt idx="3473">
                  <c:v>0.69479999999995601</c:v>
                </c:pt>
                <c:pt idx="3474">
                  <c:v>0.69499999999995599</c:v>
                </c:pt>
                <c:pt idx="3475">
                  <c:v>0.69519999999995596</c:v>
                </c:pt>
                <c:pt idx="3476">
                  <c:v>0.69539999999995605</c:v>
                </c:pt>
                <c:pt idx="3477">
                  <c:v>0.69559999999995603</c:v>
                </c:pt>
                <c:pt idx="3478">
                  <c:v>0.69579999999995601</c:v>
                </c:pt>
                <c:pt idx="3479">
                  <c:v>0.69599999999995599</c:v>
                </c:pt>
                <c:pt idx="3480">
                  <c:v>0.69619999999995597</c:v>
                </c:pt>
                <c:pt idx="3481">
                  <c:v>0.69639999999995605</c:v>
                </c:pt>
                <c:pt idx="3482">
                  <c:v>0.69659999999995603</c:v>
                </c:pt>
                <c:pt idx="3483">
                  <c:v>0.69679999999995601</c:v>
                </c:pt>
                <c:pt idx="3484">
                  <c:v>0.69699999999995599</c:v>
                </c:pt>
                <c:pt idx="3485">
                  <c:v>0.69719999999995597</c:v>
                </c:pt>
                <c:pt idx="3486">
                  <c:v>0.69739999999995606</c:v>
                </c:pt>
                <c:pt idx="3487">
                  <c:v>0.69759999999995603</c:v>
                </c:pt>
                <c:pt idx="3488">
                  <c:v>0.69779999999995601</c:v>
                </c:pt>
                <c:pt idx="3489">
                  <c:v>0.69799999999995599</c:v>
                </c:pt>
                <c:pt idx="3490">
                  <c:v>0.69819999999995597</c:v>
                </c:pt>
                <c:pt idx="3491">
                  <c:v>0.69839999999995594</c:v>
                </c:pt>
                <c:pt idx="3492">
                  <c:v>0.69859999999995603</c:v>
                </c:pt>
                <c:pt idx="3493">
                  <c:v>0.69879999999995601</c:v>
                </c:pt>
                <c:pt idx="3494">
                  <c:v>0.69899999999995599</c:v>
                </c:pt>
                <c:pt idx="3495">
                  <c:v>0.69919999999995597</c:v>
                </c:pt>
                <c:pt idx="3496">
                  <c:v>0.69939999999995595</c:v>
                </c:pt>
                <c:pt idx="3497">
                  <c:v>0.69959999999995603</c:v>
                </c:pt>
                <c:pt idx="3498">
                  <c:v>0.69979999999995601</c:v>
                </c:pt>
                <c:pt idx="3499">
                  <c:v>0.69999999999995599</c:v>
                </c:pt>
                <c:pt idx="3500">
                  <c:v>0.70019999999995597</c:v>
                </c:pt>
                <c:pt idx="3501">
                  <c:v>0.70039999999995595</c:v>
                </c:pt>
                <c:pt idx="3502">
                  <c:v>0.70059999999995504</c:v>
                </c:pt>
                <c:pt idx="3503">
                  <c:v>0.70079999999995501</c:v>
                </c:pt>
                <c:pt idx="3504">
                  <c:v>0.70099999999995499</c:v>
                </c:pt>
                <c:pt idx="3505">
                  <c:v>0.70119999999995497</c:v>
                </c:pt>
                <c:pt idx="3506">
                  <c:v>0.70139999999995495</c:v>
                </c:pt>
                <c:pt idx="3507">
                  <c:v>0.70159999999995504</c:v>
                </c:pt>
                <c:pt idx="3508">
                  <c:v>0.70179999999995502</c:v>
                </c:pt>
                <c:pt idx="3509">
                  <c:v>0.70199999999995499</c:v>
                </c:pt>
                <c:pt idx="3510">
                  <c:v>0.70219999999995497</c:v>
                </c:pt>
                <c:pt idx="3511">
                  <c:v>0.70239999999995495</c:v>
                </c:pt>
                <c:pt idx="3512">
                  <c:v>0.70259999999995504</c:v>
                </c:pt>
                <c:pt idx="3513">
                  <c:v>0.70279999999995502</c:v>
                </c:pt>
                <c:pt idx="3514">
                  <c:v>0.70299999999995499</c:v>
                </c:pt>
                <c:pt idx="3515">
                  <c:v>0.70319999999995497</c:v>
                </c:pt>
                <c:pt idx="3516">
                  <c:v>0.70339999999995495</c:v>
                </c:pt>
                <c:pt idx="3517">
                  <c:v>0.70359999999995504</c:v>
                </c:pt>
                <c:pt idx="3518">
                  <c:v>0.70379999999995502</c:v>
                </c:pt>
                <c:pt idx="3519">
                  <c:v>0.703999999999955</c:v>
                </c:pt>
                <c:pt idx="3520">
                  <c:v>0.70419999999995497</c:v>
                </c:pt>
                <c:pt idx="3521">
                  <c:v>0.70439999999995495</c:v>
                </c:pt>
                <c:pt idx="3522">
                  <c:v>0.70459999999995504</c:v>
                </c:pt>
                <c:pt idx="3523">
                  <c:v>0.70479999999995502</c:v>
                </c:pt>
                <c:pt idx="3524">
                  <c:v>0.704999999999955</c:v>
                </c:pt>
                <c:pt idx="3525">
                  <c:v>0.70519999999995497</c:v>
                </c:pt>
                <c:pt idx="3526">
                  <c:v>0.70539999999995495</c:v>
                </c:pt>
                <c:pt idx="3527">
                  <c:v>0.70559999999995504</c:v>
                </c:pt>
                <c:pt idx="3528">
                  <c:v>0.70579999999995502</c:v>
                </c:pt>
                <c:pt idx="3529">
                  <c:v>0.705999999999955</c:v>
                </c:pt>
                <c:pt idx="3530">
                  <c:v>0.70619999999995497</c:v>
                </c:pt>
                <c:pt idx="3531">
                  <c:v>0.70639999999995495</c:v>
                </c:pt>
                <c:pt idx="3532">
                  <c:v>0.70659999999995504</c:v>
                </c:pt>
                <c:pt idx="3533">
                  <c:v>0.70679999999995502</c:v>
                </c:pt>
                <c:pt idx="3534">
                  <c:v>0.706999999999955</c:v>
                </c:pt>
                <c:pt idx="3535">
                  <c:v>0.70719999999995498</c:v>
                </c:pt>
                <c:pt idx="3536">
                  <c:v>0.70739999999995495</c:v>
                </c:pt>
                <c:pt idx="3537">
                  <c:v>0.70759999999995504</c:v>
                </c:pt>
                <c:pt idx="3538">
                  <c:v>0.70779999999995502</c:v>
                </c:pt>
                <c:pt idx="3539">
                  <c:v>0.707999999999955</c:v>
                </c:pt>
                <c:pt idx="3540">
                  <c:v>0.70819999999995498</c:v>
                </c:pt>
                <c:pt idx="3541">
                  <c:v>0.70839999999995495</c:v>
                </c:pt>
                <c:pt idx="3542">
                  <c:v>0.70859999999995504</c:v>
                </c:pt>
                <c:pt idx="3543">
                  <c:v>0.70879999999995502</c:v>
                </c:pt>
                <c:pt idx="3544">
                  <c:v>0.708999999999955</c:v>
                </c:pt>
                <c:pt idx="3545">
                  <c:v>0.70919999999995498</c:v>
                </c:pt>
                <c:pt idx="3546">
                  <c:v>0.70939999999995496</c:v>
                </c:pt>
                <c:pt idx="3547">
                  <c:v>0.70959999999995405</c:v>
                </c:pt>
                <c:pt idx="3548">
                  <c:v>0.70979999999995402</c:v>
                </c:pt>
                <c:pt idx="3549">
                  <c:v>0.709999999999954</c:v>
                </c:pt>
                <c:pt idx="3550">
                  <c:v>0.71019999999995398</c:v>
                </c:pt>
                <c:pt idx="3551">
                  <c:v>0.71039999999995396</c:v>
                </c:pt>
                <c:pt idx="3552">
                  <c:v>0.71059999999995405</c:v>
                </c:pt>
                <c:pt idx="3553">
                  <c:v>0.71079999999995402</c:v>
                </c:pt>
                <c:pt idx="3554">
                  <c:v>0.710999999999954</c:v>
                </c:pt>
                <c:pt idx="3555">
                  <c:v>0.71119999999995398</c:v>
                </c:pt>
                <c:pt idx="3556">
                  <c:v>0.71139999999995396</c:v>
                </c:pt>
                <c:pt idx="3557">
                  <c:v>0.71159999999995405</c:v>
                </c:pt>
                <c:pt idx="3558">
                  <c:v>0.71179999999995403</c:v>
                </c:pt>
                <c:pt idx="3559">
                  <c:v>0.711999999999954</c:v>
                </c:pt>
                <c:pt idx="3560">
                  <c:v>0.71219999999995398</c:v>
                </c:pt>
                <c:pt idx="3561">
                  <c:v>0.71239999999995396</c:v>
                </c:pt>
                <c:pt idx="3562">
                  <c:v>0.71259999999995405</c:v>
                </c:pt>
                <c:pt idx="3563">
                  <c:v>0.71279999999995403</c:v>
                </c:pt>
                <c:pt idx="3564">
                  <c:v>0.712999999999954</c:v>
                </c:pt>
                <c:pt idx="3565">
                  <c:v>0.71319999999995398</c:v>
                </c:pt>
                <c:pt idx="3566">
                  <c:v>0.71339999999995396</c:v>
                </c:pt>
                <c:pt idx="3567">
                  <c:v>0.71359999999995405</c:v>
                </c:pt>
                <c:pt idx="3568">
                  <c:v>0.71379999999995403</c:v>
                </c:pt>
                <c:pt idx="3569">
                  <c:v>0.713999999999954</c:v>
                </c:pt>
                <c:pt idx="3570">
                  <c:v>0.71419999999995398</c:v>
                </c:pt>
                <c:pt idx="3571">
                  <c:v>0.71439999999995396</c:v>
                </c:pt>
                <c:pt idx="3572">
                  <c:v>0.71459999999995405</c:v>
                </c:pt>
                <c:pt idx="3573">
                  <c:v>0.71479999999995403</c:v>
                </c:pt>
                <c:pt idx="3574">
                  <c:v>0.71499999999995401</c:v>
                </c:pt>
                <c:pt idx="3575">
                  <c:v>0.71519999999995398</c:v>
                </c:pt>
                <c:pt idx="3576">
                  <c:v>0.71539999999995396</c:v>
                </c:pt>
                <c:pt idx="3577">
                  <c:v>0.71559999999995405</c:v>
                </c:pt>
                <c:pt idx="3578">
                  <c:v>0.71579999999995403</c:v>
                </c:pt>
                <c:pt idx="3579">
                  <c:v>0.71599999999995401</c:v>
                </c:pt>
                <c:pt idx="3580">
                  <c:v>0.71619999999995398</c:v>
                </c:pt>
                <c:pt idx="3581">
                  <c:v>0.71639999999995396</c:v>
                </c:pt>
                <c:pt idx="3582">
                  <c:v>0.71659999999995405</c:v>
                </c:pt>
                <c:pt idx="3583">
                  <c:v>0.71679999999995403</c:v>
                </c:pt>
                <c:pt idx="3584">
                  <c:v>0.71699999999995401</c:v>
                </c:pt>
                <c:pt idx="3585">
                  <c:v>0.71719999999995399</c:v>
                </c:pt>
                <c:pt idx="3586">
                  <c:v>0.71739999999995396</c:v>
                </c:pt>
                <c:pt idx="3587">
                  <c:v>0.71759999999995405</c:v>
                </c:pt>
                <c:pt idx="3588">
                  <c:v>0.71779999999995403</c:v>
                </c:pt>
                <c:pt idx="3589">
                  <c:v>0.71799999999995401</c:v>
                </c:pt>
                <c:pt idx="3590">
                  <c:v>0.71819999999995399</c:v>
                </c:pt>
                <c:pt idx="3591">
                  <c:v>0.71839999999995396</c:v>
                </c:pt>
                <c:pt idx="3592">
                  <c:v>0.71859999999995305</c:v>
                </c:pt>
                <c:pt idx="3593">
                  <c:v>0.71879999999995303</c:v>
                </c:pt>
                <c:pt idx="3594">
                  <c:v>0.71899999999995301</c:v>
                </c:pt>
                <c:pt idx="3595">
                  <c:v>0.71919999999995299</c:v>
                </c:pt>
                <c:pt idx="3596">
                  <c:v>0.71939999999995297</c:v>
                </c:pt>
                <c:pt idx="3597">
                  <c:v>0.71959999999995305</c:v>
                </c:pt>
                <c:pt idx="3598">
                  <c:v>0.71979999999995303</c:v>
                </c:pt>
                <c:pt idx="3599">
                  <c:v>0.71999999999995301</c:v>
                </c:pt>
                <c:pt idx="3600">
                  <c:v>0.72019999999995299</c:v>
                </c:pt>
                <c:pt idx="3601">
                  <c:v>0.72039999999995297</c:v>
                </c:pt>
                <c:pt idx="3602">
                  <c:v>0.72059999999995294</c:v>
                </c:pt>
                <c:pt idx="3603">
                  <c:v>0.72079999999995303</c:v>
                </c:pt>
                <c:pt idx="3604">
                  <c:v>0.72099999999995301</c:v>
                </c:pt>
                <c:pt idx="3605">
                  <c:v>0.72119999999995299</c:v>
                </c:pt>
                <c:pt idx="3606">
                  <c:v>0.72139999999995297</c:v>
                </c:pt>
                <c:pt idx="3607">
                  <c:v>0.72159999999995295</c:v>
                </c:pt>
                <c:pt idx="3608">
                  <c:v>0.72179999999995303</c:v>
                </c:pt>
                <c:pt idx="3609">
                  <c:v>0.72199999999995301</c:v>
                </c:pt>
                <c:pt idx="3610">
                  <c:v>0.72219999999995299</c:v>
                </c:pt>
                <c:pt idx="3611">
                  <c:v>0.72239999999995297</c:v>
                </c:pt>
                <c:pt idx="3612">
                  <c:v>0.72259999999995295</c:v>
                </c:pt>
                <c:pt idx="3613">
                  <c:v>0.72279999999995304</c:v>
                </c:pt>
                <c:pt idx="3614">
                  <c:v>0.72299999999995301</c:v>
                </c:pt>
                <c:pt idx="3615">
                  <c:v>0.72319999999995299</c:v>
                </c:pt>
                <c:pt idx="3616">
                  <c:v>0.72339999999995297</c:v>
                </c:pt>
                <c:pt idx="3617">
                  <c:v>0.72359999999995295</c:v>
                </c:pt>
                <c:pt idx="3618">
                  <c:v>0.72379999999995304</c:v>
                </c:pt>
                <c:pt idx="3619">
                  <c:v>0.72399999999995301</c:v>
                </c:pt>
                <c:pt idx="3620">
                  <c:v>0.72419999999995299</c:v>
                </c:pt>
                <c:pt idx="3621">
                  <c:v>0.72439999999995297</c:v>
                </c:pt>
                <c:pt idx="3622">
                  <c:v>0.72459999999995295</c:v>
                </c:pt>
                <c:pt idx="3623">
                  <c:v>0.72479999999995304</c:v>
                </c:pt>
                <c:pt idx="3624">
                  <c:v>0.72499999999995302</c:v>
                </c:pt>
                <c:pt idx="3625">
                  <c:v>0.72519999999995299</c:v>
                </c:pt>
                <c:pt idx="3626">
                  <c:v>0.72539999999995297</c:v>
                </c:pt>
                <c:pt idx="3627">
                  <c:v>0.72559999999995295</c:v>
                </c:pt>
                <c:pt idx="3628">
                  <c:v>0.72579999999995304</c:v>
                </c:pt>
                <c:pt idx="3629">
                  <c:v>0.72599999999995302</c:v>
                </c:pt>
                <c:pt idx="3630">
                  <c:v>0.72619999999995299</c:v>
                </c:pt>
                <c:pt idx="3631">
                  <c:v>0.72639999999995297</c:v>
                </c:pt>
                <c:pt idx="3632">
                  <c:v>0.72659999999995295</c:v>
                </c:pt>
                <c:pt idx="3633">
                  <c:v>0.72679999999995304</c:v>
                </c:pt>
                <c:pt idx="3634">
                  <c:v>0.72699999999995302</c:v>
                </c:pt>
                <c:pt idx="3635">
                  <c:v>0.727199999999953</c:v>
                </c:pt>
                <c:pt idx="3636">
                  <c:v>0.72739999999995297</c:v>
                </c:pt>
                <c:pt idx="3637">
                  <c:v>0.72759999999995295</c:v>
                </c:pt>
                <c:pt idx="3638">
                  <c:v>0.72779999999995204</c:v>
                </c:pt>
                <c:pt idx="3639">
                  <c:v>0.72799999999995202</c:v>
                </c:pt>
                <c:pt idx="3640">
                  <c:v>0.728199999999952</c:v>
                </c:pt>
                <c:pt idx="3641">
                  <c:v>0.72839999999995197</c:v>
                </c:pt>
                <c:pt idx="3642">
                  <c:v>0.72859999999995195</c:v>
                </c:pt>
                <c:pt idx="3643">
                  <c:v>0.72879999999995204</c:v>
                </c:pt>
                <c:pt idx="3644">
                  <c:v>0.72899999999995202</c:v>
                </c:pt>
                <c:pt idx="3645">
                  <c:v>0.729199999999952</c:v>
                </c:pt>
                <c:pt idx="3646">
                  <c:v>0.72939999999995198</c:v>
                </c:pt>
                <c:pt idx="3647">
                  <c:v>0.72959999999995195</c:v>
                </c:pt>
                <c:pt idx="3648">
                  <c:v>0.72979999999995204</c:v>
                </c:pt>
                <c:pt idx="3649">
                  <c:v>0.72999999999995202</c:v>
                </c:pt>
                <c:pt idx="3650">
                  <c:v>0.730199999999952</c:v>
                </c:pt>
                <c:pt idx="3651">
                  <c:v>0.73039999999995198</c:v>
                </c:pt>
                <c:pt idx="3652">
                  <c:v>0.73059999999995195</c:v>
                </c:pt>
                <c:pt idx="3653">
                  <c:v>0.73079999999995204</c:v>
                </c:pt>
                <c:pt idx="3654">
                  <c:v>0.73099999999995202</c:v>
                </c:pt>
                <c:pt idx="3655">
                  <c:v>0.731199999999952</c:v>
                </c:pt>
                <c:pt idx="3656">
                  <c:v>0.73139999999995198</c:v>
                </c:pt>
                <c:pt idx="3657">
                  <c:v>0.73159999999995196</c:v>
                </c:pt>
                <c:pt idx="3658">
                  <c:v>0.73179999999995204</c:v>
                </c:pt>
                <c:pt idx="3659">
                  <c:v>0.73199999999995202</c:v>
                </c:pt>
                <c:pt idx="3660">
                  <c:v>0.732199999999952</c:v>
                </c:pt>
                <c:pt idx="3661">
                  <c:v>0.73239999999995198</c:v>
                </c:pt>
                <c:pt idx="3662">
                  <c:v>0.73259999999995196</c:v>
                </c:pt>
                <c:pt idx="3663">
                  <c:v>0.73279999999995205</c:v>
                </c:pt>
                <c:pt idx="3664">
                  <c:v>0.73299999999995202</c:v>
                </c:pt>
                <c:pt idx="3665">
                  <c:v>0.733199999999952</c:v>
                </c:pt>
                <c:pt idx="3666">
                  <c:v>0.73339999999995198</c:v>
                </c:pt>
                <c:pt idx="3667">
                  <c:v>0.73359999999995196</c:v>
                </c:pt>
                <c:pt idx="3668">
                  <c:v>0.73379999999995205</c:v>
                </c:pt>
                <c:pt idx="3669">
                  <c:v>0.73399999999995202</c:v>
                </c:pt>
                <c:pt idx="3670">
                  <c:v>0.734199999999952</c:v>
                </c:pt>
                <c:pt idx="3671">
                  <c:v>0.73439999999995198</c:v>
                </c:pt>
                <c:pt idx="3672">
                  <c:v>0.73459999999995196</c:v>
                </c:pt>
                <c:pt idx="3673">
                  <c:v>0.73479999999995205</c:v>
                </c:pt>
                <c:pt idx="3674">
                  <c:v>0.73499999999995203</c:v>
                </c:pt>
                <c:pt idx="3675">
                  <c:v>0.735199999999952</c:v>
                </c:pt>
                <c:pt idx="3676">
                  <c:v>0.73539999999995198</c:v>
                </c:pt>
                <c:pt idx="3677">
                  <c:v>0.73559999999995196</c:v>
                </c:pt>
                <c:pt idx="3678">
                  <c:v>0.73579999999995205</c:v>
                </c:pt>
                <c:pt idx="3679">
                  <c:v>0.73599999999995203</c:v>
                </c:pt>
                <c:pt idx="3680">
                  <c:v>0.736199999999952</c:v>
                </c:pt>
                <c:pt idx="3681">
                  <c:v>0.73639999999995198</c:v>
                </c:pt>
                <c:pt idx="3682">
                  <c:v>0.73659999999995196</c:v>
                </c:pt>
                <c:pt idx="3683">
                  <c:v>0.73679999999995105</c:v>
                </c:pt>
                <c:pt idx="3684">
                  <c:v>0.73699999999995103</c:v>
                </c:pt>
                <c:pt idx="3685">
                  <c:v>0.73719999999995101</c:v>
                </c:pt>
                <c:pt idx="3686">
                  <c:v>0.73739999999995098</c:v>
                </c:pt>
                <c:pt idx="3687">
                  <c:v>0.73759999999995096</c:v>
                </c:pt>
                <c:pt idx="3688">
                  <c:v>0.73779999999995105</c:v>
                </c:pt>
                <c:pt idx="3689">
                  <c:v>0.73799999999995103</c:v>
                </c:pt>
                <c:pt idx="3690">
                  <c:v>0.73819999999995101</c:v>
                </c:pt>
                <c:pt idx="3691">
                  <c:v>0.73839999999995098</c:v>
                </c:pt>
                <c:pt idx="3692">
                  <c:v>0.73859999999995096</c:v>
                </c:pt>
                <c:pt idx="3693">
                  <c:v>0.73879999999995105</c:v>
                </c:pt>
                <c:pt idx="3694">
                  <c:v>0.73899999999995103</c:v>
                </c:pt>
                <c:pt idx="3695">
                  <c:v>0.73919999999995101</c:v>
                </c:pt>
                <c:pt idx="3696">
                  <c:v>0.73939999999995099</c:v>
                </c:pt>
                <c:pt idx="3697">
                  <c:v>0.73959999999995096</c:v>
                </c:pt>
                <c:pt idx="3698">
                  <c:v>0.73979999999995105</c:v>
                </c:pt>
                <c:pt idx="3699">
                  <c:v>0.73999999999995103</c:v>
                </c:pt>
                <c:pt idx="3700">
                  <c:v>0.74019999999995101</c:v>
                </c:pt>
                <c:pt idx="3701">
                  <c:v>0.74039999999995099</c:v>
                </c:pt>
                <c:pt idx="3702">
                  <c:v>0.74059999999995096</c:v>
                </c:pt>
                <c:pt idx="3703">
                  <c:v>0.74079999999995105</c:v>
                </c:pt>
                <c:pt idx="3704">
                  <c:v>0.74099999999995103</c:v>
                </c:pt>
                <c:pt idx="3705">
                  <c:v>0.74119999999995101</c:v>
                </c:pt>
                <c:pt idx="3706">
                  <c:v>0.74139999999995099</c:v>
                </c:pt>
                <c:pt idx="3707">
                  <c:v>0.74159999999995097</c:v>
                </c:pt>
                <c:pt idx="3708">
                  <c:v>0.74179999999995105</c:v>
                </c:pt>
                <c:pt idx="3709">
                  <c:v>0.74199999999995103</c:v>
                </c:pt>
                <c:pt idx="3710">
                  <c:v>0.74219999999995101</c:v>
                </c:pt>
                <c:pt idx="3711">
                  <c:v>0.74239999999995099</c:v>
                </c:pt>
                <c:pt idx="3712">
                  <c:v>0.74259999999995097</c:v>
                </c:pt>
                <c:pt idx="3713">
                  <c:v>0.74279999999995105</c:v>
                </c:pt>
                <c:pt idx="3714">
                  <c:v>0.74299999999995103</c:v>
                </c:pt>
                <c:pt idx="3715">
                  <c:v>0.74319999999995101</c:v>
                </c:pt>
                <c:pt idx="3716">
                  <c:v>0.74339999999995099</c:v>
                </c:pt>
                <c:pt idx="3717">
                  <c:v>0.74359999999995097</c:v>
                </c:pt>
                <c:pt idx="3718">
                  <c:v>0.74379999999995094</c:v>
                </c:pt>
                <c:pt idx="3719">
                  <c:v>0.74399999999995103</c:v>
                </c:pt>
                <c:pt idx="3720">
                  <c:v>0.74419999999995101</c:v>
                </c:pt>
                <c:pt idx="3721">
                  <c:v>0.74439999999995099</c:v>
                </c:pt>
                <c:pt idx="3722">
                  <c:v>0.74459999999995097</c:v>
                </c:pt>
                <c:pt idx="3723">
                  <c:v>0.74479999999995095</c:v>
                </c:pt>
                <c:pt idx="3724">
                  <c:v>0.74499999999995103</c:v>
                </c:pt>
                <c:pt idx="3725">
                  <c:v>0.74519999999995101</c:v>
                </c:pt>
                <c:pt idx="3726">
                  <c:v>0.74539999999995099</c:v>
                </c:pt>
                <c:pt idx="3727">
                  <c:v>0.74559999999995097</c:v>
                </c:pt>
                <c:pt idx="3728">
                  <c:v>0.74579999999995095</c:v>
                </c:pt>
                <c:pt idx="3729">
                  <c:v>0.74599999999995004</c:v>
                </c:pt>
                <c:pt idx="3730">
                  <c:v>0.74619999999995001</c:v>
                </c:pt>
                <c:pt idx="3731">
                  <c:v>0.74639999999994999</c:v>
                </c:pt>
                <c:pt idx="3732">
                  <c:v>0.74659999999994997</c:v>
                </c:pt>
                <c:pt idx="3733">
                  <c:v>0.74679999999994995</c:v>
                </c:pt>
                <c:pt idx="3734">
                  <c:v>0.74699999999995004</c:v>
                </c:pt>
                <c:pt idx="3735">
                  <c:v>0.74719999999995002</c:v>
                </c:pt>
                <c:pt idx="3736">
                  <c:v>0.74739999999994999</c:v>
                </c:pt>
                <c:pt idx="3737">
                  <c:v>0.74759999999994997</c:v>
                </c:pt>
                <c:pt idx="3738">
                  <c:v>0.74779999999994995</c:v>
                </c:pt>
                <c:pt idx="3739">
                  <c:v>0.74799999999995004</c:v>
                </c:pt>
                <c:pt idx="3740">
                  <c:v>0.74819999999995002</c:v>
                </c:pt>
                <c:pt idx="3741">
                  <c:v>0.74839999999994999</c:v>
                </c:pt>
                <c:pt idx="3742">
                  <c:v>0.74859999999994997</c:v>
                </c:pt>
                <c:pt idx="3743">
                  <c:v>0.74879999999994995</c:v>
                </c:pt>
                <c:pt idx="3744">
                  <c:v>0.74899999999995004</c:v>
                </c:pt>
                <c:pt idx="3745">
                  <c:v>0.74919999999995002</c:v>
                </c:pt>
                <c:pt idx="3746">
                  <c:v>0.74939999999995</c:v>
                </c:pt>
                <c:pt idx="3747">
                  <c:v>0.74959999999994997</c:v>
                </c:pt>
                <c:pt idx="3748">
                  <c:v>0.74979999999994995</c:v>
                </c:pt>
                <c:pt idx="3749">
                  <c:v>0.74999999999995004</c:v>
                </c:pt>
                <c:pt idx="3750">
                  <c:v>0.75019999999995002</c:v>
                </c:pt>
                <c:pt idx="3751">
                  <c:v>0.75039999999995</c:v>
                </c:pt>
                <c:pt idx="3752">
                  <c:v>0.75059999999994997</c:v>
                </c:pt>
                <c:pt idx="3753">
                  <c:v>0.75079999999994995</c:v>
                </c:pt>
                <c:pt idx="3754">
                  <c:v>0.75099999999995004</c:v>
                </c:pt>
                <c:pt idx="3755">
                  <c:v>0.75119999999995002</c:v>
                </c:pt>
                <c:pt idx="3756">
                  <c:v>0.75139999999995</c:v>
                </c:pt>
                <c:pt idx="3757">
                  <c:v>0.75159999999994997</c:v>
                </c:pt>
                <c:pt idx="3758">
                  <c:v>0.75179999999994995</c:v>
                </c:pt>
                <c:pt idx="3759">
                  <c:v>0.75199999999995004</c:v>
                </c:pt>
                <c:pt idx="3760">
                  <c:v>0.75219999999995002</c:v>
                </c:pt>
                <c:pt idx="3761">
                  <c:v>0.75239999999995</c:v>
                </c:pt>
                <c:pt idx="3762">
                  <c:v>0.75259999999994998</c:v>
                </c:pt>
                <c:pt idx="3763">
                  <c:v>0.75279999999994995</c:v>
                </c:pt>
                <c:pt idx="3764">
                  <c:v>0.75299999999995004</c:v>
                </c:pt>
                <c:pt idx="3765">
                  <c:v>0.75319999999995002</c:v>
                </c:pt>
                <c:pt idx="3766">
                  <c:v>0.75339999999995</c:v>
                </c:pt>
                <c:pt idx="3767">
                  <c:v>0.75359999999994998</c:v>
                </c:pt>
                <c:pt idx="3768">
                  <c:v>0.75379999999994995</c:v>
                </c:pt>
                <c:pt idx="3769">
                  <c:v>0.75399999999995004</c:v>
                </c:pt>
                <c:pt idx="3770">
                  <c:v>0.75419999999995002</c:v>
                </c:pt>
                <c:pt idx="3771">
                  <c:v>0.75439999999995</c:v>
                </c:pt>
                <c:pt idx="3772">
                  <c:v>0.75459999999994998</c:v>
                </c:pt>
                <c:pt idx="3773">
                  <c:v>0.75479999999994996</c:v>
                </c:pt>
                <c:pt idx="3774">
                  <c:v>0.75499999999994905</c:v>
                </c:pt>
                <c:pt idx="3775">
                  <c:v>0.75519999999994902</c:v>
                </c:pt>
                <c:pt idx="3776">
                  <c:v>0.755399999999949</c:v>
                </c:pt>
                <c:pt idx="3777">
                  <c:v>0.75559999999994898</c:v>
                </c:pt>
                <c:pt idx="3778">
                  <c:v>0.75579999999994896</c:v>
                </c:pt>
                <c:pt idx="3779">
                  <c:v>0.75599999999994905</c:v>
                </c:pt>
                <c:pt idx="3780">
                  <c:v>0.75619999999994902</c:v>
                </c:pt>
                <c:pt idx="3781">
                  <c:v>0.756399999999949</c:v>
                </c:pt>
                <c:pt idx="3782">
                  <c:v>0.75659999999994898</c:v>
                </c:pt>
                <c:pt idx="3783">
                  <c:v>0.75679999999994896</c:v>
                </c:pt>
                <c:pt idx="3784">
                  <c:v>0.75699999999994905</c:v>
                </c:pt>
                <c:pt idx="3785">
                  <c:v>0.75719999999994902</c:v>
                </c:pt>
                <c:pt idx="3786">
                  <c:v>0.757399999999949</c:v>
                </c:pt>
                <c:pt idx="3787">
                  <c:v>0.75759999999994898</c:v>
                </c:pt>
                <c:pt idx="3788">
                  <c:v>0.75779999999994896</c:v>
                </c:pt>
                <c:pt idx="3789">
                  <c:v>0.75799999999994905</c:v>
                </c:pt>
                <c:pt idx="3790">
                  <c:v>0.75819999999994903</c:v>
                </c:pt>
                <c:pt idx="3791">
                  <c:v>0.758399999999949</c:v>
                </c:pt>
                <c:pt idx="3792">
                  <c:v>0.75859999999994898</c:v>
                </c:pt>
                <c:pt idx="3793">
                  <c:v>0.75879999999994896</c:v>
                </c:pt>
                <c:pt idx="3794">
                  <c:v>0.75899999999994905</c:v>
                </c:pt>
                <c:pt idx="3795">
                  <c:v>0.75919999999994903</c:v>
                </c:pt>
                <c:pt idx="3796">
                  <c:v>0.759399999999949</c:v>
                </c:pt>
                <c:pt idx="3797">
                  <c:v>0.75959999999994898</c:v>
                </c:pt>
                <c:pt idx="3798">
                  <c:v>0.75979999999994896</c:v>
                </c:pt>
                <c:pt idx="3799">
                  <c:v>0.75999999999994905</c:v>
                </c:pt>
                <c:pt idx="3800">
                  <c:v>0.76019999999994903</c:v>
                </c:pt>
                <c:pt idx="3801">
                  <c:v>0.76039999999994901</c:v>
                </c:pt>
                <c:pt idx="3802">
                  <c:v>0.76059999999994898</c:v>
                </c:pt>
                <c:pt idx="3803">
                  <c:v>0.76079999999994896</c:v>
                </c:pt>
                <c:pt idx="3804">
                  <c:v>0.76099999999994905</c:v>
                </c:pt>
                <c:pt idx="3805">
                  <c:v>0.76119999999994903</c:v>
                </c:pt>
                <c:pt idx="3806">
                  <c:v>0.76139999999994901</c:v>
                </c:pt>
                <c:pt idx="3807">
                  <c:v>0.76159999999994898</c:v>
                </c:pt>
                <c:pt idx="3808">
                  <c:v>0.76179999999994896</c:v>
                </c:pt>
                <c:pt idx="3809">
                  <c:v>0.76199999999994905</c:v>
                </c:pt>
                <c:pt idx="3810">
                  <c:v>0.76219999999994903</c:v>
                </c:pt>
                <c:pt idx="3811">
                  <c:v>0.76239999999994901</c:v>
                </c:pt>
                <c:pt idx="3812">
                  <c:v>0.76259999999994899</c:v>
                </c:pt>
                <c:pt idx="3813">
                  <c:v>0.76279999999994896</c:v>
                </c:pt>
                <c:pt idx="3814">
                  <c:v>0.76299999999994905</c:v>
                </c:pt>
                <c:pt idx="3815">
                  <c:v>0.76319999999994903</c:v>
                </c:pt>
                <c:pt idx="3816">
                  <c:v>0.76339999999994901</c:v>
                </c:pt>
                <c:pt idx="3817">
                  <c:v>0.76359999999994899</c:v>
                </c:pt>
                <c:pt idx="3818">
                  <c:v>0.76379999999994896</c:v>
                </c:pt>
                <c:pt idx="3819">
                  <c:v>0.76399999999994805</c:v>
                </c:pt>
                <c:pt idx="3820">
                  <c:v>0.76419999999994803</c:v>
                </c:pt>
                <c:pt idx="3821">
                  <c:v>0.76439999999994801</c:v>
                </c:pt>
                <c:pt idx="3822">
                  <c:v>0.76459999999994799</c:v>
                </c:pt>
                <c:pt idx="3823">
                  <c:v>0.76479999999994797</c:v>
                </c:pt>
                <c:pt idx="3824">
                  <c:v>0.76499999999994805</c:v>
                </c:pt>
                <c:pt idx="3825">
                  <c:v>0.76519999999994803</c:v>
                </c:pt>
                <c:pt idx="3826">
                  <c:v>0.76539999999994801</c:v>
                </c:pt>
                <c:pt idx="3827">
                  <c:v>0.76559999999994799</c:v>
                </c:pt>
                <c:pt idx="3828">
                  <c:v>0.76579999999994797</c:v>
                </c:pt>
                <c:pt idx="3829">
                  <c:v>0.76599999999994794</c:v>
                </c:pt>
                <c:pt idx="3830">
                  <c:v>0.76619999999994803</c:v>
                </c:pt>
                <c:pt idx="3831">
                  <c:v>0.76639999999994801</c:v>
                </c:pt>
                <c:pt idx="3832">
                  <c:v>0.76659999999994799</c:v>
                </c:pt>
                <c:pt idx="3833">
                  <c:v>0.76679999999994797</c:v>
                </c:pt>
                <c:pt idx="3834">
                  <c:v>0.76699999999994795</c:v>
                </c:pt>
                <c:pt idx="3835">
                  <c:v>0.76719999999994803</c:v>
                </c:pt>
                <c:pt idx="3836">
                  <c:v>0.76739999999994801</c:v>
                </c:pt>
                <c:pt idx="3837">
                  <c:v>0.76759999999994799</c:v>
                </c:pt>
                <c:pt idx="3838">
                  <c:v>0.76779999999994797</c:v>
                </c:pt>
                <c:pt idx="3839">
                  <c:v>0.76799999999994795</c:v>
                </c:pt>
                <c:pt idx="3840">
                  <c:v>0.76819999999994804</c:v>
                </c:pt>
                <c:pt idx="3841">
                  <c:v>0.76839999999994801</c:v>
                </c:pt>
                <c:pt idx="3842">
                  <c:v>0.76859999999994799</c:v>
                </c:pt>
                <c:pt idx="3843">
                  <c:v>0.76879999999994797</c:v>
                </c:pt>
                <c:pt idx="3844">
                  <c:v>0.76899999999994795</c:v>
                </c:pt>
                <c:pt idx="3845">
                  <c:v>0.76919999999994804</c:v>
                </c:pt>
                <c:pt idx="3846">
                  <c:v>0.76939999999994801</c:v>
                </c:pt>
                <c:pt idx="3847">
                  <c:v>0.76959999999994799</c:v>
                </c:pt>
                <c:pt idx="3848">
                  <c:v>0.76979999999994797</c:v>
                </c:pt>
                <c:pt idx="3849">
                  <c:v>0.76999999999994795</c:v>
                </c:pt>
                <c:pt idx="3850">
                  <c:v>0.77019999999994804</c:v>
                </c:pt>
                <c:pt idx="3851">
                  <c:v>0.77039999999994802</c:v>
                </c:pt>
                <c:pt idx="3852">
                  <c:v>0.77059999999994799</c:v>
                </c:pt>
                <c:pt idx="3853">
                  <c:v>0.77079999999994797</c:v>
                </c:pt>
                <c:pt idx="3854">
                  <c:v>0.77099999999994795</c:v>
                </c:pt>
                <c:pt idx="3855">
                  <c:v>0.77119999999994804</c:v>
                </c:pt>
                <c:pt idx="3856">
                  <c:v>0.77139999999994802</c:v>
                </c:pt>
                <c:pt idx="3857">
                  <c:v>0.77159999999994799</c:v>
                </c:pt>
                <c:pt idx="3858">
                  <c:v>0.77179999999994797</c:v>
                </c:pt>
                <c:pt idx="3859">
                  <c:v>0.77199999999994795</c:v>
                </c:pt>
                <c:pt idx="3860">
                  <c:v>0.77219999999994804</c:v>
                </c:pt>
                <c:pt idx="3861">
                  <c:v>0.77239999999994802</c:v>
                </c:pt>
                <c:pt idx="3862">
                  <c:v>0.772599999999948</c:v>
                </c:pt>
                <c:pt idx="3863">
                  <c:v>0.77279999999994797</c:v>
                </c:pt>
                <c:pt idx="3864">
                  <c:v>0.77299999999994795</c:v>
                </c:pt>
                <c:pt idx="3865">
                  <c:v>0.77319999999994704</c:v>
                </c:pt>
                <c:pt idx="3866">
                  <c:v>0.77339999999994702</c:v>
                </c:pt>
                <c:pt idx="3867">
                  <c:v>0.773599999999947</c:v>
                </c:pt>
                <c:pt idx="3868">
                  <c:v>0.77379999999994697</c:v>
                </c:pt>
                <c:pt idx="3869">
                  <c:v>0.77399999999994695</c:v>
                </c:pt>
                <c:pt idx="3870">
                  <c:v>0.77419999999994704</c:v>
                </c:pt>
                <c:pt idx="3871">
                  <c:v>0.77439999999994702</c:v>
                </c:pt>
                <c:pt idx="3872">
                  <c:v>0.774599999999947</c:v>
                </c:pt>
                <c:pt idx="3873">
                  <c:v>0.77479999999994698</c:v>
                </c:pt>
                <c:pt idx="3874">
                  <c:v>0.77499999999994695</c:v>
                </c:pt>
                <c:pt idx="3875">
                  <c:v>0.77519999999994704</c:v>
                </c:pt>
                <c:pt idx="3876">
                  <c:v>0.77539999999994702</c:v>
                </c:pt>
                <c:pt idx="3877">
                  <c:v>0.775599999999947</c:v>
                </c:pt>
                <c:pt idx="3878">
                  <c:v>0.77579999999994698</c:v>
                </c:pt>
                <c:pt idx="3879">
                  <c:v>0.77599999999994695</c:v>
                </c:pt>
                <c:pt idx="3880">
                  <c:v>0.77619999999994704</c:v>
                </c:pt>
                <c:pt idx="3881">
                  <c:v>0.77639999999994702</c:v>
                </c:pt>
                <c:pt idx="3882">
                  <c:v>0.776599999999947</c:v>
                </c:pt>
                <c:pt idx="3883">
                  <c:v>0.77679999999994698</c:v>
                </c:pt>
                <c:pt idx="3884">
                  <c:v>0.77699999999994696</c:v>
                </c:pt>
                <c:pt idx="3885">
                  <c:v>0.77719999999994704</c:v>
                </c:pt>
                <c:pt idx="3886">
                  <c:v>0.77739999999994702</c:v>
                </c:pt>
                <c:pt idx="3887">
                  <c:v>0.777599999999947</c:v>
                </c:pt>
                <c:pt idx="3888">
                  <c:v>0.77779999999994698</c:v>
                </c:pt>
                <c:pt idx="3889">
                  <c:v>0.77799999999994696</c:v>
                </c:pt>
                <c:pt idx="3890">
                  <c:v>0.77819999999994705</c:v>
                </c:pt>
                <c:pt idx="3891">
                  <c:v>0.77839999999994702</c:v>
                </c:pt>
                <c:pt idx="3892">
                  <c:v>0.778599999999947</c:v>
                </c:pt>
                <c:pt idx="3893">
                  <c:v>0.77879999999994698</c:v>
                </c:pt>
                <c:pt idx="3894">
                  <c:v>0.77899999999994696</c:v>
                </c:pt>
                <c:pt idx="3895">
                  <c:v>0.77919999999994705</c:v>
                </c:pt>
                <c:pt idx="3896">
                  <c:v>0.77939999999994702</c:v>
                </c:pt>
                <c:pt idx="3897">
                  <c:v>0.779599999999947</c:v>
                </c:pt>
                <c:pt idx="3898">
                  <c:v>0.77979999999994698</c:v>
                </c:pt>
                <c:pt idx="3899">
                  <c:v>0.77999999999994696</c:v>
                </c:pt>
                <c:pt idx="3900">
                  <c:v>0.78019999999994705</c:v>
                </c:pt>
                <c:pt idx="3901">
                  <c:v>0.78039999999994702</c:v>
                </c:pt>
                <c:pt idx="3902">
                  <c:v>0.780599999999947</c:v>
                </c:pt>
                <c:pt idx="3903">
                  <c:v>0.78079999999994698</c:v>
                </c:pt>
                <c:pt idx="3904">
                  <c:v>0.78099999999994696</c:v>
                </c:pt>
                <c:pt idx="3905">
                  <c:v>0.78119999999994705</c:v>
                </c:pt>
                <c:pt idx="3906">
                  <c:v>0.78139999999994703</c:v>
                </c:pt>
                <c:pt idx="3907">
                  <c:v>0.781599999999947</c:v>
                </c:pt>
                <c:pt idx="3908">
                  <c:v>0.78179999999994698</c:v>
                </c:pt>
                <c:pt idx="3909">
                  <c:v>0.78199999999994696</c:v>
                </c:pt>
                <c:pt idx="3910">
                  <c:v>0.78219999999994605</c:v>
                </c:pt>
                <c:pt idx="3911">
                  <c:v>0.78239999999994603</c:v>
                </c:pt>
                <c:pt idx="3912">
                  <c:v>0.78259999999994601</c:v>
                </c:pt>
                <c:pt idx="3913">
                  <c:v>0.78279999999994598</c:v>
                </c:pt>
                <c:pt idx="3914">
                  <c:v>0.78299999999994596</c:v>
                </c:pt>
                <c:pt idx="3915">
                  <c:v>0.78319999999994605</c:v>
                </c:pt>
                <c:pt idx="3916">
                  <c:v>0.78339999999994603</c:v>
                </c:pt>
                <c:pt idx="3917">
                  <c:v>0.78359999999994601</c:v>
                </c:pt>
                <c:pt idx="3918">
                  <c:v>0.78379999999994598</c:v>
                </c:pt>
                <c:pt idx="3919">
                  <c:v>0.78399999999994596</c:v>
                </c:pt>
                <c:pt idx="3920">
                  <c:v>0.78419999999994605</c:v>
                </c:pt>
                <c:pt idx="3921">
                  <c:v>0.78439999999994603</c:v>
                </c:pt>
                <c:pt idx="3922">
                  <c:v>0.78459999999994601</c:v>
                </c:pt>
                <c:pt idx="3923">
                  <c:v>0.78479999999994599</c:v>
                </c:pt>
                <c:pt idx="3924">
                  <c:v>0.78499999999994596</c:v>
                </c:pt>
                <c:pt idx="3925">
                  <c:v>0.78519999999994605</c:v>
                </c:pt>
                <c:pt idx="3926">
                  <c:v>0.78539999999994603</c:v>
                </c:pt>
                <c:pt idx="3927">
                  <c:v>0.78559999999994601</c:v>
                </c:pt>
                <c:pt idx="3928">
                  <c:v>0.78579999999994599</c:v>
                </c:pt>
                <c:pt idx="3929">
                  <c:v>0.78599999999994596</c:v>
                </c:pt>
                <c:pt idx="3930">
                  <c:v>0.78619999999994605</c:v>
                </c:pt>
                <c:pt idx="3931">
                  <c:v>0.78639999999994603</c:v>
                </c:pt>
                <c:pt idx="3932">
                  <c:v>0.78659999999994601</c:v>
                </c:pt>
                <c:pt idx="3933">
                  <c:v>0.78679999999994599</c:v>
                </c:pt>
                <c:pt idx="3934">
                  <c:v>0.78699999999994597</c:v>
                </c:pt>
                <c:pt idx="3935">
                  <c:v>0.78719999999994605</c:v>
                </c:pt>
                <c:pt idx="3936">
                  <c:v>0.78739999999994603</c:v>
                </c:pt>
                <c:pt idx="3937">
                  <c:v>0.78759999999994601</c:v>
                </c:pt>
                <c:pt idx="3938">
                  <c:v>0.78779999999994599</c:v>
                </c:pt>
                <c:pt idx="3939">
                  <c:v>0.78799999999994597</c:v>
                </c:pt>
                <c:pt idx="3940">
                  <c:v>0.78819999999994605</c:v>
                </c:pt>
                <c:pt idx="3941">
                  <c:v>0.78839999999994603</c:v>
                </c:pt>
                <c:pt idx="3942">
                  <c:v>0.78859999999994601</c:v>
                </c:pt>
                <c:pt idx="3943">
                  <c:v>0.78879999999994599</c:v>
                </c:pt>
                <c:pt idx="3944">
                  <c:v>0.78899999999994597</c:v>
                </c:pt>
                <c:pt idx="3945">
                  <c:v>0.78919999999994594</c:v>
                </c:pt>
                <c:pt idx="3946">
                  <c:v>0.78939999999994603</c:v>
                </c:pt>
                <c:pt idx="3947">
                  <c:v>0.78959999999994601</c:v>
                </c:pt>
                <c:pt idx="3948">
                  <c:v>0.78979999999994599</c:v>
                </c:pt>
                <c:pt idx="3949">
                  <c:v>0.78999999999994597</c:v>
                </c:pt>
                <c:pt idx="3950">
                  <c:v>0.79019999999994595</c:v>
                </c:pt>
                <c:pt idx="3951">
                  <c:v>0.79039999999994603</c:v>
                </c:pt>
                <c:pt idx="3952">
                  <c:v>0.79059999999994601</c:v>
                </c:pt>
                <c:pt idx="3953">
                  <c:v>0.79079999999994599</c:v>
                </c:pt>
                <c:pt idx="3954">
                  <c:v>0.79099999999994597</c:v>
                </c:pt>
                <c:pt idx="3955">
                  <c:v>0.79119999999994595</c:v>
                </c:pt>
                <c:pt idx="3956">
                  <c:v>0.79139999999994504</c:v>
                </c:pt>
                <c:pt idx="3957">
                  <c:v>0.79159999999994501</c:v>
                </c:pt>
                <c:pt idx="3958">
                  <c:v>0.79179999999994499</c:v>
                </c:pt>
                <c:pt idx="3959">
                  <c:v>0.79199999999994497</c:v>
                </c:pt>
                <c:pt idx="3960">
                  <c:v>0.79219999999994495</c:v>
                </c:pt>
                <c:pt idx="3961">
                  <c:v>0.79239999999994504</c:v>
                </c:pt>
                <c:pt idx="3962">
                  <c:v>0.79259999999994502</c:v>
                </c:pt>
                <c:pt idx="3963">
                  <c:v>0.79279999999994499</c:v>
                </c:pt>
                <c:pt idx="3964">
                  <c:v>0.79299999999994497</c:v>
                </c:pt>
                <c:pt idx="3965">
                  <c:v>0.79319999999994495</c:v>
                </c:pt>
                <c:pt idx="3966">
                  <c:v>0.79339999999994504</c:v>
                </c:pt>
                <c:pt idx="3967">
                  <c:v>0.79359999999994502</c:v>
                </c:pt>
                <c:pt idx="3968">
                  <c:v>0.79379999999994499</c:v>
                </c:pt>
                <c:pt idx="3969">
                  <c:v>0.79399999999994497</c:v>
                </c:pt>
                <c:pt idx="3970">
                  <c:v>0.79419999999994495</c:v>
                </c:pt>
                <c:pt idx="3971">
                  <c:v>0.79439999999994504</c:v>
                </c:pt>
                <c:pt idx="3972">
                  <c:v>0.79459999999994502</c:v>
                </c:pt>
                <c:pt idx="3973">
                  <c:v>0.79479999999994499</c:v>
                </c:pt>
                <c:pt idx="3974">
                  <c:v>0.79499999999994497</c:v>
                </c:pt>
                <c:pt idx="3975">
                  <c:v>0.79519999999994495</c:v>
                </c:pt>
                <c:pt idx="3976">
                  <c:v>0.79539999999994504</c:v>
                </c:pt>
                <c:pt idx="3977">
                  <c:v>0.79559999999994502</c:v>
                </c:pt>
                <c:pt idx="3978">
                  <c:v>0.795799999999945</c:v>
                </c:pt>
                <c:pt idx="3979">
                  <c:v>0.79599999999994497</c:v>
                </c:pt>
                <c:pt idx="3980">
                  <c:v>0.79619999999994495</c:v>
                </c:pt>
                <c:pt idx="3981">
                  <c:v>0.79639999999994504</c:v>
                </c:pt>
                <c:pt idx="3982">
                  <c:v>0.79659999999994502</c:v>
                </c:pt>
                <c:pt idx="3983">
                  <c:v>0.796799999999945</c:v>
                </c:pt>
                <c:pt idx="3984">
                  <c:v>0.79699999999994497</c:v>
                </c:pt>
                <c:pt idx="3985">
                  <c:v>0.79719999999994495</c:v>
                </c:pt>
                <c:pt idx="3986">
                  <c:v>0.79739999999994504</c:v>
                </c:pt>
                <c:pt idx="3987">
                  <c:v>0.79759999999994502</c:v>
                </c:pt>
                <c:pt idx="3988">
                  <c:v>0.797799999999945</c:v>
                </c:pt>
                <c:pt idx="3989">
                  <c:v>0.79799999999994498</c:v>
                </c:pt>
                <c:pt idx="3990">
                  <c:v>0.79819999999994495</c:v>
                </c:pt>
                <c:pt idx="3991">
                  <c:v>0.79839999999994504</c:v>
                </c:pt>
                <c:pt idx="3992">
                  <c:v>0.79859999999994502</c:v>
                </c:pt>
                <c:pt idx="3993">
                  <c:v>0.798799999999945</c:v>
                </c:pt>
                <c:pt idx="3994">
                  <c:v>0.79899999999994498</c:v>
                </c:pt>
                <c:pt idx="3995">
                  <c:v>0.79919999999994495</c:v>
                </c:pt>
                <c:pt idx="3996">
                  <c:v>0.79939999999994504</c:v>
                </c:pt>
                <c:pt idx="3997">
                  <c:v>0.79959999999994502</c:v>
                </c:pt>
                <c:pt idx="3998">
                  <c:v>0.799799999999945</c:v>
                </c:pt>
                <c:pt idx="3999">
                  <c:v>0.79999999999994498</c:v>
                </c:pt>
                <c:pt idx="4000">
                  <c:v>0.80019999999994496</c:v>
                </c:pt>
                <c:pt idx="4001">
                  <c:v>0.80039999999994405</c:v>
                </c:pt>
                <c:pt idx="4002">
                  <c:v>0.80059999999994402</c:v>
                </c:pt>
                <c:pt idx="4003">
                  <c:v>0.800799999999944</c:v>
                </c:pt>
                <c:pt idx="4004">
                  <c:v>0.80099999999994398</c:v>
                </c:pt>
                <c:pt idx="4005">
                  <c:v>0.80119999999994396</c:v>
                </c:pt>
                <c:pt idx="4006">
                  <c:v>0.80139999999994405</c:v>
                </c:pt>
                <c:pt idx="4007">
                  <c:v>0.80159999999994402</c:v>
                </c:pt>
                <c:pt idx="4008">
                  <c:v>0.801799999999944</c:v>
                </c:pt>
                <c:pt idx="4009">
                  <c:v>0.80199999999994398</c:v>
                </c:pt>
                <c:pt idx="4010">
                  <c:v>0.80219999999994396</c:v>
                </c:pt>
                <c:pt idx="4011">
                  <c:v>0.80239999999994405</c:v>
                </c:pt>
                <c:pt idx="4012">
                  <c:v>0.80259999999994402</c:v>
                </c:pt>
                <c:pt idx="4013">
                  <c:v>0.802799999999944</c:v>
                </c:pt>
                <c:pt idx="4014">
                  <c:v>0.80299999999994398</c:v>
                </c:pt>
                <c:pt idx="4015">
                  <c:v>0.80319999999994396</c:v>
                </c:pt>
                <c:pt idx="4016">
                  <c:v>0.80339999999994405</c:v>
                </c:pt>
                <c:pt idx="4017">
                  <c:v>0.80359999999994403</c:v>
                </c:pt>
                <c:pt idx="4018">
                  <c:v>0.803799999999944</c:v>
                </c:pt>
                <c:pt idx="4019">
                  <c:v>0.80399999999994398</c:v>
                </c:pt>
                <c:pt idx="4020">
                  <c:v>0.80419999999994396</c:v>
                </c:pt>
                <c:pt idx="4021">
                  <c:v>0.80439999999994405</c:v>
                </c:pt>
                <c:pt idx="4022">
                  <c:v>0.80459999999994403</c:v>
                </c:pt>
                <c:pt idx="4023">
                  <c:v>0.804799999999944</c:v>
                </c:pt>
                <c:pt idx="4024">
                  <c:v>0.80499999999994398</c:v>
                </c:pt>
                <c:pt idx="4025">
                  <c:v>0.80519999999994396</c:v>
                </c:pt>
                <c:pt idx="4026">
                  <c:v>0.80539999999994405</c:v>
                </c:pt>
                <c:pt idx="4027">
                  <c:v>0.80559999999994403</c:v>
                </c:pt>
                <c:pt idx="4028">
                  <c:v>0.80579999999994401</c:v>
                </c:pt>
                <c:pt idx="4029">
                  <c:v>0.80599999999994398</c:v>
                </c:pt>
                <c:pt idx="4030">
                  <c:v>0.80619999999994396</c:v>
                </c:pt>
                <c:pt idx="4031">
                  <c:v>0.80639999999994405</c:v>
                </c:pt>
                <c:pt idx="4032">
                  <c:v>0.80659999999994403</c:v>
                </c:pt>
                <c:pt idx="4033">
                  <c:v>0.80679999999994401</c:v>
                </c:pt>
                <c:pt idx="4034">
                  <c:v>0.80699999999994398</c:v>
                </c:pt>
                <c:pt idx="4035">
                  <c:v>0.80719999999994396</c:v>
                </c:pt>
                <c:pt idx="4036">
                  <c:v>0.80739999999994405</c:v>
                </c:pt>
                <c:pt idx="4037">
                  <c:v>0.80759999999994403</c:v>
                </c:pt>
                <c:pt idx="4038">
                  <c:v>0.80779999999994401</c:v>
                </c:pt>
                <c:pt idx="4039">
                  <c:v>0.80799999999994399</c:v>
                </c:pt>
                <c:pt idx="4040">
                  <c:v>0.80819999999994396</c:v>
                </c:pt>
                <c:pt idx="4041">
                  <c:v>0.80839999999994405</c:v>
                </c:pt>
                <c:pt idx="4042">
                  <c:v>0.80859999999994403</c:v>
                </c:pt>
                <c:pt idx="4043">
                  <c:v>0.80879999999994401</c:v>
                </c:pt>
                <c:pt idx="4044">
                  <c:v>0.80899999999994399</c:v>
                </c:pt>
                <c:pt idx="4045">
                  <c:v>0.80919999999994396</c:v>
                </c:pt>
                <c:pt idx="4046">
                  <c:v>0.80939999999994305</c:v>
                </c:pt>
                <c:pt idx="4047">
                  <c:v>0.80959999999994303</c:v>
                </c:pt>
                <c:pt idx="4048">
                  <c:v>0.80979999999994301</c:v>
                </c:pt>
                <c:pt idx="4049">
                  <c:v>0.80999999999994299</c:v>
                </c:pt>
                <c:pt idx="4050">
                  <c:v>0.81019999999994297</c:v>
                </c:pt>
                <c:pt idx="4051">
                  <c:v>0.81039999999994305</c:v>
                </c:pt>
                <c:pt idx="4052">
                  <c:v>0.81059999999994303</c:v>
                </c:pt>
                <c:pt idx="4053">
                  <c:v>0.81079999999994301</c:v>
                </c:pt>
                <c:pt idx="4054">
                  <c:v>0.81099999999994299</c:v>
                </c:pt>
                <c:pt idx="4055">
                  <c:v>0.81119999999994297</c:v>
                </c:pt>
                <c:pt idx="4056">
                  <c:v>0.81139999999994294</c:v>
                </c:pt>
                <c:pt idx="4057">
                  <c:v>0.81159999999994303</c:v>
                </c:pt>
                <c:pt idx="4058">
                  <c:v>0.81179999999994301</c:v>
                </c:pt>
                <c:pt idx="4059">
                  <c:v>0.81199999999994299</c:v>
                </c:pt>
                <c:pt idx="4060">
                  <c:v>0.81219999999994297</c:v>
                </c:pt>
                <c:pt idx="4061">
                  <c:v>0.81239999999994295</c:v>
                </c:pt>
                <c:pt idx="4062">
                  <c:v>0.81259999999994303</c:v>
                </c:pt>
                <c:pt idx="4063">
                  <c:v>0.81279999999994301</c:v>
                </c:pt>
                <c:pt idx="4064">
                  <c:v>0.81299999999994299</c:v>
                </c:pt>
                <c:pt idx="4065">
                  <c:v>0.81319999999994297</c:v>
                </c:pt>
                <c:pt idx="4066">
                  <c:v>0.81339999999994295</c:v>
                </c:pt>
                <c:pt idx="4067">
                  <c:v>0.81359999999994304</c:v>
                </c:pt>
                <c:pt idx="4068">
                  <c:v>0.81379999999994301</c:v>
                </c:pt>
                <c:pt idx="4069">
                  <c:v>0.81399999999994299</c:v>
                </c:pt>
                <c:pt idx="4070">
                  <c:v>0.81419999999994297</c:v>
                </c:pt>
                <c:pt idx="4071">
                  <c:v>0.81439999999994295</c:v>
                </c:pt>
                <c:pt idx="4072">
                  <c:v>0.81459999999994304</c:v>
                </c:pt>
                <c:pt idx="4073">
                  <c:v>0.81479999999994301</c:v>
                </c:pt>
                <c:pt idx="4074">
                  <c:v>0.81499999999994299</c:v>
                </c:pt>
                <c:pt idx="4075">
                  <c:v>0.81519999999994297</c:v>
                </c:pt>
                <c:pt idx="4076">
                  <c:v>0.81539999999994295</c:v>
                </c:pt>
                <c:pt idx="4077">
                  <c:v>0.81559999999994304</c:v>
                </c:pt>
                <c:pt idx="4078">
                  <c:v>0.81579999999994302</c:v>
                </c:pt>
                <c:pt idx="4079">
                  <c:v>0.81599999999994299</c:v>
                </c:pt>
                <c:pt idx="4080">
                  <c:v>0.81619999999994297</c:v>
                </c:pt>
                <c:pt idx="4081">
                  <c:v>0.81639999999994295</c:v>
                </c:pt>
                <c:pt idx="4082">
                  <c:v>0.81659999999994304</c:v>
                </c:pt>
                <c:pt idx="4083">
                  <c:v>0.81679999999994302</c:v>
                </c:pt>
                <c:pt idx="4084">
                  <c:v>0.81699999999994299</c:v>
                </c:pt>
                <c:pt idx="4085">
                  <c:v>0.81719999999994297</c:v>
                </c:pt>
                <c:pt idx="4086">
                  <c:v>0.81739999999994295</c:v>
                </c:pt>
                <c:pt idx="4087">
                  <c:v>0.81759999999994304</c:v>
                </c:pt>
                <c:pt idx="4088">
                  <c:v>0.81779999999994302</c:v>
                </c:pt>
                <c:pt idx="4089">
                  <c:v>0.81799999999994299</c:v>
                </c:pt>
                <c:pt idx="4090">
                  <c:v>0.81819999999994297</c:v>
                </c:pt>
                <c:pt idx="4091">
                  <c:v>0.81839999999994295</c:v>
                </c:pt>
                <c:pt idx="4092">
                  <c:v>0.81859999999994204</c:v>
                </c:pt>
                <c:pt idx="4093">
                  <c:v>0.81879999999994202</c:v>
                </c:pt>
                <c:pt idx="4094">
                  <c:v>0.818999999999942</c:v>
                </c:pt>
                <c:pt idx="4095">
                  <c:v>0.81919999999994197</c:v>
                </c:pt>
                <c:pt idx="4096">
                  <c:v>0.81939999999994195</c:v>
                </c:pt>
                <c:pt idx="4097">
                  <c:v>0.81959999999994204</c:v>
                </c:pt>
                <c:pt idx="4098">
                  <c:v>0.81979999999994202</c:v>
                </c:pt>
                <c:pt idx="4099">
                  <c:v>0.819999999999942</c:v>
                </c:pt>
                <c:pt idx="4100">
                  <c:v>0.82019999999994198</c:v>
                </c:pt>
                <c:pt idx="4101">
                  <c:v>0.82039999999994195</c:v>
                </c:pt>
                <c:pt idx="4102">
                  <c:v>0.82059999999994204</c:v>
                </c:pt>
                <c:pt idx="4103">
                  <c:v>0.82079999999994202</c:v>
                </c:pt>
                <c:pt idx="4104">
                  <c:v>0.820999999999942</c:v>
                </c:pt>
                <c:pt idx="4105">
                  <c:v>0.82119999999994198</c:v>
                </c:pt>
                <c:pt idx="4106">
                  <c:v>0.82139999999994195</c:v>
                </c:pt>
                <c:pt idx="4107">
                  <c:v>0.82159999999994204</c:v>
                </c:pt>
                <c:pt idx="4108">
                  <c:v>0.82179999999994202</c:v>
                </c:pt>
                <c:pt idx="4109">
                  <c:v>0.821999999999942</c:v>
                </c:pt>
                <c:pt idx="4110">
                  <c:v>0.82219999999994198</c:v>
                </c:pt>
                <c:pt idx="4111">
                  <c:v>0.82239999999994196</c:v>
                </c:pt>
                <c:pt idx="4112">
                  <c:v>0.82259999999994204</c:v>
                </c:pt>
                <c:pt idx="4113">
                  <c:v>0.82279999999994202</c:v>
                </c:pt>
                <c:pt idx="4114">
                  <c:v>0.822999999999942</c:v>
                </c:pt>
                <c:pt idx="4115">
                  <c:v>0.82319999999994198</c:v>
                </c:pt>
                <c:pt idx="4116">
                  <c:v>0.82339999999994196</c:v>
                </c:pt>
                <c:pt idx="4117">
                  <c:v>0.82359999999994205</c:v>
                </c:pt>
                <c:pt idx="4118">
                  <c:v>0.82379999999994202</c:v>
                </c:pt>
                <c:pt idx="4119">
                  <c:v>0.823999999999942</c:v>
                </c:pt>
                <c:pt idx="4120">
                  <c:v>0.82419999999994198</c:v>
                </c:pt>
                <c:pt idx="4121">
                  <c:v>0.82439999999994196</c:v>
                </c:pt>
                <c:pt idx="4122">
                  <c:v>0.82459999999994205</c:v>
                </c:pt>
                <c:pt idx="4123">
                  <c:v>0.82479999999994202</c:v>
                </c:pt>
                <c:pt idx="4124">
                  <c:v>0.824999999999942</c:v>
                </c:pt>
                <c:pt idx="4125">
                  <c:v>0.82519999999994198</c:v>
                </c:pt>
                <c:pt idx="4126">
                  <c:v>0.82539999999994196</c:v>
                </c:pt>
                <c:pt idx="4127">
                  <c:v>0.82559999999994205</c:v>
                </c:pt>
                <c:pt idx="4128">
                  <c:v>0.82579999999994202</c:v>
                </c:pt>
                <c:pt idx="4129">
                  <c:v>0.825999999999942</c:v>
                </c:pt>
                <c:pt idx="4130">
                  <c:v>0.82619999999994198</c:v>
                </c:pt>
                <c:pt idx="4131">
                  <c:v>0.82639999999994196</c:v>
                </c:pt>
                <c:pt idx="4132">
                  <c:v>0.82659999999994205</c:v>
                </c:pt>
                <c:pt idx="4133">
                  <c:v>0.82679999999994203</c:v>
                </c:pt>
                <c:pt idx="4134">
                  <c:v>0.826999999999942</c:v>
                </c:pt>
                <c:pt idx="4135">
                  <c:v>0.82719999999994198</c:v>
                </c:pt>
                <c:pt idx="4136">
                  <c:v>0.82739999999994196</c:v>
                </c:pt>
                <c:pt idx="4137">
                  <c:v>0.82759999999994105</c:v>
                </c:pt>
                <c:pt idx="4138">
                  <c:v>0.82779999999994103</c:v>
                </c:pt>
                <c:pt idx="4139">
                  <c:v>0.82799999999994101</c:v>
                </c:pt>
                <c:pt idx="4140">
                  <c:v>0.82819999999994098</c:v>
                </c:pt>
                <c:pt idx="4141">
                  <c:v>0.82839999999994096</c:v>
                </c:pt>
                <c:pt idx="4142">
                  <c:v>0.82859999999994105</c:v>
                </c:pt>
                <c:pt idx="4143">
                  <c:v>0.82879999999994103</c:v>
                </c:pt>
                <c:pt idx="4144">
                  <c:v>0.82899999999994101</c:v>
                </c:pt>
                <c:pt idx="4145">
                  <c:v>0.82919999999994098</c:v>
                </c:pt>
                <c:pt idx="4146">
                  <c:v>0.82939999999994096</c:v>
                </c:pt>
                <c:pt idx="4147">
                  <c:v>0.82959999999994105</c:v>
                </c:pt>
                <c:pt idx="4148">
                  <c:v>0.82979999999994103</c:v>
                </c:pt>
                <c:pt idx="4149">
                  <c:v>0.82999999999994101</c:v>
                </c:pt>
                <c:pt idx="4150">
                  <c:v>0.83019999999994099</c:v>
                </c:pt>
                <c:pt idx="4151">
                  <c:v>0.83039999999994096</c:v>
                </c:pt>
                <c:pt idx="4152">
                  <c:v>0.83059999999994105</c:v>
                </c:pt>
                <c:pt idx="4153">
                  <c:v>0.83079999999994103</c:v>
                </c:pt>
                <c:pt idx="4154">
                  <c:v>0.83099999999994101</c:v>
                </c:pt>
                <c:pt idx="4155">
                  <c:v>0.83119999999994099</c:v>
                </c:pt>
                <c:pt idx="4156">
                  <c:v>0.83139999999994096</c:v>
                </c:pt>
                <c:pt idx="4157">
                  <c:v>0.83159999999994105</c:v>
                </c:pt>
                <c:pt idx="4158">
                  <c:v>0.83179999999994103</c:v>
                </c:pt>
                <c:pt idx="4159">
                  <c:v>0.83199999999994101</c:v>
                </c:pt>
                <c:pt idx="4160">
                  <c:v>0.83219999999994099</c:v>
                </c:pt>
                <c:pt idx="4161">
                  <c:v>0.83239999999994096</c:v>
                </c:pt>
                <c:pt idx="4162">
                  <c:v>0.83259999999994105</c:v>
                </c:pt>
                <c:pt idx="4163">
                  <c:v>0.83279999999994103</c:v>
                </c:pt>
                <c:pt idx="4164">
                  <c:v>0.83299999999994101</c:v>
                </c:pt>
                <c:pt idx="4165">
                  <c:v>0.83319999999994099</c:v>
                </c:pt>
                <c:pt idx="4166">
                  <c:v>0.83339999999994097</c:v>
                </c:pt>
                <c:pt idx="4167">
                  <c:v>0.83359999999994105</c:v>
                </c:pt>
                <c:pt idx="4168">
                  <c:v>0.83379999999994103</c:v>
                </c:pt>
                <c:pt idx="4169">
                  <c:v>0.83399999999994101</c:v>
                </c:pt>
                <c:pt idx="4170">
                  <c:v>0.83419999999994099</c:v>
                </c:pt>
                <c:pt idx="4171">
                  <c:v>0.83439999999994097</c:v>
                </c:pt>
                <c:pt idx="4172">
                  <c:v>0.83459999999994094</c:v>
                </c:pt>
                <c:pt idx="4173">
                  <c:v>0.83479999999994103</c:v>
                </c:pt>
                <c:pt idx="4174">
                  <c:v>0.83499999999994101</c:v>
                </c:pt>
                <c:pt idx="4175">
                  <c:v>0.83519999999994099</c:v>
                </c:pt>
                <c:pt idx="4176">
                  <c:v>0.83539999999994097</c:v>
                </c:pt>
                <c:pt idx="4177">
                  <c:v>0.83559999999994095</c:v>
                </c:pt>
                <c:pt idx="4178">
                  <c:v>0.83579999999994103</c:v>
                </c:pt>
                <c:pt idx="4179">
                  <c:v>0.83599999999994101</c:v>
                </c:pt>
                <c:pt idx="4180">
                  <c:v>0.83619999999994099</c:v>
                </c:pt>
                <c:pt idx="4181">
                  <c:v>0.83639999999994097</c:v>
                </c:pt>
                <c:pt idx="4182">
                  <c:v>0.83659999999994095</c:v>
                </c:pt>
                <c:pt idx="4183">
                  <c:v>0.83679999999994004</c:v>
                </c:pt>
                <c:pt idx="4184">
                  <c:v>0.83699999999994001</c:v>
                </c:pt>
                <c:pt idx="4185">
                  <c:v>0.83719999999993999</c:v>
                </c:pt>
                <c:pt idx="4186">
                  <c:v>0.83739999999993997</c:v>
                </c:pt>
                <c:pt idx="4187">
                  <c:v>0.83759999999993995</c:v>
                </c:pt>
                <c:pt idx="4188">
                  <c:v>0.83779999999994004</c:v>
                </c:pt>
                <c:pt idx="4189">
                  <c:v>0.83799999999994002</c:v>
                </c:pt>
                <c:pt idx="4190">
                  <c:v>0.83819999999993999</c:v>
                </c:pt>
                <c:pt idx="4191">
                  <c:v>0.83839999999993997</c:v>
                </c:pt>
                <c:pt idx="4192">
                  <c:v>0.83859999999993995</c:v>
                </c:pt>
                <c:pt idx="4193">
                  <c:v>0.83879999999994004</c:v>
                </c:pt>
                <c:pt idx="4194">
                  <c:v>0.83899999999994002</c:v>
                </c:pt>
                <c:pt idx="4195">
                  <c:v>0.83919999999993999</c:v>
                </c:pt>
                <c:pt idx="4196">
                  <c:v>0.83939999999993997</c:v>
                </c:pt>
                <c:pt idx="4197">
                  <c:v>0.83959999999993995</c:v>
                </c:pt>
                <c:pt idx="4198">
                  <c:v>0.83979999999994004</c:v>
                </c:pt>
                <c:pt idx="4199">
                  <c:v>0.83999999999994002</c:v>
                </c:pt>
                <c:pt idx="4200">
                  <c:v>0.84019999999993999</c:v>
                </c:pt>
                <c:pt idx="4201">
                  <c:v>0.84039999999993997</c:v>
                </c:pt>
                <c:pt idx="4202">
                  <c:v>0.84059999999993995</c:v>
                </c:pt>
                <c:pt idx="4203">
                  <c:v>0.84079999999994004</c:v>
                </c:pt>
                <c:pt idx="4204">
                  <c:v>0.84099999999994002</c:v>
                </c:pt>
                <c:pt idx="4205">
                  <c:v>0.84119999999994</c:v>
                </c:pt>
                <c:pt idx="4206">
                  <c:v>0.84139999999993997</c:v>
                </c:pt>
                <c:pt idx="4207">
                  <c:v>0.84159999999993995</c:v>
                </c:pt>
                <c:pt idx="4208">
                  <c:v>0.84179999999994004</c:v>
                </c:pt>
                <c:pt idx="4209">
                  <c:v>0.84199999999994002</c:v>
                </c:pt>
                <c:pt idx="4210">
                  <c:v>0.84219999999994</c:v>
                </c:pt>
                <c:pt idx="4211">
                  <c:v>0.84239999999993997</c:v>
                </c:pt>
                <c:pt idx="4212">
                  <c:v>0.84259999999993995</c:v>
                </c:pt>
                <c:pt idx="4213">
                  <c:v>0.84279999999994004</c:v>
                </c:pt>
                <c:pt idx="4214">
                  <c:v>0.84299999999994002</c:v>
                </c:pt>
                <c:pt idx="4215">
                  <c:v>0.84319999999994</c:v>
                </c:pt>
                <c:pt idx="4216">
                  <c:v>0.84339999999993998</c:v>
                </c:pt>
                <c:pt idx="4217">
                  <c:v>0.84359999999993995</c:v>
                </c:pt>
                <c:pt idx="4218">
                  <c:v>0.84379999999994004</c:v>
                </c:pt>
                <c:pt idx="4219">
                  <c:v>0.84399999999994002</c:v>
                </c:pt>
                <c:pt idx="4220">
                  <c:v>0.84419999999994</c:v>
                </c:pt>
                <c:pt idx="4221">
                  <c:v>0.84439999999993998</c:v>
                </c:pt>
                <c:pt idx="4222">
                  <c:v>0.84459999999993995</c:v>
                </c:pt>
                <c:pt idx="4223">
                  <c:v>0.84479999999994004</c:v>
                </c:pt>
                <c:pt idx="4224">
                  <c:v>0.84499999999994002</c:v>
                </c:pt>
                <c:pt idx="4225">
                  <c:v>0.84519999999994</c:v>
                </c:pt>
                <c:pt idx="4226">
                  <c:v>0.84539999999993998</c:v>
                </c:pt>
                <c:pt idx="4227">
                  <c:v>0.84559999999993996</c:v>
                </c:pt>
                <c:pt idx="4228">
                  <c:v>0.84579999999993905</c:v>
                </c:pt>
                <c:pt idx="4229">
                  <c:v>0.84599999999993902</c:v>
                </c:pt>
                <c:pt idx="4230">
                  <c:v>0.846199999999939</c:v>
                </c:pt>
                <c:pt idx="4231">
                  <c:v>0.84639999999993898</c:v>
                </c:pt>
                <c:pt idx="4232">
                  <c:v>0.84659999999993896</c:v>
                </c:pt>
                <c:pt idx="4233">
                  <c:v>0.84679999999993905</c:v>
                </c:pt>
                <c:pt idx="4234">
                  <c:v>0.84699999999993902</c:v>
                </c:pt>
                <c:pt idx="4235">
                  <c:v>0.847199999999939</c:v>
                </c:pt>
                <c:pt idx="4236">
                  <c:v>0.84739999999993898</c:v>
                </c:pt>
                <c:pt idx="4237">
                  <c:v>0.84759999999993896</c:v>
                </c:pt>
                <c:pt idx="4238">
                  <c:v>0.84779999999993905</c:v>
                </c:pt>
                <c:pt idx="4239">
                  <c:v>0.84799999999993902</c:v>
                </c:pt>
                <c:pt idx="4240">
                  <c:v>0.848199999999939</c:v>
                </c:pt>
                <c:pt idx="4241">
                  <c:v>0.84839999999993898</c:v>
                </c:pt>
                <c:pt idx="4242">
                  <c:v>0.84859999999993896</c:v>
                </c:pt>
                <c:pt idx="4243">
                  <c:v>0.84879999999993905</c:v>
                </c:pt>
                <c:pt idx="4244">
                  <c:v>0.84899999999993903</c:v>
                </c:pt>
                <c:pt idx="4245">
                  <c:v>0.849199999999939</c:v>
                </c:pt>
                <c:pt idx="4246">
                  <c:v>0.84939999999993898</c:v>
                </c:pt>
                <c:pt idx="4247">
                  <c:v>0.84959999999993896</c:v>
                </c:pt>
                <c:pt idx="4248">
                  <c:v>0.84979999999993905</c:v>
                </c:pt>
                <c:pt idx="4249">
                  <c:v>0.84999999999993903</c:v>
                </c:pt>
                <c:pt idx="4250">
                  <c:v>0.850199999999939</c:v>
                </c:pt>
                <c:pt idx="4251">
                  <c:v>0.85039999999993898</c:v>
                </c:pt>
                <c:pt idx="4252">
                  <c:v>0.85059999999993896</c:v>
                </c:pt>
                <c:pt idx="4253">
                  <c:v>0.85079999999993905</c:v>
                </c:pt>
                <c:pt idx="4254">
                  <c:v>0.85099999999993903</c:v>
                </c:pt>
                <c:pt idx="4255">
                  <c:v>0.85119999999993901</c:v>
                </c:pt>
                <c:pt idx="4256">
                  <c:v>0.85139999999993898</c:v>
                </c:pt>
                <c:pt idx="4257">
                  <c:v>0.85159999999993896</c:v>
                </c:pt>
                <c:pt idx="4258">
                  <c:v>0.85179999999993905</c:v>
                </c:pt>
                <c:pt idx="4259">
                  <c:v>0.85199999999993903</c:v>
                </c:pt>
                <c:pt idx="4260">
                  <c:v>0.85219999999993901</c:v>
                </c:pt>
                <c:pt idx="4261">
                  <c:v>0.85239999999993898</c:v>
                </c:pt>
                <c:pt idx="4262">
                  <c:v>0.85259999999993896</c:v>
                </c:pt>
                <c:pt idx="4263">
                  <c:v>0.85279999999993905</c:v>
                </c:pt>
                <c:pt idx="4264">
                  <c:v>0.85299999999993903</c:v>
                </c:pt>
                <c:pt idx="4265">
                  <c:v>0.85319999999993901</c:v>
                </c:pt>
                <c:pt idx="4266">
                  <c:v>0.85339999999993899</c:v>
                </c:pt>
                <c:pt idx="4267">
                  <c:v>0.85359999999993896</c:v>
                </c:pt>
                <c:pt idx="4268">
                  <c:v>0.85379999999993905</c:v>
                </c:pt>
                <c:pt idx="4269">
                  <c:v>0.85399999999993903</c:v>
                </c:pt>
                <c:pt idx="4270">
                  <c:v>0.85419999999993901</c:v>
                </c:pt>
                <c:pt idx="4271">
                  <c:v>0.85439999999993899</c:v>
                </c:pt>
                <c:pt idx="4272">
                  <c:v>0.85459999999993896</c:v>
                </c:pt>
                <c:pt idx="4273">
                  <c:v>0.85479999999993805</c:v>
                </c:pt>
                <c:pt idx="4274">
                  <c:v>0.85499999999993803</c:v>
                </c:pt>
                <c:pt idx="4275">
                  <c:v>0.85519999999993801</c:v>
                </c:pt>
                <c:pt idx="4276">
                  <c:v>0.85539999999993799</c:v>
                </c:pt>
                <c:pt idx="4277">
                  <c:v>0.85559999999993797</c:v>
                </c:pt>
                <c:pt idx="4278">
                  <c:v>0.85579999999993805</c:v>
                </c:pt>
                <c:pt idx="4279">
                  <c:v>0.85599999999993803</c:v>
                </c:pt>
                <c:pt idx="4280">
                  <c:v>0.85619999999993801</c:v>
                </c:pt>
                <c:pt idx="4281">
                  <c:v>0.85639999999993799</c:v>
                </c:pt>
                <c:pt idx="4282">
                  <c:v>0.85659999999993797</c:v>
                </c:pt>
                <c:pt idx="4283">
                  <c:v>0.85679999999993794</c:v>
                </c:pt>
                <c:pt idx="4284">
                  <c:v>0.85699999999993803</c:v>
                </c:pt>
                <c:pt idx="4285">
                  <c:v>0.85719999999993801</c:v>
                </c:pt>
                <c:pt idx="4286">
                  <c:v>0.85739999999993799</c:v>
                </c:pt>
                <c:pt idx="4287">
                  <c:v>0.85759999999993797</c:v>
                </c:pt>
                <c:pt idx="4288">
                  <c:v>0.85779999999993795</c:v>
                </c:pt>
                <c:pt idx="4289">
                  <c:v>0.85799999999993803</c:v>
                </c:pt>
                <c:pt idx="4290">
                  <c:v>0.85819999999993801</c:v>
                </c:pt>
                <c:pt idx="4291">
                  <c:v>0.85839999999993799</c:v>
                </c:pt>
                <c:pt idx="4292">
                  <c:v>0.85859999999993797</c:v>
                </c:pt>
                <c:pt idx="4293">
                  <c:v>0.85879999999993795</c:v>
                </c:pt>
                <c:pt idx="4294">
                  <c:v>0.85899999999993804</c:v>
                </c:pt>
                <c:pt idx="4295">
                  <c:v>0.85919999999993801</c:v>
                </c:pt>
                <c:pt idx="4296">
                  <c:v>0.85939999999993799</c:v>
                </c:pt>
                <c:pt idx="4297">
                  <c:v>0.85959999999993797</c:v>
                </c:pt>
                <c:pt idx="4298">
                  <c:v>0.85979999999993795</c:v>
                </c:pt>
                <c:pt idx="4299">
                  <c:v>0.85999999999993804</c:v>
                </c:pt>
                <c:pt idx="4300">
                  <c:v>0.86019999999993801</c:v>
                </c:pt>
                <c:pt idx="4301">
                  <c:v>0.86039999999993799</c:v>
                </c:pt>
                <c:pt idx="4302">
                  <c:v>0.86059999999993797</c:v>
                </c:pt>
                <c:pt idx="4303">
                  <c:v>0.86079999999993795</c:v>
                </c:pt>
                <c:pt idx="4304">
                  <c:v>0.86099999999993804</c:v>
                </c:pt>
                <c:pt idx="4305">
                  <c:v>0.86119999999993802</c:v>
                </c:pt>
                <c:pt idx="4306">
                  <c:v>0.86139999999993799</c:v>
                </c:pt>
                <c:pt idx="4307">
                  <c:v>0.86159999999993797</c:v>
                </c:pt>
                <c:pt idx="4308">
                  <c:v>0.86179999999993795</c:v>
                </c:pt>
                <c:pt idx="4309">
                  <c:v>0.86199999999993804</c:v>
                </c:pt>
                <c:pt idx="4310">
                  <c:v>0.86219999999993802</c:v>
                </c:pt>
                <c:pt idx="4311">
                  <c:v>0.86239999999993799</c:v>
                </c:pt>
                <c:pt idx="4312">
                  <c:v>0.86259999999993797</c:v>
                </c:pt>
                <c:pt idx="4313">
                  <c:v>0.86279999999993795</c:v>
                </c:pt>
                <c:pt idx="4314">
                  <c:v>0.86299999999993804</c:v>
                </c:pt>
                <c:pt idx="4315">
                  <c:v>0.86319999999993802</c:v>
                </c:pt>
                <c:pt idx="4316">
                  <c:v>0.86339999999993799</c:v>
                </c:pt>
                <c:pt idx="4317">
                  <c:v>0.86359999999993797</c:v>
                </c:pt>
                <c:pt idx="4318">
                  <c:v>0.86379999999993795</c:v>
                </c:pt>
                <c:pt idx="4319">
                  <c:v>0.86399999999993704</c:v>
                </c:pt>
                <c:pt idx="4320">
                  <c:v>0.86419999999993702</c:v>
                </c:pt>
                <c:pt idx="4321">
                  <c:v>0.864399999999937</c:v>
                </c:pt>
                <c:pt idx="4322">
                  <c:v>0.86459999999993697</c:v>
                </c:pt>
                <c:pt idx="4323">
                  <c:v>0.86479999999993695</c:v>
                </c:pt>
                <c:pt idx="4324">
                  <c:v>0.86499999999993704</c:v>
                </c:pt>
                <c:pt idx="4325">
                  <c:v>0.86519999999993702</c:v>
                </c:pt>
                <c:pt idx="4326">
                  <c:v>0.865399999999937</c:v>
                </c:pt>
                <c:pt idx="4327">
                  <c:v>0.86559999999993698</c:v>
                </c:pt>
                <c:pt idx="4328">
                  <c:v>0.86579999999993695</c:v>
                </c:pt>
                <c:pt idx="4329">
                  <c:v>0.86599999999993704</c:v>
                </c:pt>
                <c:pt idx="4330">
                  <c:v>0.86619999999993702</c:v>
                </c:pt>
                <c:pt idx="4331">
                  <c:v>0.866399999999937</c:v>
                </c:pt>
                <c:pt idx="4332">
                  <c:v>0.86659999999993698</c:v>
                </c:pt>
                <c:pt idx="4333">
                  <c:v>0.86679999999993695</c:v>
                </c:pt>
                <c:pt idx="4334">
                  <c:v>0.86699999999993704</c:v>
                </c:pt>
                <c:pt idx="4335">
                  <c:v>0.86719999999993702</c:v>
                </c:pt>
                <c:pt idx="4336">
                  <c:v>0.867399999999937</c:v>
                </c:pt>
                <c:pt idx="4337">
                  <c:v>0.86759999999993698</c:v>
                </c:pt>
                <c:pt idx="4338">
                  <c:v>0.86779999999993696</c:v>
                </c:pt>
                <c:pt idx="4339">
                  <c:v>0.86799999999993704</c:v>
                </c:pt>
                <c:pt idx="4340">
                  <c:v>0.86819999999993702</c:v>
                </c:pt>
                <c:pt idx="4341">
                  <c:v>0.868399999999937</c:v>
                </c:pt>
                <c:pt idx="4342">
                  <c:v>0.86859999999993698</c:v>
                </c:pt>
                <c:pt idx="4343">
                  <c:v>0.86879999999993696</c:v>
                </c:pt>
                <c:pt idx="4344">
                  <c:v>0.86899999999993705</c:v>
                </c:pt>
                <c:pt idx="4345">
                  <c:v>0.86919999999993702</c:v>
                </c:pt>
                <c:pt idx="4346">
                  <c:v>0.869399999999937</c:v>
                </c:pt>
                <c:pt idx="4347">
                  <c:v>0.86959999999993698</c:v>
                </c:pt>
                <c:pt idx="4348">
                  <c:v>0.86979999999993696</c:v>
                </c:pt>
                <c:pt idx="4349">
                  <c:v>0.86999999999993705</c:v>
                </c:pt>
                <c:pt idx="4350">
                  <c:v>0.87019999999993702</c:v>
                </c:pt>
                <c:pt idx="4351">
                  <c:v>0.870399999999937</c:v>
                </c:pt>
                <c:pt idx="4352">
                  <c:v>0.87059999999993698</c:v>
                </c:pt>
                <c:pt idx="4353">
                  <c:v>0.87079999999993696</c:v>
                </c:pt>
                <c:pt idx="4354">
                  <c:v>0.87099999999993705</c:v>
                </c:pt>
                <c:pt idx="4355">
                  <c:v>0.87119999999993702</c:v>
                </c:pt>
                <c:pt idx="4356">
                  <c:v>0.871399999999937</c:v>
                </c:pt>
                <c:pt idx="4357">
                  <c:v>0.87159999999993698</c:v>
                </c:pt>
                <c:pt idx="4358">
                  <c:v>0.87179999999993696</c:v>
                </c:pt>
                <c:pt idx="4359">
                  <c:v>0.87199999999993705</c:v>
                </c:pt>
                <c:pt idx="4360">
                  <c:v>0.87219999999993703</c:v>
                </c:pt>
                <c:pt idx="4361">
                  <c:v>0.872399999999937</c:v>
                </c:pt>
                <c:pt idx="4362">
                  <c:v>0.87259999999993698</c:v>
                </c:pt>
                <c:pt idx="4363">
                  <c:v>0.87279999999993696</c:v>
                </c:pt>
                <c:pt idx="4364">
                  <c:v>0.87299999999993605</c:v>
                </c:pt>
                <c:pt idx="4365">
                  <c:v>0.87319999999993603</c:v>
                </c:pt>
                <c:pt idx="4366">
                  <c:v>0.87339999999993601</c:v>
                </c:pt>
                <c:pt idx="4367">
                  <c:v>0.87359999999993598</c:v>
                </c:pt>
                <c:pt idx="4368">
                  <c:v>0.87379999999993596</c:v>
                </c:pt>
                <c:pt idx="4369">
                  <c:v>0.87399999999993605</c:v>
                </c:pt>
                <c:pt idx="4370">
                  <c:v>0.87419999999993603</c:v>
                </c:pt>
                <c:pt idx="4371">
                  <c:v>0.87439999999993601</c:v>
                </c:pt>
                <c:pt idx="4372">
                  <c:v>0.87459999999993598</c:v>
                </c:pt>
                <c:pt idx="4373">
                  <c:v>0.87479999999993596</c:v>
                </c:pt>
                <c:pt idx="4374">
                  <c:v>0.87499999999993605</c:v>
                </c:pt>
                <c:pt idx="4375">
                  <c:v>0.87519999999993603</c:v>
                </c:pt>
                <c:pt idx="4376">
                  <c:v>0.87539999999993601</c:v>
                </c:pt>
                <c:pt idx="4377">
                  <c:v>0.87559999999993599</c:v>
                </c:pt>
                <c:pt idx="4378">
                  <c:v>0.87579999999993596</c:v>
                </c:pt>
                <c:pt idx="4379">
                  <c:v>0.87599999999993605</c:v>
                </c:pt>
                <c:pt idx="4380">
                  <c:v>0.87619999999993603</c:v>
                </c:pt>
                <c:pt idx="4381">
                  <c:v>0.87639999999993601</c:v>
                </c:pt>
                <c:pt idx="4382">
                  <c:v>0.87659999999993599</c:v>
                </c:pt>
                <c:pt idx="4383">
                  <c:v>0.87679999999993596</c:v>
                </c:pt>
                <c:pt idx="4384">
                  <c:v>0.87699999999993605</c:v>
                </c:pt>
                <c:pt idx="4385">
                  <c:v>0.87719999999993603</c:v>
                </c:pt>
                <c:pt idx="4386">
                  <c:v>0.87739999999993601</c:v>
                </c:pt>
                <c:pt idx="4387">
                  <c:v>0.87759999999993599</c:v>
                </c:pt>
                <c:pt idx="4388">
                  <c:v>0.87779999999993596</c:v>
                </c:pt>
                <c:pt idx="4389">
                  <c:v>0.87799999999993605</c:v>
                </c:pt>
                <c:pt idx="4390">
                  <c:v>0.87819999999993603</c:v>
                </c:pt>
                <c:pt idx="4391">
                  <c:v>0.87839999999993601</c:v>
                </c:pt>
                <c:pt idx="4392">
                  <c:v>0.87859999999993599</c:v>
                </c:pt>
                <c:pt idx="4393">
                  <c:v>0.87879999999993597</c:v>
                </c:pt>
                <c:pt idx="4394">
                  <c:v>0.87899999999993605</c:v>
                </c:pt>
                <c:pt idx="4395">
                  <c:v>0.87919999999993603</c:v>
                </c:pt>
                <c:pt idx="4396">
                  <c:v>0.87939999999993601</c:v>
                </c:pt>
                <c:pt idx="4397">
                  <c:v>0.87959999999993599</c:v>
                </c:pt>
                <c:pt idx="4398">
                  <c:v>0.87979999999993597</c:v>
                </c:pt>
                <c:pt idx="4399">
                  <c:v>0.87999999999993594</c:v>
                </c:pt>
                <c:pt idx="4400">
                  <c:v>0.88019999999993603</c:v>
                </c:pt>
                <c:pt idx="4401">
                  <c:v>0.88039999999993601</c:v>
                </c:pt>
                <c:pt idx="4402">
                  <c:v>0.88059999999993599</c:v>
                </c:pt>
                <c:pt idx="4403">
                  <c:v>0.88079999999993597</c:v>
                </c:pt>
                <c:pt idx="4404">
                  <c:v>0.88099999999993595</c:v>
                </c:pt>
                <c:pt idx="4405">
                  <c:v>0.88119999999993603</c:v>
                </c:pt>
                <c:pt idx="4406">
                  <c:v>0.88139999999993601</c:v>
                </c:pt>
                <c:pt idx="4407">
                  <c:v>0.88159999999993599</c:v>
                </c:pt>
                <c:pt idx="4408">
                  <c:v>0.88179999999993597</c:v>
                </c:pt>
                <c:pt idx="4409">
                  <c:v>0.88199999999993595</c:v>
                </c:pt>
                <c:pt idx="4410">
                  <c:v>0.88219999999993504</c:v>
                </c:pt>
                <c:pt idx="4411">
                  <c:v>0.88239999999993501</c:v>
                </c:pt>
                <c:pt idx="4412">
                  <c:v>0.88259999999993499</c:v>
                </c:pt>
                <c:pt idx="4413">
                  <c:v>0.88279999999993497</c:v>
                </c:pt>
                <c:pt idx="4414">
                  <c:v>0.88299999999993495</c:v>
                </c:pt>
                <c:pt idx="4415">
                  <c:v>0.88319999999993504</c:v>
                </c:pt>
                <c:pt idx="4416">
                  <c:v>0.88339999999993502</c:v>
                </c:pt>
                <c:pt idx="4417">
                  <c:v>0.88359999999993499</c:v>
                </c:pt>
                <c:pt idx="4418">
                  <c:v>0.88379999999993497</c:v>
                </c:pt>
                <c:pt idx="4419">
                  <c:v>0.88399999999993495</c:v>
                </c:pt>
                <c:pt idx="4420">
                  <c:v>0.88419999999993504</c:v>
                </c:pt>
                <c:pt idx="4421">
                  <c:v>0.88439999999993502</c:v>
                </c:pt>
                <c:pt idx="4422">
                  <c:v>0.88459999999993499</c:v>
                </c:pt>
                <c:pt idx="4423">
                  <c:v>0.88479999999993497</c:v>
                </c:pt>
                <c:pt idx="4424">
                  <c:v>0.88499999999993495</c:v>
                </c:pt>
                <c:pt idx="4425">
                  <c:v>0.88519999999993504</c:v>
                </c:pt>
                <c:pt idx="4426">
                  <c:v>0.88539999999993502</c:v>
                </c:pt>
                <c:pt idx="4427">
                  <c:v>0.88559999999993499</c:v>
                </c:pt>
                <c:pt idx="4428">
                  <c:v>0.88579999999993497</c:v>
                </c:pt>
                <c:pt idx="4429">
                  <c:v>0.88599999999993495</c:v>
                </c:pt>
                <c:pt idx="4430">
                  <c:v>0.88619999999993504</c:v>
                </c:pt>
                <c:pt idx="4431">
                  <c:v>0.88639999999993502</c:v>
                </c:pt>
                <c:pt idx="4432">
                  <c:v>0.886599999999935</c:v>
                </c:pt>
                <c:pt idx="4433">
                  <c:v>0.88679999999993497</c:v>
                </c:pt>
                <c:pt idx="4434">
                  <c:v>0.88699999999993495</c:v>
                </c:pt>
                <c:pt idx="4435">
                  <c:v>0.88719999999993504</c:v>
                </c:pt>
                <c:pt idx="4436">
                  <c:v>0.88739999999993502</c:v>
                </c:pt>
                <c:pt idx="4437">
                  <c:v>0.887599999999935</c:v>
                </c:pt>
                <c:pt idx="4438">
                  <c:v>0.88779999999993497</c:v>
                </c:pt>
                <c:pt idx="4439">
                  <c:v>0.88799999999993495</c:v>
                </c:pt>
                <c:pt idx="4440">
                  <c:v>0.88819999999993504</c:v>
                </c:pt>
                <c:pt idx="4441">
                  <c:v>0.88839999999993502</c:v>
                </c:pt>
                <c:pt idx="4442">
                  <c:v>0.888599999999935</c:v>
                </c:pt>
                <c:pt idx="4443">
                  <c:v>0.88879999999993498</c:v>
                </c:pt>
                <c:pt idx="4444">
                  <c:v>0.88899999999993495</c:v>
                </c:pt>
                <c:pt idx="4445">
                  <c:v>0.88919999999993504</c:v>
                </c:pt>
                <c:pt idx="4446">
                  <c:v>0.88939999999993502</c:v>
                </c:pt>
                <c:pt idx="4447">
                  <c:v>0.889599999999935</c:v>
                </c:pt>
                <c:pt idx="4448">
                  <c:v>0.88979999999993498</c:v>
                </c:pt>
                <c:pt idx="4449">
                  <c:v>0.88999999999993495</c:v>
                </c:pt>
                <c:pt idx="4450">
                  <c:v>0.89019999999993504</c:v>
                </c:pt>
                <c:pt idx="4451">
                  <c:v>0.89039999999993502</c:v>
                </c:pt>
                <c:pt idx="4452">
                  <c:v>0.890599999999935</c:v>
                </c:pt>
                <c:pt idx="4453">
                  <c:v>0.89079999999993498</c:v>
                </c:pt>
                <c:pt idx="4454">
                  <c:v>0.89099999999993496</c:v>
                </c:pt>
                <c:pt idx="4455">
                  <c:v>0.89119999999993404</c:v>
                </c:pt>
                <c:pt idx="4456">
                  <c:v>0.89139999999993402</c:v>
                </c:pt>
                <c:pt idx="4457">
                  <c:v>0.891599999999934</c:v>
                </c:pt>
                <c:pt idx="4458">
                  <c:v>0.89179999999993398</c:v>
                </c:pt>
                <c:pt idx="4459">
                  <c:v>0.89199999999993396</c:v>
                </c:pt>
                <c:pt idx="4460">
                  <c:v>0.89219999999993405</c:v>
                </c:pt>
                <c:pt idx="4461">
                  <c:v>0.89239999999993402</c:v>
                </c:pt>
                <c:pt idx="4462">
                  <c:v>0.892599999999934</c:v>
                </c:pt>
                <c:pt idx="4463">
                  <c:v>0.89279999999993398</c:v>
                </c:pt>
                <c:pt idx="4464">
                  <c:v>0.89299999999993396</c:v>
                </c:pt>
                <c:pt idx="4465">
                  <c:v>0.89319999999993405</c:v>
                </c:pt>
                <c:pt idx="4466">
                  <c:v>0.89339999999993402</c:v>
                </c:pt>
                <c:pt idx="4467">
                  <c:v>0.893599999999934</c:v>
                </c:pt>
                <c:pt idx="4468">
                  <c:v>0.89379999999993398</c:v>
                </c:pt>
                <c:pt idx="4469">
                  <c:v>0.89399999999993396</c:v>
                </c:pt>
                <c:pt idx="4470">
                  <c:v>0.89419999999993405</c:v>
                </c:pt>
                <c:pt idx="4471">
                  <c:v>0.89439999999993403</c:v>
                </c:pt>
                <c:pt idx="4472">
                  <c:v>0.894599999999934</c:v>
                </c:pt>
                <c:pt idx="4473">
                  <c:v>0.89479999999993398</c:v>
                </c:pt>
                <c:pt idx="4474">
                  <c:v>0.89499999999993396</c:v>
                </c:pt>
                <c:pt idx="4475">
                  <c:v>0.89519999999993405</c:v>
                </c:pt>
                <c:pt idx="4476">
                  <c:v>0.89539999999993403</c:v>
                </c:pt>
                <c:pt idx="4477">
                  <c:v>0.895599999999934</c:v>
                </c:pt>
                <c:pt idx="4478">
                  <c:v>0.89579999999993398</c:v>
                </c:pt>
                <c:pt idx="4479">
                  <c:v>0.89599999999993396</c:v>
                </c:pt>
                <c:pt idx="4480">
                  <c:v>0.89619999999993405</c:v>
                </c:pt>
                <c:pt idx="4481">
                  <c:v>0.89639999999993403</c:v>
                </c:pt>
                <c:pt idx="4482">
                  <c:v>0.89659999999993401</c:v>
                </c:pt>
                <c:pt idx="4483">
                  <c:v>0.89679999999993398</c:v>
                </c:pt>
                <c:pt idx="4484">
                  <c:v>0.89699999999993396</c:v>
                </c:pt>
                <c:pt idx="4485">
                  <c:v>0.89719999999993405</c:v>
                </c:pt>
                <c:pt idx="4486">
                  <c:v>0.89739999999993403</c:v>
                </c:pt>
                <c:pt idx="4487">
                  <c:v>0.89759999999993401</c:v>
                </c:pt>
                <c:pt idx="4488">
                  <c:v>0.89779999999993398</c:v>
                </c:pt>
                <c:pt idx="4489">
                  <c:v>0.89799999999993396</c:v>
                </c:pt>
                <c:pt idx="4490">
                  <c:v>0.89819999999993405</c:v>
                </c:pt>
                <c:pt idx="4491">
                  <c:v>0.89839999999993403</c:v>
                </c:pt>
                <c:pt idx="4492">
                  <c:v>0.89859999999993401</c:v>
                </c:pt>
                <c:pt idx="4493">
                  <c:v>0.89879999999993399</c:v>
                </c:pt>
                <c:pt idx="4494">
                  <c:v>0.89899999999993396</c:v>
                </c:pt>
                <c:pt idx="4495">
                  <c:v>0.89919999999993405</c:v>
                </c:pt>
                <c:pt idx="4496">
                  <c:v>0.89939999999993403</c:v>
                </c:pt>
                <c:pt idx="4497">
                  <c:v>0.89959999999993401</c:v>
                </c:pt>
                <c:pt idx="4498">
                  <c:v>0.89979999999993399</c:v>
                </c:pt>
                <c:pt idx="4499">
                  <c:v>0.89999999999993396</c:v>
                </c:pt>
                <c:pt idx="4500">
                  <c:v>0.90019999999993305</c:v>
                </c:pt>
                <c:pt idx="4501">
                  <c:v>0.90039999999993303</c:v>
                </c:pt>
                <c:pt idx="4502">
                  <c:v>0.90059999999993301</c:v>
                </c:pt>
                <c:pt idx="4503">
                  <c:v>0.90079999999993299</c:v>
                </c:pt>
                <c:pt idx="4504">
                  <c:v>0.90099999999993297</c:v>
                </c:pt>
                <c:pt idx="4505">
                  <c:v>0.90119999999993305</c:v>
                </c:pt>
                <c:pt idx="4506">
                  <c:v>0.90139999999993303</c:v>
                </c:pt>
                <c:pt idx="4507">
                  <c:v>0.90159999999993301</c:v>
                </c:pt>
                <c:pt idx="4508">
                  <c:v>0.90179999999993299</c:v>
                </c:pt>
                <c:pt idx="4509">
                  <c:v>0.90199999999993297</c:v>
                </c:pt>
                <c:pt idx="4510">
                  <c:v>0.90219999999993306</c:v>
                </c:pt>
                <c:pt idx="4511">
                  <c:v>0.90239999999993303</c:v>
                </c:pt>
                <c:pt idx="4512">
                  <c:v>0.90259999999993301</c:v>
                </c:pt>
                <c:pt idx="4513">
                  <c:v>0.90279999999993299</c:v>
                </c:pt>
                <c:pt idx="4514">
                  <c:v>0.90299999999993297</c:v>
                </c:pt>
                <c:pt idx="4515">
                  <c:v>0.90319999999993295</c:v>
                </c:pt>
                <c:pt idx="4516">
                  <c:v>0.90339999999993303</c:v>
                </c:pt>
                <c:pt idx="4517">
                  <c:v>0.90359999999993301</c:v>
                </c:pt>
                <c:pt idx="4518">
                  <c:v>0.90379999999993299</c:v>
                </c:pt>
                <c:pt idx="4519">
                  <c:v>0.90399999999993297</c:v>
                </c:pt>
                <c:pt idx="4520">
                  <c:v>0.90419999999993295</c:v>
                </c:pt>
                <c:pt idx="4521">
                  <c:v>0.90439999999993304</c:v>
                </c:pt>
                <c:pt idx="4522">
                  <c:v>0.90459999999993301</c:v>
                </c:pt>
                <c:pt idx="4523">
                  <c:v>0.90479999999993299</c:v>
                </c:pt>
                <c:pt idx="4524">
                  <c:v>0.90499999999993297</c:v>
                </c:pt>
                <c:pt idx="4525">
                  <c:v>0.90519999999993295</c:v>
                </c:pt>
                <c:pt idx="4526">
                  <c:v>0.90539999999993304</c:v>
                </c:pt>
                <c:pt idx="4527">
                  <c:v>0.90559999999993301</c:v>
                </c:pt>
                <c:pt idx="4528">
                  <c:v>0.90579999999993299</c:v>
                </c:pt>
                <c:pt idx="4529">
                  <c:v>0.90599999999993297</c:v>
                </c:pt>
                <c:pt idx="4530">
                  <c:v>0.90619999999993295</c:v>
                </c:pt>
                <c:pt idx="4531">
                  <c:v>0.90639999999993304</c:v>
                </c:pt>
                <c:pt idx="4532">
                  <c:v>0.90659999999993302</c:v>
                </c:pt>
                <c:pt idx="4533">
                  <c:v>0.90679999999993299</c:v>
                </c:pt>
                <c:pt idx="4534">
                  <c:v>0.90699999999993297</c:v>
                </c:pt>
                <c:pt idx="4535">
                  <c:v>0.90719999999993295</c:v>
                </c:pt>
                <c:pt idx="4536">
                  <c:v>0.90739999999993304</c:v>
                </c:pt>
                <c:pt idx="4537">
                  <c:v>0.90759999999993302</c:v>
                </c:pt>
                <c:pt idx="4538">
                  <c:v>0.90779999999993299</c:v>
                </c:pt>
                <c:pt idx="4539">
                  <c:v>0.90799999999993297</c:v>
                </c:pt>
                <c:pt idx="4540">
                  <c:v>0.90819999999993295</c:v>
                </c:pt>
                <c:pt idx="4541">
                  <c:v>0.90839999999993304</c:v>
                </c:pt>
                <c:pt idx="4542">
                  <c:v>0.90859999999993302</c:v>
                </c:pt>
                <c:pt idx="4543">
                  <c:v>0.90879999999993299</c:v>
                </c:pt>
                <c:pt idx="4544">
                  <c:v>0.90899999999993297</c:v>
                </c:pt>
                <c:pt idx="4545">
                  <c:v>0.90919999999993295</c:v>
                </c:pt>
                <c:pt idx="4546">
                  <c:v>0.90939999999993204</c:v>
                </c:pt>
                <c:pt idx="4547">
                  <c:v>0.90959999999993202</c:v>
                </c:pt>
                <c:pt idx="4548">
                  <c:v>0.909799999999932</c:v>
                </c:pt>
                <c:pt idx="4549">
                  <c:v>0.90999999999993197</c:v>
                </c:pt>
                <c:pt idx="4550">
                  <c:v>0.91019999999993195</c:v>
                </c:pt>
                <c:pt idx="4551">
                  <c:v>0.91039999999993204</c:v>
                </c:pt>
                <c:pt idx="4552">
                  <c:v>0.91059999999993202</c:v>
                </c:pt>
                <c:pt idx="4553">
                  <c:v>0.910799999999932</c:v>
                </c:pt>
                <c:pt idx="4554">
                  <c:v>0.91099999999993198</c:v>
                </c:pt>
                <c:pt idx="4555">
                  <c:v>0.91119999999993195</c:v>
                </c:pt>
                <c:pt idx="4556">
                  <c:v>0.91139999999993204</c:v>
                </c:pt>
                <c:pt idx="4557">
                  <c:v>0.91159999999993202</c:v>
                </c:pt>
                <c:pt idx="4558">
                  <c:v>0.911799999999932</c:v>
                </c:pt>
                <c:pt idx="4559">
                  <c:v>0.91199999999993198</c:v>
                </c:pt>
                <c:pt idx="4560">
                  <c:v>0.91219999999993195</c:v>
                </c:pt>
                <c:pt idx="4561">
                  <c:v>0.91239999999993204</c:v>
                </c:pt>
                <c:pt idx="4562">
                  <c:v>0.91259999999993202</c:v>
                </c:pt>
                <c:pt idx="4563">
                  <c:v>0.912799999999932</c:v>
                </c:pt>
                <c:pt idx="4564">
                  <c:v>0.91299999999993198</c:v>
                </c:pt>
                <c:pt idx="4565">
                  <c:v>0.91319999999993196</c:v>
                </c:pt>
                <c:pt idx="4566">
                  <c:v>0.91339999999993204</c:v>
                </c:pt>
                <c:pt idx="4567">
                  <c:v>0.91359999999993202</c:v>
                </c:pt>
                <c:pt idx="4568">
                  <c:v>0.913799999999932</c:v>
                </c:pt>
                <c:pt idx="4569">
                  <c:v>0.91399999999993198</c:v>
                </c:pt>
                <c:pt idx="4570">
                  <c:v>0.91419999999993196</c:v>
                </c:pt>
                <c:pt idx="4571">
                  <c:v>0.91439999999993204</c:v>
                </c:pt>
                <c:pt idx="4572">
                  <c:v>0.91459999999993202</c:v>
                </c:pt>
                <c:pt idx="4573">
                  <c:v>0.914799999999932</c:v>
                </c:pt>
                <c:pt idx="4574">
                  <c:v>0.91499999999993198</c:v>
                </c:pt>
                <c:pt idx="4575">
                  <c:v>0.91519999999993196</c:v>
                </c:pt>
                <c:pt idx="4576">
                  <c:v>0.91539999999993205</c:v>
                </c:pt>
                <c:pt idx="4577">
                  <c:v>0.91559999999993202</c:v>
                </c:pt>
                <c:pt idx="4578">
                  <c:v>0.915799999999932</c:v>
                </c:pt>
                <c:pt idx="4579">
                  <c:v>0.91599999999993198</c:v>
                </c:pt>
                <c:pt idx="4580">
                  <c:v>0.91619999999993196</c:v>
                </c:pt>
                <c:pt idx="4581">
                  <c:v>0.91639999999993205</c:v>
                </c:pt>
                <c:pt idx="4582">
                  <c:v>0.91659999999993202</c:v>
                </c:pt>
                <c:pt idx="4583">
                  <c:v>0.916799999999932</c:v>
                </c:pt>
                <c:pt idx="4584">
                  <c:v>0.91699999999993198</c:v>
                </c:pt>
                <c:pt idx="4585">
                  <c:v>0.91719999999993196</c:v>
                </c:pt>
                <c:pt idx="4586">
                  <c:v>0.91739999999993205</c:v>
                </c:pt>
                <c:pt idx="4587">
                  <c:v>0.91759999999993203</c:v>
                </c:pt>
                <c:pt idx="4588">
                  <c:v>0.917799999999932</c:v>
                </c:pt>
                <c:pt idx="4589">
                  <c:v>0.91799999999993198</c:v>
                </c:pt>
                <c:pt idx="4590">
                  <c:v>0.91819999999993196</c:v>
                </c:pt>
                <c:pt idx="4591">
                  <c:v>0.91839999999993105</c:v>
                </c:pt>
                <c:pt idx="4592">
                  <c:v>0.91859999999993103</c:v>
                </c:pt>
                <c:pt idx="4593">
                  <c:v>0.91879999999993101</c:v>
                </c:pt>
                <c:pt idx="4594">
                  <c:v>0.91899999999993098</c:v>
                </c:pt>
                <c:pt idx="4595">
                  <c:v>0.91919999999993096</c:v>
                </c:pt>
                <c:pt idx="4596">
                  <c:v>0.91939999999993105</c:v>
                </c:pt>
                <c:pt idx="4597">
                  <c:v>0.91959999999993103</c:v>
                </c:pt>
                <c:pt idx="4598">
                  <c:v>0.91979999999993101</c:v>
                </c:pt>
                <c:pt idx="4599">
                  <c:v>0.91999999999993098</c:v>
                </c:pt>
                <c:pt idx="4600">
                  <c:v>0.92019999999993096</c:v>
                </c:pt>
                <c:pt idx="4601">
                  <c:v>0.92039999999993105</c:v>
                </c:pt>
                <c:pt idx="4602">
                  <c:v>0.92059999999993103</c:v>
                </c:pt>
                <c:pt idx="4603">
                  <c:v>0.92079999999993101</c:v>
                </c:pt>
                <c:pt idx="4604">
                  <c:v>0.92099999999993098</c:v>
                </c:pt>
                <c:pt idx="4605">
                  <c:v>0.92119999999993096</c:v>
                </c:pt>
                <c:pt idx="4606">
                  <c:v>0.92139999999993105</c:v>
                </c:pt>
                <c:pt idx="4607">
                  <c:v>0.92159999999993103</c:v>
                </c:pt>
                <c:pt idx="4608">
                  <c:v>0.92179999999993101</c:v>
                </c:pt>
                <c:pt idx="4609">
                  <c:v>0.92199999999993099</c:v>
                </c:pt>
                <c:pt idx="4610">
                  <c:v>0.92219999999993096</c:v>
                </c:pt>
                <c:pt idx="4611">
                  <c:v>0.92239999999993105</c:v>
                </c:pt>
                <c:pt idx="4612">
                  <c:v>0.92259999999993103</c:v>
                </c:pt>
                <c:pt idx="4613">
                  <c:v>0.92279999999993101</c:v>
                </c:pt>
                <c:pt idx="4614">
                  <c:v>0.92299999999993099</c:v>
                </c:pt>
                <c:pt idx="4615">
                  <c:v>0.92319999999993096</c:v>
                </c:pt>
                <c:pt idx="4616">
                  <c:v>0.92339999999993105</c:v>
                </c:pt>
                <c:pt idx="4617">
                  <c:v>0.92359999999993103</c:v>
                </c:pt>
                <c:pt idx="4618">
                  <c:v>0.92379999999993101</c:v>
                </c:pt>
                <c:pt idx="4619">
                  <c:v>0.92399999999993099</c:v>
                </c:pt>
                <c:pt idx="4620">
                  <c:v>0.92419999999993097</c:v>
                </c:pt>
                <c:pt idx="4621">
                  <c:v>0.92439999999993105</c:v>
                </c:pt>
                <c:pt idx="4622">
                  <c:v>0.92459999999993103</c:v>
                </c:pt>
                <c:pt idx="4623">
                  <c:v>0.92479999999993101</c:v>
                </c:pt>
                <c:pt idx="4624">
                  <c:v>0.92499999999993099</c:v>
                </c:pt>
                <c:pt idx="4625">
                  <c:v>0.92519999999993097</c:v>
                </c:pt>
                <c:pt idx="4626">
                  <c:v>0.92539999999993106</c:v>
                </c:pt>
                <c:pt idx="4627">
                  <c:v>0.92559999999993103</c:v>
                </c:pt>
                <c:pt idx="4628">
                  <c:v>0.92579999999993101</c:v>
                </c:pt>
                <c:pt idx="4629">
                  <c:v>0.92599999999993099</c:v>
                </c:pt>
                <c:pt idx="4630">
                  <c:v>0.92619999999993097</c:v>
                </c:pt>
                <c:pt idx="4631">
                  <c:v>0.92639999999993095</c:v>
                </c:pt>
                <c:pt idx="4632">
                  <c:v>0.92659999999993103</c:v>
                </c:pt>
                <c:pt idx="4633">
                  <c:v>0.92679999999993101</c:v>
                </c:pt>
                <c:pt idx="4634">
                  <c:v>0.92699999999993099</c:v>
                </c:pt>
                <c:pt idx="4635">
                  <c:v>0.92719999999993097</c:v>
                </c:pt>
                <c:pt idx="4636">
                  <c:v>0.92739999999993095</c:v>
                </c:pt>
                <c:pt idx="4637">
                  <c:v>0.92759999999993004</c:v>
                </c:pt>
                <c:pt idx="4638">
                  <c:v>0.92779999999993001</c:v>
                </c:pt>
                <c:pt idx="4639">
                  <c:v>0.92799999999992999</c:v>
                </c:pt>
                <c:pt idx="4640">
                  <c:v>0.92819999999992997</c:v>
                </c:pt>
                <c:pt idx="4641">
                  <c:v>0.92839999999992995</c:v>
                </c:pt>
                <c:pt idx="4642">
                  <c:v>0.92859999999993004</c:v>
                </c:pt>
                <c:pt idx="4643">
                  <c:v>0.92879999999993001</c:v>
                </c:pt>
                <c:pt idx="4644">
                  <c:v>0.92899999999992999</c:v>
                </c:pt>
                <c:pt idx="4645">
                  <c:v>0.92919999999992997</c:v>
                </c:pt>
                <c:pt idx="4646">
                  <c:v>0.92939999999992995</c:v>
                </c:pt>
                <c:pt idx="4647">
                  <c:v>0.92959999999993004</c:v>
                </c:pt>
                <c:pt idx="4648">
                  <c:v>0.92979999999993002</c:v>
                </c:pt>
                <c:pt idx="4649">
                  <c:v>0.92999999999992999</c:v>
                </c:pt>
                <c:pt idx="4650">
                  <c:v>0.93019999999992997</c:v>
                </c:pt>
                <c:pt idx="4651">
                  <c:v>0.93039999999992995</c:v>
                </c:pt>
                <c:pt idx="4652">
                  <c:v>0.93059999999993004</c:v>
                </c:pt>
                <c:pt idx="4653">
                  <c:v>0.93079999999993002</c:v>
                </c:pt>
                <c:pt idx="4654">
                  <c:v>0.93099999999992999</c:v>
                </c:pt>
                <c:pt idx="4655">
                  <c:v>0.93119999999992997</c:v>
                </c:pt>
                <c:pt idx="4656">
                  <c:v>0.93139999999992995</c:v>
                </c:pt>
                <c:pt idx="4657">
                  <c:v>0.93159999999993004</c:v>
                </c:pt>
                <c:pt idx="4658">
                  <c:v>0.93179999999993002</c:v>
                </c:pt>
                <c:pt idx="4659">
                  <c:v>0.93199999999993</c:v>
                </c:pt>
                <c:pt idx="4660">
                  <c:v>0.93219999999992997</c:v>
                </c:pt>
                <c:pt idx="4661">
                  <c:v>0.93239999999992995</c:v>
                </c:pt>
                <c:pt idx="4662">
                  <c:v>0.93259999999993004</c:v>
                </c:pt>
                <c:pt idx="4663">
                  <c:v>0.93279999999993002</c:v>
                </c:pt>
                <c:pt idx="4664">
                  <c:v>0.93299999999993</c:v>
                </c:pt>
                <c:pt idx="4665">
                  <c:v>0.93319999999992997</c:v>
                </c:pt>
                <c:pt idx="4666">
                  <c:v>0.93339999999992995</c:v>
                </c:pt>
                <c:pt idx="4667">
                  <c:v>0.93359999999993004</c:v>
                </c:pt>
                <c:pt idx="4668">
                  <c:v>0.93379999999993002</c:v>
                </c:pt>
                <c:pt idx="4669">
                  <c:v>0.93399999999993</c:v>
                </c:pt>
                <c:pt idx="4670">
                  <c:v>0.93419999999992998</c:v>
                </c:pt>
                <c:pt idx="4671">
                  <c:v>0.93439999999992995</c:v>
                </c:pt>
                <c:pt idx="4672">
                  <c:v>0.93459999999993004</c:v>
                </c:pt>
                <c:pt idx="4673">
                  <c:v>0.93479999999993002</c:v>
                </c:pt>
                <c:pt idx="4674">
                  <c:v>0.93499999999993</c:v>
                </c:pt>
                <c:pt idx="4675">
                  <c:v>0.93519999999992998</c:v>
                </c:pt>
                <c:pt idx="4676">
                  <c:v>0.93539999999992995</c:v>
                </c:pt>
                <c:pt idx="4677">
                  <c:v>0.93559999999993004</c:v>
                </c:pt>
                <c:pt idx="4678">
                  <c:v>0.93579999999993002</c:v>
                </c:pt>
                <c:pt idx="4679">
                  <c:v>0.93599999999993</c:v>
                </c:pt>
                <c:pt idx="4680">
                  <c:v>0.93619999999992998</c:v>
                </c:pt>
                <c:pt idx="4681">
                  <c:v>0.93639999999992996</c:v>
                </c:pt>
                <c:pt idx="4682">
                  <c:v>0.93659999999992904</c:v>
                </c:pt>
                <c:pt idx="4683">
                  <c:v>0.93679999999992902</c:v>
                </c:pt>
                <c:pt idx="4684">
                  <c:v>0.936999999999929</c:v>
                </c:pt>
                <c:pt idx="4685">
                  <c:v>0.93719999999992898</c:v>
                </c:pt>
                <c:pt idx="4686">
                  <c:v>0.93739999999992896</c:v>
                </c:pt>
                <c:pt idx="4687">
                  <c:v>0.93759999999992905</c:v>
                </c:pt>
                <c:pt idx="4688">
                  <c:v>0.93779999999992902</c:v>
                </c:pt>
                <c:pt idx="4689">
                  <c:v>0.937999999999929</c:v>
                </c:pt>
                <c:pt idx="4690">
                  <c:v>0.93819999999992898</c:v>
                </c:pt>
                <c:pt idx="4691">
                  <c:v>0.93839999999992896</c:v>
                </c:pt>
                <c:pt idx="4692">
                  <c:v>0.93859999999992905</c:v>
                </c:pt>
                <c:pt idx="4693">
                  <c:v>0.93879999999992902</c:v>
                </c:pt>
                <c:pt idx="4694">
                  <c:v>0.938999999999929</c:v>
                </c:pt>
                <c:pt idx="4695">
                  <c:v>0.93919999999992898</c:v>
                </c:pt>
                <c:pt idx="4696">
                  <c:v>0.93939999999992896</c:v>
                </c:pt>
                <c:pt idx="4697">
                  <c:v>0.93959999999992905</c:v>
                </c:pt>
                <c:pt idx="4698">
                  <c:v>0.93979999999992903</c:v>
                </c:pt>
                <c:pt idx="4699">
                  <c:v>0.939999999999929</c:v>
                </c:pt>
                <c:pt idx="4700">
                  <c:v>0.94019999999992898</c:v>
                </c:pt>
                <c:pt idx="4701">
                  <c:v>0.94039999999992896</c:v>
                </c:pt>
                <c:pt idx="4702">
                  <c:v>0.94059999999992905</c:v>
                </c:pt>
                <c:pt idx="4703">
                  <c:v>0.94079999999992903</c:v>
                </c:pt>
                <c:pt idx="4704">
                  <c:v>0.940999999999929</c:v>
                </c:pt>
                <c:pt idx="4705">
                  <c:v>0.94119999999992898</c:v>
                </c:pt>
                <c:pt idx="4706">
                  <c:v>0.94139999999992896</c:v>
                </c:pt>
                <c:pt idx="4707">
                  <c:v>0.94159999999992905</c:v>
                </c:pt>
                <c:pt idx="4708">
                  <c:v>0.94179999999992903</c:v>
                </c:pt>
                <c:pt idx="4709">
                  <c:v>0.94199999999992901</c:v>
                </c:pt>
                <c:pt idx="4710">
                  <c:v>0.94219999999992898</c:v>
                </c:pt>
                <c:pt idx="4711">
                  <c:v>0.94239999999992896</c:v>
                </c:pt>
                <c:pt idx="4712">
                  <c:v>0.94259999999992905</c:v>
                </c:pt>
                <c:pt idx="4713">
                  <c:v>0.94279999999992903</c:v>
                </c:pt>
                <c:pt idx="4714">
                  <c:v>0.94299999999992901</c:v>
                </c:pt>
                <c:pt idx="4715">
                  <c:v>0.94319999999992898</c:v>
                </c:pt>
                <c:pt idx="4716">
                  <c:v>0.94339999999992896</c:v>
                </c:pt>
                <c:pt idx="4717">
                  <c:v>0.94359999999992905</c:v>
                </c:pt>
                <c:pt idx="4718">
                  <c:v>0.94379999999992903</c:v>
                </c:pt>
                <c:pt idx="4719">
                  <c:v>0.94399999999992901</c:v>
                </c:pt>
                <c:pt idx="4720">
                  <c:v>0.94419999999992898</c:v>
                </c:pt>
                <c:pt idx="4721">
                  <c:v>0.94439999999992896</c:v>
                </c:pt>
                <c:pt idx="4722">
                  <c:v>0.94459999999992905</c:v>
                </c:pt>
                <c:pt idx="4723">
                  <c:v>0.94479999999992903</c:v>
                </c:pt>
                <c:pt idx="4724">
                  <c:v>0.94499999999992901</c:v>
                </c:pt>
                <c:pt idx="4725">
                  <c:v>0.94519999999992899</c:v>
                </c:pt>
                <c:pt idx="4726">
                  <c:v>0.94539999999992896</c:v>
                </c:pt>
                <c:pt idx="4727">
                  <c:v>0.94559999999992805</c:v>
                </c:pt>
                <c:pt idx="4728">
                  <c:v>0.94579999999992803</c:v>
                </c:pt>
                <c:pt idx="4729">
                  <c:v>0.94599999999992801</c:v>
                </c:pt>
                <c:pt idx="4730">
                  <c:v>0.94619999999992799</c:v>
                </c:pt>
                <c:pt idx="4731">
                  <c:v>0.94639999999992797</c:v>
                </c:pt>
                <c:pt idx="4732">
                  <c:v>0.94659999999992805</c:v>
                </c:pt>
                <c:pt idx="4733">
                  <c:v>0.94679999999992803</c:v>
                </c:pt>
                <c:pt idx="4734">
                  <c:v>0.94699999999992801</c:v>
                </c:pt>
                <c:pt idx="4735">
                  <c:v>0.94719999999992799</c:v>
                </c:pt>
                <c:pt idx="4736">
                  <c:v>0.94739999999992797</c:v>
                </c:pt>
                <c:pt idx="4737">
                  <c:v>0.94759999999992806</c:v>
                </c:pt>
                <c:pt idx="4738">
                  <c:v>0.94779999999992803</c:v>
                </c:pt>
                <c:pt idx="4739">
                  <c:v>0.94799999999992801</c:v>
                </c:pt>
                <c:pt idx="4740">
                  <c:v>0.94819999999992799</c:v>
                </c:pt>
                <c:pt idx="4741">
                  <c:v>0.94839999999992797</c:v>
                </c:pt>
                <c:pt idx="4742">
                  <c:v>0.94859999999992795</c:v>
                </c:pt>
                <c:pt idx="4743">
                  <c:v>0.94879999999992803</c:v>
                </c:pt>
                <c:pt idx="4744">
                  <c:v>0.94899999999992801</c:v>
                </c:pt>
                <c:pt idx="4745">
                  <c:v>0.94919999999992799</c:v>
                </c:pt>
                <c:pt idx="4746">
                  <c:v>0.94939999999992797</c:v>
                </c:pt>
                <c:pt idx="4747">
                  <c:v>0.94959999999992795</c:v>
                </c:pt>
                <c:pt idx="4748">
                  <c:v>0.94979999999992804</c:v>
                </c:pt>
                <c:pt idx="4749">
                  <c:v>0.94999999999992801</c:v>
                </c:pt>
                <c:pt idx="4750">
                  <c:v>0.95019999999992799</c:v>
                </c:pt>
                <c:pt idx="4751">
                  <c:v>0.95039999999992797</c:v>
                </c:pt>
                <c:pt idx="4752">
                  <c:v>0.95059999999992795</c:v>
                </c:pt>
                <c:pt idx="4753">
                  <c:v>0.95079999999992804</c:v>
                </c:pt>
                <c:pt idx="4754">
                  <c:v>0.95099999999992801</c:v>
                </c:pt>
                <c:pt idx="4755">
                  <c:v>0.95119999999992799</c:v>
                </c:pt>
                <c:pt idx="4756">
                  <c:v>0.95139999999992797</c:v>
                </c:pt>
                <c:pt idx="4757">
                  <c:v>0.95159999999992795</c:v>
                </c:pt>
                <c:pt idx="4758">
                  <c:v>0.95179999999992804</c:v>
                </c:pt>
                <c:pt idx="4759">
                  <c:v>0.95199999999992801</c:v>
                </c:pt>
                <c:pt idx="4760">
                  <c:v>0.95219999999992799</c:v>
                </c:pt>
                <c:pt idx="4761">
                  <c:v>0.95239999999992797</c:v>
                </c:pt>
                <c:pt idx="4762">
                  <c:v>0.95259999999992795</c:v>
                </c:pt>
                <c:pt idx="4763">
                  <c:v>0.95279999999992804</c:v>
                </c:pt>
                <c:pt idx="4764">
                  <c:v>0.95299999999992802</c:v>
                </c:pt>
                <c:pt idx="4765">
                  <c:v>0.95319999999992799</c:v>
                </c:pt>
                <c:pt idx="4766">
                  <c:v>0.95339999999992797</c:v>
                </c:pt>
                <c:pt idx="4767">
                  <c:v>0.95359999999992795</c:v>
                </c:pt>
                <c:pt idx="4768">
                  <c:v>0.95379999999992804</c:v>
                </c:pt>
                <c:pt idx="4769">
                  <c:v>0.95399999999992802</c:v>
                </c:pt>
                <c:pt idx="4770">
                  <c:v>0.95419999999992799</c:v>
                </c:pt>
                <c:pt idx="4771">
                  <c:v>0.95439999999992797</c:v>
                </c:pt>
                <c:pt idx="4772">
                  <c:v>0.95459999999992795</c:v>
                </c:pt>
                <c:pt idx="4773">
                  <c:v>0.95479999999992704</c:v>
                </c:pt>
                <c:pt idx="4774">
                  <c:v>0.95499999999992702</c:v>
                </c:pt>
                <c:pt idx="4775">
                  <c:v>0.955199999999927</c:v>
                </c:pt>
                <c:pt idx="4776">
                  <c:v>0.95539999999992697</c:v>
                </c:pt>
                <c:pt idx="4777">
                  <c:v>0.95559999999992695</c:v>
                </c:pt>
                <c:pt idx="4778">
                  <c:v>0.95579999999992704</c:v>
                </c:pt>
                <c:pt idx="4779">
                  <c:v>0.95599999999992702</c:v>
                </c:pt>
                <c:pt idx="4780">
                  <c:v>0.956199999999927</c:v>
                </c:pt>
                <c:pt idx="4781">
                  <c:v>0.95639999999992698</c:v>
                </c:pt>
                <c:pt idx="4782">
                  <c:v>0.95659999999992695</c:v>
                </c:pt>
                <c:pt idx="4783">
                  <c:v>0.95679999999992704</c:v>
                </c:pt>
                <c:pt idx="4784">
                  <c:v>0.95699999999992702</c:v>
                </c:pt>
                <c:pt idx="4785">
                  <c:v>0.957199999999927</c:v>
                </c:pt>
                <c:pt idx="4786">
                  <c:v>0.95739999999992698</c:v>
                </c:pt>
                <c:pt idx="4787">
                  <c:v>0.95759999999992695</c:v>
                </c:pt>
                <c:pt idx="4788">
                  <c:v>0.95779999999992704</c:v>
                </c:pt>
                <c:pt idx="4789">
                  <c:v>0.95799999999992702</c:v>
                </c:pt>
                <c:pt idx="4790">
                  <c:v>0.958199999999927</c:v>
                </c:pt>
                <c:pt idx="4791">
                  <c:v>0.95839999999992698</c:v>
                </c:pt>
                <c:pt idx="4792">
                  <c:v>0.95859999999992695</c:v>
                </c:pt>
                <c:pt idx="4793">
                  <c:v>0.95879999999992704</c:v>
                </c:pt>
                <c:pt idx="4794">
                  <c:v>0.95899999999992702</c:v>
                </c:pt>
                <c:pt idx="4795">
                  <c:v>0.959199999999927</c:v>
                </c:pt>
                <c:pt idx="4796">
                  <c:v>0.95939999999992698</c:v>
                </c:pt>
                <c:pt idx="4797">
                  <c:v>0.95959999999992696</c:v>
                </c:pt>
                <c:pt idx="4798">
                  <c:v>0.95979999999992704</c:v>
                </c:pt>
                <c:pt idx="4799">
                  <c:v>0.95999999999992702</c:v>
                </c:pt>
                <c:pt idx="4800">
                  <c:v>0.960199999999927</c:v>
                </c:pt>
                <c:pt idx="4801">
                  <c:v>0.96039999999992698</c:v>
                </c:pt>
                <c:pt idx="4802">
                  <c:v>0.96059999999992696</c:v>
                </c:pt>
                <c:pt idx="4803">
                  <c:v>0.96079999999992705</c:v>
                </c:pt>
                <c:pt idx="4804">
                  <c:v>0.96099999999992702</c:v>
                </c:pt>
                <c:pt idx="4805">
                  <c:v>0.961199999999927</c:v>
                </c:pt>
                <c:pt idx="4806">
                  <c:v>0.96139999999992698</c:v>
                </c:pt>
                <c:pt idx="4807">
                  <c:v>0.96159999999992696</c:v>
                </c:pt>
                <c:pt idx="4808">
                  <c:v>0.96179999999992705</c:v>
                </c:pt>
                <c:pt idx="4809">
                  <c:v>0.96199999999992702</c:v>
                </c:pt>
                <c:pt idx="4810">
                  <c:v>0.962199999999927</c:v>
                </c:pt>
                <c:pt idx="4811">
                  <c:v>0.96239999999992698</c:v>
                </c:pt>
                <c:pt idx="4812">
                  <c:v>0.96259999999992696</c:v>
                </c:pt>
                <c:pt idx="4813">
                  <c:v>0.96279999999992705</c:v>
                </c:pt>
                <c:pt idx="4814">
                  <c:v>0.96299999999992703</c:v>
                </c:pt>
                <c:pt idx="4815">
                  <c:v>0.963199999999927</c:v>
                </c:pt>
                <c:pt idx="4816">
                  <c:v>0.96339999999992698</c:v>
                </c:pt>
                <c:pt idx="4817">
                  <c:v>0.96359999999992696</c:v>
                </c:pt>
                <c:pt idx="4818">
                  <c:v>0.96379999999992605</c:v>
                </c:pt>
                <c:pt idx="4819">
                  <c:v>0.96399999999992603</c:v>
                </c:pt>
                <c:pt idx="4820">
                  <c:v>0.96419999999992601</c:v>
                </c:pt>
                <c:pt idx="4821">
                  <c:v>0.96439999999992598</c:v>
                </c:pt>
                <c:pt idx="4822">
                  <c:v>0.96459999999992596</c:v>
                </c:pt>
                <c:pt idx="4823">
                  <c:v>0.96479999999992605</c:v>
                </c:pt>
                <c:pt idx="4824">
                  <c:v>0.96499999999992603</c:v>
                </c:pt>
                <c:pt idx="4825">
                  <c:v>0.96519999999992601</c:v>
                </c:pt>
                <c:pt idx="4826">
                  <c:v>0.96539999999992598</c:v>
                </c:pt>
                <c:pt idx="4827">
                  <c:v>0.96559999999992596</c:v>
                </c:pt>
                <c:pt idx="4828">
                  <c:v>0.96579999999992605</c:v>
                </c:pt>
                <c:pt idx="4829">
                  <c:v>0.96599999999992603</c:v>
                </c:pt>
                <c:pt idx="4830">
                  <c:v>0.96619999999992601</c:v>
                </c:pt>
                <c:pt idx="4831">
                  <c:v>0.96639999999992598</c:v>
                </c:pt>
                <c:pt idx="4832">
                  <c:v>0.96659999999992596</c:v>
                </c:pt>
                <c:pt idx="4833">
                  <c:v>0.96679999999992605</c:v>
                </c:pt>
                <c:pt idx="4834">
                  <c:v>0.96699999999992603</c:v>
                </c:pt>
                <c:pt idx="4835">
                  <c:v>0.96719999999992601</c:v>
                </c:pt>
                <c:pt idx="4836">
                  <c:v>0.96739999999992599</c:v>
                </c:pt>
                <c:pt idx="4837">
                  <c:v>0.96759999999992596</c:v>
                </c:pt>
                <c:pt idx="4838">
                  <c:v>0.96779999999992605</c:v>
                </c:pt>
                <c:pt idx="4839">
                  <c:v>0.96799999999992603</c:v>
                </c:pt>
                <c:pt idx="4840">
                  <c:v>0.96819999999992601</c:v>
                </c:pt>
                <c:pt idx="4841">
                  <c:v>0.96839999999992599</c:v>
                </c:pt>
                <c:pt idx="4842">
                  <c:v>0.96859999999992596</c:v>
                </c:pt>
                <c:pt idx="4843">
                  <c:v>0.96879999999992605</c:v>
                </c:pt>
                <c:pt idx="4844">
                  <c:v>0.96899999999992603</c:v>
                </c:pt>
                <c:pt idx="4845">
                  <c:v>0.96919999999992601</c:v>
                </c:pt>
                <c:pt idx="4846">
                  <c:v>0.96939999999992599</c:v>
                </c:pt>
                <c:pt idx="4847">
                  <c:v>0.96959999999992597</c:v>
                </c:pt>
                <c:pt idx="4848">
                  <c:v>0.96979999999992605</c:v>
                </c:pt>
                <c:pt idx="4849">
                  <c:v>0.96999999999992603</c:v>
                </c:pt>
                <c:pt idx="4850">
                  <c:v>0.97019999999992601</c:v>
                </c:pt>
                <c:pt idx="4851">
                  <c:v>0.97039999999992599</c:v>
                </c:pt>
                <c:pt idx="4852">
                  <c:v>0.97059999999992597</c:v>
                </c:pt>
                <c:pt idx="4853">
                  <c:v>0.97079999999992606</c:v>
                </c:pt>
                <c:pt idx="4854">
                  <c:v>0.97099999999992603</c:v>
                </c:pt>
                <c:pt idx="4855">
                  <c:v>0.97119999999992601</c:v>
                </c:pt>
                <c:pt idx="4856">
                  <c:v>0.97139999999992599</c:v>
                </c:pt>
                <c:pt idx="4857">
                  <c:v>0.97159999999992597</c:v>
                </c:pt>
                <c:pt idx="4858">
                  <c:v>0.97179999999992595</c:v>
                </c:pt>
                <c:pt idx="4859">
                  <c:v>0.97199999999992603</c:v>
                </c:pt>
                <c:pt idx="4860">
                  <c:v>0.97219999999992601</c:v>
                </c:pt>
                <c:pt idx="4861">
                  <c:v>0.97239999999992599</c:v>
                </c:pt>
                <c:pt idx="4862">
                  <c:v>0.97259999999992597</c:v>
                </c:pt>
                <c:pt idx="4863">
                  <c:v>0.97279999999992595</c:v>
                </c:pt>
                <c:pt idx="4864">
                  <c:v>0.97299999999992504</c:v>
                </c:pt>
                <c:pt idx="4865">
                  <c:v>0.97319999999992501</c:v>
                </c:pt>
                <c:pt idx="4866">
                  <c:v>0.97339999999992499</c:v>
                </c:pt>
                <c:pt idx="4867">
                  <c:v>0.97359999999992497</c:v>
                </c:pt>
                <c:pt idx="4868">
                  <c:v>0.97379999999992495</c:v>
                </c:pt>
                <c:pt idx="4869">
                  <c:v>0.97399999999992504</c:v>
                </c:pt>
                <c:pt idx="4870">
                  <c:v>0.97419999999992501</c:v>
                </c:pt>
                <c:pt idx="4871">
                  <c:v>0.97439999999992499</c:v>
                </c:pt>
                <c:pt idx="4872">
                  <c:v>0.97459999999992497</c:v>
                </c:pt>
                <c:pt idx="4873">
                  <c:v>0.97479999999992495</c:v>
                </c:pt>
                <c:pt idx="4874">
                  <c:v>0.97499999999992504</c:v>
                </c:pt>
                <c:pt idx="4875">
                  <c:v>0.97519999999992502</c:v>
                </c:pt>
                <c:pt idx="4876">
                  <c:v>0.97539999999992499</c:v>
                </c:pt>
                <c:pt idx="4877">
                  <c:v>0.97559999999992497</c:v>
                </c:pt>
                <c:pt idx="4878">
                  <c:v>0.97579999999992495</c:v>
                </c:pt>
                <c:pt idx="4879">
                  <c:v>0.97599999999992504</c:v>
                </c:pt>
                <c:pt idx="4880">
                  <c:v>0.97619999999992502</c:v>
                </c:pt>
                <c:pt idx="4881">
                  <c:v>0.97639999999992499</c:v>
                </c:pt>
                <c:pt idx="4882">
                  <c:v>0.97659999999992497</c:v>
                </c:pt>
                <c:pt idx="4883">
                  <c:v>0.97679999999992495</c:v>
                </c:pt>
                <c:pt idx="4884">
                  <c:v>0.97699999999992504</c:v>
                </c:pt>
                <c:pt idx="4885">
                  <c:v>0.97719999999992502</c:v>
                </c:pt>
                <c:pt idx="4886">
                  <c:v>0.977399999999925</c:v>
                </c:pt>
                <c:pt idx="4887">
                  <c:v>0.97759999999992497</c:v>
                </c:pt>
                <c:pt idx="4888">
                  <c:v>0.97779999999992495</c:v>
                </c:pt>
                <c:pt idx="4889">
                  <c:v>0.97799999999992504</c:v>
                </c:pt>
                <c:pt idx="4890">
                  <c:v>0.97819999999992502</c:v>
                </c:pt>
                <c:pt idx="4891">
                  <c:v>0.978399999999925</c:v>
                </c:pt>
                <c:pt idx="4892">
                  <c:v>0.97859999999992497</c:v>
                </c:pt>
                <c:pt idx="4893">
                  <c:v>0.97879999999992495</c:v>
                </c:pt>
                <c:pt idx="4894">
                  <c:v>0.97899999999992504</c:v>
                </c:pt>
                <c:pt idx="4895">
                  <c:v>0.97919999999992502</c:v>
                </c:pt>
                <c:pt idx="4896">
                  <c:v>0.979399999999925</c:v>
                </c:pt>
                <c:pt idx="4897">
                  <c:v>0.97959999999992498</c:v>
                </c:pt>
                <c:pt idx="4898">
                  <c:v>0.97979999999992495</c:v>
                </c:pt>
                <c:pt idx="4899">
                  <c:v>0.97999999999992504</c:v>
                </c:pt>
                <c:pt idx="4900">
                  <c:v>0.98019999999992502</c:v>
                </c:pt>
                <c:pt idx="4901">
                  <c:v>0.980399999999925</c:v>
                </c:pt>
                <c:pt idx="4902">
                  <c:v>0.98059999999992498</c:v>
                </c:pt>
                <c:pt idx="4903">
                  <c:v>0.98079999999992495</c:v>
                </c:pt>
                <c:pt idx="4904">
                  <c:v>0.98099999999992504</c:v>
                </c:pt>
                <c:pt idx="4905">
                  <c:v>0.98119999999992502</c:v>
                </c:pt>
                <c:pt idx="4906">
                  <c:v>0.981399999999925</c:v>
                </c:pt>
                <c:pt idx="4907">
                  <c:v>0.98159999999992498</c:v>
                </c:pt>
                <c:pt idx="4908">
                  <c:v>0.98179999999992495</c:v>
                </c:pt>
                <c:pt idx="4909">
                  <c:v>0.98199999999992404</c:v>
                </c:pt>
                <c:pt idx="4910">
                  <c:v>0.98219999999992402</c:v>
                </c:pt>
                <c:pt idx="4911">
                  <c:v>0.982399999999924</c:v>
                </c:pt>
                <c:pt idx="4912">
                  <c:v>0.98259999999992398</c:v>
                </c:pt>
                <c:pt idx="4913">
                  <c:v>0.98279999999992396</c:v>
                </c:pt>
                <c:pt idx="4914">
                  <c:v>0.98299999999992405</c:v>
                </c:pt>
                <c:pt idx="4915">
                  <c:v>0.98319999999992402</c:v>
                </c:pt>
                <c:pt idx="4916">
                  <c:v>0.983399999999924</c:v>
                </c:pt>
                <c:pt idx="4917">
                  <c:v>0.98359999999992398</c:v>
                </c:pt>
                <c:pt idx="4918">
                  <c:v>0.98379999999992396</c:v>
                </c:pt>
                <c:pt idx="4919">
                  <c:v>0.98399999999992405</c:v>
                </c:pt>
                <c:pt idx="4920">
                  <c:v>0.98419999999992402</c:v>
                </c:pt>
                <c:pt idx="4921">
                  <c:v>0.984399999999924</c:v>
                </c:pt>
                <c:pt idx="4922">
                  <c:v>0.98459999999992398</c:v>
                </c:pt>
                <c:pt idx="4923">
                  <c:v>0.98479999999992396</c:v>
                </c:pt>
                <c:pt idx="4924">
                  <c:v>0.98499999999992405</c:v>
                </c:pt>
                <c:pt idx="4925">
                  <c:v>0.98519999999992403</c:v>
                </c:pt>
                <c:pt idx="4926">
                  <c:v>0.985399999999924</c:v>
                </c:pt>
                <c:pt idx="4927">
                  <c:v>0.98559999999992398</c:v>
                </c:pt>
                <c:pt idx="4928">
                  <c:v>0.98579999999992396</c:v>
                </c:pt>
                <c:pt idx="4929">
                  <c:v>0.98599999999992405</c:v>
                </c:pt>
                <c:pt idx="4930">
                  <c:v>0.98619999999992403</c:v>
                </c:pt>
                <c:pt idx="4931">
                  <c:v>0.986399999999924</c:v>
                </c:pt>
                <c:pt idx="4932">
                  <c:v>0.98659999999992398</c:v>
                </c:pt>
                <c:pt idx="4933">
                  <c:v>0.98679999999992396</c:v>
                </c:pt>
                <c:pt idx="4934">
                  <c:v>0.98699999999992405</c:v>
                </c:pt>
                <c:pt idx="4935">
                  <c:v>0.98719999999992403</c:v>
                </c:pt>
                <c:pt idx="4936">
                  <c:v>0.98739999999992401</c:v>
                </c:pt>
                <c:pt idx="4937">
                  <c:v>0.98759999999992398</c:v>
                </c:pt>
                <c:pt idx="4938">
                  <c:v>0.98779999999992396</c:v>
                </c:pt>
                <c:pt idx="4939">
                  <c:v>0.98799999999992405</c:v>
                </c:pt>
                <c:pt idx="4940">
                  <c:v>0.98819999999992403</c:v>
                </c:pt>
                <c:pt idx="4941">
                  <c:v>0.98839999999992401</c:v>
                </c:pt>
                <c:pt idx="4942">
                  <c:v>0.98859999999992398</c:v>
                </c:pt>
                <c:pt idx="4943">
                  <c:v>0.98879999999992396</c:v>
                </c:pt>
                <c:pt idx="4944">
                  <c:v>0.98899999999992405</c:v>
                </c:pt>
                <c:pt idx="4945">
                  <c:v>0.98919999999992403</c:v>
                </c:pt>
                <c:pt idx="4946">
                  <c:v>0.98939999999992401</c:v>
                </c:pt>
                <c:pt idx="4947">
                  <c:v>0.98959999999992398</c:v>
                </c:pt>
                <c:pt idx="4948">
                  <c:v>0.98979999999992396</c:v>
                </c:pt>
                <c:pt idx="4949">
                  <c:v>0.98999999999992405</c:v>
                </c:pt>
                <c:pt idx="4950">
                  <c:v>0.99019999999992403</c:v>
                </c:pt>
                <c:pt idx="4951">
                  <c:v>0.99039999999992401</c:v>
                </c:pt>
                <c:pt idx="4952">
                  <c:v>0.99059999999992399</c:v>
                </c:pt>
                <c:pt idx="4953">
                  <c:v>0.99079999999992396</c:v>
                </c:pt>
                <c:pt idx="4954">
                  <c:v>0.99099999999992305</c:v>
                </c:pt>
                <c:pt idx="4955">
                  <c:v>0.99119999999992303</c:v>
                </c:pt>
                <c:pt idx="4956">
                  <c:v>0.99139999999992301</c:v>
                </c:pt>
                <c:pt idx="4957">
                  <c:v>0.99159999999992299</c:v>
                </c:pt>
                <c:pt idx="4958">
                  <c:v>0.99179999999992297</c:v>
                </c:pt>
                <c:pt idx="4959">
                  <c:v>0.99199999999992305</c:v>
                </c:pt>
                <c:pt idx="4960">
                  <c:v>0.99219999999992303</c:v>
                </c:pt>
                <c:pt idx="4961">
                  <c:v>0.99239999999992301</c:v>
                </c:pt>
                <c:pt idx="4962">
                  <c:v>0.99259999999992299</c:v>
                </c:pt>
                <c:pt idx="4963">
                  <c:v>0.99279999999992297</c:v>
                </c:pt>
                <c:pt idx="4964">
                  <c:v>0.99299999999992306</c:v>
                </c:pt>
                <c:pt idx="4965">
                  <c:v>0.99319999999992303</c:v>
                </c:pt>
                <c:pt idx="4966">
                  <c:v>0.99339999999992301</c:v>
                </c:pt>
                <c:pt idx="4967">
                  <c:v>0.99359999999992299</c:v>
                </c:pt>
                <c:pt idx="4968">
                  <c:v>0.99379999999992297</c:v>
                </c:pt>
                <c:pt idx="4969">
                  <c:v>0.99399999999992295</c:v>
                </c:pt>
                <c:pt idx="4970">
                  <c:v>0.99419999999992303</c:v>
                </c:pt>
                <c:pt idx="4971">
                  <c:v>0.99439999999992301</c:v>
                </c:pt>
                <c:pt idx="4972">
                  <c:v>0.99459999999992299</c:v>
                </c:pt>
                <c:pt idx="4973">
                  <c:v>0.99479999999992297</c:v>
                </c:pt>
                <c:pt idx="4974">
                  <c:v>0.99499999999992295</c:v>
                </c:pt>
                <c:pt idx="4975">
                  <c:v>0.99519999999992304</c:v>
                </c:pt>
                <c:pt idx="4976">
                  <c:v>0.99539999999992301</c:v>
                </c:pt>
                <c:pt idx="4977">
                  <c:v>0.99559999999992299</c:v>
                </c:pt>
                <c:pt idx="4978">
                  <c:v>0.99579999999992297</c:v>
                </c:pt>
                <c:pt idx="4979">
                  <c:v>0.99599999999992295</c:v>
                </c:pt>
                <c:pt idx="4980">
                  <c:v>0.99619999999992304</c:v>
                </c:pt>
                <c:pt idx="4981">
                  <c:v>0.99639999999992301</c:v>
                </c:pt>
                <c:pt idx="4982">
                  <c:v>0.99659999999992299</c:v>
                </c:pt>
                <c:pt idx="4983">
                  <c:v>0.99679999999992297</c:v>
                </c:pt>
                <c:pt idx="4984">
                  <c:v>0.99699999999992295</c:v>
                </c:pt>
                <c:pt idx="4985">
                  <c:v>0.99719999999992304</c:v>
                </c:pt>
                <c:pt idx="4986">
                  <c:v>0.99739999999992301</c:v>
                </c:pt>
                <c:pt idx="4987">
                  <c:v>0.99759999999992299</c:v>
                </c:pt>
                <c:pt idx="4988">
                  <c:v>0.99779999999992297</c:v>
                </c:pt>
                <c:pt idx="4989">
                  <c:v>0.99799999999992295</c:v>
                </c:pt>
                <c:pt idx="4990">
                  <c:v>0.99819999999992304</c:v>
                </c:pt>
                <c:pt idx="4991">
                  <c:v>0.99839999999992302</c:v>
                </c:pt>
                <c:pt idx="4992">
                  <c:v>0.99859999999992299</c:v>
                </c:pt>
                <c:pt idx="4993">
                  <c:v>0.99879999999992297</c:v>
                </c:pt>
                <c:pt idx="4994">
                  <c:v>0.99899999999992295</c:v>
                </c:pt>
                <c:pt idx="4995">
                  <c:v>0.99919999999992304</c:v>
                </c:pt>
                <c:pt idx="4996">
                  <c:v>0.99939999999992302</c:v>
                </c:pt>
                <c:pt idx="4997">
                  <c:v>0.99959999999992299</c:v>
                </c:pt>
                <c:pt idx="4998">
                  <c:v>0.99979999999992297</c:v>
                </c:pt>
                <c:pt idx="4999">
                  <c:v>0.99999999999992295</c:v>
                </c:pt>
              </c:numCache>
            </c:numRef>
          </c:xVal>
          <c:yVal>
            <c:numRef>
              <c:f>problem2!$J$2:$J$5001</c:f>
              <c:numCache>
                <c:formatCode>General</c:formatCode>
                <c:ptCount val="5000"/>
                <c:pt idx="0">
                  <c:v>46.855235399999998</c:v>
                </c:pt>
                <c:pt idx="1">
                  <c:v>46.855235399999998</c:v>
                </c:pt>
                <c:pt idx="2">
                  <c:v>46.855235399999998</c:v>
                </c:pt>
                <c:pt idx="3">
                  <c:v>46.855235399999998</c:v>
                </c:pt>
                <c:pt idx="4">
                  <c:v>46.855235399999998</c:v>
                </c:pt>
                <c:pt idx="5">
                  <c:v>46.855235399999998</c:v>
                </c:pt>
                <c:pt idx="6">
                  <c:v>46.855235399999998</c:v>
                </c:pt>
                <c:pt idx="7">
                  <c:v>46.855235399999998</c:v>
                </c:pt>
                <c:pt idx="8">
                  <c:v>46.855235399999998</c:v>
                </c:pt>
                <c:pt idx="9">
                  <c:v>46.855235399999998</c:v>
                </c:pt>
                <c:pt idx="10">
                  <c:v>46.855235399999998</c:v>
                </c:pt>
                <c:pt idx="11">
                  <c:v>46.855235399999998</c:v>
                </c:pt>
                <c:pt idx="12">
                  <c:v>46.855235399999998</c:v>
                </c:pt>
                <c:pt idx="13">
                  <c:v>46.855235399999998</c:v>
                </c:pt>
                <c:pt idx="14">
                  <c:v>46.855235399999998</c:v>
                </c:pt>
                <c:pt idx="15">
                  <c:v>46.855235399999998</c:v>
                </c:pt>
                <c:pt idx="16">
                  <c:v>46.855235399999998</c:v>
                </c:pt>
                <c:pt idx="17">
                  <c:v>46.855235399999998</c:v>
                </c:pt>
                <c:pt idx="18">
                  <c:v>47.8019544</c:v>
                </c:pt>
                <c:pt idx="19">
                  <c:v>51.477460200000003</c:v>
                </c:pt>
                <c:pt idx="20">
                  <c:v>51.477460200000003</c:v>
                </c:pt>
                <c:pt idx="21">
                  <c:v>51.477460200000003</c:v>
                </c:pt>
                <c:pt idx="22">
                  <c:v>51.477460200000003</c:v>
                </c:pt>
                <c:pt idx="23">
                  <c:v>51.477460200000003</c:v>
                </c:pt>
                <c:pt idx="24">
                  <c:v>51.477460200000003</c:v>
                </c:pt>
                <c:pt idx="25">
                  <c:v>51.477460200000003</c:v>
                </c:pt>
                <c:pt idx="26">
                  <c:v>51.477460200000003</c:v>
                </c:pt>
                <c:pt idx="27">
                  <c:v>51.477460200000003</c:v>
                </c:pt>
                <c:pt idx="28">
                  <c:v>51.477460200000003</c:v>
                </c:pt>
                <c:pt idx="29">
                  <c:v>51.477460200000003</c:v>
                </c:pt>
                <c:pt idx="30">
                  <c:v>51.477460200000003</c:v>
                </c:pt>
                <c:pt idx="31">
                  <c:v>51.477460200000003</c:v>
                </c:pt>
                <c:pt idx="32">
                  <c:v>51.477460200000003</c:v>
                </c:pt>
                <c:pt idx="33">
                  <c:v>51.477460200000003</c:v>
                </c:pt>
                <c:pt idx="34">
                  <c:v>51.477460200000003</c:v>
                </c:pt>
                <c:pt idx="35">
                  <c:v>51.477460200000003</c:v>
                </c:pt>
                <c:pt idx="36">
                  <c:v>51.477460200000003</c:v>
                </c:pt>
                <c:pt idx="37">
                  <c:v>51.477460200000003</c:v>
                </c:pt>
                <c:pt idx="38">
                  <c:v>51.477460200000003</c:v>
                </c:pt>
                <c:pt idx="39">
                  <c:v>51.477460200000003</c:v>
                </c:pt>
                <c:pt idx="40">
                  <c:v>51.477460200000003</c:v>
                </c:pt>
                <c:pt idx="41">
                  <c:v>51.477460200000003</c:v>
                </c:pt>
                <c:pt idx="42">
                  <c:v>51.477460200000003</c:v>
                </c:pt>
                <c:pt idx="43">
                  <c:v>51.477460200000003</c:v>
                </c:pt>
                <c:pt idx="44">
                  <c:v>51.477460200000003</c:v>
                </c:pt>
                <c:pt idx="45">
                  <c:v>51.477460200000003</c:v>
                </c:pt>
                <c:pt idx="46">
                  <c:v>51.477460200000003</c:v>
                </c:pt>
                <c:pt idx="47">
                  <c:v>51.477460200000003</c:v>
                </c:pt>
                <c:pt idx="48">
                  <c:v>51.477460200000003</c:v>
                </c:pt>
                <c:pt idx="49">
                  <c:v>51.477460200000003</c:v>
                </c:pt>
                <c:pt idx="50">
                  <c:v>51.477460200000003</c:v>
                </c:pt>
                <c:pt idx="51">
                  <c:v>51.477460200000003</c:v>
                </c:pt>
                <c:pt idx="52">
                  <c:v>51.477460200000003</c:v>
                </c:pt>
                <c:pt idx="53">
                  <c:v>51.477460200000003</c:v>
                </c:pt>
                <c:pt idx="54">
                  <c:v>51.477460200000003</c:v>
                </c:pt>
                <c:pt idx="55">
                  <c:v>51.477460200000003</c:v>
                </c:pt>
                <c:pt idx="56">
                  <c:v>51.477460200000003</c:v>
                </c:pt>
                <c:pt idx="57">
                  <c:v>51.477460200000003</c:v>
                </c:pt>
                <c:pt idx="58">
                  <c:v>51.477460200000003</c:v>
                </c:pt>
                <c:pt idx="59">
                  <c:v>51.477460200000003</c:v>
                </c:pt>
                <c:pt idx="60">
                  <c:v>51.477460200000003</c:v>
                </c:pt>
                <c:pt idx="61">
                  <c:v>51.477460200000003</c:v>
                </c:pt>
                <c:pt idx="62">
                  <c:v>51.477460200000003</c:v>
                </c:pt>
                <c:pt idx="63">
                  <c:v>51.477460200000003</c:v>
                </c:pt>
                <c:pt idx="64">
                  <c:v>51.477460200000003</c:v>
                </c:pt>
                <c:pt idx="65">
                  <c:v>51.477460200000003</c:v>
                </c:pt>
                <c:pt idx="66">
                  <c:v>51.477460200000003</c:v>
                </c:pt>
                <c:pt idx="67">
                  <c:v>51.477460200000003</c:v>
                </c:pt>
                <c:pt idx="68">
                  <c:v>51.477460200000003</c:v>
                </c:pt>
                <c:pt idx="69">
                  <c:v>51.477460200000003</c:v>
                </c:pt>
                <c:pt idx="70">
                  <c:v>51.477460200000003</c:v>
                </c:pt>
                <c:pt idx="71">
                  <c:v>51.477460200000003</c:v>
                </c:pt>
                <c:pt idx="72">
                  <c:v>51.477460200000003</c:v>
                </c:pt>
                <c:pt idx="73">
                  <c:v>51.477460200000003</c:v>
                </c:pt>
                <c:pt idx="74">
                  <c:v>51.477460200000003</c:v>
                </c:pt>
                <c:pt idx="75">
                  <c:v>51.477460200000003</c:v>
                </c:pt>
                <c:pt idx="76">
                  <c:v>51.477460200000003</c:v>
                </c:pt>
                <c:pt idx="77">
                  <c:v>51.477460200000003</c:v>
                </c:pt>
                <c:pt idx="78">
                  <c:v>51.477460200000003</c:v>
                </c:pt>
                <c:pt idx="79">
                  <c:v>51.477460200000003</c:v>
                </c:pt>
                <c:pt idx="80">
                  <c:v>51.477460200000003</c:v>
                </c:pt>
                <c:pt idx="81">
                  <c:v>51.477460200000003</c:v>
                </c:pt>
                <c:pt idx="82">
                  <c:v>51.477460200000003</c:v>
                </c:pt>
                <c:pt idx="83">
                  <c:v>51.477460200000003</c:v>
                </c:pt>
                <c:pt idx="84">
                  <c:v>51.477460200000003</c:v>
                </c:pt>
                <c:pt idx="85">
                  <c:v>51.477460200000003</c:v>
                </c:pt>
                <c:pt idx="86">
                  <c:v>51.477460200000003</c:v>
                </c:pt>
                <c:pt idx="87">
                  <c:v>51.477460200000003</c:v>
                </c:pt>
                <c:pt idx="88">
                  <c:v>51.477460200000003</c:v>
                </c:pt>
                <c:pt idx="89">
                  <c:v>51.477460200000003</c:v>
                </c:pt>
                <c:pt idx="90">
                  <c:v>51.477460200000003</c:v>
                </c:pt>
                <c:pt idx="91">
                  <c:v>51.477460200000003</c:v>
                </c:pt>
                <c:pt idx="92">
                  <c:v>51.477460200000003</c:v>
                </c:pt>
                <c:pt idx="93">
                  <c:v>51.477460200000003</c:v>
                </c:pt>
                <c:pt idx="94">
                  <c:v>53.700809999999997</c:v>
                </c:pt>
                <c:pt idx="95">
                  <c:v>53.700809999999997</c:v>
                </c:pt>
                <c:pt idx="96">
                  <c:v>53.700809999999997</c:v>
                </c:pt>
                <c:pt idx="97">
                  <c:v>53.700809999999997</c:v>
                </c:pt>
                <c:pt idx="98">
                  <c:v>54.2450604</c:v>
                </c:pt>
                <c:pt idx="99">
                  <c:v>54.2450604</c:v>
                </c:pt>
                <c:pt idx="100">
                  <c:v>54.2450604</c:v>
                </c:pt>
                <c:pt idx="101">
                  <c:v>54.2450604</c:v>
                </c:pt>
                <c:pt idx="102">
                  <c:v>54.2450604</c:v>
                </c:pt>
                <c:pt idx="103">
                  <c:v>54.2450604</c:v>
                </c:pt>
                <c:pt idx="104">
                  <c:v>54.2450604</c:v>
                </c:pt>
                <c:pt idx="105">
                  <c:v>54.2450604</c:v>
                </c:pt>
                <c:pt idx="106">
                  <c:v>54.2450604</c:v>
                </c:pt>
                <c:pt idx="107">
                  <c:v>54.2450604</c:v>
                </c:pt>
                <c:pt idx="108">
                  <c:v>54.2450604</c:v>
                </c:pt>
                <c:pt idx="109">
                  <c:v>54.2450604</c:v>
                </c:pt>
                <c:pt idx="110">
                  <c:v>54.2450604</c:v>
                </c:pt>
                <c:pt idx="111">
                  <c:v>54.2450604</c:v>
                </c:pt>
                <c:pt idx="112">
                  <c:v>54.2450604</c:v>
                </c:pt>
                <c:pt idx="113">
                  <c:v>54.2450604</c:v>
                </c:pt>
                <c:pt idx="114">
                  <c:v>54.2450604</c:v>
                </c:pt>
                <c:pt idx="115">
                  <c:v>54.2450604</c:v>
                </c:pt>
                <c:pt idx="116">
                  <c:v>54.2450604</c:v>
                </c:pt>
                <c:pt idx="117">
                  <c:v>54.2450604</c:v>
                </c:pt>
                <c:pt idx="118">
                  <c:v>54.2450604</c:v>
                </c:pt>
                <c:pt idx="119">
                  <c:v>54.2450604</c:v>
                </c:pt>
                <c:pt idx="120">
                  <c:v>54.2450604</c:v>
                </c:pt>
                <c:pt idx="121">
                  <c:v>54.2450604</c:v>
                </c:pt>
                <c:pt idx="122">
                  <c:v>54.2450604</c:v>
                </c:pt>
                <c:pt idx="123">
                  <c:v>54.2450604</c:v>
                </c:pt>
                <c:pt idx="124">
                  <c:v>54.2450604</c:v>
                </c:pt>
                <c:pt idx="125">
                  <c:v>54.2450604</c:v>
                </c:pt>
                <c:pt idx="126">
                  <c:v>54.2450604</c:v>
                </c:pt>
                <c:pt idx="127">
                  <c:v>54.2450604</c:v>
                </c:pt>
                <c:pt idx="128">
                  <c:v>54.2450604</c:v>
                </c:pt>
                <c:pt idx="129">
                  <c:v>54.2450604</c:v>
                </c:pt>
                <c:pt idx="130">
                  <c:v>54.2450604</c:v>
                </c:pt>
                <c:pt idx="131">
                  <c:v>54.2450604</c:v>
                </c:pt>
                <c:pt idx="132">
                  <c:v>54.2450604</c:v>
                </c:pt>
                <c:pt idx="133">
                  <c:v>54.2450604</c:v>
                </c:pt>
                <c:pt idx="134">
                  <c:v>54.2450604</c:v>
                </c:pt>
                <c:pt idx="135">
                  <c:v>54.2450604</c:v>
                </c:pt>
                <c:pt idx="136">
                  <c:v>54.2450604</c:v>
                </c:pt>
                <c:pt idx="137">
                  <c:v>54.2450604</c:v>
                </c:pt>
                <c:pt idx="138">
                  <c:v>54.2450604</c:v>
                </c:pt>
                <c:pt idx="139">
                  <c:v>54.2450604</c:v>
                </c:pt>
                <c:pt idx="140">
                  <c:v>54.2450604</c:v>
                </c:pt>
                <c:pt idx="141">
                  <c:v>54.2450604</c:v>
                </c:pt>
                <c:pt idx="142">
                  <c:v>54.2450604</c:v>
                </c:pt>
                <c:pt idx="143">
                  <c:v>54.2450604</c:v>
                </c:pt>
                <c:pt idx="144">
                  <c:v>54.2450604</c:v>
                </c:pt>
                <c:pt idx="145">
                  <c:v>54.2450604</c:v>
                </c:pt>
                <c:pt idx="146">
                  <c:v>54.2450604</c:v>
                </c:pt>
                <c:pt idx="147">
                  <c:v>54.2450604</c:v>
                </c:pt>
                <c:pt idx="148">
                  <c:v>54.2450604</c:v>
                </c:pt>
                <c:pt idx="149">
                  <c:v>54.2450604</c:v>
                </c:pt>
                <c:pt idx="150">
                  <c:v>54.2450604</c:v>
                </c:pt>
                <c:pt idx="151">
                  <c:v>54.2450604</c:v>
                </c:pt>
                <c:pt idx="152">
                  <c:v>54.2450604</c:v>
                </c:pt>
                <c:pt idx="153">
                  <c:v>54.2450604</c:v>
                </c:pt>
                <c:pt idx="154">
                  <c:v>54.2450604</c:v>
                </c:pt>
                <c:pt idx="155">
                  <c:v>54.2450604</c:v>
                </c:pt>
                <c:pt idx="156">
                  <c:v>54.2450604</c:v>
                </c:pt>
                <c:pt idx="157">
                  <c:v>54.2450604</c:v>
                </c:pt>
                <c:pt idx="158">
                  <c:v>54.2450604</c:v>
                </c:pt>
                <c:pt idx="159">
                  <c:v>54.2450604</c:v>
                </c:pt>
                <c:pt idx="160">
                  <c:v>54.2450604</c:v>
                </c:pt>
                <c:pt idx="161">
                  <c:v>54.2450604</c:v>
                </c:pt>
                <c:pt idx="162">
                  <c:v>54.2450604</c:v>
                </c:pt>
                <c:pt idx="163">
                  <c:v>54.2450604</c:v>
                </c:pt>
                <c:pt idx="164">
                  <c:v>54.2450604</c:v>
                </c:pt>
                <c:pt idx="165">
                  <c:v>54.2450604</c:v>
                </c:pt>
                <c:pt idx="166">
                  <c:v>54.2450604</c:v>
                </c:pt>
                <c:pt idx="167">
                  <c:v>54.2450604</c:v>
                </c:pt>
                <c:pt idx="168">
                  <c:v>54.2450604</c:v>
                </c:pt>
                <c:pt idx="169">
                  <c:v>54.2450604</c:v>
                </c:pt>
                <c:pt idx="170">
                  <c:v>54.2450604</c:v>
                </c:pt>
                <c:pt idx="171">
                  <c:v>54.2450604</c:v>
                </c:pt>
                <c:pt idx="172">
                  <c:v>54.2450604</c:v>
                </c:pt>
                <c:pt idx="173">
                  <c:v>55.249538999999999</c:v>
                </c:pt>
                <c:pt idx="174">
                  <c:v>55.249538999999999</c:v>
                </c:pt>
                <c:pt idx="175">
                  <c:v>55.249538999999999</c:v>
                </c:pt>
                <c:pt idx="176">
                  <c:v>55.249538999999999</c:v>
                </c:pt>
                <c:pt idx="177">
                  <c:v>55.249538999999999</c:v>
                </c:pt>
                <c:pt idx="178">
                  <c:v>55.249538999999999</c:v>
                </c:pt>
                <c:pt idx="179">
                  <c:v>55.249538999999999</c:v>
                </c:pt>
                <c:pt idx="180">
                  <c:v>55.249538999999999</c:v>
                </c:pt>
                <c:pt idx="181">
                  <c:v>55.249538999999999</c:v>
                </c:pt>
                <c:pt idx="182">
                  <c:v>55.249538999999999</c:v>
                </c:pt>
                <c:pt idx="183">
                  <c:v>55.249538999999999</c:v>
                </c:pt>
                <c:pt idx="184">
                  <c:v>55.249538999999999</c:v>
                </c:pt>
                <c:pt idx="185">
                  <c:v>55.249538999999999</c:v>
                </c:pt>
                <c:pt idx="186">
                  <c:v>55.249538999999999</c:v>
                </c:pt>
                <c:pt idx="187">
                  <c:v>55.249538999999999</c:v>
                </c:pt>
                <c:pt idx="188">
                  <c:v>55.249538999999999</c:v>
                </c:pt>
                <c:pt idx="189">
                  <c:v>55.249538999999999</c:v>
                </c:pt>
                <c:pt idx="190">
                  <c:v>55.249538999999999</c:v>
                </c:pt>
                <c:pt idx="191">
                  <c:v>56.138632200000004</c:v>
                </c:pt>
                <c:pt idx="192">
                  <c:v>56.138632200000004</c:v>
                </c:pt>
                <c:pt idx="193">
                  <c:v>56.138632200000004</c:v>
                </c:pt>
                <c:pt idx="194">
                  <c:v>56.138632200000004</c:v>
                </c:pt>
                <c:pt idx="195">
                  <c:v>56.138632200000004</c:v>
                </c:pt>
                <c:pt idx="196">
                  <c:v>56.138632200000004</c:v>
                </c:pt>
                <c:pt idx="197">
                  <c:v>56.138632200000004</c:v>
                </c:pt>
                <c:pt idx="198">
                  <c:v>56.138632200000004</c:v>
                </c:pt>
                <c:pt idx="199">
                  <c:v>56.138632200000004</c:v>
                </c:pt>
                <c:pt idx="200">
                  <c:v>56.138632200000004</c:v>
                </c:pt>
                <c:pt idx="201">
                  <c:v>56.138632200000004</c:v>
                </c:pt>
                <c:pt idx="202">
                  <c:v>56.138632200000004</c:v>
                </c:pt>
                <c:pt idx="203">
                  <c:v>56.138632200000004</c:v>
                </c:pt>
                <c:pt idx="204">
                  <c:v>56.138632200000004</c:v>
                </c:pt>
                <c:pt idx="205">
                  <c:v>56.138632200000004</c:v>
                </c:pt>
                <c:pt idx="206">
                  <c:v>56.138632200000004</c:v>
                </c:pt>
                <c:pt idx="207">
                  <c:v>56.138632200000004</c:v>
                </c:pt>
                <c:pt idx="208">
                  <c:v>56.138632200000004</c:v>
                </c:pt>
                <c:pt idx="209">
                  <c:v>56.138632200000004</c:v>
                </c:pt>
                <c:pt idx="210">
                  <c:v>56.138632200000004</c:v>
                </c:pt>
                <c:pt idx="211">
                  <c:v>56.138632200000004</c:v>
                </c:pt>
                <c:pt idx="212">
                  <c:v>56.138632200000004</c:v>
                </c:pt>
                <c:pt idx="213">
                  <c:v>56.138632200000004</c:v>
                </c:pt>
                <c:pt idx="214">
                  <c:v>56.138632200000004</c:v>
                </c:pt>
                <c:pt idx="215">
                  <c:v>56.138632200000004</c:v>
                </c:pt>
                <c:pt idx="216">
                  <c:v>56.138632200000004</c:v>
                </c:pt>
                <c:pt idx="217">
                  <c:v>56.138632200000004</c:v>
                </c:pt>
                <c:pt idx="218">
                  <c:v>56.138632200000004</c:v>
                </c:pt>
                <c:pt idx="219">
                  <c:v>56.138632200000004</c:v>
                </c:pt>
                <c:pt idx="220">
                  <c:v>56.138632200000004</c:v>
                </c:pt>
                <c:pt idx="221">
                  <c:v>56.138632200000004</c:v>
                </c:pt>
                <c:pt idx="222">
                  <c:v>56.138632200000004</c:v>
                </c:pt>
                <c:pt idx="223">
                  <c:v>56.138632200000004</c:v>
                </c:pt>
                <c:pt idx="224">
                  <c:v>56.138632200000004</c:v>
                </c:pt>
                <c:pt idx="225">
                  <c:v>56.138632200000004</c:v>
                </c:pt>
                <c:pt idx="226">
                  <c:v>56.138632200000004</c:v>
                </c:pt>
                <c:pt idx="227">
                  <c:v>56.138632200000004</c:v>
                </c:pt>
                <c:pt idx="228">
                  <c:v>56.138632200000004</c:v>
                </c:pt>
                <c:pt idx="229">
                  <c:v>56.138632200000004</c:v>
                </c:pt>
                <c:pt idx="230">
                  <c:v>56.487634200000002</c:v>
                </c:pt>
                <c:pt idx="231">
                  <c:v>57.134978400000001</c:v>
                </c:pt>
                <c:pt idx="232">
                  <c:v>57.134978400000001</c:v>
                </c:pt>
                <c:pt idx="233">
                  <c:v>57.134978400000001</c:v>
                </c:pt>
                <c:pt idx="234">
                  <c:v>57.134978400000001</c:v>
                </c:pt>
                <c:pt idx="235">
                  <c:v>57.134978400000001</c:v>
                </c:pt>
                <c:pt idx="236">
                  <c:v>57.134978400000001</c:v>
                </c:pt>
                <c:pt idx="237">
                  <c:v>57.134978400000001</c:v>
                </c:pt>
                <c:pt idx="238">
                  <c:v>57.134978400000001</c:v>
                </c:pt>
                <c:pt idx="239">
                  <c:v>57.134978400000001</c:v>
                </c:pt>
                <c:pt idx="240">
                  <c:v>57.134978400000001</c:v>
                </c:pt>
                <c:pt idx="241">
                  <c:v>57.134978400000001</c:v>
                </c:pt>
                <c:pt idx="242">
                  <c:v>57.134978400000001</c:v>
                </c:pt>
                <c:pt idx="243">
                  <c:v>57.134978400000001</c:v>
                </c:pt>
                <c:pt idx="244">
                  <c:v>57.134978400000001</c:v>
                </c:pt>
                <c:pt idx="245">
                  <c:v>57.134978400000001</c:v>
                </c:pt>
                <c:pt idx="246">
                  <c:v>57.134978400000001</c:v>
                </c:pt>
                <c:pt idx="247">
                  <c:v>57.134978400000001</c:v>
                </c:pt>
                <c:pt idx="248">
                  <c:v>57.134978400000001</c:v>
                </c:pt>
                <c:pt idx="249">
                  <c:v>57.134978400000001</c:v>
                </c:pt>
                <c:pt idx="250">
                  <c:v>57.134978400000001</c:v>
                </c:pt>
                <c:pt idx="251">
                  <c:v>57.134978400000001</c:v>
                </c:pt>
                <c:pt idx="252">
                  <c:v>57.134978400000001</c:v>
                </c:pt>
                <c:pt idx="253">
                  <c:v>57.134978400000001</c:v>
                </c:pt>
                <c:pt idx="254">
                  <c:v>57.134978400000001</c:v>
                </c:pt>
                <c:pt idx="255">
                  <c:v>57.134978400000001</c:v>
                </c:pt>
                <c:pt idx="256">
                  <c:v>57.134978400000001</c:v>
                </c:pt>
                <c:pt idx="257">
                  <c:v>57.134978400000001</c:v>
                </c:pt>
                <c:pt idx="258">
                  <c:v>57.134978400000001</c:v>
                </c:pt>
                <c:pt idx="259">
                  <c:v>57.134978400000001</c:v>
                </c:pt>
                <c:pt idx="260">
                  <c:v>57.134978400000001</c:v>
                </c:pt>
                <c:pt idx="261">
                  <c:v>57.134978400000001</c:v>
                </c:pt>
                <c:pt idx="262">
                  <c:v>57.134978400000001</c:v>
                </c:pt>
                <c:pt idx="263">
                  <c:v>57.134978400000001</c:v>
                </c:pt>
                <c:pt idx="264">
                  <c:v>57.134978400000001</c:v>
                </c:pt>
                <c:pt idx="265">
                  <c:v>57.134978400000001</c:v>
                </c:pt>
                <c:pt idx="266">
                  <c:v>57.134978400000001</c:v>
                </c:pt>
                <c:pt idx="267">
                  <c:v>57.134978400000001</c:v>
                </c:pt>
                <c:pt idx="268">
                  <c:v>57.134978400000001</c:v>
                </c:pt>
                <c:pt idx="269">
                  <c:v>57.134978400000001</c:v>
                </c:pt>
                <c:pt idx="270">
                  <c:v>57.134978400000001</c:v>
                </c:pt>
                <c:pt idx="271">
                  <c:v>57.134978400000001</c:v>
                </c:pt>
                <c:pt idx="272">
                  <c:v>57.134978400000001</c:v>
                </c:pt>
                <c:pt idx="273">
                  <c:v>57.134978400000001</c:v>
                </c:pt>
                <c:pt idx="274">
                  <c:v>58.868208600000003</c:v>
                </c:pt>
                <c:pt idx="275">
                  <c:v>58.868208600000003</c:v>
                </c:pt>
                <c:pt idx="276">
                  <c:v>58.868208600000003</c:v>
                </c:pt>
                <c:pt idx="277">
                  <c:v>58.868208600000003</c:v>
                </c:pt>
                <c:pt idx="278">
                  <c:v>58.868208600000003</c:v>
                </c:pt>
                <c:pt idx="279">
                  <c:v>58.868208600000003</c:v>
                </c:pt>
                <c:pt idx="280">
                  <c:v>58.868208600000003</c:v>
                </c:pt>
                <c:pt idx="281">
                  <c:v>58.868208600000003</c:v>
                </c:pt>
                <c:pt idx="282">
                  <c:v>58.868208600000003</c:v>
                </c:pt>
                <c:pt idx="283">
                  <c:v>58.868208600000003</c:v>
                </c:pt>
                <c:pt idx="284">
                  <c:v>58.868208600000003</c:v>
                </c:pt>
                <c:pt idx="285">
                  <c:v>58.868208600000003</c:v>
                </c:pt>
                <c:pt idx="286">
                  <c:v>58.868208600000003</c:v>
                </c:pt>
                <c:pt idx="287">
                  <c:v>58.868208600000003</c:v>
                </c:pt>
                <c:pt idx="288">
                  <c:v>58.868208600000003</c:v>
                </c:pt>
                <c:pt idx="289">
                  <c:v>58.868208600000003</c:v>
                </c:pt>
                <c:pt idx="290">
                  <c:v>58.868208600000003</c:v>
                </c:pt>
                <c:pt idx="291">
                  <c:v>58.868208600000003</c:v>
                </c:pt>
                <c:pt idx="292">
                  <c:v>58.868208600000003</c:v>
                </c:pt>
                <c:pt idx="293">
                  <c:v>58.868208600000003</c:v>
                </c:pt>
                <c:pt idx="294">
                  <c:v>58.868208600000003</c:v>
                </c:pt>
                <c:pt idx="295">
                  <c:v>58.868208600000003</c:v>
                </c:pt>
                <c:pt idx="296">
                  <c:v>58.868208600000003</c:v>
                </c:pt>
                <c:pt idx="297">
                  <c:v>58.868208600000003</c:v>
                </c:pt>
                <c:pt idx="298">
                  <c:v>58.868208600000003</c:v>
                </c:pt>
                <c:pt idx="299">
                  <c:v>58.868208600000003</c:v>
                </c:pt>
                <c:pt idx="300">
                  <c:v>58.868208600000003</c:v>
                </c:pt>
                <c:pt idx="301">
                  <c:v>58.868208600000003</c:v>
                </c:pt>
                <c:pt idx="302">
                  <c:v>58.868208600000003</c:v>
                </c:pt>
                <c:pt idx="303">
                  <c:v>58.868208600000003</c:v>
                </c:pt>
                <c:pt idx="304">
                  <c:v>58.868208600000003</c:v>
                </c:pt>
                <c:pt idx="305">
                  <c:v>58.868208600000003</c:v>
                </c:pt>
                <c:pt idx="306">
                  <c:v>58.868208600000003</c:v>
                </c:pt>
                <c:pt idx="307">
                  <c:v>58.868208600000003</c:v>
                </c:pt>
                <c:pt idx="308">
                  <c:v>58.868208600000003</c:v>
                </c:pt>
                <c:pt idx="309">
                  <c:v>58.868208600000003</c:v>
                </c:pt>
                <c:pt idx="310">
                  <c:v>58.868208600000003</c:v>
                </c:pt>
                <c:pt idx="311">
                  <c:v>58.868208600000003</c:v>
                </c:pt>
                <c:pt idx="312">
                  <c:v>58.868208600000003</c:v>
                </c:pt>
                <c:pt idx="313">
                  <c:v>58.868208600000003</c:v>
                </c:pt>
                <c:pt idx="314">
                  <c:v>58.868208600000003</c:v>
                </c:pt>
                <c:pt idx="315">
                  <c:v>58.868208600000003</c:v>
                </c:pt>
                <c:pt idx="316">
                  <c:v>58.868208600000003</c:v>
                </c:pt>
                <c:pt idx="317">
                  <c:v>58.868208600000003</c:v>
                </c:pt>
                <c:pt idx="318">
                  <c:v>58.868208600000003</c:v>
                </c:pt>
                <c:pt idx="319">
                  <c:v>58.868208600000003</c:v>
                </c:pt>
                <c:pt idx="320">
                  <c:v>58.868208600000003</c:v>
                </c:pt>
                <c:pt idx="321">
                  <c:v>58.868208600000003</c:v>
                </c:pt>
                <c:pt idx="322">
                  <c:v>58.868208600000003</c:v>
                </c:pt>
                <c:pt idx="323">
                  <c:v>58.868208600000003</c:v>
                </c:pt>
                <c:pt idx="324">
                  <c:v>58.868208600000003</c:v>
                </c:pt>
                <c:pt idx="325">
                  <c:v>58.868208600000003</c:v>
                </c:pt>
                <c:pt idx="326">
                  <c:v>58.868208600000003</c:v>
                </c:pt>
                <c:pt idx="327">
                  <c:v>58.868208600000003</c:v>
                </c:pt>
                <c:pt idx="328">
                  <c:v>58.868208600000003</c:v>
                </c:pt>
                <c:pt idx="329">
                  <c:v>58.868208600000003</c:v>
                </c:pt>
                <c:pt idx="330">
                  <c:v>58.868208600000003</c:v>
                </c:pt>
                <c:pt idx="331">
                  <c:v>58.868208600000003</c:v>
                </c:pt>
                <c:pt idx="332">
                  <c:v>58.868208600000003</c:v>
                </c:pt>
                <c:pt idx="333">
                  <c:v>58.868208600000003</c:v>
                </c:pt>
                <c:pt idx="334">
                  <c:v>58.868208600000003</c:v>
                </c:pt>
                <c:pt idx="335">
                  <c:v>58.868208600000003</c:v>
                </c:pt>
                <c:pt idx="336">
                  <c:v>58.868208600000003</c:v>
                </c:pt>
                <c:pt idx="337">
                  <c:v>58.868208600000003</c:v>
                </c:pt>
                <c:pt idx="338">
                  <c:v>58.868208600000003</c:v>
                </c:pt>
                <c:pt idx="339">
                  <c:v>58.868208600000003</c:v>
                </c:pt>
                <c:pt idx="340">
                  <c:v>58.868208600000003</c:v>
                </c:pt>
                <c:pt idx="341">
                  <c:v>58.868208600000003</c:v>
                </c:pt>
                <c:pt idx="342">
                  <c:v>58.868208600000003</c:v>
                </c:pt>
                <c:pt idx="343">
                  <c:v>58.868208600000003</c:v>
                </c:pt>
                <c:pt idx="344">
                  <c:v>58.868208600000003</c:v>
                </c:pt>
                <c:pt idx="345">
                  <c:v>58.868208600000003</c:v>
                </c:pt>
                <c:pt idx="346">
                  <c:v>58.868208600000003</c:v>
                </c:pt>
                <c:pt idx="347">
                  <c:v>58.868208600000003</c:v>
                </c:pt>
                <c:pt idx="348">
                  <c:v>58.868208600000003</c:v>
                </c:pt>
                <c:pt idx="349">
                  <c:v>58.868208600000003</c:v>
                </c:pt>
                <c:pt idx="350">
                  <c:v>58.868208600000003</c:v>
                </c:pt>
                <c:pt idx="351">
                  <c:v>58.868208600000003</c:v>
                </c:pt>
                <c:pt idx="352">
                  <c:v>58.868208600000003</c:v>
                </c:pt>
                <c:pt idx="353">
                  <c:v>58.868208600000003</c:v>
                </c:pt>
                <c:pt idx="354">
                  <c:v>58.868208600000003</c:v>
                </c:pt>
                <c:pt idx="355">
                  <c:v>58.868208600000003</c:v>
                </c:pt>
                <c:pt idx="356">
                  <c:v>58.868208600000003</c:v>
                </c:pt>
                <c:pt idx="357">
                  <c:v>58.868208600000003</c:v>
                </c:pt>
                <c:pt idx="358">
                  <c:v>58.868208600000003</c:v>
                </c:pt>
                <c:pt idx="359">
                  <c:v>58.868208600000003</c:v>
                </c:pt>
                <c:pt idx="360">
                  <c:v>58.868208600000003</c:v>
                </c:pt>
                <c:pt idx="361">
                  <c:v>58.868208600000003</c:v>
                </c:pt>
                <c:pt idx="362">
                  <c:v>58.868208600000003</c:v>
                </c:pt>
                <c:pt idx="363">
                  <c:v>58.868208600000003</c:v>
                </c:pt>
                <c:pt idx="364">
                  <c:v>58.868208600000003</c:v>
                </c:pt>
                <c:pt idx="365">
                  <c:v>58.868208600000003</c:v>
                </c:pt>
                <c:pt idx="366">
                  <c:v>58.868208600000003</c:v>
                </c:pt>
                <c:pt idx="367">
                  <c:v>58.868208600000003</c:v>
                </c:pt>
                <c:pt idx="368">
                  <c:v>58.868208600000003</c:v>
                </c:pt>
                <c:pt idx="369">
                  <c:v>58.868208600000003</c:v>
                </c:pt>
                <c:pt idx="370">
                  <c:v>58.868208600000003</c:v>
                </c:pt>
                <c:pt idx="371">
                  <c:v>58.868208600000003</c:v>
                </c:pt>
                <c:pt idx="372">
                  <c:v>58.868208600000003</c:v>
                </c:pt>
                <c:pt idx="373">
                  <c:v>58.868208600000003</c:v>
                </c:pt>
                <c:pt idx="374">
                  <c:v>58.868208600000003</c:v>
                </c:pt>
                <c:pt idx="375">
                  <c:v>58.868208600000003</c:v>
                </c:pt>
                <c:pt idx="376">
                  <c:v>58.868208600000003</c:v>
                </c:pt>
                <c:pt idx="377">
                  <c:v>58.868208600000003</c:v>
                </c:pt>
                <c:pt idx="378">
                  <c:v>58.868208600000003</c:v>
                </c:pt>
                <c:pt idx="379">
                  <c:v>58.868208600000003</c:v>
                </c:pt>
                <c:pt idx="380">
                  <c:v>58.868208600000003</c:v>
                </c:pt>
                <c:pt idx="381">
                  <c:v>58.868208600000003</c:v>
                </c:pt>
                <c:pt idx="382">
                  <c:v>58.868208600000003</c:v>
                </c:pt>
                <c:pt idx="383">
                  <c:v>58.868208600000003</c:v>
                </c:pt>
                <c:pt idx="384">
                  <c:v>58.868208600000003</c:v>
                </c:pt>
                <c:pt idx="385">
                  <c:v>58.868208600000003</c:v>
                </c:pt>
                <c:pt idx="386">
                  <c:v>58.868208600000003</c:v>
                </c:pt>
                <c:pt idx="387">
                  <c:v>58.868208600000003</c:v>
                </c:pt>
                <c:pt idx="388">
                  <c:v>58.868208600000003</c:v>
                </c:pt>
                <c:pt idx="389">
                  <c:v>58.868208600000003</c:v>
                </c:pt>
                <c:pt idx="390">
                  <c:v>58.868208600000003</c:v>
                </c:pt>
                <c:pt idx="391">
                  <c:v>58.868208600000003</c:v>
                </c:pt>
                <c:pt idx="392">
                  <c:v>58.868208600000003</c:v>
                </c:pt>
                <c:pt idx="393">
                  <c:v>58.868208600000003</c:v>
                </c:pt>
                <c:pt idx="394">
                  <c:v>58.868208600000003</c:v>
                </c:pt>
                <c:pt idx="395">
                  <c:v>58.868208600000003</c:v>
                </c:pt>
                <c:pt idx="396">
                  <c:v>58.868208600000003</c:v>
                </c:pt>
                <c:pt idx="397">
                  <c:v>58.868208600000003</c:v>
                </c:pt>
                <c:pt idx="398">
                  <c:v>58.868208600000003</c:v>
                </c:pt>
                <c:pt idx="399">
                  <c:v>58.868208600000003</c:v>
                </c:pt>
                <c:pt idx="400">
                  <c:v>58.868208600000003</c:v>
                </c:pt>
                <c:pt idx="401">
                  <c:v>58.868208600000003</c:v>
                </c:pt>
                <c:pt idx="402">
                  <c:v>58.868208600000003</c:v>
                </c:pt>
                <c:pt idx="403">
                  <c:v>58.868208600000003</c:v>
                </c:pt>
                <c:pt idx="404">
                  <c:v>58.868208600000003</c:v>
                </c:pt>
                <c:pt idx="405">
                  <c:v>58.868208600000003</c:v>
                </c:pt>
                <c:pt idx="406">
                  <c:v>58.868208600000003</c:v>
                </c:pt>
                <c:pt idx="407">
                  <c:v>58.868208600000003</c:v>
                </c:pt>
                <c:pt idx="408">
                  <c:v>58.868208600000003</c:v>
                </c:pt>
                <c:pt idx="409">
                  <c:v>58.868208600000003</c:v>
                </c:pt>
                <c:pt idx="410">
                  <c:v>58.868208600000003</c:v>
                </c:pt>
                <c:pt idx="411">
                  <c:v>58.868208600000003</c:v>
                </c:pt>
                <c:pt idx="412">
                  <c:v>58.868208600000003</c:v>
                </c:pt>
                <c:pt idx="413">
                  <c:v>58.868208600000003</c:v>
                </c:pt>
                <c:pt idx="414">
                  <c:v>58.868208600000003</c:v>
                </c:pt>
                <c:pt idx="415">
                  <c:v>58.868208600000003</c:v>
                </c:pt>
                <c:pt idx="416">
                  <c:v>58.868208600000003</c:v>
                </c:pt>
                <c:pt idx="417">
                  <c:v>58.868208600000003</c:v>
                </c:pt>
                <c:pt idx="418">
                  <c:v>58.868208600000003</c:v>
                </c:pt>
                <c:pt idx="419">
                  <c:v>58.868208600000003</c:v>
                </c:pt>
                <c:pt idx="420">
                  <c:v>58.868208600000003</c:v>
                </c:pt>
                <c:pt idx="421">
                  <c:v>58.868208600000003</c:v>
                </c:pt>
                <c:pt idx="422">
                  <c:v>58.868208600000003</c:v>
                </c:pt>
                <c:pt idx="423">
                  <c:v>58.868208600000003</c:v>
                </c:pt>
                <c:pt idx="424">
                  <c:v>58.868208600000003</c:v>
                </c:pt>
                <c:pt idx="425">
                  <c:v>58.868208600000003</c:v>
                </c:pt>
                <c:pt idx="426">
                  <c:v>58.868208600000003</c:v>
                </c:pt>
                <c:pt idx="427">
                  <c:v>58.868208600000003</c:v>
                </c:pt>
                <c:pt idx="428">
                  <c:v>58.868208600000003</c:v>
                </c:pt>
                <c:pt idx="429">
                  <c:v>58.868208600000003</c:v>
                </c:pt>
                <c:pt idx="430">
                  <c:v>58.868208600000003</c:v>
                </c:pt>
                <c:pt idx="431">
                  <c:v>58.868208600000003</c:v>
                </c:pt>
                <c:pt idx="432">
                  <c:v>58.868208600000003</c:v>
                </c:pt>
                <c:pt idx="433">
                  <c:v>58.868208600000003</c:v>
                </c:pt>
                <c:pt idx="434">
                  <c:v>58.868208600000003</c:v>
                </c:pt>
                <c:pt idx="435">
                  <c:v>58.868208600000003</c:v>
                </c:pt>
                <c:pt idx="436">
                  <c:v>58.868208600000003</c:v>
                </c:pt>
                <c:pt idx="437">
                  <c:v>58.868208600000003</c:v>
                </c:pt>
                <c:pt idx="438">
                  <c:v>58.868208600000003</c:v>
                </c:pt>
                <c:pt idx="439">
                  <c:v>58.868208600000003</c:v>
                </c:pt>
                <c:pt idx="440">
                  <c:v>58.868208600000003</c:v>
                </c:pt>
                <c:pt idx="441">
                  <c:v>58.868208600000003</c:v>
                </c:pt>
                <c:pt idx="442">
                  <c:v>58.868208600000003</c:v>
                </c:pt>
                <c:pt idx="443">
                  <c:v>58.868208600000003</c:v>
                </c:pt>
                <c:pt idx="444">
                  <c:v>58.868208600000003</c:v>
                </c:pt>
                <c:pt idx="445">
                  <c:v>58.868208600000003</c:v>
                </c:pt>
                <c:pt idx="446">
                  <c:v>58.868208600000003</c:v>
                </c:pt>
                <c:pt idx="447">
                  <c:v>58.868208600000003</c:v>
                </c:pt>
                <c:pt idx="448">
                  <c:v>58.868208600000003</c:v>
                </c:pt>
                <c:pt idx="449">
                  <c:v>58.868208600000003</c:v>
                </c:pt>
                <c:pt idx="450">
                  <c:v>58.868208600000003</c:v>
                </c:pt>
                <c:pt idx="451">
                  <c:v>58.868208600000003</c:v>
                </c:pt>
                <c:pt idx="452">
                  <c:v>58.868208600000003</c:v>
                </c:pt>
                <c:pt idx="453">
                  <c:v>58.868208600000003</c:v>
                </c:pt>
                <c:pt idx="454">
                  <c:v>58.868208600000003</c:v>
                </c:pt>
                <c:pt idx="455">
                  <c:v>58.868208600000003</c:v>
                </c:pt>
                <c:pt idx="456">
                  <c:v>58.868208600000003</c:v>
                </c:pt>
                <c:pt idx="457">
                  <c:v>58.868208600000003</c:v>
                </c:pt>
                <c:pt idx="458">
                  <c:v>58.868208600000003</c:v>
                </c:pt>
                <c:pt idx="459">
                  <c:v>58.868208600000003</c:v>
                </c:pt>
                <c:pt idx="460">
                  <c:v>58.868208600000003</c:v>
                </c:pt>
                <c:pt idx="461">
                  <c:v>58.868208600000003</c:v>
                </c:pt>
                <c:pt idx="462">
                  <c:v>58.868208600000003</c:v>
                </c:pt>
                <c:pt idx="463">
                  <c:v>58.868208600000003</c:v>
                </c:pt>
                <c:pt idx="464">
                  <c:v>58.868208600000003</c:v>
                </c:pt>
                <c:pt idx="465">
                  <c:v>58.868208600000003</c:v>
                </c:pt>
                <c:pt idx="466">
                  <c:v>58.868208600000003</c:v>
                </c:pt>
                <c:pt idx="467">
                  <c:v>58.868208600000003</c:v>
                </c:pt>
                <c:pt idx="468">
                  <c:v>58.868208600000003</c:v>
                </c:pt>
                <c:pt idx="469">
                  <c:v>58.868208600000003</c:v>
                </c:pt>
                <c:pt idx="470">
                  <c:v>58.868208600000003</c:v>
                </c:pt>
                <c:pt idx="471">
                  <c:v>58.868208600000003</c:v>
                </c:pt>
                <c:pt idx="472">
                  <c:v>58.868208600000003</c:v>
                </c:pt>
                <c:pt idx="473">
                  <c:v>58.868208600000003</c:v>
                </c:pt>
                <c:pt idx="474">
                  <c:v>58.868208600000003</c:v>
                </c:pt>
                <c:pt idx="475">
                  <c:v>58.868208600000003</c:v>
                </c:pt>
                <c:pt idx="476">
                  <c:v>58.868208600000003</c:v>
                </c:pt>
                <c:pt idx="477">
                  <c:v>58.868208600000003</c:v>
                </c:pt>
                <c:pt idx="478">
                  <c:v>58.868208600000003</c:v>
                </c:pt>
                <c:pt idx="479">
                  <c:v>58.868208600000003</c:v>
                </c:pt>
                <c:pt idx="480">
                  <c:v>58.868208600000003</c:v>
                </c:pt>
                <c:pt idx="481">
                  <c:v>58.868208600000003</c:v>
                </c:pt>
                <c:pt idx="482">
                  <c:v>58.868208600000003</c:v>
                </c:pt>
                <c:pt idx="483">
                  <c:v>58.868208600000003</c:v>
                </c:pt>
                <c:pt idx="484">
                  <c:v>58.868208600000003</c:v>
                </c:pt>
                <c:pt idx="485">
                  <c:v>58.868208600000003</c:v>
                </c:pt>
                <c:pt idx="486">
                  <c:v>58.868208600000003</c:v>
                </c:pt>
                <c:pt idx="487">
                  <c:v>58.868208600000003</c:v>
                </c:pt>
                <c:pt idx="488">
                  <c:v>58.868208600000003</c:v>
                </c:pt>
                <c:pt idx="489">
                  <c:v>58.868208600000003</c:v>
                </c:pt>
                <c:pt idx="490">
                  <c:v>58.868208600000003</c:v>
                </c:pt>
                <c:pt idx="491">
                  <c:v>58.868208600000003</c:v>
                </c:pt>
                <c:pt idx="492">
                  <c:v>58.868208600000003</c:v>
                </c:pt>
                <c:pt idx="493">
                  <c:v>58.868208600000003</c:v>
                </c:pt>
                <c:pt idx="494">
                  <c:v>58.868208600000003</c:v>
                </c:pt>
                <c:pt idx="495">
                  <c:v>58.868208600000003</c:v>
                </c:pt>
                <c:pt idx="496">
                  <c:v>58.868208600000003</c:v>
                </c:pt>
                <c:pt idx="497">
                  <c:v>58.868208600000003</c:v>
                </c:pt>
                <c:pt idx="498">
                  <c:v>58.868208600000003</c:v>
                </c:pt>
                <c:pt idx="499">
                  <c:v>58.868208600000003</c:v>
                </c:pt>
                <c:pt idx="500">
                  <c:v>58.868208600000003</c:v>
                </c:pt>
                <c:pt idx="501">
                  <c:v>58.868208600000003</c:v>
                </c:pt>
                <c:pt idx="502">
                  <c:v>58.868208600000003</c:v>
                </c:pt>
                <c:pt idx="503">
                  <c:v>58.868208600000003</c:v>
                </c:pt>
                <c:pt idx="504">
                  <c:v>58.868208600000003</c:v>
                </c:pt>
                <c:pt idx="505">
                  <c:v>58.868208600000003</c:v>
                </c:pt>
                <c:pt idx="506">
                  <c:v>58.868208600000003</c:v>
                </c:pt>
                <c:pt idx="507">
                  <c:v>58.868208600000003</c:v>
                </c:pt>
                <c:pt idx="508">
                  <c:v>58.868208600000003</c:v>
                </c:pt>
                <c:pt idx="509">
                  <c:v>58.868208600000003</c:v>
                </c:pt>
                <c:pt idx="510">
                  <c:v>58.868208600000003</c:v>
                </c:pt>
                <c:pt idx="511">
                  <c:v>58.868208600000003</c:v>
                </c:pt>
                <c:pt idx="512">
                  <c:v>58.868208600000003</c:v>
                </c:pt>
                <c:pt idx="513">
                  <c:v>58.868208600000003</c:v>
                </c:pt>
                <c:pt idx="514">
                  <c:v>58.868208600000003</c:v>
                </c:pt>
                <c:pt idx="515">
                  <c:v>58.868208600000003</c:v>
                </c:pt>
                <c:pt idx="516">
                  <c:v>58.868208600000003</c:v>
                </c:pt>
                <c:pt idx="517">
                  <c:v>58.868208600000003</c:v>
                </c:pt>
                <c:pt idx="518">
                  <c:v>58.868208600000003</c:v>
                </c:pt>
                <c:pt idx="519">
                  <c:v>58.868208600000003</c:v>
                </c:pt>
                <c:pt idx="520">
                  <c:v>58.868208600000003</c:v>
                </c:pt>
                <c:pt idx="521">
                  <c:v>58.868208600000003</c:v>
                </c:pt>
                <c:pt idx="522">
                  <c:v>58.868208600000003</c:v>
                </c:pt>
                <c:pt idx="523">
                  <c:v>58.868208600000003</c:v>
                </c:pt>
                <c:pt idx="524">
                  <c:v>58.868208600000003</c:v>
                </c:pt>
                <c:pt idx="525">
                  <c:v>58.868208600000003</c:v>
                </c:pt>
                <c:pt idx="526">
                  <c:v>58.868208600000003</c:v>
                </c:pt>
                <c:pt idx="527">
                  <c:v>58.868208600000003</c:v>
                </c:pt>
                <c:pt idx="528">
                  <c:v>58.868208600000003</c:v>
                </c:pt>
                <c:pt idx="529">
                  <c:v>58.868208600000003</c:v>
                </c:pt>
                <c:pt idx="530">
                  <c:v>58.868208600000003</c:v>
                </c:pt>
                <c:pt idx="531">
                  <c:v>58.868208600000003</c:v>
                </c:pt>
                <c:pt idx="532">
                  <c:v>58.868208600000003</c:v>
                </c:pt>
                <c:pt idx="533">
                  <c:v>58.868208600000003</c:v>
                </c:pt>
                <c:pt idx="534">
                  <c:v>58.868208600000003</c:v>
                </c:pt>
                <c:pt idx="535">
                  <c:v>58.868208600000003</c:v>
                </c:pt>
                <c:pt idx="536">
                  <c:v>58.868208600000003</c:v>
                </c:pt>
                <c:pt idx="537">
                  <c:v>58.868208600000003</c:v>
                </c:pt>
                <c:pt idx="538">
                  <c:v>58.868208600000003</c:v>
                </c:pt>
                <c:pt idx="539">
                  <c:v>58.868208600000003</c:v>
                </c:pt>
                <c:pt idx="540">
                  <c:v>58.868208600000003</c:v>
                </c:pt>
                <c:pt idx="541">
                  <c:v>58.868208600000003</c:v>
                </c:pt>
                <c:pt idx="542">
                  <c:v>58.868208600000003</c:v>
                </c:pt>
                <c:pt idx="543">
                  <c:v>58.868208600000003</c:v>
                </c:pt>
                <c:pt idx="544">
                  <c:v>58.868208600000003</c:v>
                </c:pt>
                <c:pt idx="545">
                  <c:v>58.868208600000003</c:v>
                </c:pt>
                <c:pt idx="546">
                  <c:v>58.868208600000003</c:v>
                </c:pt>
                <c:pt idx="547">
                  <c:v>58.868208600000003</c:v>
                </c:pt>
                <c:pt idx="548">
                  <c:v>58.868208600000003</c:v>
                </c:pt>
                <c:pt idx="549">
                  <c:v>58.868208600000003</c:v>
                </c:pt>
                <c:pt idx="550">
                  <c:v>58.868208600000003</c:v>
                </c:pt>
                <c:pt idx="551">
                  <c:v>58.868208600000003</c:v>
                </c:pt>
                <c:pt idx="552">
                  <c:v>58.868208600000003</c:v>
                </c:pt>
                <c:pt idx="553">
                  <c:v>58.868208600000003</c:v>
                </c:pt>
                <c:pt idx="554">
                  <c:v>58.868208600000003</c:v>
                </c:pt>
                <c:pt idx="555">
                  <c:v>58.868208600000003</c:v>
                </c:pt>
                <c:pt idx="556">
                  <c:v>58.868208600000003</c:v>
                </c:pt>
                <c:pt idx="557">
                  <c:v>58.868208600000003</c:v>
                </c:pt>
                <c:pt idx="558">
                  <c:v>58.868208600000003</c:v>
                </c:pt>
                <c:pt idx="559">
                  <c:v>58.868208600000003</c:v>
                </c:pt>
                <c:pt idx="560">
                  <c:v>58.868208600000003</c:v>
                </c:pt>
                <c:pt idx="561">
                  <c:v>58.868208600000003</c:v>
                </c:pt>
                <c:pt idx="562">
                  <c:v>58.868208600000003</c:v>
                </c:pt>
                <c:pt idx="563">
                  <c:v>58.868208600000003</c:v>
                </c:pt>
                <c:pt idx="564">
                  <c:v>58.868208600000003</c:v>
                </c:pt>
                <c:pt idx="565">
                  <c:v>58.868208600000003</c:v>
                </c:pt>
                <c:pt idx="566">
                  <c:v>58.868208600000003</c:v>
                </c:pt>
                <c:pt idx="567">
                  <c:v>58.868208600000003</c:v>
                </c:pt>
                <c:pt idx="568">
                  <c:v>58.868208600000003</c:v>
                </c:pt>
                <c:pt idx="569">
                  <c:v>58.868208600000003</c:v>
                </c:pt>
                <c:pt idx="570">
                  <c:v>58.868208600000003</c:v>
                </c:pt>
                <c:pt idx="571">
                  <c:v>58.868208600000003</c:v>
                </c:pt>
                <c:pt idx="572">
                  <c:v>58.868208600000003</c:v>
                </c:pt>
                <c:pt idx="573">
                  <c:v>58.868208600000003</c:v>
                </c:pt>
                <c:pt idx="574">
                  <c:v>58.868208600000003</c:v>
                </c:pt>
                <c:pt idx="575">
                  <c:v>58.868208600000003</c:v>
                </c:pt>
                <c:pt idx="576">
                  <c:v>58.868208600000003</c:v>
                </c:pt>
                <c:pt idx="577">
                  <c:v>58.868208600000003</c:v>
                </c:pt>
                <c:pt idx="578">
                  <c:v>58.868208600000003</c:v>
                </c:pt>
                <c:pt idx="579">
                  <c:v>58.868208600000003</c:v>
                </c:pt>
                <c:pt idx="580">
                  <c:v>58.868208600000003</c:v>
                </c:pt>
                <c:pt idx="581">
                  <c:v>58.868208600000003</c:v>
                </c:pt>
                <c:pt idx="582">
                  <c:v>58.868208600000003</c:v>
                </c:pt>
                <c:pt idx="583">
                  <c:v>58.868208600000003</c:v>
                </c:pt>
                <c:pt idx="584">
                  <c:v>58.868208600000003</c:v>
                </c:pt>
                <c:pt idx="585">
                  <c:v>58.868208600000003</c:v>
                </c:pt>
                <c:pt idx="586">
                  <c:v>58.868208600000003</c:v>
                </c:pt>
                <c:pt idx="587">
                  <c:v>58.868208600000003</c:v>
                </c:pt>
                <c:pt idx="588">
                  <c:v>58.868208600000003</c:v>
                </c:pt>
                <c:pt idx="589">
                  <c:v>58.868208600000003</c:v>
                </c:pt>
                <c:pt idx="590">
                  <c:v>58.868208600000003</c:v>
                </c:pt>
                <c:pt idx="591">
                  <c:v>58.868208600000003</c:v>
                </c:pt>
                <c:pt idx="592">
                  <c:v>58.868208600000003</c:v>
                </c:pt>
                <c:pt idx="593">
                  <c:v>58.868208600000003</c:v>
                </c:pt>
                <c:pt idx="594">
                  <c:v>58.868208600000003</c:v>
                </c:pt>
                <c:pt idx="595">
                  <c:v>58.868208600000003</c:v>
                </c:pt>
                <c:pt idx="596">
                  <c:v>58.868208600000003</c:v>
                </c:pt>
                <c:pt idx="597">
                  <c:v>58.868208600000003</c:v>
                </c:pt>
                <c:pt idx="598">
                  <c:v>58.868208600000003</c:v>
                </c:pt>
                <c:pt idx="599">
                  <c:v>58.868208600000003</c:v>
                </c:pt>
                <c:pt idx="600">
                  <c:v>58.868208600000003</c:v>
                </c:pt>
                <c:pt idx="601">
                  <c:v>58.868208600000003</c:v>
                </c:pt>
                <c:pt idx="602">
                  <c:v>58.868208600000003</c:v>
                </c:pt>
                <c:pt idx="603">
                  <c:v>58.868208600000003</c:v>
                </c:pt>
                <c:pt idx="604">
                  <c:v>58.868208600000003</c:v>
                </c:pt>
                <c:pt idx="605">
                  <c:v>58.868208600000003</c:v>
                </c:pt>
                <c:pt idx="606">
                  <c:v>58.868208600000003</c:v>
                </c:pt>
                <c:pt idx="607">
                  <c:v>58.868208600000003</c:v>
                </c:pt>
                <c:pt idx="608">
                  <c:v>58.868208600000003</c:v>
                </c:pt>
                <c:pt idx="609">
                  <c:v>58.868208600000003</c:v>
                </c:pt>
                <c:pt idx="610">
                  <c:v>58.868208600000003</c:v>
                </c:pt>
                <c:pt idx="611">
                  <c:v>58.868208600000003</c:v>
                </c:pt>
                <c:pt idx="612">
                  <c:v>58.879231799999999</c:v>
                </c:pt>
                <c:pt idx="613">
                  <c:v>58.879231799999999</c:v>
                </c:pt>
                <c:pt idx="614">
                  <c:v>58.879231799999999</c:v>
                </c:pt>
                <c:pt idx="615">
                  <c:v>58.879231799999999</c:v>
                </c:pt>
                <c:pt idx="616">
                  <c:v>58.879231799999999</c:v>
                </c:pt>
                <c:pt idx="617">
                  <c:v>58.879231799999999</c:v>
                </c:pt>
                <c:pt idx="618">
                  <c:v>58.879231799999999</c:v>
                </c:pt>
                <c:pt idx="619">
                  <c:v>58.879231799999999</c:v>
                </c:pt>
                <c:pt idx="620">
                  <c:v>58.879231799999999</c:v>
                </c:pt>
                <c:pt idx="621">
                  <c:v>58.879231799999999</c:v>
                </c:pt>
                <c:pt idx="622">
                  <c:v>58.879231799999999</c:v>
                </c:pt>
                <c:pt idx="623">
                  <c:v>58.879231799999999</c:v>
                </c:pt>
                <c:pt idx="624">
                  <c:v>58.879231799999999</c:v>
                </c:pt>
                <c:pt idx="625">
                  <c:v>58.879231799999999</c:v>
                </c:pt>
                <c:pt idx="626">
                  <c:v>58.879231799999999</c:v>
                </c:pt>
                <c:pt idx="627">
                  <c:v>58.879231799999999</c:v>
                </c:pt>
                <c:pt idx="628">
                  <c:v>58.879231799999999</c:v>
                </c:pt>
                <c:pt idx="629">
                  <c:v>58.879231799999999</c:v>
                </c:pt>
                <c:pt idx="630">
                  <c:v>58.879231799999999</c:v>
                </c:pt>
                <c:pt idx="631">
                  <c:v>58.879231799999999</c:v>
                </c:pt>
                <c:pt idx="632">
                  <c:v>58.879231799999999</c:v>
                </c:pt>
                <c:pt idx="633">
                  <c:v>58.879231799999999</c:v>
                </c:pt>
                <c:pt idx="634">
                  <c:v>58.879231799999999</c:v>
                </c:pt>
                <c:pt idx="635">
                  <c:v>58.879231799999999</c:v>
                </c:pt>
                <c:pt idx="636">
                  <c:v>58.879231799999999</c:v>
                </c:pt>
                <c:pt idx="637">
                  <c:v>58.879231799999999</c:v>
                </c:pt>
                <c:pt idx="638">
                  <c:v>58.879231799999999</c:v>
                </c:pt>
                <c:pt idx="639">
                  <c:v>58.879231799999999</c:v>
                </c:pt>
                <c:pt idx="640">
                  <c:v>58.879231799999999</c:v>
                </c:pt>
                <c:pt idx="641">
                  <c:v>58.879231799999999</c:v>
                </c:pt>
                <c:pt idx="642">
                  <c:v>58.879231799999999</c:v>
                </c:pt>
                <c:pt idx="643">
                  <c:v>58.879231799999999</c:v>
                </c:pt>
                <c:pt idx="644">
                  <c:v>58.879231799999999</c:v>
                </c:pt>
                <c:pt idx="645">
                  <c:v>58.879231799999999</c:v>
                </c:pt>
                <c:pt idx="646">
                  <c:v>58.898657999999998</c:v>
                </c:pt>
                <c:pt idx="647">
                  <c:v>58.898657999999998</c:v>
                </c:pt>
                <c:pt idx="648">
                  <c:v>58.898657999999998</c:v>
                </c:pt>
                <c:pt idx="649">
                  <c:v>58.898657999999998</c:v>
                </c:pt>
                <c:pt idx="650">
                  <c:v>58.898657999999998</c:v>
                </c:pt>
                <c:pt idx="651">
                  <c:v>58.898657999999998</c:v>
                </c:pt>
                <c:pt idx="652">
                  <c:v>58.898657999999998</c:v>
                </c:pt>
                <c:pt idx="653">
                  <c:v>58.898657999999998</c:v>
                </c:pt>
                <c:pt idx="654">
                  <c:v>58.898657999999998</c:v>
                </c:pt>
                <c:pt idx="655">
                  <c:v>58.898657999999998</c:v>
                </c:pt>
                <c:pt idx="656">
                  <c:v>58.898657999999998</c:v>
                </c:pt>
                <c:pt idx="657">
                  <c:v>58.898657999999998</c:v>
                </c:pt>
                <c:pt idx="658">
                  <c:v>58.898657999999998</c:v>
                </c:pt>
                <c:pt idx="659">
                  <c:v>58.898657999999998</c:v>
                </c:pt>
                <c:pt idx="660">
                  <c:v>58.898657999999998</c:v>
                </c:pt>
                <c:pt idx="661">
                  <c:v>58.898657999999998</c:v>
                </c:pt>
                <c:pt idx="662">
                  <c:v>58.898657999999998</c:v>
                </c:pt>
                <c:pt idx="663">
                  <c:v>58.898657999999998</c:v>
                </c:pt>
                <c:pt idx="664">
                  <c:v>58.898657999999998</c:v>
                </c:pt>
                <c:pt idx="665">
                  <c:v>58.898657999999998</c:v>
                </c:pt>
                <c:pt idx="666">
                  <c:v>58.898657999999998</c:v>
                </c:pt>
                <c:pt idx="667">
                  <c:v>58.898657999999998</c:v>
                </c:pt>
                <c:pt idx="668">
                  <c:v>58.898657999999998</c:v>
                </c:pt>
                <c:pt idx="669">
                  <c:v>58.898657999999998</c:v>
                </c:pt>
                <c:pt idx="670">
                  <c:v>58.898657999999998</c:v>
                </c:pt>
                <c:pt idx="671">
                  <c:v>58.898657999999998</c:v>
                </c:pt>
                <c:pt idx="672">
                  <c:v>58.898657999999998</c:v>
                </c:pt>
                <c:pt idx="673">
                  <c:v>58.898657999999998</c:v>
                </c:pt>
                <c:pt idx="674">
                  <c:v>58.898657999999998</c:v>
                </c:pt>
                <c:pt idx="675">
                  <c:v>58.898657999999998</c:v>
                </c:pt>
                <c:pt idx="676">
                  <c:v>58.898657999999998</c:v>
                </c:pt>
                <c:pt idx="677">
                  <c:v>58.898657999999998</c:v>
                </c:pt>
                <c:pt idx="678">
                  <c:v>58.898657999999998</c:v>
                </c:pt>
                <c:pt idx="679">
                  <c:v>58.898657999999998</c:v>
                </c:pt>
                <c:pt idx="680">
                  <c:v>58.898657999999998</c:v>
                </c:pt>
                <c:pt idx="681">
                  <c:v>58.898657999999998</c:v>
                </c:pt>
                <c:pt idx="682">
                  <c:v>58.898657999999998</c:v>
                </c:pt>
                <c:pt idx="683">
                  <c:v>58.898657999999998</c:v>
                </c:pt>
                <c:pt idx="684">
                  <c:v>58.898657999999998</c:v>
                </c:pt>
                <c:pt idx="685">
                  <c:v>58.898657999999998</c:v>
                </c:pt>
                <c:pt idx="686">
                  <c:v>58.898657999999998</c:v>
                </c:pt>
                <c:pt idx="687">
                  <c:v>58.898657999999998</c:v>
                </c:pt>
                <c:pt idx="688">
                  <c:v>58.898657999999998</c:v>
                </c:pt>
                <c:pt idx="689">
                  <c:v>58.898657999999998</c:v>
                </c:pt>
                <c:pt idx="690">
                  <c:v>58.898657999999998</c:v>
                </c:pt>
                <c:pt idx="691">
                  <c:v>58.898657999999998</c:v>
                </c:pt>
                <c:pt idx="692">
                  <c:v>58.898657999999998</c:v>
                </c:pt>
                <c:pt idx="693">
                  <c:v>58.898657999999998</c:v>
                </c:pt>
                <c:pt idx="694">
                  <c:v>59.388016800000003</c:v>
                </c:pt>
                <c:pt idx="695">
                  <c:v>59.388016800000003</c:v>
                </c:pt>
                <c:pt idx="696">
                  <c:v>59.5182018</c:v>
                </c:pt>
                <c:pt idx="697">
                  <c:v>59.5182018</c:v>
                </c:pt>
                <c:pt idx="698">
                  <c:v>59.5182018</c:v>
                </c:pt>
                <c:pt idx="699">
                  <c:v>59.5182018</c:v>
                </c:pt>
                <c:pt idx="700">
                  <c:v>59.5182018</c:v>
                </c:pt>
                <c:pt idx="701">
                  <c:v>59.5182018</c:v>
                </c:pt>
                <c:pt idx="702">
                  <c:v>59.5182018</c:v>
                </c:pt>
                <c:pt idx="703">
                  <c:v>59.5182018</c:v>
                </c:pt>
                <c:pt idx="704">
                  <c:v>59.5182018</c:v>
                </c:pt>
                <c:pt idx="705">
                  <c:v>59.5182018</c:v>
                </c:pt>
                <c:pt idx="706">
                  <c:v>59.5182018</c:v>
                </c:pt>
                <c:pt idx="707">
                  <c:v>59.5182018</c:v>
                </c:pt>
                <c:pt idx="708">
                  <c:v>59.5182018</c:v>
                </c:pt>
                <c:pt idx="709">
                  <c:v>59.5182018</c:v>
                </c:pt>
                <c:pt idx="710">
                  <c:v>59.5182018</c:v>
                </c:pt>
                <c:pt idx="711">
                  <c:v>59.5182018</c:v>
                </c:pt>
                <c:pt idx="712">
                  <c:v>59.5182018</c:v>
                </c:pt>
                <c:pt idx="713">
                  <c:v>59.5182018</c:v>
                </c:pt>
                <c:pt idx="714">
                  <c:v>59.5182018</c:v>
                </c:pt>
                <c:pt idx="715">
                  <c:v>59.5182018</c:v>
                </c:pt>
                <c:pt idx="716">
                  <c:v>59.5182018</c:v>
                </c:pt>
                <c:pt idx="717">
                  <c:v>59.5182018</c:v>
                </c:pt>
                <c:pt idx="718">
                  <c:v>59.5182018</c:v>
                </c:pt>
                <c:pt idx="719">
                  <c:v>59.5182018</c:v>
                </c:pt>
                <c:pt idx="720">
                  <c:v>59.5182018</c:v>
                </c:pt>
                <c:pt idx="721">
                  <c:v>59.5182018</c:v>
                </c:pt>
                <c:pt idx="722">
                  <c:v>59.5182018</c:v>
                </c:pt>
                <c:pt idx="723">
                  <c:v>59.5182018</c:v>
                </c:pt>
                <c:pt idx="724">
                  <c:v>59.5182018</c:v>
                </c:pt>
                <c:pt idx="725">
                  <c:v>59.5182018</c:v>
                </c:pt>
                <c:pt idx="726">
                  <c:v>59.5182018</c:v>
                </c:pt>
                <c:pt idx="727">
                  <c:v>59.5182018</c:v>
                </c:pt>
                <c:pt idx="728">
                  <c:v>59.5182018</c:v>
                </c:pt>
                <c:pt idx="729">
                  <c:v>59.5182018</c:v>
                </c:pt>
                <c:pt idx="730">
                  <c:v>59.5182018</c:v>
                </c:pt>
                <c:pt idx="731">
                  <c:v>59.5182018</c:v>
                </c:pt>
                <c:pt idx="732">
                  <c:v>59.5182018</c:v>
                </c:pt>
                <c:pt idx="733">
                  <c:v>59.5182018</c:v>
                </c:pt>
                <c:pt idx="734">
                  <c:v>59.5182018</c:v>
                </c:pt>
                <c:pt idx="735">
                  <c:v>59.5182018</c:v>
                </c:pt>
                <c:pt idx="736">
                  <c:v>59.5182018</c:v>
                </c:pt>
                <c:pt idx="737">
                  <c:v>59.5182018</c:v>
                </c:pt>
                <c:pt idx="738">
                  <c:v>59.5182018</c:v>
                </c:pt>
                <c:pt idx="739">
                  <c:v>59.5182018</c:v>
                </c:pt>
                <c:pt idx="740">
                  <c:v>59.5182018</c:v>
                </c:pt>
                <c:pt idx="741">
                  <c:v>59.5182018</c:v>
                </c:pt>
                <c:pt idx="742">
                  <c:v>59.5182018</c:v>
                </c:pt>
                <c:pt idx="743">
                  <c:v>59.5182018</c:v>
                </c:pt>
                <c:pt idx="744">
                  <c:v>59.5182018</c:v>
                </c:pt>
                <c:pt idx="745">
                  <c:v>59.5182018</c:v>
                </c:pt>
                <c:pt idx="746">
                  <c:v>59.5182018</c:v>
                </c:pt>
                <c:pt idx="747">
                  <c:v>59.5182018</c:v>
                </c:pt>
                <c:pt idx="748">
                  <c:v>59.5182018</c:v>
                </c:pt>
                <c:pt idx="749">
                  <c:v>59.5182018</c:v>
                </c:pt>
                <c:pt idx="750">
                  <c:v>59.5182018</c:v>
                </c:pt>
                <c:pt idx="751">
                  <c:v>59.5182018</c:v>
                </c:pt>
                <c:pt idx="752">
                  <c:v>59.5182018</c:v>
                </c:pt>
                <c:pt idx="753">
                  <c:v>59.5182018</c:v>
                </c:pt>
                <c:pt idx="754">
                  <c:v>59.5182018</c:v>
                </c:pt>
                <c:pt idx="755">
                  <c:v>59.5182018</c:v>
                </c:pt>
                <c:pt idx="756">
                  <c:v>59.5182018</c:v>
                </c:pt>
                <c:pt idx="757">
                  <c:v>59.5182018</c:v>
                </c:pt>
                <c:pt idx="758">
                  <c:v>59.5182018</c:v>
                </c:pt>
                <c:pt idx="759">
                  <c:v>59.5182018</c:v>
                </c:pt>
                <c:pt idx="760">
                  <c:v>59.5182018</c:v>
                </c:pt>
                <c:pt idx="761">
                  <c:v>59.5182018</c:v>
                </c:pt>
                <c:pt idx="762">
                  <c:v>59.5182018</c:v>
                </c:pt>
                <c:pt idx="763">
                  <c:v>59.5182018</c:v>
                </c:pt>
                <c:pt idx="764">
                  <c:v>59.5182018</c:v>
                </c:pt>
                <c:pt idx="765">
                  <c:v>59.5182018</c:v>
                </c:pt>
                <c:pt idx="766">
                  <c:v>59.5182018</c:v>
                </c:pt>
                <c:pt idx="767">
                  <c:v>59.5182018</c:v>
                </c:pt>
                <c:pt idx="768">
                  <c:v>59.5182018</c:v>
                </c:pt>
                <c:pt idx="769">
                  <c:v>59.5182018</c:v>
                </c:pt>
                <c:pt idx="770">
                  <c:v>59.5182018</c:v>
                </c:pt>
                <c:pt idx="771">
                  <c:v>59.5182018</c:v>
                </c:pt>
                <c:pt idx="772">
                  <c:v>59.5182018</c:v>
                </c:pt>
                <c:pt idx="773">
                  <c:v>59.5182018</c:v>
                </c:pt>
                <c:pt idx="774">
                  <c:v>59.5182018</c:v>
                </c:pt>
                <c:pt idx="775">
                  <c:v>59.5182018</c:v>
                </c:pt>
                <c:pt idx="776">
                  <c:v>59.5182018</c:v>
                </c:pt>
                <c:pt idx="777">
                  <c:v>59.5182018</c:v>
                </c:pt>
                <c:pt idx="778">
                  <c:v>59.5182018</c:v>
                </c:pt>
                <c:pt idx="779">
                  <c:v>59.5182018</c:v>
                </c:pt>
                <c:pt idx="780">
                  <c:v>59.5182018</c:v>
                </c:pt>
                <c:pt idx="781">
                  <c:v>59.5182018</c:v>
                </c:pt>
                <c:pt idx="782">
                  <c:v>59.5182018</c:v>
                </c:pt>
                <c:pt idx="783">
                  <c:v>59.5182018</c:v>
                </c:pt>
                <c:pt idx="784">
                  <c:v>59.5182018</c:v>
                </c:pt>
                <c:pt idx="785">
                  <c:v>59.5182018</c:v>
                </c:pt>
                <c:pt idx="786">
                  <c:v>59.5182018</c:v>
                </c:pt>
                <c:pt idx="787">
                  <c:v>59.5182018</c:v>
                </c:pt>
                <c:pt idx="788">
                  <c:v>59.5182018</c:v>
                </c:pt>
                <c:pt idx="789">
                  <c:v>59.5182018</c:v>
                </c:pt>
                <c:pt idx="790">
                  <c:v>59.5182018</c:v>
                </c:pt>
                <c:pt idx="791">
                  <c:v>59.5182018</c:v>
                </c:pt>
                <c:pt idx="792">
                  <c:v>59.5182018</c:v>
                </c:pt>
                <c:pt idx="793">
                  <c:v>59.5182018</c:v>
                </c:pt>
                <c:pt idx="794">
                  <c:v>59.5182018</c:v>
                </c:pt>
                <c:pt idx="795">
                  <c:v>59.5182018</c:v>
                </c:pt>
                <c:pt idx="796">
                  <c:v>59.5182018</c:v>
                </c:pt>
                <c:pt idx="797">
                  <c:v>59.5182018</c:v>
                </c:pt>
                <c:pt idx="798">
                  <c:v>59.5182018</c:v>
                </c:pt>
                <c:pt idx="799">
                  <c:v>59.5182018</c:v>
                </c:pt>
                <c:pt idx="800">
                  <c:v>59.5182018</c:v>
                </c:pt>
                <c:pt idx="801">
                  <c:v>59.5182018</c:v>
                </c:pt>
                <c:pt idx="802">
                  <c:v>59.5182018</c:v>
                </c:pt>
                <c:pt idx="803">
                  <c:v>59.5182018</c:v>
                </c:pt>
                <c:pt idx="804">
                  <c:v>59.5182018</c:v>
                </c:pt>
                <c:pt idx="805">
                  <c:v>59.5182018</c:v>
                </c:pt>
                <c:pt idx="806">
                  <c:v>59.5182018</c:v>
                </c:pt>
                <c:pt idx="807">
                  <c:v>59.5182018</c:v>
                </c:pt>
                <c:pt idx="808">
                  <c:v>59.5182018</c:v>
                </c:pt>
                <c:pt idx="809">
                  <c:v>59.5182018</c:v>
                </c:pt>
                <c:pt idx="810">
                  <c:v>59.5182018</c:v>
                </c:pt>
                <c:pt idx="811">
                  <c:v>59.5182018</c:v>
                </c:pt>
                <c:pt idx="812">
                  <c:v>59.5182018</c:v>
                </c:pt>
                <c:pt idx="813">
                  <c:v>59.5182018</c:v>
                </c:pt>
                <c:pt idx="814">
                  <c:v>59.5182018</c:v>
                </c:pt>
                <c:pt idx="815">
                  <c:v>59.5182018</c:v>
                </c:pt>
                <c:pt idx="816">
                  <c:v>59.5182018</c:v>
                </c:pt>
                <c:pt idx="817">
                  <c:v>59.5182018</c:v>
                </c:pt>
                <c:pt idx="818">
                  <c:v>59.5182018</c:v>
                </c:pt>
                <c:pt idx="819">
                  <c:v>59.5182018</c:v>
                </c:pt>
                <c:pt idx="820">
                  <c:v>59.5182018</c:v>
                </c:pt>
                <c:pt idx="821">
                  <c:v>59.5182018</c:v>
                </c:pt>
                <c:pt idx="822">
                  <c:v>59.5182018</c:v>
                </c:pt>
                <c:pt idx="823">
                  <c:v>59.5182018</c:v>
                </c:pt>
                <c:pt idx="824">
                  <c:v>59.5182018</c:v>
                </c:pt>
                <c:pt idx="825">
                  <c:v>59.5182018</c:v>
                </c:pt>
                <c:pt idx="826">
                  <c:v>59.5182018</c:v>
                </c:pt>
                <c:pt idx="827">
                  <c:v>59.5182018</c:v>
                </c:pt>
                <c:pt idx="828">
                  <c:v>59.5182018</c:v>
                </c:pt>
                <c:pt idx="829">
                  <c:v>59.5182018</c:v>
                </c:pt>
                <c:pt idx="830">
                  <c:v>59.5182018</c:v>
                </c:pt>
                <c:pt idx="831">
                  <c:v>59.5182018</c:v>
                </c:pt>
                <c:pt idx="832">
                  <c:v>59.5182018</c:v>
                </c:pt>
                <c:pt idx="833">
                  <c:v>59.5182018</c:v>
                </c:pt>
                <c:pt idx="834">
                  <c:v>59.5182018</c:v>
                </c:pt>
                <c:pt idx="835">
                  <c:v>59.5182018</c:v>
                </c:pt>
                <c:pt idx="836">
                  <c:v>59.5182018</c:v>
                </c:pt>
                <c:pt idx="837">
                  <c:v>59.5182018</c:v>
                </c:pt>
                <c:pt idx="838">
                  <c:v>59.5182018</c:v>
                </c:pt>
                <c:pt idx="839">
                  <c:v>59.5182018</c:v>
                </c:pt>
                <c:pt idx="840">
                  <c:v>59.5182018</c:v>
                </c:pt>
                <c:pt idx="841">
                  <c:v>59.5182018</c:v>
                </c:pt>
                <c:pt idx="842">
                  <c:v>59.5182018</c:v>
                </c:pt>
                <c:pt idx="843">
                  <c:v>59.5182018</c:v>
                </c:pt>
                <c:pt idx="844">
                  <c:v>59.5182018</c:v>
                </c:pt>
                <c:pt idx="845">
                  <c:v>59.5182018</c:v>
                </c:pt>
                <c:pt idx="846">
                  <c:v>59.5182018</c:v>
                </c:pt>
                <c:pt idx="847">
                  <c:v>59.5182018</c:v>
                </c:pt>
                <c:pt idx="848">
                  <c:v>59.5182018</c:v>
                </c:pt>
                <c:pt idx="849">
                  <c:v>59.5182018</c:v>
                </c:pt>
                <c:pt idx="850">
                  <c:v>59.5182018</c:v>
                </c:pt>
                <c:pt idx="851">
                  <c:v>59.573322599999997</c:v>
                </c:pt>
                <c:pt idx="852">
                  <c:v>59.573322599999997</c:v>
                </c:pt>
                <c:pt idx="853">
                  <c:v>59.573322599999997</c:v>
                </c:pt>
                <c:pt idx="854">
                  <c:v>59.573322599999997</c:v>
                </c:pt>
                <c:pt idx="855">
                  <c:v>59.573322599999997</c:v>
                </c:pt>
                <c:pt idx="856">
                  <c:v>59.573322599999997</c:v>
                </c:pt>
                <c:pt idx="857">
                  <c:v>59.573322599999997</c:v>
                </c:pt>
                <c:pt idx="858">
                  <c:v>59.573322599999997</c:v>
                </c:pt>
                <c:pt idx="859">
                  <c:v>59.573322599999997</c:v>
                </c:pt>
                <c:pt idx="860">
                  <c:v>59.573322599999997</c:v>
                </c:pt>
                <c:pt idx="861">
                  <c:v>59.573322599999997</c:v>
                </c:pt>
                <c:pt idx="862">
                  <c:v>59.573322599999997</c:v>
                </c:pt>
                <c:pt idx="863">
                  <c:v>59.573322599999997</c:v>
                </c:pt>
                <c:pt idx="864">
                  <c:v>59.573322599999997</c:v>
                </c:pt>
                <c:pt idx="865">
                  <c:v>59.573322599999997</c:v>
                </c:pt>
                <c:pt idx="866">
                  <c:v>59.573322599999997</c:v>
                </c:pt>
                <c:pt idx="867">
                  <c:v>59.573322599999997</c:v>
                </c:pt>
                <c:pt idx="868">
                  <c:v>59.573322599999997</c:v>
                </c:pt>
                <c:pt idx="869">
                  <c:v>59.573322599999997</c:v>
                </c:pt>
                <c:pt idx="870">
                  <c:v>59.573322599999997</c:v>
                </c:pt>
                <c:pt idx="871">
                  <c:v>59.573322599999997</c:v>
                </c:pt>
                <c:pt idx="872">
                  <c:v>59.573322599999997</c:v>
                </c:pt>
                <c:pt idx="873">
                  <c:v>59.573322599999997</c:v>
                </c:pt>
                <c:pt idx="874">
                  <c:v>59.573322599999997</c:v>
                </c:pt>
                <c:pt idx="875">
                  <c:v>59.573322599999997</c:v>
                </c:pt>
                <c:pt idx="876">
                  <c:v>59.573322599999997</c:v>
                </c:pt>
                <c:pt idx="877">
                  <c:v>59.573322599999997</c:v>
                </c:pt>
                <c:pt idx="878">
                  <c:v>59.573322599999997</c:v>
                </c:pt>
                <c:pt idx="879">
                  <c:v>59.573322599999997</c:v>
                </c:pt>
                <c:pt idx="880">
                  <c:v>59.573322599999997</c:v>
                </c:pt>
                <c:pt idx="881">
                  <c:v>59.573322599999997</c:v>
                </c:pt>
                <c:pt idx="882">
                  <c:v>59.573322599999997</c:v>
                </c:pt>
                <c:pt idx="883">
                  <c:v>59.573322599999997</c:v>
                </c:pt>
                <c:pt idx="884">
                  <c:v>59.573322599999997</c:v>
                </c:pt>
                <c:pt idx="885">
                  <c:v>59.573322599999997</c:v>
                </c:pt>
                <c:pt idx="886">
                  <c:v>59.573322599999997</c:v>
                </c:pt>
                <c:pt idx="887">
                  <c:v>59.573322599999997</c:v>
                </c:pt>
                <c:pt idx="888">
                  <c:v>59.573322599999997</c:v>
                </c:pt>
                <c:pt idx="889">
                  <c:v>59.573322599999997</c:v>
                </c:pt>
                <c:pt idx="890">
                  <c:v>59.99763797</c:v>
                </c:pt>
                <c:pt idx="891">
                  <c:v>59.99763797</c:v>
                </c:pt>
                <c:pt idx="892">
                  <c:v>59.99763797</c:v>
                </c:pt>
                <c:pt idx="893">
                  <c:v>59.99763797</c:v>
                </c:pt>
                <c:pt idx="894">
                  <c:v>59.99763797</c:v>
                </c:pt>
                <c:pt idx="895">
                  <c:v>59.99763797</c:v>
                </c:pt>
                <c:pt idx="896">
                  <c:v>59.99763797</c:v>
                </c:pt>
                <c:pt idx="897">
                  <c:v>59.99763797</c:v>
                </c:pt>
                <c:pt idx="898">
                  <c:v>59.99763797</c:v>
                </c:pt>
                <c:pt idx="899">
                  <c:v>59.99763797</c:v>
                </c:pt>
                <c:pt idx="900">
                  <c:v>59.99763797</c:v>
                </c:pt>
                <c:pt idx="901">
                  <c:v>59.99763797</c:v>
                </c:pt>
                <c:pt idx="902">
                  <c:v>59.99763797</c:v>
                </c:pt>
                <c:pt idx="903">
                  <c:v>59.99763797</c:v>
                </c:pt>
                <c:pt idx="904">
                  <c:v>59.99763797</c:v>
                </c:pt>
                <c:pt idx="905">
                  <c:v>59.99763797</c:v>
                </c:pt>
                <c:pt idx="906">
                  <c:v>59.99763797</c:v>
                </c:pt>
                <c:pt idx="907">
                  <c:v>59.99763797</c:v>
                </c:pt>
                <c:pt idx="908">
                  <c:v>59.99763797</c:v>
                </c:pt>
                <c:pt idx="909">
                  <c:v>59.99763797</c:v>
                </c:pt>
                <c:pt idx="910">
                  <c:v>59.99763797</c:v>
                </c:pt>
                <c:pt idx="911">
                  <c:v>59.99763797</c:v>
                </c:pt>
                <c:pt idx="912">
                  <c:v>59.99763797</c:v>
                </c:pt>
                <c:pt idx="913">
                  <c:v>59.99763797</c:v>
                </c:pt>
                <c:pt idx="914">
                  <c:v>59.99763797</c:v>
                </c:pt>
                <c:pt idx="915">
                  <c:v>59.99763797</c:v>
                </c:pt>
                <c:pt idx="916">
                  <c:v>59.99763797</c:v>
                </c:pt>
                <c:pt idx="917">
                  <c:v>59.99763797</c:v>
                </c:pt>
                <c:pt idx="918">
                  <c:v>59.99763797</c:v>
                </c:pt>
                <c:pt idx="919">
                  <c:v>59.99763797</c:v>
                </c:pt>
                <c:pt idx="920">
                  <c:v>59.99763797</c:v>
                </c:pt>
                <c:pt idx="921">
                  <c:v>59.99763797</c:v>
                </c:pt>
                <c:pt idx="922">
                  <c:v>59.99763797</c:v>
                </c:pt>
                <c:pt idx="923">
                  <c:v>59.99763797</c:v>
                </c:pt>
                <c:pt idx="924">
                  <c:v>59.99763797</c:v>
                </c:pt>
                <c:pt idx="925">
                  <c:v>59.99763797</c:v>
                </c:pt>
                <c:pt idx="926">
                  <c:v>59.99763797</c:v>
                </c:pt>
                <c:pt idx="927">
                  <c:v>59.99763797</c:v>
                </c:pt>
                <c:pt idx="928">
                  <c:v>59.99763797</c:v>
                </c:pt>
                <c:pt idx="929">
                  <c:v>59.99763797</c:v>
                </c:pt>
                <c:pt idx="930">
                  <c:v>59.99763797</c:v>
                </c:pt>
                <c:pt idx="931">
                  <c:v>59.99763797</c:v>
                </c:pt>
                <c:pt idx="932">
                  <c:v>59.99763797</c:v>
                </c:pt>
                <c:pt idx="933">
                  <c:v>60</c:v>
                </c:pt>
                <c:pt idx="934">
                  <c:v>60</c:v>
                </c:pt>
                <c:pt idx="935">
                  <c:v>60</c:v>
                </c:pt>
                <c:pt idx="936">
                  <c:v>60</c:v>
                </c:pt>
                <c:pt idx="937">
                  <c:v>60</c:v>
                </c:pt>
                <c:pt idx="938">
                  <c:v>60</c:v>
                </c:pt>
                <c:pt idx="939">
                  <c:v>60</c:v>
                </c:pt>
                <c:pt idx="940">
                  <c:v>60</c:v>
                </c:pt>
                <c:pt idx="941">
                  <c:v>60</c:v>
                </c:pt>
                <c:pt idx="942">
                  <c:v>60</c:v>
                </c:pt>
                <c:pt idx="943">
                  <c:v>60</c:v>
                </c:pt>
                <c:pt idx="944">
                  <c:v>60</c:v>
                </c:pt>
                <c:pt idx="945">
                  <c:v>60</c:v>
                </c:pt>
                <c:pt idx="946">
                  <c:v>60</c:v>
                </c:pt>
                <c:pt idx="947">
                  <c:v>60</c:v>
                </c:pt>
                <c:pt idx="948">
                  <c:v>60</c:v>
                </c:pt>
                <c:pt idx="949">
                  <c:v>60</c:v>
                </c:pt>
                <c:pt idx="950">
                  <c:v>60</c:v>
                </c:pt>
                <c:pt idx="951">
                  <c:v>60</c:v>
                </c:pt>
                <c:pt idx="952">
                  <c:v>60</c:v>
                </c:pt>
                <c:pt idx="953">
                  <c:v>60</c:v>
                </c:pt>
                <c:pt idx="954">
                  <c:v>60</c:v>
                </c:pt>
                <c:pt idx="955">
                  <c:v>60</c:v>
                </c:pt>
                <c:pt idx="956">
                  <c:v>60</c:v>
                </c:pt>
                <c:pt idx="957">
                  <c:v>60</c:v>
                </c:pt>
                <c:pt idx="958">
                  <c:v>60</c:v>
                </c:pt>
                <c:pt idx="959">
                  <c:v>60</c:v>
                </c:pt>
                <c:pt idx="960">
                  <c:v>60.034162199999997</c:v>
                </c:pt>
                <c:pt idx="961">
                  <c:v>60.034162199999997</c:v>
                </c:pt>
                <c:pt idx="962">
                  <c:v>60.034162199999997</c:v>
                </c:pt>
                <c:pt idx="963">
                  <c:v>60.034162199999997</c:v>
                </c:pt>
                <c:pt idx="964">
                  <c:v>60.034162199999997</c:v>
                </c:pt>
                <c:pt idx="965">
                  <c:v>60.034162199999997</c:v>
                </c:pt>
                <c:pt idx="966">
                  <c:v>60.034162199999997</c:v>
                </c:pt>
                <c:pt idx="967">
                  <c:v>60.034162199999997</c:v>
                </c:pt>
                <c:pt idx="968">
                  <c:v>60.034162199999997</c:v>
                </c:pt>
                <c:pt idx="969">
                  <c:v>60.034162199999997</c:v>
                </c:pt>
                <c:pt idx="970">
                  <c:v>60.034162199999997</c:v>
                </c:pt>
                <c:pt idx="971">
                  <c:v>60.034162199999997</c:v>
                </c:pt>
                <c:pt idx="972">
                  <c:v>60.034162199999997</c:v>
                </c:pt>
                <c:pt idx="973">
                  <c:v>60.034162199999997</c:v>
                </c:pt>
                <c:pt idx="974">
                  <c:v>60.034162199999997</c:v>
                </c:pt>
                <c:pt idx="975">
                  <c:v>60.034162199999997</c:v>
                </c:pt>
                <c:pt idx="976">
                  <c:v>60.034162199999997</c:v>
                </c:pt>
                <c:pt idx="977">
                  <c:v>60.034162199999997</c:v>
                </c:pt>
                <c:pt idx="978">
                  <c:v>60.034162199999997</c:v>
                </c:pt>
                <c:pt idx="979">
                  <c:v>60.034162199999997</c:v>
                </c:pt>
                <c:pt idx="980">
                  <c:v>60.034162199999997</c:v>
                </c:pt>
                <c:pt idx="981">
                  <c:v>60.034162199999997</c:v>
                </c:pt>
                <c:pt idx="982">
                  <c:v>60.034162199999997</c:v>
                </c:pt>
                <c:pt idx="983">
                  <c:v>60.034162199999997</c:v>
                </c:pt>
                <c:pt idx="984">
                  <c:v>60.034162199999997</c:v>
                </c:pt>
                <c:pt idx="985">
                  <c:v>60.034162199999997</c:v>
                </c:pt>
                <c:pt idx="986">
                  <c:v>60.034162199999997</c:v>
                </c:pt>
                <c:pt idx="987">
                  <c:v>60.034162199999997</c:v>
                </c:pt>
                <c:pt idx="988">
                  <c:v>60.034162199999997</c:v>
                </c:pt>
                <c:pt idx="989">
                  <c:v>60.034162199999997</c:v>
                </c:pt>
                <c:pt idx="990">
                  <c:v>60.034162199999997</c:v>
                </c:pt>
                <c:pt idx="991">
                  <c:v>60.034162199999997</c:v>
                </c:pt>
                <c:pt idx="992">
                  <c:v>60.034162199999997</c:v>
                </c:pt>
                <c:pt idx="993">
                  <c:v>60.034162199999997</c:v>
                </c:pt>
                <c:pt idx="994">
                  <c:v>60.034162199999997</c:v>
                </c:pt>
                <c:pt idx="995">
                  <c:v>60.034162199999997</c:v>
                </c:pt>
                <c:pt idx="996">
                  <c:v>60.034162199999997</c:v>
                </c:pt>
                <c:pt idx="997">
                  <c:v>60.034162199999997</c:v>
                </c:pt>
                <c:pt idx="998">
                  <c:v>60.034162199999997</c:v>
                </c:pt>
                <c:pt idx="999">
                  <c:v>60.034162199999997</c:v>
                </c:pt>
                <c:pt idx="1000">
                  <c:v>60.034162199999997</c:v>
                </c:pt>
                <c:pt idx="1001">
                  <c:v>60.034162199999997</c:v>
                </c:pt>
                <c:pt idx="1002">
                  <c:v>60.034162199999997</c:v>
                </c:pt>
                <c:pt idx="1003">
                  <c:v>60.034162199999997</c:v>
                </c:pt>
                <c:pt idx="1004">
                  <c:v>60.034162199999997</c:v>
                </c:pt>
                <c:pt idx="1005">
                  <c:v>60.034162199999997</c:v>
                </c:pt>
                <c:pt idx="1006">
                  <c:v>60.034162199999997</c:v>
                </c:pt>
                <c:pt idx="1007">
                  <c:v>60.034162199999997</c:v>
                </c:pt>
                <c:pt idx="1008">
                  <c:v>60.034162199999997</c:v>
                </c:pt>
                <c:pt idx="1009">
                  <c:v>60.034162199999997</c:v>
                </c:pt>
                <c:pt idx="1010">
                  <c:v>60.034162199999997</c:v>
                </c:pt>
                <c:pt idx="1011">
                  <c:v>60.034162199999997</c:v>
                </c:pt>
                <c:pt idx="1012">
                  <c:v>60.034162199999997</c:v>
                </c:pt>
                <c:pt idx="1013">
                  <c:v>60.034162199999997</c:v>
                </c:pt>
                <c:pt idx="1014">
                  <c:v>60.034162199999997</c:v>
                </c:pt>
                <c:pt idx="1015">
                  <c:v>60.034162199999997</c:v>
                </c:pt>
                <c:pt idx="1016">
                  <c:v>60.034162199999997</c:v>
                </c:pt>
                <c:pt idx="1017">
                  <c:v>60.034162199999997</c:v>
                </c:pt>
                <c:pt idx="1018">
                  <c:v>60.034162199999997</c:v>
                </c:pt>
                <c:pt idx="1019">
                  <c:v>60.034162199999997</c:v>
                </c:pt>
                <c:pt idx="1020">
                  <c:v>60.034162199999997</c:v>
                </c:pt>
                <c:pt idx="1021">
                  <c:v>60.034162199999997</c:v>
                </c:pt>
                <c:pt idx="1022">
                  <c:v>60.034162199999997</c:v>
                </c:pt>
                <c:pt idx="1023">
                  <c:v>60.034162199999997</c:v>
                </c:pt>
                <c:pt idx="1024">
                  <c:v>60.034162199999997</c:v>
                </c:pt>
                <c:pt idx="1025">
                  <c:v>60.034162199999997</c:v>
                </c:pt>
                <c:pt idx="1026">
                  <c:v>60.034162199999997</c:v>
                </c:pt>
                <c:pt idx="1027">
                  <c:v>60.034162199999997</c:v>
                </c:pt>
                <c:pt idx="1028">
                  <c:v>60.034162199999997</c:v>
                </c:pt>
                <c:pt idx="1029">
                  <c:v>60.034162199999997</c:v>
                </c:pt>
                <c:pt idx="1030">
                  <c:v>60.034162199999997</c:v>
                </c:pt>
                <c:pt idx="1031">
                  <c:v>60.034162199999997</c:v>
                </c:pt>
                <c:pt idx="1032">
                  <c:v>60.034162199999997</c:v>
                </c:pt>
                <c:pt idx="1033">
                  <c:v>60.034162199999997</c:v>
                </c:pt>
                <c:pt idx="1034">
                  <c:v>60.034162199999997</c:v>
                </c:pt>
                <c:pt idx="1035">
                  <c:v>60.034162199999997</c:v>
                </c:pt>
                <c:pt idx="1036">
                  <c:v>60.034162199999997</c:v>
                </c:pt>
                <c:pt idx="1037">
                  <c:v>60.034162199999997</c:v>
                </c:pt>
                <c:pt idx="1038">
                  <c:v>60.034162199999997</c:v>
                </c:pt>
                <c:pt idx="1039">
                  <c:v>60.034162199999997</c:v>
                </c:pt>
                <c:pt idx="1040">
                  <c:v>60.034162199999997</c:v>
                </c:pt>
                <c:pt idx="1041">
                  <c:v>60.034162199999997</c:v>
                </c:pt>
                <c:pt idx="1042">
                  <c:v>60.034162199999997</c:v>
                </c:pt>
                <c:pt idx="1043">
                  <c:v>60.034162199999997</c:v>
                </c:pt>
                <c:pt idx="1044">
                  <c:v>60.034162199999997</c:v>
                </c:pt>
                <c:pt idx="1045">
                  <c:v>60.034162199999997</c:v>
                </c:pt>
                <c:pt idx="1046">
                  <c:v>60.034162199999997</c:v>
                </c:pt>
                <c:pt idx="1047">
                  <c:v>60.034162199999997</c:v>
                </c:pt>
                <c:pt idx="1048">
                  <c:v>60.034162199999997</c:v>
                </c:pt>
                <c:pt idx="1049">
                  <c:v>60.034162199999997</c:v>
                </c:pt>
                <c:pt idx="1050">
                  <c:v>60.034162199999997</c:v>
                </c:pt>
                <c:pt idx="1051">
                  <c:v>60.034162199999997</c:v>
                </c:pt>
                <c:pt idx="1052">
                  <c:v>60.034162199999997</c:v>
                </c:pt>
                <c:pt idx="1053">
                  <c:v>60.034162199999997</c:v>
                </c:pt>
                <c:pt idx="1054">
                  <c:v>60.034162199999997</c:v>
                </c:pt>
                <c:pt idx="1055">
                  <c:v>60.034162199999997</c:v>
                </c:pt>
                <c:pt idx="1056">
                  <c:v>60.034162199999997</c:v>
                </c:pt>
                <c:pt idx="1057">
                  <c:v>60.034162199999997</c:v>
                </c:pt>
                <c:pt idx="1058">
                  <c:v>60.034162199999997</c:v>
                </c:pt>
                <c:pt idx="1059">
                  <c:v>60.034162199999997</c:v>
                </c:pt>
                <c:pt idx="1060">
                  <c:v>60.034162199999997</c:v>
                </c:pt>
                <c:pt idx="1061">
                  <c:v>60.034162199999997</c:v>
                </c:pt>
                <c:pt idx="1062">
                  <c:v>60.034162199999997</c:v>
                </c:pt>
                <c:pt idx="1063">
                  <c:v>60.034162199999997</c:v>
                </c:pt>
                <c:pt idx="1064">
                  <c:v>60.034162199999997</c:v>
                </c:pt>
                <c:pt idx="1065">
                  <c:v>60.034162199999997</c:v>
                </c:pt>
                <c:pt idx="1066">
                  <c:v>60.034162199999997</c:v>
                </c:pt>
                <c:pt idx="1067">
                  <c:v>60.034162199999997</c:v>
                </c:pt>
                <c:pt idx="1068">
                  <c:v>60.034162199999997</c:v>
                </c:pt>
                <c:pt idx="1069">
                  <c:v>60.034162199999997</c:v>
                </c:pt>
                <c:pt idx="1070">
                  <c:v>60.034162199999997</c:v>
                </c:pt>
                <c:pt idx="1071">
                  <c:v>60.034162199999997</c:v>
                </c:pt>
                <c:pt idx="1072">
                  <c:v>60.034162199999997</c:v>
                </c:pt>
                <c:pt idx="1073">
                  <c:v>60.034162199999997</c:v>
                </c:pt>
                <c:pt idx="1074">
                  <c:v>60.034162199999997</c:v>
                </c:pt>
                <c:pt idx="1075">
                  <c:v>60.034162199999997</c:v>
                </c:pt>
                <c:pt idx="1076">
                  <c:v>60.034162199999997</c:v>
                </c:pt>
                <c:pt idx="1077">
                  <c:v>60.034162199999997</c:v>
                </c:pt>
                <c:pt idx="1078">
                  <c:v>60.034162199999997</c:v>
                </c:pt>
                <c:pt idx="1079">
                  <c:v>60.034162199999997</c:v>
                </c:pt>
                <c:pt idx="1080">
                  <c:v>60.034162199999997</c:v>
                </c:pt>
                <c:pt idx="1081">
                  <c:v>60.034162199999997</c:v>
                </c:pt>
                <c:pt idx="1082">
                  <c:v>60.034162199999997</c:v>
                </c:pt>
                <c:pt idx="1083">
                  <c:v>60.034162199999997</c:v>
                </c:pt>
                <c:pt idx="1084">
                  <c:v>60.034162199999997</c:v>
                </c:pt>
                <c:pt idx="1085">
                  <c:v>60.034162199999997</c:v>
                </c:pt>
                <c:pt idx="1086">
                  <c:v>60.034162199999997</c:v>
                </c:pt>
                <c:pt idx="1087">
                  <c:v>60.034162199999997</c:v>
                </c:pt>
                <c:pt idx="1088">
                  <c:v>60.034162199999997</c:v>
                </c:pt>
                <c:pt idx="1089">
                  <c:v>60.034162199999997</c:v>
                </c:pt>
                <c:pt idx="1090">
                  <c:v>60.034162199999997</c:v>
                </c:pt>
                <c:pt idx="1091">
                  <c:v>60.034162199999997</c:v>
                </c:pt>
                <c:pt idx="1092">
                  <c:v>60.034162199999997</c:v>
                </c:pt>
                <c:pt idx="1093">
                  <c:v>60.034162199999997</c:v>
                </c:pt>
                <c:pt idx="1094">
                  <c:v>60.034162199999997</c:v>
                </c:pt>
                <c:pt idx="1095">
                  <c:v>60.034162199999997</c:v>
                </c:pt>
                <c:pt idx="1096">
                  <c:v>60.034162199999997</c:v>
                </c:pt>
                <c:pt idx="1097">
                  <c:v>60.034162199999997</c:v>
                </c:pt>
                <c:pt idx="1098">
                  <c:v>60.034162199999997</c:v>
                </c:pt>
                <c:pt idx="1099">
                  <c:v>60.034162199999997</c:v>
                </c:pt>
                <c:pt idx="1100">
                  <c:v>60.034162199999997</c:v>
                </c:pt>
                <c:pt idx="1101">
                  <c:v>60.034162199999997</c:v>
                </c:pt>
                <c:pt idx="1102">
                  <c:v>60.034162199999997</c:v>
                </c:pt>
                <c:pt idx="1103">
                  <c:v>60.034162199999997</c:v>
                </c:pt>
                <c:pt idx="1104">
                  <c:v>60.034162199999997</c:v>
                </c:pt>
                <c:pt idx="1105">
                  <c:v>60.034162199999997</c:v>
                </c:pt>
                <c:pt idx="1106">
                  <c:v>60.034162199999997</c:v>
                </c:pt>
                <c:pt idx="1107">
                  <c:v>60.034162199999997</c:v>
                </c:pt>
                <c:pt idx="1108">
                  <c:v>60.034162199999997</c:v>
                </c:pt>
                <c:pt idx="1109">
                  <c:v>60.034162199999997</c:v>
                </c:pt>
                <c:pt idx="1110">
                  <c:v>60.034162199999997</c:v>
                </c:pt>
                <c:pt idx="1111">
                  <c:v>60.034162199999997</c:v>
                </c:pt>
                <c:pt idx="1112">
                  <c:v>60.034162199999997</c:v>
                </c:pt>
                <c:pt idx="1113">
                  <c:v>60.034162199999997</c:v>
                </c:pt>
                <c:pt idx="1114">
                  <c:v>60.034162199999997</c:v>
                </c:pt>
                <c:pt idx="1115">
                  <c:v>60.034162199999997</c:v>
                </c:pt>
                <c:pt idx="1116">
                  <c:v>60.034162199999997</c:v>
                </c:pt>
                <c:pt idx="1117">
                  <c:v>60.034162199999997</c:v>
                </c:pt>
                <c:pt idx="1118">
                  <c:v>60.034162199999997</c:v>
                </c:pt>
                <c:pt idx="1119">
                  <c:v>60.034162199999997</c:v>
                </c:pt>
                <c:pt idx="1120">
                  <c:v>60.034162199999997</c:v>
                </c:pt>
                <c:pt idx="1121">
                  <c:v>60.034162199999997</c:v>
                </c:pt>
                <c:pt idx="1122">
                  <c:v>60.034162199999997</c:v>
                </c:pt>
                <c:pt idx="1123">
                  <c:v>60.034162199999997</c:v>
                </c:pt>
                <c:pt idx="1124">
                  <c:v>60.034162199999997</c:v>
                </c:pt>
                <c:pt idx="1125">
                  <c:v>60.034162199999997</c:v>
                </c:pt>
                <c:pt idx="1126">
                  <c:v>60.034162199999997</c:v>
                </c:pt>
                <c:pt idx="1127">
                  <c:v>60.034162199999997</c:v>
                </c:pt>
                <c:pt idx="1128">
                  <c:v>60.034162199999997</c:v>
                </c:pt>
                <c:pt idx="1129">
                  <c:v>60.034162199999997</c:v>
                </c:pt>
                <c:pt idx="1130">
                  <c:v>60.034162199999997</c:v>
                </c:pt>
                <c:pt idx="1131">
                  <c:v>60.034162199999997</c:v>
                </c:pt>
                <c:pt idx="1132">
                  <c:v>60.034162199999997</c:v>
                </c:pt>
                <c:pt idx="1133">
                  <c:v>60.034162199999997</c:v>
                </c:pt>
                <c:pt idx="1134">
                  <c:v>60.034162199999997</c:v>
                </c:pt>
                <c:pt idx="1135">
                  <c:v>60.034162199999997</c:v>
                </c:pt>
                <c:pt idx="1136">
                  <c:v>60.034162199999997</c:v>
                </c:pt>
                <c:pt idx="1137">
                  <c:v>60.034162199999997</c:v>
                </c:pt>
                <c:pt idx="1138">
                  <c:v>60.034162199999997</c:v>
                </c:pt>
                <c:pt idx="1139">
                  <c:v>60.034162199999997</c:v>
                </c:pt>
                <c:pt idx="1140">
                  <c:v>60.034162199999997</c:v>
                </c:pt>
                <c:pt idx="1141">
                  <c:v>60.034162199999997</c:v>
                </c:pt>
                <c:pt idx="1142">
                  <c:v>60.034162199999997</c:v>
                </c:pt>
                <c:pt idx="1143">
                  <c:v>60.034162199999997</c:v>
                </c:pt>
                <c:pt idx="1144">
                  <c:v>60.034162199999997</c:v>
                </c:pt>
                <c:pt idx="1145">
                  <c:v>60.034162199999997</c:v>
                </c:pt>
                <c:pt idx="1146">
                  <c:v>60.034162199999997</c:v>
                </c:pt>
                <c:pt idx="1147">
                  <c:v>60.034162199999997</c:v>
                </c:pt>
                <c:pt idx="1148">
                  <c:v>60.034162199999997</c:v>
                </c:pt>
                <c:pt idx="1149">
                  <c:v>60.034162199999997</c:v>
                </c:pt>
                <c:pt idx="1150">
                  <c:v>60.034162199999997</c:v>
                </c:pt>
                <c:pt idx="1151">
                  <c:v>60.034162199999997</c:v>
                </c:pt>
                <c:pt idx="1152">
                  <c:v>60.034162199999997</c:v>
                </c:pt>
                <c:pt idx="1153">
                  <c:v>60.034162199999997</c:v>
                </c:pt>
                <c:pt idx="1154">
                  <c:v>60.034162199999997</c:v>
                </c:pt>
                <c:pt idx="1155">
                  <c:v>60.034162199999997</c:v>
                </c:pt>
                <c:pt idx="1156">
                  <c:v>60.034162199999997</c:v>
                </c:pt>
                <c:pt idx="1157">
                  <c:v>60.034162199999997</c:v>
                </c:pt>
                <c:pt idx="1158">
                  <c:v>60.034162199999997</c:v>
                </c:pt>
                <c:pt idx="1159">
                  <c:v>60.034162199999997</c:v>
                </c:pt>
                <c:pt idx="1160">
                  <c:v>60.034162199999997</c:v>
                </c:pt>
                <c:pt idx="1161">
                  <c:v>60.034162199999997</c:v>
                </c:pt>
                <c:pt idx="1162">
                  <c:v>60.034162199999997</c:v>
                </c:pt>
                <c:pt idx="1163">
                  <c:v>60.034162199999997</c:v>
                </c:pt>
                <c:pt idx="1164">
                  <c:v>60.034162199999997</c:v>
                </c:pt>
                <c:pt idx="1165">
                  <c:v>60.034162199999997</c:v>
                </c:pt>
                <c:pt idx="1166">
                  <c:v>60.034162199999997</c:v>
                </c:pt>
                <c:pt idx="1167">
                  <c:v>60.034162199999997</c:v>
                </c:pt>
                <c:pt idx="1168">
                  <c:v>60.034162199999997</c:v>
                </c:pt>
                <c:pt idx="1169">
                  <c:v>60.034162199999997</c:v>
                </c:pt>
                <c:pt idx="1170">
                  <c:v>60.034162199999997</c:v>
                </c:pt>
                <c:pt idx="1171">
                  <c:v>60.034162199999997</c:v>
                </c:pt>
                <c:pt idx="1172">
                  <c:v>60.034162199999997</c:v>
                </c:pt>
                <c:pt idx="1173">
                  <c:v>60.034162199999997</c:v>
                </c:pt>
                <c:pt idx="1174">
                  <c:v>60.034162199999997</c:v>
                </c:pt>
                <c:pt idx="1175">
                  <c:v>60.034162199999997</c:v>
                </c:pt>
                <c:pt idx="1176">
                  <c:v>60.034162199999997</c:v>
                </c:pt>
                <c:pt idx="1177">
                  <c:v>60.034162199999997</c:v>
                </c:pt>
                <c:pt idx="1178">
                  <c:v>60.034162199999997</c:v>
                </c:pt>
                <c:pt idx="1179">
                  <c:v>60.034162199999997</c:v>
                </c:pt>
                <c:pt idx="1180">
                  <c:v>60.034162199999997</c:v>
                </c:pt>
                <c:pt idx="1181">
                  <c:v>60.034162199999997</c:v>
                </c:pt>
                <c:pt idx="1182">
                  <c:v>60.034162199999997</c:v>
                </c:pt>
                <c:pt idx="1183">
                  <c:v>60.034162199999997</c:v>
                </c:pt>
                <c:pt idx="1184">
                  <c:v>60.034162199999997</c:v>
                </c:pt>
                <c:pt idx="1185">
                  <c:v>60.034162199999997</c:v>
                </c:pt>
                <c:pt idx="1186">
                  <c:v>60.034162199999997</c:v>
                </c:pt>
                <c:pt idx="1187">
                  <c:v>60.034162199999997</c:v>
                </c:pt>
                <c:pt idx="1188">
                  <c:v>60.034162199999997</c:v>
                </c:pt>
                <c:pt idx="1189">
                  <c:v>60.034162199999997</c:v>
                </c:pt>
                <c:pt idx="1190">
                  <c:v>60.034162199999997</c:v>
                </c:pt>
                <c:pt idx="1191">
                  <c:v>60.034162199999997</c:v>
                </c:pt>
                <c:pt idx="1192">
                  <c:v>60.034162199999997</c:v>
                </c:pt>
                <c:pt idx="1193">
                  <c:v>60.034162199999997</c:v>
                </c:pt>
                <c:pt idx="1194">
                  <c:v>60.034162199999997</c:v>
                </c:pt>
                <c:pt idx="1195">
                  <c:v>60.034162199999997</c:v>
                </c:pt>
                <c:pt idx="1196">
                  <c:v>60.034162199999997</c:v>
                </c:pt>
                <c:pt idx="1197">
                  <c:v>60.034162199999997</c:v>
                </c:pt>
                <c:pt idx="1198">
                  <c:v>60.034162199999997</c:v>
                </c:pt>
                <c:pt idx="1199">
                  <c:v>60.034162199999997</c:v>
                </c:pt>
                <c:pt idx="1200">
                  <c:v>60.034162199999997</c:v>
                </c:pt>
                <c:pt idx="1201">
                  <c:v>60.034162199999997</c:v>
                </c:pt>
                <c:pt idx="1202">
                  <c:v>60.034162199999997</c:v>
                </c:pt>
                <c:pt idx="1203">
                  <c:v>60.034162199999997</c:v>
                </c:pt>
                <c:pt idx="1204">
                  <c:v>60.034162199999997</c:v>
                </c:pt>
                <c:pt idx="1205">
                  <c:v>60.034162199999997</c:v>
                </c:pt>
                <c:pt idx="1206">
                  <c:v>60.034162199999997</c:v>
                </c:pt>
                <c:pt idx="1207">
                  <c:v>60.034162199999997</c:v>
                </c:pt>
                <c:pt idx="1208">
                  <c:v>60.034162199999997</c:v>
                </c:pt>
                <c:pt idx="1209">
                  <c:v>60.034162199999997</c:v>
                </c:pt>
                <c:pt idx="1210">
                  <c:v>60.034162199999997</c:v>
                </c:pt>
                <c:pt idx="1211">
                  <c:v>60.034162199999997</c:v>
                </c:pt>
                <c:pt idx="1212">
                  <c:v>60.034162199999997</c:v>
                </c:pt>
                <c:pt idx="1213">
                  <c:v>60.034162199999997</c:v>
                </c:pt>
                <c:pt idx="1214">
                  <c:v>60.034162199999997</c:v>
                </c:pt>
                <c:pt idx="1215">
                  <c:v>60.034162199999997</c:v>
                </c:pt>
                <c:pt idx="1216">
                  <c:v>60.034162199999997</c:v>
                </c:pt>
                <c:pt idx="1217">
                  <c:v>60.034162199999997</c:v>
                </c:pt>
                <c:pt idx="1218">
                  <c:v>60.034162199999997</c:v>
                </c:pt>
                <c:pt idx="1219">
                  <c:v>60.034162199999997</c:v>
                </c:pt>
                <c:pt idx="1220">
                  <c:v>60.034162199999997</c:v>
                </c:pt>
                <c:pt idx="1221">
                  <c:v>60.034162199999997</c:v>
                </c:pt>
                <c:pt idx="1222">
                  <c:v>60.034162199999997</c:v>
                </c:pt>
                <c:pt idx="1223">
                  <c:v>60.034162199999997</c:v>
                </c:pt>
                <c:pt idx="1224">
                  <c:v>60.034162199999997</c:v>
                </c:pt>
                <c:pt idx="1225">
                  <c:v>60.034162199999997</c:v>
                </c:pt>
                <c:pt idx="1226">
                  <c:v>60.182189399999999</c:v>
                </c:pt>
                <c:pt idx="1227">
                  <c:v>60.276584999999997</c:v>
                </c:pt>
                <c:pt idx="1228">
                  <c:v>60.276584999999997</c:v>
                </c:pt>
                <c:pt idx="1229">
                  <c:v>60.276584999999997</c:v>
                </c:pt>
                <c:pt idx="1230">
                  <c:v>60.276584999999997</c:v>
                </c:pt>
                <c:pt idx="1231">
                  <c:v>60.276584999999997</c:v>
                </c:pt>
                <c:pt idx="1232">
                  <c:v>60.276584999999997</c:v>
                </c:pt>
                <c:pt idx="1233">
                  <c:v>60.276584999999997</c:v>
                </c:pt>
                <c:pt idx="1234">
                  <c:v>60.276584999999997</c:v>
                </c:pt>
                <c:pt idx="1235">
                  <c:v>60.276584999999997</c:v>
                </c:pt>
                <c:pt idx="1236">
                  <c:v>60.276584999999997</c:v>
                </c:pt>
                <c:pt idx="1237">
                  <c:v>60.276584999999997</c:v>
                </c:pt>
                <c:pt idx="1238">
                  <c:v>60.276584999999997</c:v>
                </c:pt>
                <c:pt idx="1239">
                  <c:v>60.276584999999997</c:v>
                </c:pt>
                <c:pt idx="1240">
                  <c:v>60.276584999999997</c:v>
                </c:pt>
                <c:pt idx="1241">
                  <c:v>60.276584999999997</c:v>
                </c:pt>
                <c:pt idx="1242">
                  <c:v>60.306953999999998</c:v>
                </c:pt>
                <c:pt idx="1243">
                  <c:v>60.306953999999998</c:v>
                </c:pt>
                <c:pt idx="1244">
                  <c:v>60.306953999999998</c:v>
                </c:pt>
                <c:pt idx="1245">
                  <c:v>60.306953999999998</c:v>
                </c:pt>
                <c:pt idx="1246">
                  <c:v>60.306953999999998</c:v>
                </c:pt>
                <c:pt idx="1247">
                  <c:v>60.306953999999998</c:v>
                </c:pt>
                <c:pt idx="1248">
                  <c:v>60.306953999999998</c:v>
                </c:pt>
                <c:pt idx="1249">
                  <c:v>60.306953999999998</c:v>
                </c:pt>
                <c:pt idx="1250">
                  <c:v>60.306953999999998</c:v>
                </c:pt>
                <c:pt idx="1251">
                  <c:v>60.306953999999998</c:v>
                </c:pt>
                <c:pt idx="1252">
                  <c:v>60.306953999999998</c:v>
                </c:pt>
                <c:pt idx="1253">
                  <c:v>60.306953999999998</c:v>
                </c:pt>
                <c:pt idx="1254">
                  <c:v>60.306953999999998</c:v>
                </c:pt>
                <c:pt idx="1255">
                  <c:v>60.306953999999998</c:v>
                </c:pt>
                <c:pt idx="1256">
                  <c:v>60.306953999999998</c:v>
                </c:pt>
                <c:pt idx="1257">
                  <c:v>60.306953999999998</c:v>
                </c:pt>
                <c:pt idx="1258">
                  <c:v>60.306953999999998</c:v>
                </c:pt>
                <c:pt idx="1259">
                  <c:v>60.306953999999998</c:v>
                </c:pt>
                <c:pt idx="1260">
                  <c:v>60.306953999999998</c:v>
                </c:pt>
                <c:pt idx="1261">
                  <c:v>60.306953999999998</c:v>
                </c:pt>
                <c:pt idx="1262">
                  <c:v>60.306953999999998</c:v>
                </c:pt>
                <c:pt idx="1263">
                  <c:v>60.306953999999998</c:v>
                </c:pt>
                <c:pt idx="1264">
                  <c:v>60.306953999999998</c:v>
                </c:pt>
                <c:pt idx="1265">
                  <c:v>60.306953999999998</c:v>
                </c:pt>
                <c:pt idx="1266">
                  <c:v>60.306953999999998</c:v>
                </c:pt>
                <c:pt idx="1267">
                  <c:v>60.306953999999998</c:v>
                </c:pt>
                <c:pt idx="1268">
                  <c:v>60.306953999999998</c:v>
                </c:pt>
                <c:pt idx="1269">
                  <c:v>60.306953999999998</c:v>
                </c:pt>
                <c:pt idx="1270">
                  <c:v>60.306953999999998</c:v>
                </c:pt>
                <c:pt idx="1271">
                  <c:v>60.306953999999998</c:v>
                </c:pt>
                <c:pt idx="1272">
                  <c:v>60.306953999999998</c:v>
                </c:pt>
                <c:pt idx="1273">
                  <c:v>60.306953999999998</c:v>
                </c:pt>
                <c:pt idx="1274">
                  <c:v>60.306953999999998</c:v>
                </c:pt>
                <c:pt idx="1275">
                  <c:v>60.306953999999998</c:v>
                </c:pt>
                <c:pt idx="1276">
                  <c:v>60.306953999999998</c:v>
                </c:pt>
                <c:pt idx="1277">
                  <c:v>60.306953999999998</c:v>
                </c:pt>
                <c:pt idx="1278">
                  <c:v>60.306953999999998</c:v>
                </c:pt>
                <c:pt idx="1279">
                  <c:v>60.306953999999998</c:v>
                </c:pt>
                <c:pt idx="1280">
                  <c:v>60.306953999999998</c:v>
                </c:pt>
                <c:pt idx="1281">
                  <c:v>60.306953999999998</c:v>
                </c:pt>
                <c:pt idx="1282">
                  <c:v>60.306953999999998</c:v>
                </c:pt>
                <c:pt idx="1283">
                  <c:v>60.306953999999998</c:v>
                </c:pt>
                <c:pt idx="1284">
                  <c:v>60.306953999999998</c:v>
                </c:pt>
                <c:pt idx="1285">
                  <c:v>60.306953999999998</c:v>
                </c:pt>
                <c:pt idx="1286">
                  <c:v>60.306953999999998</c:v>
                </c:pt>
                <c:pt idx="1287">
                  <c:v>60.306953999999998</c:v>
                </c:pt>
                <c:pt idx="1288">
                  <c:v>60.306953999999998</c:v>
                </c:pt>
                <c:pt idx="1289">
                  <c:v>60.306953999999998</c:v>
                </c:pt>
                <c:pt idx="1290">
                  <c:v>60.306953999999998</c:v>
                </c:pt>
                <c:pt idx="1291">
                  <c:v>60.306953999999998</c:v>
                </c:pt>
                <c:pt idx="1292">
                  <c:v>60.306953999999998</c:v>
                </c:pt>
                <c:pt idx="1293">
                  <c:v>60.306953999999998</c:v>
                </c:pt>
                <c:pt idx="1294">
                  <c:v>60.306953999999998</c:v>
                </c:pt>
                <c:pt idx="1295">
                  <c:v>60.306953999999998</c:v>
                </c:pt>
                <c:pt idx="1296">
                  <c:v>60.306953999999998</c:v>
                </c:pt>
                <c:pt idx="1297">
                  <c:v>60.306953999999998</c:v>
                </c:pt>
                <c:pt idx="1298">
                  <c:v>60.306953999999998</c:v>
                </c:pt>
                <c:pt idx="1299">
                  <c:v>60.306953999999998</c:v>
                </c:pt>
                <c:pt idx="1300">
                  <c:v>60.306953999999998</c:v>
                </c:pt>
                <c:pt idx="1301">
                  <c:v>60.306953999999998</c:v>
                </c:pt>
                <c:pt idx="1302">
                  <c:v>60.306953999999998</c:v>
                </c:pt>
                <c:pt idx="1303">
                  <c:v>60.306953999999998</c:v>
                </c:pt>
                <c:pt idx="1304">
                  <c:v>60.306953999999998</c:v>
                </c:pt>
                <c:pt idx="1305">
                  <c:v>60.306953999999998</c:v>
                </c:pt>
                <c:pt idx="1306">
                  <c:v>60.306953999999998</c:v>
                </c:pt>
                <c:pt idx="1307">
                  <c:v>60.306953999999998</c:v>
                </c:pt>
                <c:pt idx="1308">
                  <c:v>60.306953999999998</c:v>
                </c:pt>
                <c:pt idx="1309">
                  <c:v>60.306953999999998</c:v>
                </c:pt>
                <c:pt idx="1310">
                  <c:v>60.306953999999998</c:v>
                </c:pt>
                <c:pt idx="1311">
                  <c:v>60.306953999999998</c:v>
                </c:pt>
                <c:pt idx="1312">
                  <c:v>60.306953999999998</c:v>
                </c:pt>
                <c:pt idx="1313">
                  <c:v>60.306953999999998</c:v>
                </c:pt>
                <c:pt idx="1314">
                  <c:v>60.306953999999998</c:v>
                </c:pt>
                <c:pt idx="1315">
                  <c:v>60.306953999999998</c:v>
                </c:pt>
                <c:pt idx="1316">
                  <c:v>60.306953999999998</c:v>
                </c:pt>
                <c:pt idx="1317">
                  <c:v>60.306953999999998</c:v>
                </c:pt>
                <c:pt idx="1318">
                  <c:v>60.306953999999998</c:v>
                </c:pt>
                <c:pt idx="1319">
                  <c:v>60.306953999999998</c:v>
                </c:pt>
                <c:pt idx="1320">
                  <c:v>60.306953999999998</c:v>
                </c:pt>
                <c:pt idx="1321">
                  <c:v>60.306953999999998</c:v>
                </c:pt>
                <c:pt idx="1322">
                  <c:v>60.306953999999998</c:v>
                </c:pt>
                <c:pt idx="1323">
                  <c:v>60.306953999999998</c:v>
                </c:pt>
                <c:pt idx="1324">
                  <c:v>60.306953999999998</c:v>
                </c:pt>
                <c:pt idx="1325">
                  <c:v>60.306953999999998</c:v>
                </c:pt>
                <c:pt idx="1326">
                  <c:v>60.306953999999998</c:v>
                </c:pt>
                <c:pt idx="1327">
                  <c:v>60.306953999999998</c:v>
                </c:pt>
                <c:pt idx="1328">
                  <c:v>60.306953999999998</c:v>
                </c:pt>
                <c:pt idx="1329">
                  <c:v>60.306953999999998</c:v>
                </c:pt>
                <c:pt idx="1330">
                  <c:v>60.306953999999998</c:v>
                </c:pt>
                <c:pt idx="1331">
                  <c:v>60.306953999999998</c:v>
                </c:pt>
                <c:pt idx="1332">
                  <c:v>60.306953999999998</c:v>
                </c:pt>
                <c:pt idx="1333">
                  <c:v>60.306953999999998</c:v>
                </c:pt>
                <c:pt idx="1334">
                  <c:v>60.306953999999998</c:v>
                </c:pt>
                <c:pt idx="1335">
                  <c:v>60.306953999999998</c:v>
                </c:pt>
                <c:pt idx="1336">
                  <c:v>60.306953999999998</c:v>
                </c:pt>
                <c:pt idx="1337">
                  <c:v>60.306953999999998</c:v>
                </c:pt>
                <c:pt idx="1338">
                  <c:v>60.306953999999998</c:v>
                </c:pt>
                <c:pt idx="1339">
                  <c:v>60.306953999999998</c:v>
                </c:pt>
                <c:pt idx="1340">
                  <c:v>60.306953999999998</c:v>
                </c:pt>
                <c:pt idx="1341">
                  <c:v>60.306953999999998</c:v>
                </c:pt>
                <c:pt idx="1342">
                  <c:v>60.306953999999998</c:v>
                </c:pt>
                <c:pt idx="1343">
                  <c:v>60.306953999999998</c:v>
                </c:pt>
                <c:pt idx="1344">
                  <c:v>60.306953999999998</c:v>
                </c:pt>
                <c:pt idx="1345">
                  <c:v>60.306953999999998</c:v>
                </c:pt>
                <c:pt idx="1346">
                  <c:v>60.306953999999998</c:v>
                </c:pt>
                <c:pt idx="1347">
                  <c:v>60.306953999999998</c:v>
                </c:pt>
                <c:pt idx="1348">
                  <c:v>60.306953999999998</c:v>
                </c:pt>
                <c:pt idx="1349">
                  <c:v>60.306953999999998</c:v>
                </c:pt>
                <c:pt idx="1350">
                  <c:v>60.306953999999998</c:v>
                </c:pt>
                <c:pt idx="1351">
                  <c:v>60.306953999999998</c:v>
                </c:pt>
                <c:pt idx="1352">
                  <c:v>60.306953999999998</c:v>
                </c:pt>
                <c:pt idx="1353">
                  <c:v>60.306953999999998</c:v>
                </c:pt>
                <c:pt idx="1354">
                  <c:v>60.306953999999998</c:v>
                </c:pt>
                <c:pt idx="1355">
                  <c:v>60.306953999999998</c:v>
                </c:pt>
                <c:pt idx="1356">
                  <c:v>60.306953999999998</c:v>
                </c:pt>
                <c:pt idx="1357">
                  <c:v>60.306953999999998</c:v>
                </c:pt>
                <c:pt idx="1358">
                  <c:v>60.306953999999998</c:v>
                </c:pt>
                <c:pt idx="1359">
                  <c:v>60.306953999999998</c:v>
                </c:pt>
                <c:pt idx="1360">
                  <c:v>60.306953999999998</c:v>
                </c:pt>
                <c:pt idx="1361">
                  <c:v>60.306953999999998</c:v>
                </c:pt>
                <c:pt idx="1362">
                  <c:v>60.306953999999998</c:v>
                </c:pt>
                <c:pt idx="1363">
                  <c:v>60.306953999999998</c:v>
                </c:pt>
                <c:pt idx="1364">
                  <c:v>60.306953999999998</c:v>
                </c:pt>
                <c:pt idx="1365">
                  <c:v>60.306953999999998</c:v>
                </c:pt>
                <c:pt idx="1366">
                  <c:v>60.306953999999998</c:v>
                </c:pt>
                <c:pt idx="1367">
                  <c:v>60.306953999999998</c:v>
                </c:pt>
                <c:pt idx="1368">
                  <c:v>60.306953999999998</c:v>
                </c:pt>
                <c:pt idx="1369">
                  <c:v>60.306953999999998</c:v>
                </c:pt>
                <c:pt idx="1370">
                  <c:v>60.306953999999998</c:v>
                </c:pt>
                <c:pt idx="1371">
                  <c:v>60.306953999999998</c:v>
                </c:pt>
                <c:pt idx="1372">
                  <c:v>60.306953999999998</c:v>
                </c:pt>
                <c:pt idx="1373">
                  <c:v>60.306953999999998</c:v>
                </c:pt>
                <c:pt idx="1374">
                  <c:v>60.306953999999998</c:v>
                </c:pt>
                <c:pt idx="1375">
                  <c:v>60.306953999999998</c:v>
                </c:pt>
                <c:pt idx="1376">
                  <c:v>60.306953999999998</c:v>
                </c:pt>
                <c:pt idx="1377">
                  <c:v>60.306953999999998</c:v>
                </c:pt>
                <c:pt idx="1378">
                  <c:v>60.306953999999998</c:v>
                </c:pt>
                <c:pt idx="1379">
                  <c:v>60.306953999999998</c:v>
                </c:pt>
                <c:pt idx="1380">
                  <c:v>60.306953999999998</c:v>
                </c:pt>
                <c:pt idx="1381">
                  <c:v>60.306953999999998</c:v>
                </c:pt>
                <c:pt idx="1382">
                  <c:v>60.306953999999998</c:v>
                </c:pt>
                <c:pt idx="1383">
                  <c:v>60.306953999999998</c:v>
                </c:pt>
                <c:pt idx="1384">
                  <c:v>60.306953999999998</c:v>
                </c:pt>
                <c:pt idx="1385">
                  <c:v>60.306953999999998</c:v>
                </c:pt>
                <c:pt idx="1386">
                  <c:v>60.306953999999998</c:v>
                </c:pt>
                <c:pt idx="1387">
                  <c:v>60.306953999999998</c:v>
                </c:pt>
                <c:pt idx="1388">
                  <c:v>60.306953999999998</c:v>
                </c:pt>
                <c:pt idx="1389">
                  <c:v>60.306953999999998</c:v>
                </c:pt>
                <c:pt idx="1390">
                  <c:v>60.306953999999998</c:v>
                </c:pt>
                <c:pt idx="1391">
                  <c:v>60.306953999999998</c:v>
                </c:pt>
                <c:pt idx="1392">
                  <c:v>60.306953999999998</c:v>
                </c:pt>
                <c:pt idx="1393">
                  <c:v>60.306953999999998</c:v>
                </c:pt>
                <c:pt idx="1394">
                  <c:v>60.306953999999998</c:v>
                </c:pt>
                <c:pt idx="1395">
                  <c:v>60.306953999999998</c:v>
                </c:pt>
                <c:pt idx="1396">
                  <c:v>60.306953999999998</c:v>
                </c:pt>
                <c:pt idx="1397">
                  <c:v>60.306953999999998</c:v>
                </c:pt>
                <c:pt idx="1398">
                  <c:v>60.306953999999998</c:v>
                </c:pt>
                <c:pt idx="1399">
                  <c:v>60.306953999999998</c:v>
                </c:pt>
                <c:pt idx="1400">
                  <c:v>60.306953999999998</c:v>
                </c:pt>
                <c:pt idx="1401">
                  <c:v>60.306953999999998</c:v>
                </c:pt>
                <c:pt idx="1402">
                  <c:v>60.306953999999998</c:v>
                </c:pt>
                <c:pt idx="1403">
                  <c:v>60.306953999999998</c:v>
                </c:pt>
                <c:pt idx="1404">
                  <c:v>60.306953999999998</c:v>
                </c:pt>
                <c:pt idx="1405">
                  <c:v>60.306953999999998</c:v>
                </c:pt>
                <c:pt idx="1406">
                  <c:v>60.306953999999998</c:v>
                </c:pt>
                <c:pt idx="1407">
                  <c:v>60.306953999999998</c:v>
                </c:pt>
                <c:pt idx="1408">
                  <c:v>60.306953999999998</c:v>
                </c:pt>
                <c:pt idx="1409">
                  <c:v>60.306953999999998</c:v>
                </c:pt>
                <c:pt idx="1410">
                  <c:v>60.306953999999998</c:v>
                </c:pt>
                <c:pt idx="1411">
                  <c:v>60.306953999999998</c:v>
                </c:pt>
                <c:pt idx="1412">
                  <c:v>60.306953999999998</c:v>
                </c:pt>
                <c:pt idx="1413">
                  <c:v>60.306953999999998</c:v>
                </c:pt>
                <c:pt idx="1414">
                  <c:v>60.306953999999998</c:v>
                </c:pt>
                <c:pt idx="1415">
                  <c:v>60.306953999999998</c:v>
                </c:pt>
                <c:pt idx="1416">
                  <c:v>60.306953999999998</c:v>
                </c:pt>
                <c:pt idx="1417">
                  <c:v>60.306953999999998</c:v>
                </c:pt>
                <c:pt idx="1418">
                  <c:v>60.306953999999998</c:v>
                </c:pt>
                <c:pt idx="1419">
                  <c:v>60.306953999999998</c:v>
                </c:pt>
                <c:pt idx="1420">
                  <c:v>60.306953999999998</c:v>
                </c:pt>
                <c:pt idx="1421">
                  <c:v>60.306953999999998</c:v>
                </c:pt>
                <c:pt idx="1422">
                  <c:v>60.306953999999998</c:v>
                </c:pt>
                <c:pt idx="1423">
                  <c:v>60.306953999999998</c:v>
                </c:pt>
                <c:pt idx="1424">
                  <c:v>60.306953999999998</c:v>
                </c:pt>
                <c:pt idx="1425">
                  <c:v>60.306953999999998</c:v>
                </c:pt>
                <c:pt idx="1426">
                  <c:v>60.306953999999998</c:v>
                </c:pt>
                <c:pt idx="1427">
                  <c:v>60.306953999999998</c:v>
                </c:pt>
                <c:pt idx="1428">
                  <c:v>60.306953999999998</c:v>
                </c:pt>
                <c:pt idx="1429">
                  <c:v>60.306953999999998</c:v>
                </c:pt>
                <c:pt idx="1430">
                  <c:v>60.306953999999998</c:v>
                </c:pt>
                <c:pt idx="1431">
                  <c:v>60.306953999999998</c:v>
                </c:pt>
                <c:pt idx="1432">
                  <c:v>60.306953999999998</c:v>
                </c:pt>
                <c:pt idx="1433">
                  <c:v>60.306953999999998</c:v>
                </c:pt>
                <c:pt idx="1434">
                  <c:v>60.306953999999998</c:v>
                </c:pt>
                <c:pt idx="1435">
                  <c:v>60.306953999999998</c:v>
                </c:pt>
                <c:pt idx="1436">
                  <c:v>60.306953999999998</c:v>
                </c:pt>
                <c:pt idx="1437">
                  <c:v>60.306953999999998</c:v>
                </c:pt>
                <c:pt idx="1438">
                  <c:v>60.306953999999998</c:v>
                </c:pt>
                <c:pt idx="1439">
                  <c:v>60.306953999999998</c:v>
                </c:pt>
                <c:pt idx="1440">
                  <c:v>60.306953999999998</c:v>
                </c:pt>
                <c:pt idx="1441">
                  <c:v>60.306953999999998</c:v>
                </c:pt>
                <c:pt idx="1442">
                  <c:v>60.306953999999998</c:v>
                </c:pt>
                <c:pt idx="1443">
                  <c:v>60.306953999999998</c:v>
                </c:pt>
                <c:pt idx="1444">
                  <c:v>60.306953999999998</c:v>
                </c:pt>
                <c:pt idx="1445">
                  <c:v>60.306953999999998</c:v>
                </c:pt>
                <c:pt idx="1446">
                  <c:v>60.306953999999998</c:v>
                </c:pt>
                <c:pt idx="1447">
                  <c:v>60.306953999999998</c:v>
                </c:pt>
                <c:pt idx="1448">
                  <c:v>60.306953999999998</c:v>
                </c:pt>
                <c:pt idx="1449">
                  <c:v>60.306953999999998</c:v>
                </c:pt>
                <c:pt idx="1450">
                  <c:v>60.306953999999998</c:v>
                </c:pt>
                <c:pt idx="1451">
                  <c:v>60.306953999999998</c:v>
                </c:pt>
                <c:pt idx="1452">
                  <c:v>60.306953999999998</c:v>
                </c:pt>
                <c:pt idx="1453">
                  <c:v>60.306953999999998</c:v>
                </c:pt>
                <c:pt idx="1454">
                  <c:v>60.306953999999998</c:v>
                </c:pt>
                <c:pt idx="1455">
                  <c:v>60.306953999999998</c:v>
                </c:pt>
                <c:pt idx="1456">
                  <c:v>60.306953999999998</c:v>
                </c:pt>
                <c:pt idx="1457">
                  <c:v>60.306953999999998</c:v>
                </c:pt>
                <c:pt idx="1458">
                  <c:v>60.306953999999998</c:v>
                </c:pt>
                <c:pt idx="1459">
                  <c:v>60.306953999999998</c:v>
                </c:pt>
                <c:pt idx="1460">
                  <c:v>60.306953999999998</c:v>
                </c:pt>
                <c:pt idx="1461">
                  <c:v>60.306953999999998</c:v>
                </c:pt>
                <c:pt idx="1462">
                  <c:v>60.306953999999998</c:v>
                </c:pt>
                <c:pt idx="1463">
                  <c:v>60.306953999999998</c:v>
                </c:pt>
                <c:pt idx="1464">
                  <c:v>60.306953999999998</c:v>
                </c:pt>
                <c:pt idx="1465">
                  <c:v>60.306953999999998</c:v>
                </c:pt>
                <c:pt idx="1466">
                  <c:v>60.306953999999998</c:v>
                </c:pt>
                <c:pt idx="1467">
                  <c:v>60.306953999999998</c:v>
                </c:pt>
                <c:pt idx="1468">
                  <c:v>60.306953999999998</c:v>
                </c:pt>
                <c:pt idx="1469">
                  <c:v>60.306953999999998</c:v>
                </c:pt>
                <c:pt idx="1470">
                  <c:v>60.306953999999998</c:v>
                </c:pt>
                <c:pt idx="1471">
                  <c:v>60.306953999999998</c:v>
                </c:pt>
                <c:pt idx="1472">
                  <c:v>60.306953999999998</c:v>
                </c:pt>
                <c:pt idx="1473">
                  <c:v>60.306953999999998</c:v>
                </c:pt>
                <c:pt idx="1474">
                  <c:v>60.306953999999998</c:v>
                </c:pt>
                <c:pt idx="1475">
                  <c:v>60.306953999999998</c:v>
                </c:pt>
                <c:pt idx="1476">
                  <c:v>60.306953999999998</c:v>
                </c:pt>
                <c:pt idx="1477">
                  <c:v>60.306953999999998</c:v>
                </c:pt>
                <c:pt idx="1478">
                  <c:v>60.306953999999998</c:v>
                </c:pt>
                <c:pt idx="1479">
                  <c:v>60.306953999999998</c:v>
                </c:pt>
                <c:pt idx="1480">
                  <c:v>60.306953999999998</c:v>
                </c:pt>
                <c:pt idx="1481">
                  <c:v>60.306953999999998</c:v>
                </c:pt>
                <c:pt idx="1482">
                  <c:v>60.306953999999998</c:v>
                </c:pt>
                <c:pt idx="1483">
                  <c:v>60.306953999999998</c:v>
                </c:pt>
                <c:pt idx="1484">
                  <c:v>60.306953999999998</c:v>
                </c:pt>
                <c:pt idx="1485">
                  <c:v>60.306953999999998</c:v>
                </c:pt>
                <c:pt idx="1486">
                  <c:v>60.306953999999998</c:v>
                </c:pt>
                <c:pt idx="1487">
                  <c:v>60.306953999999998</c:v>
                </c:pt>
                <c:pt idx="1488">
                  <c:v>60.306953999999998</c:v>
                </c:pt>
                <c:pt idx="1489">
                  <c:v>60.306953999999998</c:v>
                </c:pt>
                <c:pt idx="1490">
                  <c:v>60.306953999999998</c:v>
                </c:pt>
                <c:pt idx="1491">
                  <c:v>60.306953999999998</c:v>
                </c:pt>
                <c:pt idx="1492">
                  <c:v>60.306953999999998</c:v>
                </c:pt>
                <c:pt idx="1493">
                  <c:v>60.306953999999998</c:v>
                </c:pt>
                <c:pt idx="1494">
                  <c:v>60.306953999999998</c:v>
                </c:pt>
                <c:pt idx="1495">
                  <c:v>60.306953999999998</c:v>
                </c:pt>
                <c:pt idx="1496">
                  <c:v>60.306953999999998</c:v>
                </c:pt>
                <c:pt idx="1497">
                  <c:v>60.306953999999998</c:v>
                </c:pt>
                <c:pt idx="1498">
                  <c:v>60.306953999999998</c:v>
                </c:pt>
                <c:pt idx="1499">
                  <c:v>60.306953999999998</c:v>
                </c:pt>
                <c:pt idx="1500">
                  <c:v>60.306953999999998</c:v>
                </c:pt>
                <c:pt idx="1501">
                  <c:v>60.306953999999998</c:v>
                </c:pt>
                <c:pt idx="1502">
                  <c:v>60.306953999999998</c:v>
                </c:pt>
                <c:pt idx="1503">
                  <c:v>60.306953999999998</c:v>
                </c:pt>
                <c:pt idx="1504">
                  <c:v>60.306953999999998</c:v>
                </c:pt>
                <c:pt idx="1505">
                  <c:v>60.306953999999998</c:v>
                </c:pt>
                <c:pt idx="1506">
                  <c:v>60.306953999999998</c:v>
                </c:pt>
                <c:pt idx="1507">
                  <c:v>60.306953999999998</c:v>
                </c:pt>
                <c:pt idx="1508">
                  <c:v>60.306953999999998</c:v>
                </c:pt>
                <c:pt idx="1509">
                  <c:v>60.306953999999998</c:v>
                </c:pt>
                <c:pt idx="1510">
                  <c:v>60.306953999999998</c:v>
                </c:pt>
                <c:pt idx="1511">
                  <c:v>60.306953999999998</c:v>
                </c:pt>
                <c:pt idx="1512">
                  <c:v>60.306953999999998</c:v>
                </c:pt>
                <c:pt idx="1513">
                  <c:v>60.306953999999998</c:v>
                </c:pt>
                <c:pt idx="1514">
                  <c:v>60.306953999999998</c:v>
                </c:pt>
                <c:pt idx="1515">
                  <c:v>60.306953999999998</c:v>
                </c:pt>
                <c:pt idx="1516">
                  <c:v>60.306953999999998</c:v>
                </c:pt>
                <c:pt idx="1517">
                  <c:v>60.306953999999998</c:v>
                </c:pt>
                <c:pt idx="1518">
                  <c:v>60.306953999999998</c:v>
                </c:pt>
                <c:pt idx="1519">
                  <c:v>60.306953999999998</c:v>
                </c:pt>
                <c:pt idx="1520">
                  <c:v>60.306953999999998</c:v>
                </c:pt>
                <c:pt idx="1521">
                  <c:v>60.306953999999998</c:v>
                </c:pt>
                <c:pt idx="1522">
                  <c:v>60.306953999999998</c:v>
                </c:pt>
                <c:pt idx="1523">
                  <c:v>60.306953999999998</c:v>
                </c:pt>
                <c:pt idx="1524">
                  <c:v>60.306953999999998</c:v>
                </c:pt>
                <c:pt idx="1525">
                  <c:v>60.306953999999998</c:v>
                </c:pt>
                <c:pt idx="1526">
                  <c:v>60.306953999999998</c:v>
                </c:pt>
                <c:pt idx="1527">
                  <c:v>60.306953999999998</c:v>
                </c:pt>
                <c:pt idx="1528">
                  <c:v>60.306953999999998</c:v>
                </c:pt>
                <c:pt idx="1529">
                  <c:v>60.306953999999998</c:v>
                </c:pt>
                <c:pt idx="1530">
                  <c:v>60.306953999999998</c:v>
                </c:pt>
                <c:pt idx="1531">
                  <c:v>60.306953999999998</c:v>
                </c:pt>
                <c:pt idx="1532">
                  <c:v>60.306953999999998</c:v>
                </c:pt>
                <c:pt idx="1533">
                  <c:v>60.306953999999998</c:v>
                </c:pt>
                <c:pt idx="1534">
                  <c:v>60.306953999999998</c:v>
                </c:pt>
                <c:pt idx="1535">
                  <c:v>60.306953999999998</c:v>
                </c:pt>
                <c:pt idx="1536">
                  <c:v>60.306953999999998</c:v>
                </c:pt>
                <c:pt idx="1537">
                  <c:v>60.306953999999998</c:v>
                </c:pt>
                <c:pt idx="1538">
                  <c:v>60.306953999999998</c:v>
                </c:pt>
                <c:pt idx="1539">
                  <c:v>60.306953999999998</c:v>
                </c:pt>
                <c:pt idx="1540">
                  <c:v>60.306953999999998</c:v>
                </c:pt>
                <c:pt idx="1541">
                  <c:v>60.306953999999998</c:v>
                </c:pt>
                <c:pt idx="1542">
                  <c:v>60.306953999999998</c:v>
                </c:pt>
                <c:pt idx="1543">
                  <c:v>60.306953999999998</c:v>
                </c:pt>
                <c:pt idx="1544">
                  <c:v>60.306953999999998</c:v>
                </c:pt>
                <c:pt idx="1545">
                  <c:v>60.306953999999998</c:v>
                </c:pt>
                <c:pt idx="1546">
                  <c:v>60.306953999999998</c:v>
                </c:pt>
                <c:pt idx="1547">
                  <c:v>60.306953999999998</c:v>
                </c:pt>
                <c:pt idx="1548">
                  <c:v>60.306953999999998</c:v>
                </c:pt>
                <c:pt idx="1549">
                  <c:v>60.306953999999998</c:v>
                </c:pt>
                <c:pt idx="1550">
                  <c:v>60.306953999999998</c:v>
                </c:pt>
                <c:pt idx="1551">
                  <c:v>60.306953999999998</c:v>
                </c:pt>
                <c:pt idx="1552">
                  <c:v>60.306953999999998</c:v>
                </c:pt>
                <c:pt idx="1553">
                  <c:v>60.306953999999998</c:v>
                </c:pt>
                <c:pt idx="1554">
                  <c:v>60.306953999999998</c:v>
                </c:pt>
                <c:pt idx="1555">
                  <c:v>60.306953999999998</c:v>
                </c:pt>
                <c:pt idx="1556">
                  <c:v>60.306953999999998</c:v>
                </c:pt>
                <c:pt idx="1557">
                  <c:v>60.306953999999998</c:v>
                </c:pt>
                <c:pt idx="1558">
                  <c:v>60.306953999999998</c:v>
                </c:pt>
                <c:pt idx="1559">
                  <c:v>60.306953999999998</c:v>
                </c:pt>
                <c:pt idx="1560">
                  <c:v>60.306953999999998</c:v>
                </c:pt>
                <c:pt idx="1561">
                  <c:v>60.306953999999998</c:v>
                </c:pt>
                <c:pt idx="1562">
                  <c:v>60.306953999999998</c:v>
                </c:pt>
                <c:pt idx="1563">
                  <c:v>60.306953999999998</c:v>
                </c:pt>
                <c:pt idx="1564">
                  <c:v>60.306953999999998</c:v>
                </c:pt>
                <c:pt idx="1565">
                  <c:v>60.306953999999998</c:v>
                </c:pt>
                <c:pt idx="1566">
                  <c:v>60.306953999999998</c:v>
                </c:pt>
                <c:pt idx="1567">
                  <c:v>60.306953999999998</c:v>
                </c:pt>
                <c:pt idx="1568">
                  <c:v>60.306953999999998</c:v>
                </c:pt>
                <c:pt idx="1569">
                  <c:v>60.306953999999998</c:v>
                </c:pt>
                <c:pt idx="1570">
                  <c:v>60.306953999999998</c:v>
                </c:pt>
                <c:pt idx="1571">
                  <c:v>60.306953999999998</c:v>
                </c:pt>
                <c:pt idx="1572">
                  <c:v>60.306953999999998</c:v>
                </c:pt>
                <c:pt idx="1573">
                  <c:v>60.306953999999998</c:v>
                </c:pt>
                <c:pt idx="1574">
                  <c:v>60.306953999999998</c:v>
                </c:pt>
                <c:pt idx="1575">
                  <c:v>60.306953999999998</c:v>
                </c:pt>
                <c:pt idx="1576">
                  <c:v>60.306953999999998</c:v>
                </c:pt>
                <c:pt idx="1577">
                  <c:v>60.306953999999998</c:v>
                </c:pt>
                <c:pt idx="1578">
                  <c:v>60.306953999999998</c:v>
                </c:pt>
                <c:pt idx="1579">
                  <c:v>60.306953999999998</c:v>
                </c:pt>
                <c:pt idx="1580">
                  <c:v>62.883210669999997</c:v>
                </c:pt>
                <c:pt idx="1581">
                  <c:v>64.798231999999999</c:v>
                </c:pt>
                <c:pt idx="1582">
                  <c:v>64.798231999999999</c:v>
                </c:pt>
                <c:pt idx="1583">
                  <c:v>64.798231999999999</c:v>
                </c:pt>
                <c:pt idx="1584">
                  <c:v>64.798231999999999</c:v>
                </c:pt>
                <c:pt idx="1585">
                  <c:v>64.798231999999999</c:v>
                </c:pt>
                <c:pt idx="1586">
                  <c:v>64.798231999999999</c:v>
                </c:pt>
                <c:pt idx="1587">
                  <c:v>64.798231999999999</c:v>
                </c:pt>
                <c:pt idx="1588">
                  <c:v>64.798231999999999</c:v>
                </c:pt>
                <c:pt idx="1589">
                  <c:v>64.798231999999999</c:v>
                </c:pt>
                <c:pt idx="1590">
                  <c:v>64.798231999999999</c:v>
                </c:pt>
                <c:pt idx="1591">
                  <c:v>64.798231999999999</c:v>
                </c:pt>
                <c:pt idx="1592">
                  <c:v>64.798231999999999</c:v>
                </c:pt>
                <c:pt idx="1593">
                  <c:v>64.798231999999999</c:v>
                </c:pt>
                <c:pt idx="1594">
                  <c:v>64.798231999999999</c:v>
                </c:pt>
                <c:pt idx="1595">
                  <c:v>64.798231999999999</c:v>
                </c:pt>
                <c:pt idx="1596">
                  <c:v>64.798231999999999</c:v>
                </c:pt>
                <c:pt idx="1597">
                  <c:v>64.798231999999999</c:v>
                </c:pt>
                <c:pt idx="1598">
                  <c:v>64.798231999999999</c:v>
                </c:pt>
                <c:pt idx="1599">
                  <c:v>64.798231999999999</c:v>
                </c:pt>
                <c:pt idx="1600">
                  <c:v>64.798231999999999</c:v>
                </c:pt>
                <c:pt idx="1601">
                  <c:v>64.798231999999999</c:v>
                </c:pt>
                <c:pt idx="1602">
                  <c:v>64.798231999999999</c:v>
                </c:pt>
                <c:pt idx="1603">
                  <c:v>64.798231999999999</c:v>
                </c:pt>
                <c:pt idx="1604">
                  <c:v>64.798231999999999</c:v>
                </c:pt>
                <c:pt idx="1605">
                  <c:v>64.798231999999999</c:v>
                </c:pt>
                <c:pt idx="1606">
                  <c:v>64.798231999999999</c:v>
                </c:pt>
                <c:pt idx="1607">
                  <c:v>64.798231999999999</c:v>
                </c:pt>
                <c:pt idx="1608">
                  <c:v>64.798231999999999</c:v>
                </c:pt>
                <c:pt idx="1609">
                  <c:v>64.798231999999999</c:v>
                </c:pt>
                <c:pt idx="1610">
                  <c:v>64.798231999999999</c:v>
                </c:pt>
                <c:pt idx="1611">
                  <c:v>64.798231999999999</c:v>
                </c:pt>
                <c:pt idx="1612">
                  <c:v>64.798231999999999</c:v>
                </c:pt>
                <c:pt idx="1613">
                  <c:v>64.798231999999999</c:v>
                </c:pt>
                <c:pt idx="1614">
                  <c:v>64.798231999999999</c:v>
                </c:pt>
                <c:pt idx="1615">
                  <c:v>64.798231999999999</c:v>
                </c:pt>
                <c:pt idx="1616">
                  <c:v>64.798231999999999</c:v>
                </c:pt>
                <c:pt idx="1617">
                  <c:v>64.798231999999999</c:v>
                </c:pt>
                <c:pt idx="1618">
                  <c:v>64.798231999999999</c:v>
                </c:pt>
                <c:pt idx="1619">
                  <c:v>64.798231999999999</c:v>
                </c:pt>
                <c:pt idx="1620">
                  <c:v>64.798231999999999</c:v>
                </c:pt>
                <c:pt idx="1621">
                  <c:v>64.798231999999999</c:v>
                </c:pt>
                <c:pt idx="1622">
                  <c:v>64.798231999999999</c:v>
                </c:pt>
                <c:pt idx="1623">
                  <c:v>64.798231999999999</c:v>
                </c:pt>
                <c:pt idx="1624">
                  <c:v>64.798231999999999</c:v>
                </c:pt>
                <c:pt idx="1625">
                  <c:v>64.798231999999999</c:v>
                </c:pt>
                <c:pt idx="1626">
                  <c:v>64.798231999999999</c:v>
                </c:pt>
                <c:pt idx="1627">
                  <c:v>64.798231999999999</c:v>
                </c:pt>
                <c:pt idx="1628">
                  <c:v>64.798231999999999</c:v>
                </c:pt>
                <c:pt idx="1629">
                  <c:v>64.798231999999999</c:v>
                </c:pt>
                <c:pt idx="1630">
                  <c:v>64.798231999999999</c:v>
                </c:pt>
                <c:pt idx="1631">
                  <c:v>64.798231999999999</c:v>
                </c:pt>
                <c:pt idx="1632">
                  <c:v>64.798231999999999</c:v>
                </c:pt>
                <c:pt idx="1633">
                  <c:v>64.798231999999999</c:v>
                </c:pt>
                <c:pt idx="1634">
                  <c:v>64.798231999999999</c:v>
                </c:pt>
                <c:pt idx="1635">
                  <c:v>64.798231999999999</c:v>
                </c:pt>
                <c:pt idx="1636">
                  <c:v>64.798231999999999</c:v>
                </c:pt>
                <c:pt idx="1637">
                  <c:v>64.798231999999999</c:v>
                </c:pt>
                <c:pt idx="1638">
                  <c:v>64.798231999999999</c:v>
                </c:pt>
                <c:pt idx="1639">
                  <c:v>64.798231999999999</c:v>
                </c:pt>
                <c:pt idx="1640">
                  <c:v>64.798231999999999</c:v>
                </c:pt>
                <c:pt idx="1641">
                  <c:v>64.798231999999999</c:v>
                </c:pt>
                <c:pt idx="1642">
                  <c:v>64.798231999999999</c:v>
                </c:pt>
                <c:pt idx="1643">
                  <c:v>64.798231999999999</c:v>
                </c:pt>
                <c:pt idx="1644">
                  <c:v>64.798231999999999</c:v>
                </c:pt>
                <c:pt idx="1645">
                  <c:v>64.798231999999999</c:v>
                </c:pt>
                <c:pt idx="1646">
                  <c:v>64.798231999999999</c:v>
                </c:pt>
                <c:pt idx="1647">
                  <c:v>64.798231999999999</c:v>
                </c:pt>
                <c:pt idx="1648">
                  <c:v>64.798231999999999</c:v>
                </c:pt>
                <c:pt idx="1649">
                  <c:v>64.798231999999999</c:v>
                </c:pt>
                <c:pt idx="1650">
                  <c:v>64.798231999999999</c:v>
                </c:pt>
                <c:pt idx="1651">
                  <c:v>64.798231999999999</c:v>
                </c:pt>
                <c:pt idx="1652">
                  <c:v>64.798231999999999</c:v>
                </c:pt>
                <c:pt idx="1653">
                  <c:v>64.798231999999999</c:v>
                </c:pt>
                <c:pt idx="1654">
                  <c:v>64.798231999999999</c:v>
                </c:pt>
                <c:pt idx="1655">
                  <c:v>64.798231999999999</c:v>
                </c:pt>
                <c:pt idx="1656">
                  <c:v>64.798231999999999</c:v>
                </c:pt>
                <c:pt idx="1657">
                  <c:v>64.798231999999999</c:v>
                </c:pt>
                <c:pt idx="1658">
                  <c:v>64.798231999999999</c:v>
                </c:pt>
                <c:pt idx="1659">
                  <c:v>64.798231999999999</c:v>
                </c:pt>
                <c:pt idx="1660">
                  <c:v>64.798231999999999</c:v>
                </c:pt>
                <c:pt idx="1661">
                  <c:v>64.798231999999999</c:v>
                </c:pt>
                <c:pt idx="1662">
                  <c:v>64.798231999999999</c:v>
                </c:pt>
                <c:pt idx="1663">
                  <c:v>64.798231999999999</c:v>
                </c:pt>
                <c:pt idx="1664">
                  <c:v>64.798231999999999</c:v>
                </c:pt>
                <c:pt idx="1665">
                  <c:v>64.798231999999999</c:v>
                </c:pt>
                <c:pt idx="1666">
                  <c:v>64.798231999999999</c:v>
                </c:pt>
                <c:pt idx="1667">
                  <c:v>64.798231999999999</c:v>
                </c:pt>
                <c:pt idx="1668">
                  <c:v>64.798231999999999</c:v>
                </c:pt>
                <c:pt idx="1669">
                  <c:v>64.798231999999999</c:v>
                </c:pt>
                <c:pt idx="1670">
                  <c:v>64.798231999999999</c:v>
                </c:pt>
                <c:pt idx="1671">
                  <c:v>64.798231999999999</c:v>
                </c:pt>
                <c:pt idx="1672">
                  <c:v>64.798231999999999</c:v>
                </c:pt>
                <c:pt idx="1673">
                  <c:v>64.798231999999999</c:v>
                </c:pt>
                <c:pt idx="1674">
                  <c:v>64.798231999999999</c:v>
                </c:pt>
                <c:pt idx="1675">
                  <c:v>64.798231999999999</c:v>
                </c:pt>
                <c:pt idx="1676">
                  <c:v>64.798231999999999</c:v>
                </c:pt>
                <c:pt idx="1677">
                  <c:v>64.798231999999999</c:v>
                </c:pt>
                <c:pt idx="1678">
                  <c:v>64.798231999999999</c:v>
                </c:pt>
                <c:pt idx="1679">
                  <c:v>64.798231999999999</c:v>
                </c:pt>
                <c:pt idx="1680">
                  <c:v>64.798231999999999</c:v>
                </c:pt>
                <c:pt idx="1681">
                  <c:v>64.798231999999999</c:v>
                </c:pt>
                <c:pt idx="1682">
                  <c:v>64.798231999999999</c:v>
                </c:pt>
                <c:pt idx="1683">
                  <c:v>64.798231999999999</c:v>
                </c:pt>
                <c:pt idx="1684">
                  <c:v>64.798231999999999</c:v>
                </c:pt>
                <c:pt idx="1685">
                  <c:v>64.798231999999999</c:v>
                </c:pt>
                <c:pt idx="1686">
                  <c:v>64.798231999999999</c:v>
                </c:pt>
                <c:pt idx="1687">
                  <c:v>64.798231999999999</c:v>
                </c:pt>
                <c:pt idx="1688">
                  <c:v>64.798231999999999</c:v>
                </c:pt>
                <c:pt idx="1689">
                  <c:v>64.798231999999999</c:v>
                </c:pt>
                <c:pt idx="1690">
                  <c:v>64.798231999999999</c:v>
                </c:pt>
                <c:pt idx="1691">
                  <c:v>64.798231999999999</c:v>
                </c:pt>
                <c:pt idx="1692">
                  <c:v>64.798231999999999</c:v>
                </c:pt>
                <c:pt idx="1693">
                  <c:v>64.798231999999999</c:v>
                </c:pt>
                <c:pt idx="1694">
                  <c:v>64.798231999999999</c:v>
                </c:pt>
                <c:pt idx="1695">
                  <c:v>64.798231999999999</c:v>
                </c:pt>
                <c:pt idx="1696">
                  <c:v>64.798231999999999</c:v>
                </c:pt>
                <c:pt idx="1697">
                  <c:v>64.798231999999999</c:v>
                </c:pt>
                <c:pt idx="1698">
                  <c:v>64.798231999999999</c:v>
                </c:pt>
                <c:pt idx="1699">
                  <c:v>64.798231999999999</c:v>
                </c:pt>
                <c:pt idx="1700">
                  <c:v>64.798231999999999</c:v>
                </c:pt>
                <c:pt idx="1701">
                  <c:v>64.798231999999999</c:v>
                </c:pt>
                <c:pt idx="1702">
                  <c:v>64.798231999999999</c:v>
                </c:pt>
                <c:pt idx="1703">
                  <c:v>64.798231999999999</c:v>
                </c:pt>
                <c:pt idx="1704">
                  <c:v>64.798231999999999</c:v>
                </c:pt>
                <c:pt idx="1705">
                  <c:v>64.798231999999999</c:v>
                </c:pt>
                <c:pt idx="1706">
                  <c:v>64.798231999999999</c:v>
                </c:pt>
                <c:pt idx="1707">
                  <c:v>64.798231999999999</c:v>
                </c:pt>
                <c:pt idx="1708">
                  <c:v>64.798231999999999</c:v>
                </c:pt>
                <c:pt idx="1709">
                  <c:v>64.798231999999999</c:v>
                </c:pt>
                <c:pt idx="1710">
                  <c:v>64.798231999999999</c:v>
                </c:pt>
                <c:pt idx="1711">
                  <c:v>64.798231999999999</c:v>
                </c:pt>
                <c:pt idx="1712">
                  <c:v>64.798231999999999</c:v>
                </c:pt>
                <c:pt idx="1713">
                  <c:v>64.798231999999999</c:v>
                </c:pt>
                <c:pt idx="1714">
                  <c:v>64.798231999999999</c:v>
                </c:pt>
                <c:pt idx="1715">
                  <c:v>64.798231999999999</c:v>
                </c:pt>
                <c:pt idx="1716">
                  <c:v>64.798231999999999</c:v>
                </c:pt>
                <c:pt idx="1717">
                  <c:v>64.798231999999999</c:v>
                </c:pt>
                <c:pt idx="1718">
                  <c:v>64.798231999999999</c:v>
                </c:pt>
                <c:pt idx="1719">
                  <c:v>64.798231999999999</c:v>
                </c:pt>
                <c:pt idx="1720">
                  <c:v>64.798231999999999</c:v>
                </c:pt>
                <c:pt idx="1721">
                  <c:v>64.798231999999999</c:v>
                </c:pt>
                <c:pt idx="1722">
                  <c:v>64.798231999999999</c:v>
                </c:pt>
                <c:pt idx="1723">
                  <c:v>64.798231999999999</c:v>
                </c:pt>
                <c:pt idx="1724">
                  <c:v>64.798231999999999</c:v>
                </c:pt>
                <c:pt idx="1725">
                  <c:v>64.798231999999999</c:v>
                </c:pt>
                <c:pt idx="1726">
                  <c:v>64.798231999999999</c:v>
                </c:pt>
                <c:pt idx="1727">
                  <c:v>64.798231999999999</c:v>
                </c:pt>
                <c:pt idx="1728">
                  <c:v>64.798231999999999</c:v>
                </c:pt>
                <c:pt idx="1729">
                  <c:v>64.798231999999999</c:v>
                </c:pt>
                <c:pt idx="1730">
                  <c:v>64.798231999999999</c:v>
                </c:pt>
                <c:pt idx="1731">
                  <c:v>64.798231999999999</c:v>
                </c:pt>
                <c:pt idx="1732">
                  <c:v>64.798231999999999</c:v>
                </c:pt>
                <c:pt idx="1733">
                  <c:v>64.798231999999999</c:v>
                </c:pt>
                <c:pt idx="1734">
                  <c:v>64.798231999999999</c:v>
                </c:pt>
                <c:pt idx="1735">
                  <c:v>64.798231999999999</c:v>
                </c:pt>
                <c:pt idx="1736">
                  <c:v>64.798231999999999</c:v>
                </c:pt>
                <c:pt idx="1737">
                  <c:v>64.798231999999999</c:v>
                </c:pt>
                <c:pt idx="1738">
                  <c:v>64.798231999999999</c:v>
                </c:pt>
                <c:pt idx="1739">
                  <c:v>64.798231999999999</c:v>
                </c:pt>
                <c:pt idx="1740">
                  <c:v>64.798231999999999</c:v>
                </c:pt>
                <c:pt idx="1741">
                  <c:v>64.798231999999999</c:v>
                </c:pt>
                <c:pt idx="1742">
                  <c:v>64.798231999999999</c:v>
                </c:pt>
                <c:pt idx="1743">
                  <c:v>64.798231999999999</c:v>
                </c:pt>
                <c:pt idx="1744">
                  <c:v>64.798231999999999</c:v>
                </c:pt>
                <c:pt idx="1745">
                  <c:v>64.798231999999999</c:v>
                </c:pt>
                <c:pt idx="1746">
                  <c:v>64.798231999999999</c:v>
                </c:pt>
                <c:pt idx="1747">
                  <c:v>64.798231999999999</c:v>
                </c:pt>
                <c:pt idx="1748">
                  <c:v>64.798231999999999</c:v>
                </c:pt>
                <c:pt idx="1749">
                  <c:v>64.798231999999999</c:v>
                </c:pt>
                <c:pt idx="1750">
                  <c:v>64.798231999999999</c:v>
                </c:pt>
                <c:pt idx="1751">
                  <c:v>64.798231999999999</c:v>
                </c:pt>
                <c:pt idx="1752">
                  <c:v>64.798231999999999</c:v>
                </c:pt>
                <c:pt idx="1753">
                  <c:v>64.798231999999999</c:v>
                </c:pt>
                <c:pt idx="1754">
                  <c:v>64.798231999999999</c:v>
                </c:pt>
                <c:pt idx="1755">
                  <c:v>64.798231999999999</c:v>
                </c:pt>
                <c:pt idx="1756">
                  <c:v>64.798231999999999</c:v>
                </c:pt>
                <c:pt idx="1757">
                  <c:v>64.798231999999999</c:v>
                </c:pt>
                <c:pt idx="1758">
                  <c:v>64.798231999999999</c:v>
                </c:pt>
                <c:pt idx="1759">
                  <c:v>64.798231999999999</c:v>
                </c:pt>
                <c:pt idx="1760">
                  <c:v>64.798231999999999</c:v>
                </c:pt>
                <c:pt idx="1761">
                  <c:v>64.798231999999999</c:v>
                </c:pt>
                <c:pt idx="1762">
                  <c:v>64.798231999999999</c:v>
                </c:pt>
                <c:pt idx="1763">
                  <c:v>64.798231999999999</c:v>
                </c:pt>
                <c:pt idx="1764">
                  <c:v>64.798231999999999</c:v>
                </c:pt>
                <c:pt idx="1765">
                  <c:v>67.904640889999996</c:v>
                </c:pt>
                <c:pt idx="1766">
                  <c:v>67.904640889999996</c:v>
                </c:pt>
                <c:pt idx="1767">
                  <c:v>72.450668829999998</c:v>
                </c:pt>
                <c:pt idx="1768">
                  <c:v>72.450668829999998</c:v>
                </c:pt>
                <c:pt idx="1769">
                  <c:v>72.450668829999998</c:v>
                </c:pt>
                <c:pt idx="1770">
                  <c:v>72.450668829999998</c:v>
                </c:pt>
                <c:pt idx="1771">
                  <c:v>80.981496000000007</c:v>
                </c:pt>
                <c:pt idx="1772">
                  <c:v>80.981496000000007</c:v>
                </c:pt>
                <c:pt idx="1773">
                  <c:v>80.981496000000007</c:v>
                </c:pt>
                <c:pt idx="1774">
                  <c:v>80.981496000000007</c:v>
                </c:pt>
                <c:pt idx="1775">
                  <c:v>80.981496000000007</c:v>
                </c:pt>
                <c:pt idx="1776">
                  <c:v>80.981496000000007</c:v>
                </c:pt>
                <c:pt idx="1777">
                  <c:v>80.981496000000007</c:v>
                </c:pt>
                <c:pt idx="1778">
                  <c:v>80.981496000000007</c:v>
                </c:pt>
                <c:pt idx="1779">
                  <c:v>80.981496000000007</c:v>
                </c:pt>
                <c:pt idx="1780">
                  <c:v>80.981496000000007</c:v>
                </c:pt>
                <c:pt idx="1781">
                  <c:v>80.981496000000007</c:v>
                </c:pt>
                <c:pt idx="1782">
                  <c:v>80.981496000000007</c:v>
                </c:pt>
                <c:pt idx="1783">
                  <c:v>80.981496000000007</c:v>
                </c:pt>
                <c:pt idx="1784">
                  <c:v>80.981496000000007</c:v>
                </c:pt>
                <c:pt idx="1785">
                  <c:v>80.981496000000007</c:v>
                </c:pt>
                <c:pt idx="1786">
                  <c:v>80.981496000000007</c:v>
                </c:pt>
                <c:pt idx="1787">
                  <c:v>80.981496000000007</c:v>
                </c:pt>
                <c:pt idx="1788">
                  <c:v>80.981496000000007</c:v>
                </c:pt>
                <c:pt idx="1789">
                  <c:v>80.981496000000007</c:v>
                </c:pt>
                <c:pt idx="1790">
                  <c:v>80.981496000000007</c:v>
                </c:pt>
                <c:pt idx="1791">
                  <c:v>80.981496000000007</c:v>
                </c:pt>
                <c:pt idx="1792">
                  <c:v>80.981496000000007</c:v>
                </c:pt>
                <c:pt idx="1793">
                  <c:v>80.981496000000007</c:v>
                </c:pt>
                <c:pt idx="1794">
                  <c:v>80.981496000000007</c:v>
                </c:pt>
                <c:pt idx="1795">
                  <c:v>80.981496000000007</c:v>
                </c:pt>
                <c:pt idx="1796">
                  <c:v>80.981496000000007</c:v>
                </c:pt>
                <c:pt idx="1797">
                  <c:v>80.981496000000007</c:v>
                </c:pt>
                <c:pt idx="1798">
                  <c:v>80.981496000000007</c:v>
                </c:pt>
                <c:pt idx="1799">
                  <c:v>80.981496000000007</c:v>
                </c:pt>
                <c:pt idx="1800">
                  <c:v>80.981496000000007</c:v>
                </c:pt>
                <c:pt idx="1801">
                  <c:v>80.981496000000007</c:v>
                </c:pt>
                <c:pt idx="1802">
                  <c:v>80.981496000000007</c:v>
                </c:pt>
                <c:pt idx="1803">
                  <c:v>80.981496000000007</c:v>
                </c:pt>
                <c:pt idx="1804">
                  <c:v>80.981496000000007</c:v>
                </c:pt>
                <c:pt idx="1805">
                  <c:v>80.981496000000007</c:v>
                </c:pt>
                <c:pt idx="1806">
                  <c:v>80.981496000000007</c:v>
                </c:pt>
                <c:pt idx="1807">
                  <c:v>80.981496000000007</c:v>
                </c:pt>
                <c:pt idx="1808">
                  <c:v>80.981496000000007</c:v>
                </c:pt>
                <c:pt idx="1809">
                  <c:v>80.981496000000007</c:v>
                </c:pt>
                <c:pt idx="1810">
                  <c:v>80.981496000000007</c:v>
                </c:pt>
                <c:pt idx="1811">
                  <c:v>80.981496000000007</c:v>
                </c:pt>
                <c:pt idx="1812">
                  <c:v>80.981496000000007</c:v>
                </c:pt>
                <c:pt idx="1813">
                  <c:v>80.981496000000007</c:v>
                </c:pt>
                <c:pt idx="1814">
                  <c:v>80.981496000000007</c:v>
                </c:pt>
                <c:pt idx="1815">
                  <c:v>80.981496000000007</c:v>
                </c:pt>
                <c:pt idx="1816">
                  <c:v>80.981496000000007</c:v>
                </c:pt>
                <c:pt idx="1817">
                  <c:v>80.981496000000007</c:v>
                </c:pt>
                <c:pt idx="1818">
                  <c:v>80.981496000000007</c:v>
                </c:pt>
                <c:pt idx="1819">
                  <c:v>80.981496000000007</c:v>
                </c:pt>
                <c:pt idx="1820">
                  <c:v>80.981496000000007</c:v>
                </c:pt>
                <c:pt idx="1821">
                  <c:v>80.981496000000007</c:v>
                </c:pt>
                <c:pt idx="1822">
                  <c:v>80.981496000000007</c:v>
                </c:pt>
                <c:pt idx="1823">
                  <c:v>80.981496000000007</c:v>
                </c:pt>
                <c:pt idx="1824">
                  <c:v>80.981496000000007</c:v>
                </c:pt>
                <c:pt idx="1825">
                  <c:v>80.981496000000007</c:v>
                </c:pt>
                <c:pt idx="1826">
                  <c:v>80.981496000000007</c:v>
                </c:pt>
                <c:pt idx="1827">
                  <c:v>80.981496000000007</c:v>
                </c:pt>
                <c:pt idx="1828">
                  <c:v>80.981496000000007</c:v>
                </c:pt>
                <c:pt idx="1829">
                  <c:v>80.981496000000007</c:v>
                </c:pt>
                <c:pt idx="1830">
                  <c:v>80.981496000000007</c:v>
                </c:pt>
                <c:pt idx="1831">
                  <c:v>80.981496000000007</c:v>
                </c:pt>
                <c:pt idx="1832">
                  <c:v>80.981496000000007</c:v>
                </c:pt>
                <c:pt idx="1833">
                  <c:v>80.981496000000007</c:v>
                </c:pt>
                <c:pt idx="1834">
                  <c:v>80.981496000000007</c:v>
                </c:pt>
                <c:pt idx="1835">
                  <c:v>80.981496000000007</c:v>
                </c:pt>
                <c:pt idx="1836">
                  <c:v>80.981496000000007</c:v>
                </c:pt>
                <c:pt idx="1837">
                  <c:v>80.981496000000007</c:v>
                </c:pt>
                <c:pt idx="1838">
                  <c:v>80.981496000000007</c:v>
                </c:pt>
                <c:pt idx="1839">
                  <c:v>80.981496000000007</c:v>
                </c:pt>
                <c:pt idx="1840">
                  <c:v>80.981496000000007</c:v>
                </c:pt>
                <c:pt idx="1841">
                  <c:v>80.981496000000007</c:v>
                </c:pt>
                <c:pt idx="1842">
                  <c:v>80.981496000000007</c:v>
                </c:pt>
                <c:pt idx="1843">
                  <c:v>80.981496000000007</c:v>
                </c:pt>
                <c:pt idx="1844">
                  <c:v>80.981496000000007</c:v>
                </c:pt>
                <c:pt idx="1845">
                  <c:v>80.981496000000007</c:v>
                </c:pt>
                <c:pt idx="1846">
                  <c:v>80.981496000000007</c:v>
                </c:pt>
                <c:pt idx="1847">
                  <c:v>80.981496000000007</c:v>
                </c:pt>
                <c:pt idx="1848">
                  <c:v>80.981496000000007</c:v>
                </c:pt>
                <c:pt idx="1849">
                  <c:v>80.981496000000007</c:v>
                </c:pt>
                <c:pt idx="1850">
                  <c:v>80.981496000000007</c:v>
                </c:pt>
                <c:pt idx="1851">
                  <c:v>80.981496000000007</c:v>
                </c:pt>
                <c:pt idx="1852">
                  <c:v>80.981496000000007</c:v>
                </c:pt>
                <c:pt idx="1853">
                  <c:v>80.981496000000007</c:v>
                </c:pt>
                <c:pt idx="1854">
                  <c:v>80.981496000000007</c:v>
                </c:pt>
                <c:pt idx="1855">
                  <c:v>80.981496000000007</c:v>
                </c:pt>
                <c:pt idx="1856">
                  <c:v>80.981496000000007</c:v>
                </c:pt>
                <c:pt idx="1857">
                  <c:v>80.981496000000007</c:v>
                </c:pt>
                <c:pt idx="1858">
                  <c:v>80.981496000000007</c:v>
                </c:pt>
                <c:pt idx="1859">
                  <c:v>80.981496000000007</c:v>
                </c:pt>
                <c:pt idx="1860">
                  <c:v>80.981496000000007</c:v>
                </c:pt>
                <c:pt idx="1861">
                  <c:v>80.981496000000007</c:v>
                </c:pt>
                <c:pt idx="1862">
                  <c:v>80.981496000000007</c:v>
                </c:pt>
                <c:pt idx="1863">
                  <c:v>80.981496000000007</c:v>
                </c:pt>
                <c:pt idx="1864">
                  <c:v>80.981496000000007</c:v>
                </c:pt>
                <c:pt idx="1865">
                  <c:v>80.981496000000007</c:v>
                </c:pt>
                <c:pt idx="1866">
                  <c:v>80.981496000000007</c:v>
                </c:pt>
                <c:pt idx="1867">
                  <c:v>80.981496000000007</c:v>
                </c:pt>
                <c:pt idx="1868">
                  <c:v>80.981496000000007</c:v>
                </c:pt>
                <c:pt idx="1869">
                  <c:v>80.981496000000007</c:v>
                </c:pt>
                <c:pt idx="1870">
                  <c:v>80.981496000000007</c:v>
                </c:pt>
                <c:pt idx="1871">
                  <c:v>80.981496000000007</c:v>
                </c:pt>
                <c:pt idx="1872">
                  <c:v>80.981496000000007</c:v>
                </c:pt>
                <c:pt idx="1873">
                  <c:v>80.981496000000007</c:v>
                </c:pt>
                <c:pt idx="1874">
                  <c:v>80.981496000000007</c:v>
                </c:pt>
                <c:pt idx="1875">
                  <c:v>80.981496000000007</c:v>
                </c:pt>
                <c:pt idx="1876">
                  <c:v>80.981496000000007</c:v>
                </c:pt>
                <c:pt idx="1877">
                  <c:v>80.981496000000007</c:v>
                </c:pt>
                <c:pt idx="1878">
                  <c:v>80.981496000000007</c:v>
                </c:pt>
                <c:pt idx="1879">
                  <c:v>80.981496000000007</c:v>
                </c:pt>
                <c:pt idx="1880">
                  <c:v>80.981496000000007</c:v>
                </c:pt>
                <c:pt idx="1881">
                  <c:v>80.981496000000007</c:v>
                </c:pt>
                <c:pt idx="1882">
                  <c:v>80.981496000000007</c:v>
                </c:pt>
                <c:pt idx="1883">
                  <c:v>80.981496000000007</c:v>
                </c:pt>
                <c:pt idx="1884">
                  <c:v>80.981496000000007</c:v>
                </c:pt>
                <c:pt idx="1885">
                  <c:v>80.981496000000007</c:v>
                </c:pt>
                <c:pt idx="1886">
                  <c:v>80.981496000000007</c:v>
                </c:pt>
                <c:pt idx="1887">
                  <c:v>80.981496000000007</c:v>
                </c:pt>
                <c:pt idx="1888">
                  <c:v>80.981496000000007</c:v>
                </c:pt>
                <c:pt idx="1889">
                  <c:v>80.981496000000007</c:v>
                </c:pt>
                <c:pt idx="1890">
                  <c:v>80.981496000000007</c:v>
                </c:pt>
                <c:pt idx="1891">
                  <c:v>80.981496000000007</c:v>
                </c:pt>
                <c:pt idx="1892">
                  <c:v>80.981496000000007</c:v>
                </c:pt>
                <c:pt idx="1893">
                  <c:v>80.981496000000007</c:v>
                </c:pt>
                <c:pt idx="1894">
                  <c:v>80.981496000000007</c:v>
                </c:pt>
                <c:pt idx="1895">
                  <c:v>80.981496000000007</c:v>
                </c:pt>
                <c:pt idx="1896">
                  <c:v>80.981496000000007</c:v>
                </c:pt>
                <c:pt idx="1897">
                  <c:v>80.981496000000007</c:v>
                </c:pt>
                <c:pt idx="1898">
                  <c:v>80.981496000000007</c:v>
                </c:pt>
                <c:pt idx="1899">
                  <c:v>80.981496000000007</c:v>
                </c:pt>
                <c:pt idx="1900">
                  <c:v>80.981496000000007</c:v>
                </c:pt>
                <c:pt idx="1901">
                  <c:v>80.981496000000007</c:v>
                </c:pt>
                <c:pt idx="1902">
                  <c:v>80.981496000000007</c:v>
                </c:pt>
                <c:pt idx="1903">
                  <c:v>80.981496000000007</c:v>
                </c:pt>
                <c:pt idx="1904">
                  <c:v>80.981496000000007</c:v>
                </c:pt>
                <c:pt idx="1905">
                  <c:v>80.981496000000007</c:v>
                </c:pt>
                <c:pt idx="1906">
                  <c:v>80.981496000000007</c:v>
                </c:pt>
                <c:pt idx="1907">
                  <c:v>80.981496000000007</c:v>
                </c:pt>
                <c:pt idx="1908">
                  <c:v>80.981496000000007</c:v>
                </c:pt>
                <c:pt idx="1909">
                  <c:v>80.981496000000007</c:v>
                </c:pt>
                <c:pt idx="1910">
                  <c:v>80.981496000000007</c:v>
                </c:pt>
                <c:pt idx="1911">
                  <c:v>80.981496000000007</c:v>
                </c:pt>
                <c:pt idx="1912">
                  <c:v>80.981496000000007</c:v>
                </c:pt>
                <c:pt idx="1913">
                  <c:v>80.981496000000007</c:v>
                </c:pt>
                <c:pt idx="1914">
                  <c:v>80.981496000000007</c:v>
                </c:pt>
                <c:pt idx="1915">
                  <c:v>80.981496000000007</c:v>
                </c:pt>
                <c:pt idx="1916">
                  <c:v>80.981496000000007</c:v>
                </c:pt>
                <c:pt idx="1917">
                  <c:v>80.981496000000007</c:v>
                </c:pt>
                <c:pt idx="1918">
                  <c:v>80.981496000000007</c:v>
                </c:pt>
                <c:pt idx="1919">
                  <c:v>80.981496000000007</c:v>
                </c:pt>
                <c:pt idx="1920">
                  <c:v>80.981496000000007</c:v>
                </c:pt>
                <c:pt idx="1921">
                  <c:v>80.981496000000007</c:v>
                </c:pt>
                <c:pt idx="1922">
                  <c:v>80.981496000000007</c:v>
                </c:pt>
                <c:pt idx="1923">
                  <c:v>80.981496000000007</c:v>
                </c:pt>
                <c:pt idx="1924">
                  <c:v>80.981496000000007</c:v>
                </c:pt>
                <c:pt idx="1925">
                  <c:v>80.981496000000007</c:v>
                </c:pt>
                <c:pt idx="1926">
                  <c:v>82.176591999999999</c:v>
                </c:pt>
                <c:pt idx="1927">
                  <c:v>82.176591999999999</c:v>
                </c:pt>
                <c:pt idx="1928">
                  <c:v>82.176591999999999</c:v>
                </c:pt>
                <c:pt idx="1929">
                  <c:v>82.176591999999999</c:v>
                </c:pt>
                <c:pt idx="1930">
                  <c:v>82.176591999999999</c:v>
                </c:pt>
                <c:pt idx="1931">
                  <c:v>82.176591999999999</c:v>
                </c:pt>
                <c:pt idx="1932">
                  <c:v>82.176591999999999</c:v>
                </c:pt>
                <c:pt idx="1933">
                  <c:v>82.176591999999999</c:v>
                </c:pt>
                <c:pt idx="1934">
                  <c:v>82.176591999999999</c:v>
                </c:pt>
                <c:pt idx="1935">
                  <c:v>82.176591999999999</c:v>
                </c:pt>
                <c:pt idx="1936">
                  <c:v>82.176591999999999</c:v>
                </c:pt>
                <c:pt idx="1937">
                  <c:v>82.176591999999999</c:v>
                </c:pt>
                <c:pt idx="1938">
                  <c:v>82.176591999999999</c:v>
                </c:pt>
                <c:pt idx="1939">
                  <c:v>82.176591999999999</c:v>
                </c:pt>
                <c:pt idx="1940">
                  <c:v>82.176591999999999</c:v>
                </c:pt>
                <c:pt idx="1941">
                  <c:v>82.176591999999999</c:v>
                </c:pt>
                <c:pt idx="1942">
                  <c:v>82.176591999999999</c:v>
                </c:pt>
                <c:pt idx="1943">
                  <c:v>82.176591999999999</c:v>
                </c:pt>
                <c:pt idx="1944">
                  <c:v>82.176591999999999</c:v>
                </c:pt>
                <c:pt idx="1945">
                  <c:v>82.176591999999999</c:v>
                </c:pt>
                <c:pt idx="1946">
                  <c:v>82.176591999999999</c:v>
                </c:pt>
                <c:pt idx="1947">
                  <c:v>82.176591999999999</c:v>
                </c:pt>
                <c:pt idx="1948">
                  <c:v>82.176591999999999</c:v>
                </c:pt>
                <c:pt idx="1949">
                  <c:v>82.176591999999999</c:v>
                </c:pt>
                <c:pt idx="1950">
                  <c:v>82.176591999999999</c:v>
                </c:pt>
                <c:pt idx="1951">
                  <c:v>82.176591999999999</c:v>
                </c:pt>
                <c:pt idx="1952">
                  <c:v>82.176591999999999</c:v>
                </c:pt>
                <c:pt idx="1953">
                  <c:v>82.176591999999999</c:v>
                </c:pt>
                <c:pt idx="1954">
                  <c:v>82.176591999999999</c:v>
                </c:pt>
                <c:pt idx="1955">
                  <c:v>82.176591999999999</c:v>
                </c:pt>
                <c:pt idx="1956">
                  <c:v>82.176591999999999</c:v>
                </c:pt>
                <c:pt idx="1957">
                  <c:v>82.176591999999999</c:v>
                </c:pt>
                <c:pt idx="1958">
                  <c:v>82.176591999999999</c:v>
                </c:pt>
                <c:pt idx="1959">
                  <c:v>82.176591999999999</c:v>
                </c:pt>
                <c:pt idx="1960">
                  <c:v>82.176591999999999</c:v>
                </c:pt>
                <c:pt idx="1961">
                  <c:v>82.176591999999999</c:v>
                </c:pt>
                <c:pt idx="1962">
                  <c:v>82.176591999999999</c:v>
                </c:pt>
                <c:pt idx="1963">
                  <c:v>82.176591999999999</c:v>
                </c:pt>
                <c:pt idx="1964">
                  <c:v>82.176591999999999</c:v>
                </c:pt>
                <c:pt idx="1965">
                  <c:v>82.176591999999999</c:v>
                </c:pt>
                <c:pt idx="1966">
                  <c:v>82.176591999999999</c:v>
                </c:pt>
                <c:pt idx="1967">
                  <c:v>82.176591999999999</c:v>
                </c:pt>
                <c:pt idx="1968">
                  <c:v>82.176591999999999</c:v>
                </c:pt>
                <c:pt idx="1969">
                  <c:v>82.176591999999999</c:v>
                </c:pt>
                <c:pt idx="1970">
                  <c:v>82.176591999999999</c:v>
                </c:pt>
                <c:pt idx="1971">
                  <c:v>82.176591999999999</c:v>
                </c:pt>
                <c:pt idx="1972">
                  <c:v>82.176591999999999</c:v>
                </c:pt>
                <c:pt idx="1973">
                  <c:v>82.176591999999999</c:v>
                </c:pt>
                <c:pt idx="1974">
                  <c:v>82.176591999999999</c:v>
                </c:pt>
                <c:pt idx="1975">
                  <c:v>82.176591999999999</c:v>
                </c:pt>
                <c:pt idx="1976">
                  <c:v>82.176591999999999</c:v>
                </c:pt>
                <c:pt idx="1977">
                  <c:v>82.176591999999999</c:v>
                </c:pt>
                <c:pt idx="1978">
                  <c:v>82.176591999999999</c:v>
                </c:pt>
                <c:pt idx="1979">
                  <c:v>82.176591999999999</c:v>
                </c:pt>
                <c:pt idx="1980">
                  <c:v>82.176591999999999</c:v>
                </c:pt>
                <c:pt idx="1981">
                  <c:v>82.176591999999999</c:v>
                </c:pt>
                <c:pt idx="1982">
                  <c:v>82.176591999999999</c:v>
                </c:pt>
                <c:pt idx="1983">
                  <c:v>82.176591999999999</c:v>
                </c:pt>
                <c:pt idx="1984">
                  <c:v>82.176591999999999</c:v>
                </c:pt>
                <c:pt idx="1985">
                  <c:v>82.176591999999999</c:v>
                </c:pt>
                <c:pt idx="1986">
                  <c:v>82.176591999999999</c:v>
                </c:pt>
                <c:pt idx="1987">
                  <c:v>82.176591999999999</c:v>
                </c:pt>
                <c:pt idx="1988">
                  <c:v>82.176591999999999</c:v>
                </c:pt>
                <c:pt idx="1989">
                  <c:v>82.176591999999999</c:v>
                </c:pt>
                <c:pt idx="1990">
                  <c:v>82.176591999999999</c:v>
                </c:pt>
                <c:pt idx="1991">
                  <c:v>82.176591999999999</c:v>
                </c:pt>
                <c:pt idx="1992">
                  <c:v>82.176591999999999</c:v>
                </c:pt>
                <c:pt idx="1993">
                  <c:v>82.176591999999999</c:v>
                </c:pt>
                <c:pt idx="1994">
                  <c:v>82.176591999999999</c:v>
                </c:pt>
                <c:pt idx="1995">
                  <c:v>82.176591999999999</c:v>
                </c:pt>
                <c:pt idx="1996">
                  <c:v>82.176591999999999</c:v>
                </c:pt>
                <c:pt idx="1997">
                  <c:v>82.176591999999999</c:v>
                </c:pt>
                <c:pt idx="1998">
                  <c:v>82.176591999999999</c:v>
                </c:pt>
                <c:pt idx="1999">
                  <c:v>82.176591999999999</c:v>
                </c:pt>
                <c:pt idx="2000">
                  <c:v>82.176591999999999</c:v>
                </c:pt>
                <c:pt idx="2001">
                  <c:v>82.176591999999999</c:v>
                </c:pt>
                <c:pt idx="2002">
                  <c:v>82.176591999999999</c:v>
                </c:pt>
                <c:pt idx="2003">
                  <c:v>82.176591999999999</c:v>
                </c:pt>
                <c:pt idx="2004">
                  <c:v>82.176591999999999</c:v>
                </c:pt>
                <c:pt idx="2005">
                  <c:v>82.176591999999999</c:v>
                </c:pt>
                <c:pt idx="2006">
                  <c:v>82.176591999999999</c:v>
                </c:pt>
                <c:pt idx="2007">
                  <c:v>82.176591999999999</c:v>
                </c:pt>
                <c:pt idx="2008">
                  <c:v>82.176591999999999</c:v>
                </c:pt>
                <c:pt idx="2009">
                  <c:v>82.176591999999999</c:v>
                </c:pt>
                <c:pt idx="2010">
                  <c:v>82.176591999999999</c:v>
                </c:pt>
                <c:pt idx="2011">
                  <c:v>82.176591999999999</c:v>
                </c:pt>
                <c:pt idx="2012">
                  <c:v>82.176591999999999</c:v>
                </c:pt>
                <c:pt idx="2013">
                  <c:v>82.176591999999999</c:v>
                </c:pt>
                <c:pt idx="2014">
                  <c:v>82.176591999999999</c:v>
                </c:pt>
                <c:pt idx="2015">
                  <c:v>82.176591999999999</c:v>
                </c:pt>
                <c:pt idx="2016">
                  <c:v>82.176591999999999</c:v>
                </c:pt>
                <c:pt idx="2017">
                  <c:v>82.176591999999999</c:v>
                </c:pt>
                <c:pt idx="2018">
                  <c:v>82.176591999999999</c:v>
                </c:pt>
                <c:pt idx="2019">
                  <c:v>82.176591999999999</c:v>
                </c:pt>
                <c:pt idx="2020">
                  <c:v>82.176591999999999</c:v>
                </c:pt>
                <c:pt idx="2021">
                  <c:v>82.176591999999999</c:v>
                </c:pt>
                <c:pt idx="2022">
                  <c:v>82.176591999999999</c:v>
                </c:pt>
                <c:pt idx="2023">
                  <c:v>82.176591999999999</c:v>
                </c:pt>
                <c:pt idx="2024">
                  <c:v>82.176591999999999</c:v>
                </c:pt>
                <c:pt idx="2025">
                  <c:v>82.176591999999999</c:v>
                </c:pt>
                <c:pt idx="2026">
                  <c:v>82.176591999999999</c:v>
                </c:pt>
                <c:pt idx="2027">
                  <c:v>82.176591999999999</c:v>
                </c:pt>
                <c:pt idx="2028">
                  <c:v>82.176591999999999</c:v>
                </c:pt>
                <c:pt idx="2029">
                  <c:v>82.176591999999999</c:v>
                </c:pt>
                <c:pt idx="2030">
                  <c:v>82.176591999999999</c:v>
                </c:pt>
                <c:pt idx="2031">
                  <c:v>82.176591999999999</c:v>
                </c:pt>
                <c:pt idx="2032">
                  <c:v>82.176591999999999</c:v>
                </c:pt>
                <c:pt idx="2033">
                  <c:v>82.176591999999999</c:v>
                </c:pt>
                <c:pt idx="2034">
                  <c:v>82.176591999999999</c:v>
                </c:pt>
                <c:pt idx="2035">
                  <c:v>82.176591999999999</c:v>
                </c:pt>
                <c:pt idx="2036">
                  <c:v>82.176591999999999</c:v>
                </c:pt>
                <c:pt idx="2037">
                  <c:v>82.176591999999999</c:v>
                </c:pt>
                <c:pt idx="2038">
                  <c:v>82.176591999999999</c:v>
                </c:pt>
                <c:pt idx="2039">
                  <c:v>82.176591999999999</c:v>
                </c:pt>
                <c:pt idx="2040">
                  <c:v>82.176591999999999</c:v>
                </c:pt>
                <c:pt idx="2041">
                  <c:v>82.176591999999999</c:v>
                </c:pt>
                <c:pt idx="2042">
                  <c:v>82.176591999999999</c:v>
                </c:pt>
                <c:pt idx="2043">
                  <c:v>82.176591999999999</c:v>
                </c:pt>
                <c:pt idx="2044">
                  <c:v>82.176591999999999</c:v>
                </c:pt>
                <c:pt idx="2045">
                  <c:v>82.176591999999999</c:v>
                </c:pt>
                <c:pt idx="2046">
                  <c:v>82.176591999999999</c:v>
                </c:pt>
                <c:pt idx="2047">
                  <c:v>82.176591999999999</c:v>
                </c:pt>
                <c:pt idx="2048">
                  <c:v>82.176591999999999</c:v>
                </c:pt>
                <c:pt idx="2049">
                  <c:v>82.176591999999999</c:v>
                </c:pt>
                <c:pt idx="2050">
                  <c:v>82.176591999999999</c:v>
                </c:pt>
                <c:pt idx="2051">
                  <c:v>82.176591999999999</c:v>
                </c:pt>
                <c:pt idx="2052">
                  <c:v>82.176591999999999</c:v>
                </c:pt>
                <c:pt idx="2053">
                  <c:v>82.176591999999999</c:v>
                </c:pt>
                <c:pt idx="2054">
                  <c:v>82.176591999999999</c:v>
                </c:pt>
                <c:pt idx="2055">
                  <c:v>82.176591999999999</c:v>
                </c:pt>
                <c:pt idx="2056">
                  <c:v>82.176591999999999</c:v>
                </c:pt>
                <c:pt idx="2057">
                  <c:v>82.176591999999999</c:v>
                </c:pt>
                <c:pt idx="2058">
                  <c:v>82.176591999999999</c:v>
                </c:pt>
                <c:pt idx="2059">
                  <c:v>82.176591999999999</c:v>
                </c:pt>
                <c:pt idx="2060">
                  <c:v>82.176591999999999</c:v>
                </c:pt>
                <c:pt idx="2061">
                  <c:v>82.176591999999999</c:v>
                </c:pt>
                <c:pt idx="2062">
                  <c:v>83.813997999999998</c:v>
                </c:pt>
                <c:pt idx="2063">
                  <c:v>83.813997999999998</c:v>
                </c:pt>
                <c:pt idx="2064">
                  <c:v>83.813997999999998</c:v>
                </c:pt>
                <c:pt idx="2065">
                  <c:v>83.813997999999998</c:v>
                </c:pt>
                <c:pt idx="2066">
                  <c:v>83.813997999999998</c:v>
                </c:pt>
                <c:pt idx="2067">
                  <c:v>83.813997999999998</c:v>
                </c:pt>
                <c:pt idx="2068">
                  <c:v>83.813997999999998</c:v>
                </c:pt>
                <c:pt idx="2069">
                  <c:v>83.813997999999998</c:v>
                </c:pt>
                <c:pt idx="2070">
                  <c:v>83.813997999999998</c:v>
                </c:pt>
                <c:pt idx="2071">
                  <c:v>83.813997999999998</c:v>
                </c:pt>
                <c:pt idx="2072">
                  <c:v>83.813997999999998</c:v>
                </c:pt>
                <c:pt idx="2073">
                  <c:v>83.813997999999998</c:v>
                </c:pt>
                <c:pt idx="2074">
                  <c:v>83.813997999999998</c:v>
                </c:pt>
                <c:pt idx="2075">
                  <c:v>83.813997999999998</c:v>
                </c:pt>
                <c:pt idx="2076">
                  <c:v>83.813997999999998</c:v>
                </c:pt>
                <c:pt idx="2077">
                  <c:v>83.813997999999998</c:v>
                </c:pt>
                <c:pt idx="2078">
                  <c:v>83.813997999999998</c:v>
                </c:pt>
                <c:pt idx="2079">
                  <c:v>83.813997999999998</c:v>
                </c:pt>
                <c:pt idx="2080">
                  <c:v>84.588464999999999</c:v>
                </c:pt>
                <c:pt idx="2081">
                  <c:v>84.588464999999999</c:v>
                </c:pt>
                <c:pt idx="2082">
                  <c:v>84.588464999999999</c:v>
                </c:pt>
                <c:pt idx="2083">
                  <c:v>84.588464999999999</c:v>
                </c:pt>
                <c:pt idx="2084">
                  <c:v>84.588464999999999</c:v>
                </c:pt>
                <c:pt idx="2085">
                  <c:v>84.588464999999999</c:v>
                </c:pt>
                <c:pt idx="2086">
                  <c:v>84.588464999999999</c:v>
                </c:pt>
                <c:pt idx="2087">
                  <c:v>84.588464999999999</c:v>
                </c:pt>
                <c:pt idx="2088">
                  <c:v>84.588464999999999</c:v>
                </c:pt>
                <c:pt idx="2089">
                  <c:v>84.588464999999999</c:v>
                </c:pt>
                <c:pt idx="2090">
                  <c:v>84.588464999999999</c:v>
                </c:pt>
                <c:pt idx="2091">
                  <c:v>84.588464999999999</c:v>
                </c:pt>
                <c:pt idx="2092">
                  <c:v>84.588464999999999</c:v>
                </c:pt>
                <c:pt idx="2093">
                  <c:v>84.588464999999999</c:v>
                </c:pt>
                <c:pt idx="2094">
                  <c:v>84.588464999999999</c:v>
                </c:pt>
                <c:pt idx="2095">
                  <c:v>84.588464999999999</c:v>
                </c:pt>
                <c:pt idx="2096">
                  <c:v>84.588464999999999</c:v>
                </c:pt>
                <c:pt idx="2097">
                  <c:v>84.588464999999999</c:v>
                </c:pt>
                <c:pt idx="2098">
                  <c:v>84.588464999999999</c:v>
                </c:pt>
                <c:pt idx="2099">
                  <c:v>84.588464999999999</c:v>
                </c:pt>
                <c:pt idx="2100">
                  <c:v>84.588464999999999</c:v>
                </c:pt>
                <c:pt idx="2101">
                  <c:v>84.588464999999999</c:v>
                </c:pt>
                <c:pt idx="2102">
                  <c:v>84.588464999999999</c:v>
                </c:pt>
                <c:pt idx="2103">
                  <c:v>84.588464999999999</c:v>
                </c:pt>
                <c:pt idx="2104">
                  <c:v>84.588464999999999</c:v>
                </c:pt>
                <c:pt idx="2105">
                  <c:v>84.588464999999999</c:v>
                </c:pt>
                <c:pt idx="2106">
                  <c:v>84.588464999999999</c:v>
                </c:pt>
                <c:pt idx="2107">
                  <c:v>84.588464999999999</c:v>
                </c:pt>
                <c:pt idx="2108">
                  <c:v>84.588464999999999</c:v>
                </c:pt>
                <c:pt idx="2109">
                  <c:v>84.588464999999999</c:v>
                </c:pt>
                <c:pt idx="2110">
                  <c:v>84.588464999999999</c:v>
                </c:pt>
                <c:pt idx="2111">
                  <c:v>84.588464999999999</c:v>
                </c:pt>
                <c:pt idx="2112">
                  <c:v>84.588464999999999</c:v>
                </c:pt>
                <c:pt idx="2113">
                  <c:v>84.588464999999999</c:v>
                </c:pt>
                <c:pt idx="2114">
                  <c:v>84.588464999999999</c:v>
                </c:pt>
                <c:pt idx="2115">
                  <c:v>84.588464999999999</c:v>
                </c:pt>
                <c:pt idx="2116">
                  <c:v>84.588464999999999</c:v>
                </c:pt>
                <c:pt idx="2117">
                  <c:v>84.588464999999999</c:v>
                </c:pt>
                <c:pt idx="2118">
                  <c:v>84.588464999999999</c:v>
                </c:pt>
                <c:pt idx="2119">
                  <c:v>84.588464999999999</c:v>
                </c:pt>
                <c:pt idx="2120">
                  <c:v>84.588464999999999</c:v>
                </c:pt>
                <c:pt idx="2121">
                  <c:v>84.588464999999999</c:v>
                </c:pt>
                <c:pt idx="2122">
                  <c:v>84.588464999999999</c:v>
                </c:pt>
                <c:pt idx="2123">
                  <c:v>84.588464999999999</c:v>
                </c:pt>
                <c:pt idx="2124">
                  <c:v>84.588464999999999</c:v>
                </c:pt>
                <c:pt idx="2125">
                  <c:v>84.588464999999999</c:v>
                </c:pt>
                <c:pt idx="2126">
                  <c:v>84.588464999999999</c:v>
                </c:pt>
                <c:pt idx="2127">
                  <c:v>84.588464999999999</c:v>
                </c:pt>
                <c:pt idx="2128">
                  <c:v>84.588464999999999</c:v>
                </c:pt>
                <c:pt idx="2129">
                  <c:v>84.588464999999999</c:v>
                </c:pt>
                <c:pt idx="2130">
                  <c:v>84.588464999999999</c:v>
                </c:pt>
                <c:pt idx="2131">
                  <c:v>84.588464999999999</c:v>
                </c:pt>
                <c:pt idx="2132">
                  <c:v>84.588464999999999</c:v>
                </c:pt>
                <c:pt idx="2133">
                  <c:v>84.588464999999999</c:v>
                </c:pt>
                <c:pt idx="2134">
                  <c:v>84.588464999999999</c:v>
                </c:pt>
                <c:pt idx="2135">
                  <c:v>84.588464999999999</c:v>
                </c:pt>
                <c:pt idx="2136">
                  <c:v>84.588464999999999</c:v>
                </c:pt>
                <c:pt idx="2137">
                  <c:v>84.588464999999999</c:v>
                </c:pt>
                <c:pt idx="2138">
                  <c:v>84.588464999999999</c:v>
                </c:pt>
                <c:pt idx="2139">
                  <c:v>84.588464999999999</c:v>
                </c:pt>
                <c:pt idx="2140">
                  <c:v>84.588464999999999</c:v>
                </c:pt>
                <c:pt idx="2141">
                  <c:v>84.588464999999999</c:v>
                </c:pt>
                <c:pt idx="2142">
                  <c:v>84.588464999999999</c:v>
                </c:pt>
                <c:pt idx="2143">
                  <c:v>84.588464999999999</c:v>
                </c:pt>
                <c:pt idx="2144">
                  <c:v>84.588464999999999</c:v>
                </c:pt>
                <c:pt idx="2145">
                  <c:v>84.588464999999999</c:v>
                </c:pt>
                <c:pt idx="2146">
                  <c:v>84.588464999999999</c:v>
                </c:pt>
                <c:pt idx="2147">
                  <c:v>84.588464999999999</c:v>
                </c:pt>
                <c:pt idx="2148">
                  <c:v>84.588464999999999</c:v>
                </c:pt>
                <c:pt idx="2149">
                  <c:v>84.588464999999999</c:v>
                </c:pt>
                <c:pt idx="2150">
                  <c:v>84.588464999999999</c:v>
                </c:pt>
                <c:pt idx="2151">
                  <c:v>84.588464999999999</c:v>
                </c:pt>
                <c:pt idx="2152">
                  <c:v>84.588464999999999</c:v>
                </c:pt>
                <c:pt idx="2153">
                  <c:v>84.588464999999999</c:v>
                </c:pt>
                <c:pt idx="2154">
                  <c:v>84.588464999999999</c:v>
                </c:pt>
                <c:pt idx="2155">
                  <c:v>85.530129000000002</c:v>
                </c:pt>
                <c:pt idx="2156">
                  <c:v>85.530129000000002</c:v>
                </c:pt>
                <c:pt idx="2157">
                  <c:v>85.530129000000002</c:v>
                </c:pt>
                <c:pt idx="2158">
                  <c:v>85.530129000000002</c:v>
                </c:pt>
                <c:pt idx="2159">
                  <c:v>87.970156200000005</c:v>
                </c:pt>
                <c:pt idx="2160">
                  <c:v>87.970156200000005</c:v>
                </c:pt>
                <c:pt idx="2161">
                  <c:v>87.970156200000005</c:v>
                </c:pt>
                <c:pt idx="2162">
                  <c:v>87.970156200000005</c:v>
                </c:pt>
                <c:pt idx="2163">
                  <c:v>87.970156200000005</c:v>
                </c:pt>
                <c:pt idx="2164">
                  <c:v>87.970156200000005</c:v>
                </c:pt>
                <c:pt idx="2165">
                  <c:v>87.970156200000005</c:v>
                </c:pt>
                <c:pt idx="2166">
                  <c:v>87.970156200000005</c:v>
                </c:pt>
                <c:pt idx="2167">
                  <c:v>87.970156200000005</c:v>
                </c:pt>
                <c:pt idx="2168">
                  <c:v>87.970156200000005</c:v>
                </c:pt>
                <c:pt idx="2169">
                  <c:v>87.970156200000005</c:v>
                </c:pt>
                <c:pt idx="2170">
                  <c:v>87.970156200000005</c:v>
                </c:pt>
                <c:pt idx="2171">
                  <c:v>87.970156200000005</c:v>
                </c:pt>
                <c:pt idx="2172">
                  <c:v>87.970156200000005</c:v>
                </c:pt>
                <c:pt idx="2173">
                  <c:v>87.970156200000005</c:v>
                </c:pt>
                <c:pt idx="2174">
                  <c:v>87.970156200000005</c:v>
                </c:pt>
                <c:pt idx="2175">
                  <c:v>87.970156200000005</c:v>
                </c:pt>
                <c:pt idx="2176">
                  <c:v>87.970156200000005</c:v>
                </c:pt>
                <c:pt idx="2177">
                  <c:v>87.970156200000005</c:v>
                </c:pt>
                <c:pt idx="2178">
                  <c:v>87.970156200000005</c:v>
                </c:pt>
                <c:pt idx="2179">
                  <c:v>87.970156200000005</c:v>
                </c:pt>
                <c:pt idx="2180">
                  <c:v>87.970156200000005</c:v>
                </c:pt>
                <c:pt idx="2181">
                  <c:v>87.970156200000005</c:v>
                </c:pt>
                <c:pt idx="2182">
                  <c:v>87.970156200000005</c:v>
                </c:pt>
                <c:pt idx="2183">
                  <c:v>87.970156200000005</c:v>
                </c:pt>
                <c:pt idx="2184">
                  <c:v>87.970156200000005</c:v>
                </c:pt>
                <c:pt idx="2185">
                  <c:v>87.970156200000005</c:v>
                </c:pt>
                <c:pt idx="2186">
                  <c:v>87.970156200000005</c:v>
                </c:pt>
                <c:pt idx="2187">
                  <c:v>87.970156200000005</c:v>
                </c:pt>
                <c:pt idx="2188">
                  <c:v>87.970156200000005</c:v>
                </c:pt>
                <c:pt idx="2189">
                  <c:v>87.970156200000005</c:v>
                </c:pt>
                <c:pt idx="2190">
                  <c:v>87.970156200000005</c:v>
                </c:pt>
                <c:pt idx="2191">
                  <c:v>87.970156200000005</c:v>
                </c:pt>
                <c:pt idx="2192">
                  <c:v>87.970156200000005</c:v>
                </c:pt>
                <c:pt idx="2193">
                  <c:v>87.970156200000005</c:v>
                </c:pt>
                <c:pt idx="2194">
                  <c:v>87.970156200000005</c:v>
                </c:pt>
                <c:pt idx="2195">
                  <c:v>87.970156200000005</c:v>
                </c:pt>
                <c:pt idx="2196">
                  <c:v>87.970156200000005</c:v>
                </c:pt>
                <c:pt idx="2197">
                  <c:v>87.970156200000005</c:v>
                </c:pt>
                <c:pt idx="2198">
                  <c:v>87.970156200000005</c:v>
                </c:pt>
                <c:pt idx="2199">
                  <c:v>87.970156200000005</c:v>
                </c:pt>
                <c:pt idx="2200">
                  <c:v>87.970156200000005</c:v>
                </c:pt>
                <c:pt idx="2201">
                  <c:v>87.970156200000005</c:v>
                </c:pt>
                <c:pt idx="2202">
                  <c:v>87.970156200000005</c:v>
                </c:pt>
                <c:pt idx="2203">
                  <c:v>87.970156200000005</c:v>
                </c:pt>
                <c:pt idx="2204">
                  <c:v>87.970156200000005</c:v>
                </c:pt>
                <c:pt idx="2205">
                  <c:v>87.970156200000005</c:v>
                </c:pt>
                <c:pt idx="2206">
                  <c:v>87.970156200000005</c:v>
                </c:pt>
                <c:pt idx="2207">
                  <c:v>87.970156200000005</c:v>
                </c:pt>
                <c:pt idx="2208">
                  <c:v>87.970156200000005</c:v>
                </c:pt>
                <c:pt idx="2209">
                  <c:v>87.970156200000005</c:v>
                </c:pt>
                <c:pt idx="2210">
                  <c:v>87.970156200000005</c:v>
                </c:pt>
                <c:pt idx="2211">
                  <c:v>87.970156200000005</c:v>
                </c:pt>
                <c:pt idx="2212">
                  <c:v>87.970156200000005</c:v>
                </c:pt>
                <c:pt idx="2213">
                  <c:v>87.970156200000005</c:v>
                </c:pt>
                <c:pt idx="2214">
                  <c:v>87.970156200000005</c:v>
                </c:pt>
                <c:pt idx="2215">
                  <c:v>87.970156200000005</c:v>
                </c:pt>
                <c:pt idx="2216">
                  <c:v>87.970156200000005</c:v>
                </c:pt>
                <c:pt idx="2217">
                  <c:v>87.970156200000005</c:v>
                </c:pt>
                <c:pt idx="2218">
                  <c:v>87.970156200000005</c:v>
                </c:pt>
                <c:pt idx="2219">
                  <c:v>87.970156200000005</c:v>
                </c:pt>
                <c:pt idx="2220">
                  <c:v>87.970156200000005</c:v>
                </c:pt>
                <c:pt idx="2221">
                  <c:v>87.970156200000005</c:v>
                </c:pt>
                <c:pt idx="2222">
                  <c:v>87.970156200000005</c:v>
                </c:pt>
                <c:pt idx="2223">
                  <c:v>87.970156200000005</c:v>
                </c:pt>
                <c:pt idx="2224">
                  <c:v>87.970156200000005</c:v>
                </c:pt>
                <c:pt idx="2225">
                  <c:v>87.970156200000005</c:v>
                </c:pt>
                <c:pt idx="2226">
                  <c:v>87.970156200000005</c:v>
                </c:pt>
                <c:pt idx="2227">
                  <c:v>87.970156200000005</c:v>
                </c:pt>
                <c:pt idx="2228">
                  <c:v>87.970156200000005</c:v>
                </c:pt>
                <c:pt idx="2229">
                  <c:v>87.970156200000005</c:v>
                </c:pt>
                <c:pt idx="2230">
                  <c:v>87.970156200000005</c:v>
                </c:pt>
                <c:pt idx="2231">
                  <c:v>87.970156200000005</c:v>
                </c:pt>
                <c:pt idx="2232">
                  <c:v>87.970156200000005</c:v>
                </c:pt>
                <c:pt idx="2233">
                  <c:v>87.970156200000005</c:v>
                </c:pt>
                <c:pt idx="2234">
                  <c:v>87.970156200000005</c:v>
                </c:pt>
                <c:pt idx="2235">
                  <c:v>87.970156200000005</c:v>
                </c:pt>
                <c:pt idx="2236">
                  <c:v>87.970156200000005</c:v>
                </c:pt>
                <c:pt idx="2237">
                  <c:v>87.970156200000005</c:v>
                </c:pt>
                <c:pt idx="2238">
                  <c:v>87.970156200000005</c:v>
                </c:pt>
                <c:pt idx="2239">
                  <c:v>87.970156200000005</c:v>
                </c:pt>
                <c:pt idx="2240">
                  <c:v>87.970156200000005</c:v>
                </c:pt>
                <c:pt idx="2241">
                  <c:v>87.970156200000005</c:v>
                </c:pt>
                <c:pt idx="2242">
                  <c:v>87.970156200000005</c:v>
                </c:pt>
                <c:pt idx="2243">
                  <c:v>87.970156200000005</c:v>
                </c:pt>
                <c:pt idx="2244">
                  <c:v>87.970156200000005</c:v>
                </c:pt>
                <c:pt idx="2245">
                  <c:v>87.970156200000005</c:v>
                </c:pt>
                <c:pt idx="2246">
                  <c:v>87.970156200000005</c:v>
                </c:pt>
                <c:pt idx="2247">
                  <c:v>87.970156200000005</c:v>
                </c:pt>
                <c:pt idx="2248">
                  <c:v>87.970156200000005</c:v>
                </c:pt>
                <c:pt idx="2249">
                  <c:v>87.970156200000005</c:v>
                </c:pt>
                <c:pt idx="2250">
                  <c:v>87.970156200000005</c:v>
                </c:pt>
                <c:pt idx="2251">
                  <c:v>87.970156200000005</c:v>
                </c:pt>
                <c:pt idx="2252">
                  <c:v>87.970156200000005</c:v>
                </c:pt>
                <c:pt idx="2253">
                  <c:v>87.970156200000005</c:v>
                </c:pt>
                <c:pt idx="2254">
                  <c:v>87.970156200000005</c:v>
                </c:pt>
                <c:pt idx="2255">
                  <c:v>87.970156200000005</c:v>
                </c:pt>
                <c:pt idx="2256">
                  <c:v>87.970156200000005</c:v>
                </c:pt>
                <c:pt idx="2257">
                  <c:v>87.970156200000005</c:v>
                </c:pt>
                <c:pt idx="2258">
                  <c:v>87.970156200000005</c:v>
                </c:pt>
                <c:pt idx="2259">
                  <c:v>87.970156200000005</c:v>
                </c:pt>
                <c:pt idx="2260">
                  <c:v>87.970156200000005</c:v>
                </c:pt>
                <c:pt idx="2261">
                  <c:v>87.970156200000005</c:v>
                </c:pt>
                <c:pt idx="2262">
                  <c:v>87.970156200000005</c:v>
                </c:pt>
                <c:pt idx="2263">
                  <c:v>87.970156200000005</c:v>
                </c:pt>
                <c:pt idx="2264">
                  <c:v>87.970156200000005</c:v>
                </c:pt>
                <c:pt idx="2265">
                  <c:v>87.970156200000005</c:v>
                </c:pt>
                <c:pt idx="2266">
                  <c:v>87.970156200000005</c:v>
                </c:pt>
                <c:pt idx="2267">
                  <c:v>87.970156200000005</c:v>
                </c:pt>
                <c:pt idx="2268">
                  <c:v>87.970156200000005</c:v>
                </c:pt>
                <c:pt idx="2269">
                  <c:v>87.970156200000005</c:v>
                </c:pt>
                <c:pt idx="2270">
                  <c:v>87.970156200000005</c:v>
                </c:pt>
                <c:pt idx="2271">
                  <c:v>87.970156200000005</c:v>
                </c:pt>
                <c:pt idx="2272">
                  <c:v>87.970156200000005</c:v>
                </c:pt>
                <c:pt idx="2273">
                  <c:v>87.970156200000005</c:v>
                </c:pt>
                <c:pt idx="2274">
                  <c:v>87.970156200000005</c:v>
                </c:pt>
                <c:pt idx="2275">
                  <c:v>87.970156200000005</c:v>
                </c:pt>
                <c:pt idx="2276">
                  <c:v>87.970156200000005</c:v>
                </c:pt>
                <c:pt idx="2277">
                  <c:v>87.970156200000005</c:v>
                </c:pt>
                <c:pt idx="2278">
                  <c:v>87.970156200000005</c:v>
                </c:pt>
                <c:pt idx="2279">
                  <c:v>87.970156200000005</c:v>
                </c:pt>
                <c:pt idx="2280">
                  <c:v>87.970156200000005</c:v>
                </c:pt>
                <c:pt idx="2281">
                  <c:v>87.970156200000005</c:v>
                </c:pt>
                <c:pt idx="2282">
                  <c:v>87.970156200000005</c:v>
                </c:pt>
                <c:pt idx="2283">
                  <c:v>87.970156200000005</c:v>
                </c:pt>
                <c:pt idx="2284">
                  <c:v>87.970156200000005</c:v>
                </c:pt>
                <c:pt idx="2285">
                  <c:v>87.970156200000005</c:v>
                </c:pt>
                <c:pt idx="2286">
                  <c:v>87.970156200000005</c:v>
                </c:pt>
                <c:pt idx="2287">
                  <c:v>87.970156200000005</c:v>
                </c:pt>
                <c:pt idx="2288">
                  <c:v>87.970156200000005</c:v>
                </c:pt>
                <c:pt idx="2289">
                  <c:v>87.970156200000005</c:v>
                </c:pt>
                <c:pt idx="2290">
                  <c:v>87.970156200000005</c:v>
                </c:pt>
                <c:pt idx="2291">
                  <c:v>87.970156200000005</c:v>
                </c:pt>
                <c:pt idx="2292">
                  <c:v>87.970156200000005</c:v>
                </c:pt>
                <c:pt idx="2293">
                  <c:v>87.970156200000005</c:v>
                </c:pt>
                <c:pt idx="2294">
                  <c:v>87.970156200000005</c:v>
                </c:pt>
                <c:pt idx="2295">
                  <c:v>87.970156200000005</c:v>
                </c:pt>
                <c:pt idx="2296">
                  <c:v>87.970156200000005</c:v>
                </c:pt>
                <c:pt idx="2297">
                  <c:v>87.970156200000005</c:v>
                </c:pt>
                <c:pt idx="2298">
                  <c:v>87.970156200000005</c:v>
                </c:pt>
                <c:pt idx="2299">
                  <c:v>87.970156200000005</c:v>
                </c:pt>
                <c:pt idx="2300">
                  <c:v>87.970156200000005</c:v>
                </c:pt>
                <c:pt idx="2301">
                  <c:v>87.970156200000005</c:v>
                </c:pt>
                <c:pt idx="2302">
                  <c:v>87.970156200000005</c:v>
                </c:pt>
                <c:pt idx="2303">
                  <c:v>87.970156200000005</c:v>
                </c:pt>
                <c:pt idx="2304">
                  <c:v>87.970156200000005</c:v>
                </c:pt>
                <c:pt idx="2305">
                  <c:v>87.970156200000005</c:v>
                </c:pt>
                <c:pt idx="2306">
                  <c:v>87.970156200000005</c:v>
                </c:pt>
                <c:pt idx="2307">
                  <c:v>87.970156200000005</c:v>
                </c:pt>
                <c:pt idx="2308">
                  <c:v>87.970156200000005</c:v>
                </c:pt>
                <c:pt idx="2309">
                  <c:v>87.970156200000005</c:v>
                </c:pt>
                <c:pt idx="2310">
                  <c:v>87.970156200000005</c:v>
                </c:pt>
                <c:pt idx="2311">
                  <c:v>87.970156200000005</c:v>
                </c:pt>
                <c:pt idx="2312">
                  <c:v>87.970156200000005</c:v>
                </c:pt>
                <c:pt idx="2313">
                  <c:v>87.970156200000005</c:v>
                </c:pt>
                <c:pt idx="2314">
                  <c:v>88.61124015</c:v>
                </c:pt>
                <c:pt idx="2315">
                  <c:v>88.61124015</c:v>
                </c:pt>
                <c:pt idx="2316">
                  <c:v>88.61124015</c:v>
                </c:pt>
                <c:pt idx="2317">
                  <c:v>88.61124015</c:v>
                </c:pt>
                <c:pt idx="2318">
                  <c:v>88.61124015</c:v>
                </c:pt>
                <c:pt idx="2319">
                  <c:v>88.61124015</c:v>
                </c:pt>
                <c:pt idx="2320">
                  <c:v>88.61124015</c:v>
                </c:pt>
                <c:pt idx="2321">
                  <c:v>88.61124015</c:v>
                </c:pt>
                <c:pt idx="2322">
                  <c:v>88.61124015</c:v>
                </c:pt>
                <c:pt idx="2323">
                  <c:v>88.61124015</c:v>
                </c:pt>
                <c:pt idx="2324">
                  <c:v>88.61124015</c:v>
                </c:pt>
                <c:pt idx="2325">
                  <c:v>88.61124015</c:v>
                </c:pt>
                <c:pt idx="2326">
                  <c:v>88.61124015</c:v>
                </c:pt>
                <c:pt idx="2327">
                  <c:v>88.61124015</c:v>
                </c:pt>
                <c:pt idx="2328">
                  <c:v>88.61124015</c:v>
                </c:pt>
                <c:pt idx="2329">
                  <c:v>88.61124015</c:v>
                </c:pt>
                <c:pt idx="2330">
                  <c:v>88.61124015</c:v>
                </c:pt>
                <c:pt idx="2331">
                  <c:v>88.61124015</c:v>
                </c:pt>
                <c:pt idx="2332">
                  <c:v>88.61124015</c:v>
                </c:pt>
                <c:pt idx="2333">
                  <c:v>88.61124015</c:v>
                </c:pt>
                <c:pt idx="2334">
                  <c:v>88.61124015</c:v>
                </c:pt>
                <c:pt idx="2335">
                  <c:v>88.61124015</c:v>
                </c:pt>
                <c:pt idx="2336">
                  <c:v>88.61124015</c:v>
                </c:pt>
                <c:pt idx="2337">
                  <c:v>88.61124015</c:v>
                </c:pt>
                <c:pt idx="2338">
                  <c:v>88.61124015</c:v>
                </c:pt>
                <c:pt idx="2339">
                  <c:v>88.61124015</c:v>
                </c:pt>
                <c:pt idx="2340">
                  <c:v>88.61124015</c:v>
                </c:pt>
                <c:pt idx="2341">
                  <c:v>88.61124015</c:v>
                </c:pt>
                <c:pt idx="2342">
                  <c:v>88.61124015</c:v>
                </c:pt>
                <c:pt idx="2343">
                  <c:v>88.61124015</c:v>
                </c:pt>
                <c:pt idx="2344">
                  <c:v>88.61124015</c:v>
                </c:pt>
                <c:pt idx="2345">
                  <c:v>88.61124015</c:v>
                </c:pt>
                <c:pt idx="2346">
                  <c:v>88.61124015</c:v>
                </c:pt>
                <c:pt idx="2347">
                  <c:v>88.61124015</c:v>
                </c:pt>
                <c:pt idx="2348">
                  <c:v>88.61124015</c:v>
                </c:pt>
                <c:pt idx="2349">
                  <c:v>88.61124015</c:v>
                </c:pt>
                <c:pt idx="2350">
                  <c:v>88.61124015</c:v>
                </c:pt>
                <c:pt idx="2351">
                  <c:v>88.61124015</c:v>
                </c:pt>
                <c:pt idx="2352">
                  <c:v>94.921296999999996</c:v>
                </c:pt>
                <c:pt idx="2353">
                  <c:v>94.921296999999996</c:v>
                </c:pt>
                <c:pt idx="2354">
                  <c:v>94.921296999999996</c:v>
                </c:pt>
                <c:pt idx="2355">
                  <c:v>94.921296999999996</c:v>
                </c:pt>
                <c:pt idx="2356">
                  <c:v>94.921296999999996</c:v>
                </c:pt>
                <c:pt idx="2357">
                  <c:v>94.921296999999996</c:v>
                </c:pt>
                <c:pt idx="2358">
                  <c:v>94.921296999999996</c:v>
                </c:pt>
                <c:pt idx="2359">
                  <c:v>94.921296999999996</c:v>
                </c:pt>
                <c:pt idx="2360">
                  <c:v>94.921296999999996</c:v>
                </c:pt>
                <c:pt idx="2361">
                  <c:v>94.921296999999996</c:v>
                </c:pt>
                <c:pt idx="2362">
                  <c:v>94.921296999999996</c:v>
                </c:pt>
                <c:pt idx="2363">
                  <c:v>94.921296999999996</c:v>
                </c:pt>
                <c:pt idx="2364">
                  <c:v>94.921296999999996</c:v>
                </c:pt>
                <c:pt idx="2365">
                  <c:v>94.921296999999996</c:v>
                </c:pt>
                <c:pt idx="2366">
                  <c:v>94.921296999999996</c:v>
                </c:pt>
                <c:pt idx="2367">
                  <c:v>94.921296999999996</c:v>
                </c:pt>
                <c:pt idx="2368">
                  <c:v>94.921296999999996</c:v>
                </c:pt>
                <c:pt idx="2369">
                  <c:v>94.921296999999996</c:v>
                </c:pt>
                <c:pt idx="2370">
                  <c:v>94.921296999999996</c:v>
                </c:pt>
                <c:pt idx="2371">
                  <c:v>94.921296999999996</c:v>
                </c:pt>
                <c:pt idx="2372">
                  <c:v>94.921296999999996</c:v>
                </c:pt>
                <c:pt idx="2373">
                  <c:v>94.921296999999996</c:v>
                </c:pt>
                <c:pt idx="2374">
                  <c:v>94.921296999999996</c:v>
                </c:pt>
                <c:pt idx="2375">
                  <c:v>94.921296999999996</c:v>
                </c:pt>
                <c:pt idx="2376">
                  <c:v>94.921296999999996</c:v>
                </c:pt>
                <c:pt idx="2377">
                  <c:v>94.921296999999996</c:v>
                </c:pt>
                <c:pt idx="2378">
                  <c:v>94.921296999999996</c:v>
                </c:pt>
                <c:pt idx="2379">
                  <c:v>94.921296999999996</c:v>
                </c:pt>
                <c:pt idx="2380">
                  <c:v>94.921296999999996</c:v>
                </c:pt>
                <c:pt idx="2381">
                  <c:v>94.921296999999996</c:v>
                </c:pt>
                <c:pt idx="2382">
                  <c:v>94.921296999999996</c:v>
                </c:pt>
                <c:pt idx="2383">
                  <c:v>94.921296999999996</c:v>
                </c:pt>
                <c:pt idx="2384">
                  <c:v>94.921296999999996</c:v>
                </c:pt>
                <c:pt idx="2385">
                  <c:v>94.921296999999996</c:v>
                </c:pt>
                <c:pt idx="2386">
                  <c:v>94.921296999999996</c:v>
                </c:pt>
                <c:pt idx="2387">
                  <c:v>94.921296999999996</c:v>
                </c:pt>
                <c:pt idx="2388">
                  <c:v>94.921296999999996</c:v>
                </c:pt>
                <c:pt idx="2389">
                  <c:v>94.921296999999996</c:v>
                </c:pt>
                <c:pt idx="2390">
                  <c:v>94.921296999999996</c:v>
                </c:pt>
                <c:pt idx="2391">
                  <c:v>94.921296999999996</c:v>
                </c:pt>
                <c:pt idx="2392">
                  <c:v>94.921296999999996</c:v>
                </c:pt>
                <c:pt idx="2393">
                  <c:v>94.921296999999996</c:v>
                </c:pt>
                <c:pt idx="2394">
                  <c:v>94.921296999999996</c:v>
                </c:pt>
                <c:pt idx="2395">
                  <c:v>94.921296999999996</c:v>
                </c:pt>
                <c:pt idx="2396">
                  <c:v>94.921296999999996</c:v>
                </c:pt>
                <c:pt idx="2397">
                  <c:v>94.921296999999996</c:v>
                </c:pt>
                <c:pt idx="2398">
                  <c:v>94.921296999999996</c:v>
                </c:pt>
                <c:pt idx="2399">
                  <c:v>94.921296999999996</c:v>
                </c:pt>
                <c:pt idx="2400">
                  <c:v>94.921296999999996</c:v>
                </c:pt>
                <c:pt idx="2401">
                  <c:v>94.921296999999996</c:v>
                </c:pt>
                <c:pt idx="2402">
                  <c:v>94.921296999999996</c:v>
                </c:pt>
                <c:pt idx="2403">
                  <c:v>94.921296999999996</c:v>
                </c:pt>
                <c:pt idx="2404">
                  <c:v>94.921296999999996</c:v>
                </c:pt>
                <c:pt idx="2405">
                  <c:v>94.921296999999996</c:v>
                </c:pt>
                <c:pt idx="2406">
                  <c:v>94.921296999999996</c:v>
                </c:pt>
                <c:pt idx="2407">
                  <c:v>94.921296999999996</c:v>
                </c:pt>
                <c:pt idx="2408">
                  <c:v>94.921296999999996</c:v>
                </c:pt>
                <c:pt idx="2409">
                  <c:v>94.921296999999996</c:v>
                </c:pt>
                <c:pt idx="2410">
                  <c:v>94.921296999999996</c:v>
                </c:pt>
                <c:pt idx="2411">
                  <c:v>94.921296999999996</c:v>
                </c:pt>
                <c:pt idx="2412">
                  <c:v>94.921296999999996</c:v>
                </c:pt>
                <c:pt idx="2413">
                  <c:v>94.921296999999996</c:v>
                </c:pt>
                <c:pt idx="2414">
                  <c:v>94.921296999999996</c:v>
                </c:pt>
                <c:pt idx="2415">
                  <c:v>94.921296999999996</c:v>
                </c:pt>
                <c:pt idx="2416">
                  <c:v>94.921296999999996</c:v>
                </c:pt>
                <c:pt idx="2417">
                  <c:v>94.921296999999996</c:v>
                </c:pt>
                <c:pt idx="2418">
                  <c:v>94.921296999999996</c:v>
                </c:pt>
                <c:pt idx="2419">
                  <c:v>94.921296999999996</c:v>
                </c:pt>
                <c:pt idx="2420">
                  <c:v>94.921296999999996</c:v>
                </c:pt>
                <c:pt idx="2421">
                  <c:v>94.921296999999996</c:v>
                </c:pt>
                <c:pt idx="2422">
                  <c:v>94.921296999999996</c:v>
                </c:pt>
                <c:pt idx="2423">
                  <c:v>94.921296999999996</c:v>
                </c:pt>
                <c:pt idx="2424">
                  <c:v>94.921296999999996</c:v>
                </c:pt>
                <c:pt idx="2425">
                  <c:v>94.921296999999996</c:v>
                </c:pt>
                <c:pt idx="2426">
                  <c:v>94.921296999999996</c:v>
                </c:pt>
                <c:pt idx="2427">
                  <c:v>94.921296999999996</c:v>
                </c:pt>
                <c:pt idx="2428">
                  <c:v>94.921296999999996</c:v>
                </c:pt>
                <c:pt idx="2429">
                  <c:v>94.921296999999996</c:v>
                </c:pt>
                <c:pt idx="2430">
                  <c:v>94.921296999999996</c:v>
                </c:pt>
                <c:pt idx="2431">
                  <c:v>94.921296999999996</c:v>
                </c:pt>
                <c:pt idx="2432">
                  <c:v>94.921296999999996</c:v>
                </c:pt>
                <c:pt idx="2433">
                  <c:v>94.921296999999996</c:v>
                </c:pt>
                <c:pt idx="2434">
                  <c:v>94.921296999999996</c:v>
                </c:pt>
                <c:pt idx="2435">
                  <c:v>94.921296999999996</c:v>
                </c:pt>
                <c:pt idx="2436">
                  <c:v>94.921296999999996</c:v>
                </c:pt>
                <c:pt idx="2437">
                  <c:v>94.921296999999996</c:v>
                </c:pt>
                <c:pt idx="2438">
                  <c:v>94.921296999999996</c:v>
                </c:pt>
                <c:pt idx="2439">
                  <c:v>94.921296999999996</c:v>
                </c:pt>
                <c:pt idx="2440">
                  <c:v>94.921296999999996</c:v>
                </c:pt>
                <c:pt idx="2441">
                  <c:v>94.921296999999996</c:v>
                </c:pt>
                <c:pt idx="2442">
                  <c:v>94.921296999999996</c:v>
                </c:pt>
                <c:pt idx="2443">
                  <c:v>94.921296999999996</c:v>
                </c:pt>
                <c:pt idx="2444">
                  <c:v>94.921296999999996</c:v>
                </c:pt>
                <c:pt idx="2445">
                  <c:v>94.921296999999996</c:v>
                </c:pt>
                <c:pt idx="2446">
                  <c:v>94.921296999999996</c:v>
                </c:pt>
                <c:pt idx="2447">
                  <c:v>94.921296999999996</c:v>
                </c:pt>
                <c:pt idx="2448">
                  <c:v>94.921296999999996</c:v>
                </c:pt>
                <c:pt idx="2449">
                  <c:v>94.921296999999996</c:v>
                </c:pt>
                <c:pt idx="2450">
                  <c:v>94.921296999999996</c:v>
                </c:pt>
                <c:pt idx="2451">
                  <c:v>94.921296999999996</c:v>
                </c:pt>
                <c:pt idx="2452">
                  <c:v>94.921296999999996</c:v>
                </c:pt>
                <c:pt idx="2453">
                  <c:v>94.921296999999996</c:v>
                </c:pt>
                <c:pt idx="2454">
                  <c:v>94.921296999999996</c:v>
                </c:pt>
                <c:pt idx="2455">
                  <c:v>94.921296999999996</c:v>
                </c:pt>
                <c:pt idx="2456">
                  <c:v>94.921296999999996</c:v>
                </c:pt>
                <c:pt idx="2457">
                  <c:v>94.921296999999996</c:v>
                </c:pt>
                <c:pt idx="2458">
                  <c:v>94.921296999999996</c:v>
                </c:pt>
                <c:pt idx="2459">
                  <c:v>94.921296999999996</c:v>
                </c:pt>
                <c:pt idx="2460">
                  <c:v>94.921296999999996</c:v>
                </c:pt>
                <c:pt idx="2461">
                  <c:v>94.921296999999996</c:v>
                </c:pt>
                <c:pt idx="2462">
                  <c:v>94.921296999999996</c:v>
                </c:pt>
                <c:pt idx="2463">
                  <c:v>94.921296999999996</c:v>
                </c:pt>
                <c:pt idx="2464">
                  <c:v>94.921296999999996</c:v>
                </c:pt>
                <c:pt idx="2465">
                  <c:v>94.921296999999996</c:v>
                </c:pt>
                <c:pt idx="2466">
                  <c:v>94.921296999999996</c:v>
                </c:pt>
                <c:pt idx="2467">
                  <c:v>94.921296999999996</c:v>
                </c:pt>
                <c:pt idx="2468">
                  <c:v>94.921296999999996</c:v>
                </c:pt>
                <c:pt idx="2469">
                  <c:v>94.921296999999996</c:v>
                </c:pt>
                <c:pt idx="2470">
                  <c:v>94.921296999999996</c:v>
                </c:pt>
                <c:pt idx="2471">
                  <c:v>94.921296999999996</c:v>
                </c:pt>
                <c:pt idx="2472">
                  <c:v>94.921296999999996</c:v>
                </c:pt>
                <c:pt idx="2473">
                  <c:v>94.921296999999996</c:v>
                </c:pt>
                <c:pt idx="2474">
                  <c:v>94.921296999999996</c:v>
                </c:pt>
                <c:pt idx="2475">
                  <c:v>94.921296999999996</c:v>
                </c:pt>
                <c:pt idx="2476">
                  <c:v>94.921296999999996</c:v>
                </c:pt>
                <c:pt idx="2477">
                  <c:v>94.921296999999996</c:v>
                </c:pt>
                <c:pt idx="2478">
                  <c:v>94.921296999999996</c:v>
                </c:pt>
                <c:pt idx="2479">
                  <c:v>94.921296999999996</c:v>
                </c:pt>
                <c:pt idx="2480">
                  <c:v>94.921296999999996</c:v>
                </c:pt>
                <c:pt idx="2481">
                  <c:v>94.921296999999996</c:v>
                </c:pt>
                <c:pt idx="2482">
                  <c:v>94.921296999999996</c:v>
                </c:pt>
                <c:pt idx="2483">
                  <c:v>94.921296999999996</c:v>
                </c:pt>
                <c:pt idx="2484">
                  <c:v>94.921296999999996</c:v>
                </c:pt>
                <c:pt idx="2485">
                  <c:v>94.921296999999996</c:v>
                </c:pt>
                <c:pt idx="2486">
                  <c:v>94.921296999999996</c:v>
                </c:pt>
                <c:pt idx="2487">
                  <c:v>94.921296999999996</c:v>
                </c:pt>
                <c:pt idx="2488">
                  <c:v>94.921296999999996</c:v>
                </c:pt>
                <c:pt idx="2489">
                  <c:v>94.921296999999996</c:v>
                </c:pt>
                <c:pt idx="2490">
                  <c:v>94.921296999999996</c:v>
                </c:pt>
                <c:pt idx="2491">
                  <c:v>94.921296999999996</c:v>
                </c:pt>
                <c:pt idx="2492">
                  <c:v>94.921296999999996</c:v>
                </c:pt>
                <c:pt idx="2493">
                  <c:v>94.921296999999996</c:v>
                </c:pt>
                <c:pt idx="2494">
                  <c:v>94.921296999999996</c:v>
                </c:pt>
                <c:pt idx="2495">
                  <c:v>94.921296999999996</c:v>
                </c:pt>
                <c:pt idx="2496">
                  <c:v>94.921296999999996</c:v>
                </c:pt>
                <c:pt idx="2497">
                  <c:v>94.921296999999996</c:v>
                </c:pt>
                <c:pt idx="2498">
                  <c:v>94.921296999999996</c:v>
                </c:pt>
                <c:pt idx="2499">
                  <c:v>94.921296999999996</c:v>
                </c:pt>
                <c:pt idx="2500">
                  <c:v>94.921296999999996</c:v>
                </c:pt>
                <c:pt idx="2501">
                  <c:v>94.921296999999996</c:v>
                </c:pt>
                <c:pt idx="2502">
                  <c:v>94.921296999999996</c:v>
                </c:pt>
                <c:pt idx="2503">
                  <c:v>94.921296999999996</c:v>
                </c:pt>
                <c:pt idx="2504">
                  <c:v>94.921296999999996</c:v>
                </c:pt>
                <c:pt idx="2505">
                  <c:v>94.921296999999996</c:v>
                </c:pt>
                <c:pt idx="2506">
                  <c:v>94.921296999999996</c:v>
                </c:pt>
                <c:pt idx="2507">
                  <c:v>94.921296999999996</c:v>
                </c:pt>
                <c:pt idx="2508">
                  <c:v>94.921296999999996</c:v>
                </c:pt>
                <c:pt idx="2509">
                  <c:v>94.921296999999996</c:v>
                </c:pt>
                <c:pt idx="2510">
                  <c:v>94.921296999999996</c:v>
                </c:pt>
                <c:pt idx="2511">
                  <c:v>94.921296999999996</c:v>
                </c:pt>
                <c:pt idx="2512">
                  <c:v>94.921296999999996</c:v>
                </c:pt>
                <c:pt idx="2513">
                  <c:v>94.921296999999996</c:v>
                </c:pt>
                <c:pt idx="2514">
                  <c:v>94.921296999999996</c:v>
                </c:pt>
                <c:pt idx="2515">
                  <c:v>94.921296999999996</c:v>
                </c:pt>
                <c:pt idx="2516">
                  <c:v>94.921296999999996</c:v>
                </c:pt>
                <c:pt idx="2517">
                  <c:v>94.921296999999996</c:v>
                </c:pt>
                <c:pt idx="2518">
                  <c:v>94.921296999999996</c:v>
                </c:pt>
                <c:pt idx="2519">
                  <c:v>94.921296999999996</c:v>
                </c:pt>
                <c:pt idx="2520">
                  <c:v>94.921296999999996</c:v>
                </c:pt>
                <c:pt idx="2521">
                  <c:v>94.921296999999996</c:v>
                </c:pt>
                <c:pt idx="2522">
                  <c:v>94.921296999999996</c:v>
                </c:pt>
                <c:pt idx="2523">
                  <c:v>94.921296999999996</c:v>
                </c:pt>
                <c:pt idx="2524">
                  <c:v>94.921296999999996</c:v>
                </c:pt>
                <c:pt idx="2525">
                  <c:v>94.921296999999996</c:v>
                </c:pt>
                <c:pt idx="2526">
                  <c:v>94.921296999999996</c:v>
                </c:pt>
                <c:pt idx="2527">
                  <c:v>94.921296999999996</c:v>
                </c:pt>
                <c:pt idx="2528">
                  <c:v>94.921296999999996</c:v>
                </c:pt>
                <c:pt idx="2529">
                  <c:v>94.921296999999996</c:v>
                </c:pt>
                <c:pt idx="2530">
                  <c:v>94.921296999999996</c:v>
                </c:pt>
                <c:pt idx="2531">
                  <c:v>94.921296999999996</c:v>
                </c:pt>
                <c:pt idx="2532">
                  <c:v>94.921296999999996</c:v>
                </c:pt>
                <c:pt idx="2533">
                  <c:v>94.921296999999996</c:v>
                </c:pt>
                <c:pt idx="2534">
                  <c:v>94.921296999999996</c:v>
                </c:pt>
                <c:pt idx="2535">
                  <c:v>94.921296999999996</c:v>
                </c:pt>
                <c:pt idx="2536">
                  <c:v>95.356194000000002</c:v>
                </c:pt>
                <c:pt idx="2537">
                  <c:v>96.085941000000005</c:v>
                </c:pt>
                <c:pt idx="2538">
                  <c:v>96.085941000000005</c:v>
                </c:pt>
                <c:pt idx="2539">
                  <c:v>96.085941000000005</c:v>
                </c:pt>
                <c:pt idx="2540">
                  <c:v>96.085941000000005</c:v>
                </c:pt>
                <c:pt idx="2541">
                  <c:v>96.085941000000005</c:v>
                </c:pt>
                <c:pt idx="2542">
                  <c:v>96.085941000000005</c:v>
                </c:pt>
                <c:pt idx="2543">
                  <c:v>96.085941000000005</c:v>
                </c:pt>
                <c:pt idx="2544">
                  <c:v>96.085941000000005</c:v>
                </c:pt>
                <c:pt idx="2545">
                  <c:v>96.085941000000005</c:v>
                </c:pt>
                <c:pt idx="2546">
                  <c:v>96.085941000000005</c:v>
                </c:pt>
                <c:pt idx="2547">
                  <c:v>96.085941000000005</c:v>
                </c:pt>
                <c:pt idx="2548">
                  <c:v>96.085941000000005</c:v>
                </c:pt>
                <c:pt idx="2549">
                  <c:v>96.085941000000005</c:v>
                </c:pt>
                <c:pt idx="2550">
                  <c:v>96.085941000000005</c:v>
                </c:pt>
                <c:pt idx="2551">
                  <c:v>96.085941000000005</c:v>
                </c:pt>
                <c:pt idx="2552">
                  <c:v>96.085941000000005</c:v>
                </c:pt>
                <c:pt idx="2553">
                  <c:v>96.085941000000005</c:v>
                </c:pt>
                <c:pt idx="2554">
                  <c:v>96.085941000000005</c:v>
                </c:pt>
                <c:pt idx="2555">
                  <c:v>96.085941000000005</c:v>
                </c:pt>
                <c:pt idx="2556">
                  <c:v>96.085941000000005</c:v>
                </c:pt>
                <c:pt idx="2557">
                  <c:v>96.085941000000005</c:v>
                </c:pt>
                <c:pt idx="2558">
                  <c:v>96.085941000000005</c:v>
                </c:pt>
                <c:pt idx="2559">
                  <c:v>96.085941000000005</c:v>
                </c:pt>
                <c:pt idx="2560">
                  <c:v>96.085941000000005</c:v>
                </c:pt>
                <c:pt idx="2561">
                  <c:v>96.085941000000005</c:v>
                </c:pt>
                <c:pt idx="2562">
                  <c:v>96.085941000000005</c:v>
                </c:pt>
                <c:pt idx="2563">
                  <c:v>96.085941000000005</c:v>
                </c:pt>
                <c:pt idx="2564">
                  <c:v>96.085941000000005</c:v>
                </c:pt>
                <c:pt idx="2565">
                  <c:v>96.085941000000005</c:v>
                </c:pt>
                <c:pt idx="2566">
                  <c:v>96.085941000000005</c:v>
                </c:pt>
                <c:pt idx="2567">
                  <c:v>96.085941000000005</c:v>
                </c:pt>
                <c:pt idx="2568">
                  <c:v>96.085941000000005</c:v>
                </c:pt>
                <c:pt idx="2569">
                  <c:v>96.085941000000005</c:v>
                </c:pt>
                <c:pt idx="2570">
                  <c:v>96.085941000000005</c:v>
                </c:pt>
                <c:pt idx="2571">
                  <c:v>96.085941000000005</c:v>
                </c:pt>
                <c:pt idx="2572">
                  <c:v>96.085941000000005</c:v>
                </c:pt>
                <c:pt idx="2573">
                  <c:v>96.085941000000005</c:v>
                </c:pt>
                <c:pt idx="2574">
                  <c:v>96.085941000000005</c:v>
                </c:pt>
                <c:pt idx="2575">
                  <c:v>96.085941000000005</c:v>
                </c:pt>
                <c:pt idx="2576">
                  <c:v>96.085941000000005</c:v>
                </c:pt>
                <c:pt idx="2577">
                  <c:v>96.085941000000005</c:v>
                </c:pt>
                <c:pt idx="2578">
                  <c:v>96.085941000000005</c:v>
                </c:pt>
                <c:pt idx="2579">
                  <c:v>96.085941000000005</c:v>
                </c:pt>
                <c:pt idx="2580">
                  <c:v>96.085941000000005</c:v>
                </c:pt>
                <c:pt idx="2581">
                  <c:v>98.735821999999999</c:v>
                </c:pt>
                <c:pt idx="2582">
                  <c:v>98.735821999999999</c:v>
                </c:pt>
                <c:pt idx="2583">
                  <c:v>98.735821999999999</c:v>
                </c:pt>
                <c:pt idx="2584">
                  <c:v>98.735821999999999</c:v>
                </c:pt>
                <c:pt idx="2585">
                  <c:v>98.735821999999999</c:v>
                </c:pt>
                <c:pt idx="2586">
                  <c:v>98.735821999999999</c:v>
                </c:pt>
                <c:pt idx="2587">
                  <c:v>98.735821999999999</c:v>
                </c:pt>
                <c:pt idx="2588">
                  <c:v>98.735821999999999</c:v>
                </c:pt>
                <c:pt idx="2589">
                  <c:v>98.735821999999999</c:v>
                </c:pt>
                <c:pt idx="2590">
                  <c:v>98.735821999999999</c:v>
                </c:pt>
                <c:pt idx="2591">
                  <c:v>98.735821999999999</c:v>
                </c:pt>
                <c:pt idx="2592">
                  <c:v>98.735821999999999</c:v>
                </c:pt>
                <c:pt idx="2593">
                  <c:v>98.735821999999999</c:v>
                </c:pt>
                <c:pt idx="2594">
                  <c:v>98.735821999999999</c:v>
                </c:pt>
                <c:pt idx="2595">
                  <c:v>98.735821999999999</c:v>
                </c:pt>
                <c:pt idx="2596">
                  <c:v>98.735821999999999</c:v>
                </c:pt>
                <c:pt idx="2597">
                  <c:v>98.735821999999999</c:v>
                </c:pt>
                <c:pt idx="2598">
                  <c:v>98.735821999999999</c:v>
                </c:pt>
                <c:pt idx="2599">
                  <c:v>98.735821999999999</c:v>
                </c:pt>
                <c:pt idx="2600">
                  <c:v>98.735821999999999</c:v>
                </c:pt>
                <c:pt idx="2601">
                  <c:v>98.735821999999999</c:v>
                </c:pt>
                <c:pt idx="2602">
                  <c:v>98.735821999999999</c:v>
                </c:pt>
                <c:pt idx="2603">
                  <c:v>98.735821999999999</c:v>
                </c:pt>
                <c:pt idx="2604">
                  <c:v>98.735821999999999</c:v>
                </c:pt>
                <c:pt idx="2605">
                  <c:v>98.735821999999999</c:v>
                </c:pt>
                <c:pt idx="2606">
                  <c:v>98.735821999999999</c:v>
                </c:pt>
                <c:pt idx="2607">
                  <c:v>98.735821999999999</c:v>
                </c:pt>
                <c:pt idx="2608">
                  <c:v>98.735821999999999</c:v>
                </c:pt>
                <c:pt idx="2609">
                  <c:v>98.735821999999999</c:v>
                </c:pt>
                <c:pt idx="2610">
                  <c:v>98.735821999999999</c:v>
                </c:pt>
                <c:pt idx="2611">
                  <c:v>98.735821999999999</c:v>
                </c:pt>
                <c:pt idx="2612">
                  <c:v>98.735821999999999</c:v>
                </c:pt>
                <c:pt idx="2613">
                  <c:v>98.735821999999999</c:v>
                </c:pt>
                <c:pt idx="2614">
                  <c:v>98.735821999999999</c:v>
                </c:pt>
                <c:pt idx="2615">
                  <c:v>98.735821999999999</c:v>
                </c:pt>
                <c:pt idx="2616">
                  <c:v>98.735821999999999</c:v>
                </c:pt>
                <c:pt idx="2617">
                  <c:v>98.735821999999999</c:v>
                </c:pt>
                <c:pt idx="2618">
                  <c:v>98.735821999999999</c:v>
                </c:pt>
                <c:pt idx="2619">
                  <c:v>98.735821999999999</c:v>
                </c:pt>
                <c:pt idx="2620">
                  <c:v>98.735821999999999</c:v>
                </c:pt>
                <c:pt idx="2621">
                  <c:v>98.735821999999999</c:v>
                </c:pt>
                <c:pt idx="2622">
                  <c:v>98.735821999999999</c:v>
                </c:pt>
                <c:pt idx="2623">
                  <c:v>98.735821999999999</c:v>
                </c:pt>
                <c:pt idx="2624">
                  <c:v>100</c:v>
                </c:pt>
                <c:pt idx="2625">
                  <c:v>100</c:v>
                </c:pt>
                <c:pt idx="2626">
                  <c:v>100</c:v>
                </c:pt>
                <c:pt idx="2627">
                  <c:v>100</c:v>
                </c:pt>
                <c:pt idx="2628">
                  <c:v>100</c:v>
                </c:pt>
                <c:pt idx="2629">
                  <c:v>100</c:v>
                </c:pt>
                <c:pt idx="2630">
                  <c:v>100</c:v>
                </c:pt>
                <c:pt idx="2631">
                  <c:v>100</c:v>
                </c:pt>
                <c:pt idx="2632">
                  <c:v>100</c:v>
                </c:pt>
                <c:pt idx="2633">
                  <c:v>100</c:v>
                </c:pt>
                <c:pt idx="2634">
                  <c:v>100</c:v>
                </c:pt>
                <c:pt idx="2635">
                  <c:v>100</c:v>
                </c:pt>
                <c:pt idx="2636">
                  <c:v>100</c:v>
                </c:pt>
                <c:pt idx="2637">
                  <c:v>100</c:v>
                </c:pt>
                <c:pt idx="2638">
                  <c:v>100</c:v>
                </c:pt>
                <c:pt idx="2639">
                  <c:v>100</c:v>
                </c:pt>
                <c:pt idx="2640">
                  <c:v>100</c:v>
                </c:pt>
                <c:pt idx="2641">
                  <c:v>100</c:v>
                </c:pt>
                <c:pt idx="2642">
                  <c:v>100</c:v>
                </c:pt>
                <c:pt idx="2643">
                  <c:v>100</c:v>
                </c:pt>
                <c:pt idx="2644">
                  <c:v>100</c:v>
                </c:pt>
                <c:pt idx="2645">
                  <c:v>100</c:v>
                </c:pt>
                <c:pt idx="2646">
                  <c:v>100</c:v>
                </c:pt>
                <c:pt idx="2647">
                  <c:v>100</c:v>
                </c:pt>
                <c:pt idx="2648">
                  <c:v>100</c:v>
                </c:pt>
                <c:pt idx="2649">
                  <c:v>100</c:v>
                </c:pt>
                <c:pt idx="2650">
                  <c:v>100</c:v>
                </c:pt>
                <c:pt idx="2651">
                  <c:v>100</c:v>
                </c:pt>
                <c:pt idx="2652">
                  <c:v>100</c:v>
                </c:pt>
                <c:pt idx="2653">
                  <c:v>100</c:v>
                </c:pt>
                <c:pt idx="2654">
                  <c:v>100</c:v>
                </c:pt>
                <c:pt idx="2655">
                  <c:v>100</c:v>
                </c:pt>
                <c:pt idx="2656">
                  <c:v>100</c:v>
                </c:pt>
                <c:pt idx="2657">
                  <c:v>100</c:v>
                </c:pt>
                <c:pt idx="2658">
                  <c:v>100</c:v>
                </c:pt>
                <c:pt idx="2659">
                  <c:v>100</c:v>
                </c:pt>
                <c:pt idx="2660">
                  <c:v>100</c:v>
                </c:pt>
                <c:pt idx="2661">
                  <c:v>100</c:v>
                </c:pt>
                <c:pt idx="2662">
                  <c:v>100</c:v>
                </c:pt>
                <c:pt idx="2663">
                  <c:v>100</c:v>
                </c:pt>
                <c:pt idx="2664">
                  <c:v>100</c:v>
                </c:pt>
                <c:pt idx="2665">
                  <c:v>100</c:v>
                </c:pt>
                <c:pt idx="2666">
                  <c:v>100</c:v>
                </c:pt>
                <c:pt idx="2667">
                  <c:v>100</c:v>
                </c:pt>
                <c:pt idx="2668">
                  <c:v>100</c:v>
                </c:pt>
                <c:pt idx="2669">
                  <c:v>100</c:v>
                </c:pt>
                <c:pt idx="2670">
                  <c:v>100</c:v>
                </c:pt>
                <c:pt idx="2671">
                  <c:v>100</c:v>
                </c:pt>
                <c:pt idx="2672">
                  <c:v>100</c:v>
                </c:pt>
                <c:pt idx="2673">
                  <c:v>100</c:v>
                </c:pt>
                <c:pt idx="2674">
                  <c:v>100</c:v>
                </c:pt>
                <c:pt idx="2675">
                  <c:v>100</c:v>
                </c:pt>
                <c:pt idx="2676">
                  <c:v>100</c:v>
                </c:pt>
                <c:pt idx="2677">
                  <c:v>100</c:v>
                </c:pt>
                <c:pt idx="2678">
                  <c:v>100</c:v>
                </c:pt>
                <c:pt idx="2679">
                  <c:v>100</c:v>
                </c:pt>
                <c:pt idx="2680">
                  <c:v>100</c:v>
                </c:pt>
                <c:pt idx="2681">
                  <c:v>100</c:v>
                </c:pt>
                <c:pt idx="2682">
                  <c:v>100</c:v>
                </c:pt>
                <c:pt idx="2683">
                  <c:v>100</c:v>
                </c:pt>
                <c:pt idx="2684">
                  <c:v>100</c:v>
                </c:pt>
                <c:pt idx="2685">
                  <c:v>100</c:v>
                </c:pt>
                <c:pt idx="2686">
                  <c:v>100</c:v>
                </c:pt>
                <c:pt idx="2687">
                  <c:v>100</c:v>
                </c:pt>
                <c:pt idx="2688">
                  <c:v>100</c:v>
                </c:pt>
                <c:pt idx="2689">
                  <c:v>100</c:v>
                </c:pt>
                <c:pt idx="2690">
                  <c:v>100</c:v>
                </c:pt>
                <c:pt idx="2691">
                  <c:v>100</c:v>
                </c:pt>
                <c:pt idx="2692">
                  <c:v>100</c:v>
                </c:pt>
                <c:pt idx="2693">
                  <c:v>100</c:v>
                </c:pt>
                <c:pt idx="2694">
                  <c:v>100</c:v>
                </c:pt>
                <c:pt idx="2695">
                  <c:v>100</c:v>
                </c:pt>
                <c:pt idx="2696">
                  <c:v>100</c:v>
                </c:pt>
                <c:pt idx="2697">
                  <c:v>100</c:v>
                </c:pt>
                <c:pt idx="2698">
                  <c:v>100</c:v>
                </c:pt>
                <c:pt idx="2699">
                  <c:v>100</c:v>
                </c:pt>
                <c:pt idx="2700">
                  <c:v>100</c:v>
                </c:pt>
                <c:pt idx="2701">
                  <c:v>100</c:v>
                </c:pt>
                <c:pt idx="2702">
                  <c:v>100</c:v>
                </c:pt>
                <c:pt idx="2703">
                  <c:v>100</c:v>
                </c:pt>
                <c:pt idx="2704">
                  <c:v>100</c:v>
                </c:pt>
                <c:pt idx="2705">
                  <c:v>100</c:v>
                </c:pt>
                <c:pt idx="2706">
                  <c:v>100</c:v>
                </c:pt>
                <c:pt idx="2707">
                  <c:v>100</c:v>
                </c:pt>
                <c:pt idx="2708">
                  <c:v>100</c:v>
                </c:pt>
                <c:pt idx="2709">
                  <c:v>100</c:v>
                </c:pt>
                <c:pt idx="2710">
                  <c:v>100</c:v>
                </c:pt>
                <c:pt idx="2711">
                  <c:v>100</c:v>
                </c:pt>
                <c:pt idx="2712">
                  <c:v>100</c:v>
                </c:pt>
                <c:pt idx="2713">
                  <c:v>100</c:v>
                </c:pt>
                <c:pt idx="2714">
                  <c:v>100</c:v>
                </c:pt>
                <c:pt idx="2715">
                  <c:v>100</c:v>
                </c:pt>
                <c:pt idx="2716">
                  <c:v>100</c:v>
                </c:pt>
                <c:pt idx="2717">
                  <c:v>100</c:v>
                </c:pt>
                <c:pt idx="2718">
                  <c:v>100</c:v>
                </c:pt>
                <c:pt idx="2719">
                  <c:v>100</c:v>
                </c:pt>
                <c:pt idx="2720">
                  <c:v>100</c:v>
                </c:pt>
                <c:pt idx="2721">
                  <c:v>100</c:v>
                </c:pt>
                <c:pt idx="2722">
                  <c:v>100</c:v>
                </c:pt>
                <c:pt idx="2723">
                  <c:v>100</c:v>
                </c:pt>
                <c:pt idx="2724">
                  <c:v>100</c:v>
                </c:pt>
                <c:pt idx="2725">
                  <c:v>100</c:v>
                </c:pt>
                <c:pt idx="2726">
                  <c:v>100</c:v>
                </c:pt>
                <c:pt idx="2727">
                  <c:v>100</c:v>
                </c:pt>
                <c:pt idx="2728">
                  <c:v>100</c:v>
                </c:pt>
                <c:pt idx="2729">
                  <c:v>100</c:v>
                </c:pt>
                <c:pt idx="2730">
                  <c:v>100</c:v>
                </c:pt>
                <c:pt idx="2731">
                  <c:v>100</c:v>
                </c:pt>
                <c:pt idx="2732">
                  <c:v>100</c:v>
                </c:pt>
                <c:pt idx="2733">
                  <c:v>100</c:v>
                </c:pt>
                <c:pt idx="2734">
                  <c:v>100</c:v>
                </c:pt>
                <c:pt idx="2735">
                  <c:v>100</c:v>
                </c:pt>
                <c:pt idx="2736">
                  <c:v>100</c:v>
                </c:pt>
                <c:pt idx="2737">
                  <c:v>100</c:v>
                </c:pt>
                <c:pt idx="2738">
                  <c:v>100</c:v>
                </c:pt>
                <c:pt idx="2739">
                  <c:v>100</c:v>
                </c:pt>
                <c:pt idx="2740">
                  <c:v>100</c:v>
                </c:pt>
                <c:pt idx="2741">
                  <c:v>100</c:v>
                </c:pt>
                <c:pt idx="2742">
                  <c:v>100</c:v>
                </c:pt>
                <c:pt idx="2743">
                  <c:v>100</c:v>
                </c:pt>
                <c:pt idx="2744">
                  <c:v>100</c:v>
                </c:pt>
                <c:pt idx="2745">
                  <c:v>100</c:v>
                </c:pt>
                <c:pt idx="2746">
                  <c:v>100</c:v>
                </c:pt>
                <c:pt idx="2747">
                  <c:v>100</c:v>
                </c:pt>
                <c:pt idx="2748">
                  <c:v>100</c:v>
                </c:pt>
                <c:pt idx="2749">
                  <c:v>100</c:v>
                </c:pt>
                <c:pt idx="2750">
                  <c:v>100</c:v>
                </c:pt>
                <c:pt idx="2751">
                  <c:v>100</c:v>
                </c:pt>
                <c:pt idx="2752">
                  <c:v>100</c:v>
                </c:pt>
                <c:pt idx="2753">
                  <c:v>100</c:v>
                </c:pt>
                <c:pt idx="2754">
                  <c:v>100</c:v>
                </c:pt>
                <c:pt idx="2755">
                  <c:v>100</c:v>
                </c:pt>
                <c:pt idx="2756">
                  <c:v>100</c:v>
                </c:pt>
                <c:pt idx="2757">
                  <c:v>100</c:v>
                </c:pt>
                <c:pt idx="2758">
                  <c:v>100</c:v>
                </c:pt>
                <c:pt idx="2759">
                  <c:v>100</c:v>
                </c:pt>
                <c:pt idx="2760">
                  <c:v>100</c:v>
                </c:pt>
                <c:pt idx="2761">
                  <c:v>100</c:v>
                </c:pt>
                <c:pt idx="2762">
                  <c:v>100</c:v>
                </c:pt>
                <c:pt idx="2763">
                  <c:v>100</c:v>
                </c:pt>
                <c:pt idx="2764">
                  <c:v>100</c:v>
                </c:pt>
                <c:pt idx="2765">
                  <c:v>100</c:v>
                </c:pt>
                <c:pt idx="2766">
                  <c:v>100</c:v>
                </c:pt>
                <c:pt idx="2767">
                  <c:v>100</c:v>
                </c:pt>
                <c:pt idx="2768">
                  <c:v>100</c:v>
                </c:pt>
                <c:pt idx="2769">
                  <c:v>100</c:v>
                </c:pt>
                <c:pt idx="2770">
                  <c:v>100</c:v>
                </c:pt>
                <c:pt idx="2771">
                  <c:v>100</c:v>
                </c:pt>
                <c:pt idx="2772">
                  <c:v>100</c:v>
                </c:pt>
                <c:pt idx="2773">
                  <c:v>100</c:v>
                </c:pt>
                <c:pt idx="2774">
                  <c:v>100</c:v>
                </c:pt>
                <c:pt idx="2775">
                  <c:v>100</c:v>
                </c:pt>
                <c:pt idx="2776">
                  <c:v>100</c:v>
                </c:pt>
                <c:pt idx="2777">
                  <c:v>100</c:v>
                </c:pt>
                <c:pt idx="2778">
                  <c:v>100</c:v>
                </c:pt>
                <c:pt idx="2779">
                  <c:v>100</c:v>
                </c:pt>
                <c:pt idx="2780">
                  <c:v>100</c:v>
                </c:pt>
                <c:pt idx="2781">
                  <c:v>100</c:v>
                </c:pt>
                <c:pt idx="2782">
                  <c:v>100</c:v>
                </c:pt>
                <c:pt idx="2783">
                  <c:v>100</c:v>
                </c:pt>
                <c:pt idx="2784">
                  <c:v>100</c:v>
                </c:pt>
                <c:pt idx="2785">
                  <c:v>100</c:v>
                </c:pt>
                <c:pt idx="2786">
                  <c:v>100</c:v>
                </c:pt>
                <c:pt idx="2787">
                  <c:v>100</c:v>
                </c:pt>
                <c:pt idx="2788">
                  <c:v>100</c:v>
                </c:pt>
                <c:pt idx="2789">
                  <c:v>100</c:v>
                </c:pt>
                <c:pt idx="2790">
                  <c:v>100</c:v>
                </c:pt>
                <c:pt idx="2791">
                  <c:v>100</c:v>
                </c:pt>
                <c:pt idx="2792">
                  <c:v>100</c:v>
                </c:pt>
                <c:pt idx="2793">
                  <c:v>100</c:v>
                </c:pt>
                <c:pt idx="2794">
                  <c:v>100</c:v>
                </c:pt>
                <c:pt idx="2795">
                  <c:v>100</c:v>
                </c:pt>
                <c:pt idx="2796">
                  <c:v>100</c:v>
                </c:pt>
                <c:pt idx="2797">
                  <c:v>100</c:v>
                </c:pt>
                <c:pt idx="2798">
                  <c:v>100</c:v>
                </c:pt>
                <c:pt idx="2799">
                  <c:v>100</c:v>
                </c:pt>
                <c:pt idx="2800">
                  <c:v>100</c:v>
                </c:pt>
                <c:pt idx="2801">
                  <c:v>100</c:v>
                </c:pt>
                <c:pt idx="2802">
                  <c:v>100</c:v>
                </c:pt>
                <c:pt idx="2803">
                  <c:v>100</c:v>
                </c:pt>
                <c:pt idx="2804">
                  <c:v>100</c:v>
                </c:pt>
                <c:pt idx="2805">
                  <c:v>100</c:v>
                </c:pt>
                <c:pt idx="2806">
                  <c:v>100</c:v>
                </c:pt>
                <c:pt idx="2807">
                  <c:v>103.02191259999999</c:v>
                </c:pt>
                <c:pt idx="2808">
                  <c:v>103.02191259999999</c:v>
                </c:pt>
                <c:pt idx="2809">
                  <c:v>103.02191259999999</c:v>
                </c:pt>
                <c:pt idx="2810">
                  <c:v>103.02191259999999</c:v>
                </c:pt>
                <c:pt idx="2811">
                  <c:v>103.02191259999999</c:v>
                </c:pt>
                <c:pt idx="2812">
                  <c:v>103.02191259999999</c:v>
                </c:pt>
                <c:pt idx="2813">
                  <c:v>103.02191259999999</c:v>
                </c:pt>
                <c:pt idx="2814">
                  <c:v>103.02191259999999</c:v>
                </c:pt>
                <c:pt idx="2815">
                  <c:v>103.02191259999999</c:v>
                </c:pt>
                <c:pt idx="2816">
                  <c:v>103.02191259999999</c:v>
                </c:pt>
                <c:pt idx="2817">
                  <c:v>103.02191259999999</c:v>
                </c:pt>
                <c:pt idx="2818">
                  <c:v>103.02191259999999</c:v>
                </c:pt>
                <c:pt idx="2819">
                  <c:v>103.02191259999999</c:v>
                </c:pt>
                <c:pt idx="2820">
                  <c:v>103.02191259999999</c:v>
                </c:pt>
                <c:pt idx="2821">
                  <c:v>103.02191259999999</c:v>
                </c:pt>
                <c:pt idx="2822">
                  <c:v>103.02191259999999</c:v>
                </c:pt>
                <c:pt idx="2823">
                  <c:v>103.02191259999999</c:v>
                </c:pt>
                <c:pt idx="2824">
                  <c:v>103.02191259999999</c:v>
                </c:pt>
                <c:pt idx="2825">
                  <c:v>103.02191259999999</c:v>
                </c:pt>
                <c:pt idx="2826">
                  <c:v>103.02191259999999</c:v>
                </c:pt>
                <c:pt idx="2827">
                  <c:v>103.02191259999999</c:v>
                </c:pt>
                <c:pt idx="2828">
                  <c:v>103.02191259999999</c:v>
                </c:pt>
                <c:pt idx="2829">
                  <c:v>103.02191259999999</c:v>
                </c:pt>
                <c:pt idx="2830">
                  <c:v>103.02191259999999</c:v>
                </c:pt>
                <c:pt idx="2831">
                  <c:v>103.02191259999999</c:v>
                </c:pt>
                <c:pt idx="2832">
                  <c:v>103.02191259999999</c:v>
                </c:pt>
                <c:pt idx="2833">
                  <c:v>103.02191259999999</c:v>
                </c:pt>
                <c:pt idx="2834">
                  <c:v>103.02191259999999</c:v>
                </c:pt>
                <c:pt idx="2835">
                  <c:v>103.02191259999999</c:v>
                </c:pt>
                <c:pt idx="2836">
                  <c:v>103.02191259999999</c:v>
                </c:pt>
                <c:pt idx="2837">
                  <c:v>103.02191259999999</c:v>
                </c:pt>
                <c:pt idx="2838">
                  <c:v>103.02191259999999</c:v>
                </c:pt>
                <c:pt idx="2839">
                  <c:v>103.02191259999999</c:v>
                </c:pt>
                <c:pt idx="2840">
                  <c:v>103.02191259999999</c:v>
                </c:pt>
                <c:pt idx="2841">
                  <c:v>103.02191259999999</c:v>
                </c:pt>
                <c:pt idx="2842">
                  <c:v>103.02191259999999</c:v>
                </c:pt>
                <c:pt idx="2843">
                  <c:v>103.02191259999999</c:v>
                </c:pt>
                <c:pt idx="2844">
                  <c:v>103.02191259999999</c:v>
                </c:pt>
                <c:pt idx="2845">
                  <c:v>103.02191259999999</c:v>
                </c:pt>
                <c:pt idx="2846">
                  <c:v>103.02191259999999</c:v>
                </c:pt>
                <c:pt idx="2847">
                  <c:v>103.02191259999999</c:v>
                </c:pt>
                <c:pt idx="2848">
                  <c:v>103.02191259999999</c:v>
                </c:pt>
                <c:pt idx="2849">
                  <c:v>103.02191259999999</c:v>
                </c:pt>
                <c:pt idx="2850">
                  <c:v>103.02191259999999</c:v>
                </c:pt>
                <c:pt idx="2851">
                  <c:v>103.02191259999999</c:v>
                </c:pt>
                <c:pt idx="2852">
                  <c:v>103.02191259999999</c:v>
                </c:pt>
                <c:pt idx="2853">
                  <c:v>103.02191259999999</c:v>
                </c:pt>
                <c:pt idx="2854">
                  <c:v>103.02191259999999</c:v>
                </c:pt>
                <c:pt idx="2855">
                  <c:v>103.02191259999999</c:v>
                </c:pt>
                <c:pt idx="2856">
                  <c:v>103.02191259999999</c:v>
                </c:pt>
                <c:pt idx="2857">
                  <c:v>103.02191259999999</c:v>
                </c:pt>
                <c:pt idx="2858">
                  <c:v>103.02191259999999</c:v>
                </c:pt>
                <c:pt idx="2859">
                  <c:v>103.02191259999999</c:v>
                </c:pt>
                <c:pt idx="2860">
                  <c:v>103.02191259999999</c:v>
                </c:pt>
                <c:pt idx="2861">
                  <c:v>103.02191259999999</c:v>
                </c:pt>
                <c:pt idx="2862">
                  <c:v>103.02191259999999</c:v>
                </c:pt>
                <c:pt idx="2863">
                  <c:v>103.02191259999999</c:v>
                </c:pt>
                <c:pt idx="2864">
                  <c:v>103.02191259999999</c:v>
                </c:pt>
                <c:pt idx="2865">
                  <c:v>103.02191259999999</c:v>
                </c:pt>
                <c:pt idx="2866">
                  <c:v>103.02191259999999</c:v>
                </c:pt>
                <c:pt idx="2867">
                  <c:v>103.02191259999999</c:v>
                </c:pt>
                <c:pt idx="2868">
                  <c:v>103.02191259999999</c:v>
                </c:pt>
                <c:pt idx="2869">
                  <c:v>103.02191259999999</c:v>
                </c:pt>
                <c:pt idx="2870">
                  <c:v>103.02191259999999</c:v>
                </c:pt>
                <c:pt idx="2871">
                  <c:v>103.02191259999999</c:v>
                </c:pt>
                <c:pt idx="2872">
                  <c:v>103.02191259999999</c:v>
                </c:pt>
                <c:pt idx="2873">
                  <c:v>103.02191259999999</c:v>
                </c:pt>
                <c:pt idx="2874">
                  <c:v>103.02191259999999</c:v>
                </c:pt>
                <c:pt idx="2875">
                  <c:v>103.02191259999999</c:v>
                </c:pt>
                <c:pt idx="2876">
                  <c:v>103.02191259999999</c:v>
                </c:pt>
                <c:pt idx="2877">
                  <c:v>103.02191259999999</c:v>
                </c:pt>
                <c:pt idx="2878">
                  <c:v>103.02191259999999</c:v>
                </c:pt>
                <c:pt idx="2879">
                  <c:v>103.02191259999999</c:v>
                </c:pt>
                <c:pt idx="2880">
                  <c:v>103.02191259999999</c:v>
                </c:pt>
                <c:pt idx="2881">
                  <c:v>103.02191259999999</c:v>
                </c:pt>
                <c:pt idx="2882">
                  <c:v>103.02191259999999</c:v>
                </c:pt>
                <c:pt idx="2883">
                  <c:v>103.02191259999999</c:v>
                </c:pt>
                <c:pt idx="2884">
                  <c:v>103.02191259999999</c:v>
                </c:pt>
                <c:pt idx="2885">
                  <c:v>103.02191259999999</c:v>
                </c:pt>
                <c:pt idx="2886">
                  <c:v>103.02191259999999</c:v>
                </c:pt>
                <c:pt idx="2887">
                  <c:v>103.02191259999999</c:v>
                </c:pt>
                <c:pt idx="2888">
                  <c:v>103.02191259999999</c:v>
                </c:pt>
                <c:pt idx="2889">
                  <c:v>103.02191259999999</c:v>
                </c:pt>
                <c:pt idx="2890">
                  <c:v>103.02191259999999</c:v>
                </c:pt>
                <c:pt idx="2891">
                  <c:v>103.02191259999999</c:v>
                </c:pt>
                <c:pt idx="2892">
                  <c:v>103.02191259999999</c:v>
                </c:pt>
                <c:pt idx="2893">
                  <c:v>103.02191259999999</c:v>
                </c:pt>
                <c:pt idx="2894">
                  <c:v>103.02191259999999</c:v>
                </c:pt>
                <c:pt idx="2895">
                  <c:v>103.02191259999999</c:v>
                </c:pt>
                <c:pt idx="2896">
                  <c:v>103.02191259999999</c:v>
                </c:pt>
                <c:pt idx="2897">
                  <c:v>103.02191259999999</c:v>
                </c:pt>
                <c:pt idx="2898">
                  <c:v>103.02191259999999</c:v>
                </c:pt>
                <c:pt idx="2899">
                  <c:v>103.02191259999999</c:v>
                </c:pt>
                <c:pt idx="2900">
                  <c:v>103.02191259999999</c:v>
                </c:pt>
                <c:pt idx="2901">
                  <c:v>103.02191259999999</c:v>
                </c:pt>
                <c:pt idx="2902">
                  <c:v>103.02191259999999</c:v>
                </c:pt>
                <c:pt idx="2903">
                  <c:v>103.02191259999999</c:v>
                </c:pt>
                <c:pt idx="2904">
                  <c:v>103.02191259999999</c:v>
                </c:pt>
                <c:pt idx="2905">
                  <c:v>103.02191259999999</c:v>
                </c:pt>
                <c:pt idx="2906">
                  <c:v>103.02191259999999</c:v>
                </c:pt>
                <c:pt idx="2907">
                  <c:v>103.02191259999999</c:v>
                </c:pt>
                <c:pt idx="2908">
                  <c:v>103.02191259999999</c:v>
                </c:pt>
                <c:pt idx="2909">
                  <c:v>103.02191259999999</c:v>
                </c:pt>
                <c:pt idx="2910">
                  <c:v>103.02191259999999</c:v>
                </c:pt>
                <c:pt idx="2911">
                  <c:v>103.02191259999999</c:v>
                </c:pt>
                <c:pt idx="2912">
                  <c:v>103.02191259999999</c:v>
                </c:pt>
                <c:pt idx="2913">
                  <c:v>103.02191259999999</c:v>
                </c:pt>
                <c:pt idx="2914">
                  <c:v>103.02191259999999</c:v>
                </c:pt>
                <c:pt idx="2915">
                  <c:v>103.02191259999999</c:v>
                </c:pt>
                <c:pt idx="2916">
                  <c:v>103.02191259999999</c:v>
                </c:pt>
                <c:pt idx="2917">
                  <c:v>103.02191259999999</c:v>
                </c:pt>
                <c:pt idx="2918">
                  <c:v>103.02191259999999</c:v>
                </c:pt>
                <c:pt idx="2919">
                  <c:v>103.02191259999999</c:v>
                </c:pt>
                <c:pt idx="2920">
                  <c:v>103.02191259999999</c:v>
                </c:pt>
                <c:pt idx="2921">
                  <c:v>103.02191259999999</c:v>
                </c:pt>
                <c:pt idx="2922">
                  <c:v>103.02191259999999</c:v>
                </c:pt>
                <c:pt idx="2923">
                  <c:v>103.02191259999999</c:v>
                </c:pt>
                <c:pt idx="2924">
                  <c:v>103.02191259999999</c:v>
                </c:pt>
                <c:pt idx="2925">
                  <c:v>103.02191259999999</c:v>
                </c:pt>
                <c:pt idx="2926">
                  <c:v>103.02191259999999</c:v>
                </c:pt>
                <c:pt idx="2927">
                  <c:v>103.02191259999999</c:v>
                </c:pt>
                <c:pt idx="2928">
                  <c:v>103.02191259999999</c:v>
                </c:pt>
                <c:pt idx="2929">
                  <c:v>103.02191259999999</c:v>
                </c:pt>
                <c:pt idx="2930">
                  <c:v>103.02191259999999</c:v>
                </c:pt>
                <c:pt idx="2931">
                  <c:v>103.02191259999999</c:v>
                </c:pt>
                <c:pt idx="2932">
                  <c:v>103.02191259999999</c:v>
                </c:pt>
                <c:pt idx="2933">
                  <c:v>103.02191259999999</c:v>
                </c:pt>
                <c:pt idx="2934">
                  <c:v>103.02191259999999</c:v>
                </c:pt>
                <c:pt idx="2935">
                  <c:v>103.02191259999999</c:v>
                </c:pt>
                <c:pt idx="2936">
                  <c:v>103.02191259999999</c:v>
                </c:pt>
                <c:pt idx="2937">
                  <c:v>103.02191259999999</c:v>
                </c:pt>
                <c:pt idx="2938">
                  <c:v>103.02191259999999</c:v>
                </c:pt>
                <c:pt idx="2939">
                  <c:v>103.02191259999999</c:v>
                </c:pt>
                <c:pt idx="2940">
                  <c:v>103.02191259999999</c:v>
                </c:pt>
                <c:pt idx="2941">
                  <c:v>103.02191259999999</c:v>
                </c:pt>
                <c:pt idx="2942">
                  <c:v>103.02191259999999</c:v>
                </c:pt>
                <c:pt idx="2943">
                  <c:v>103.02191259999999</c:v>
                </c:pt>
                <c:pt idx="2944">
                  <c:v>103.02191259999999</c:v>
                </c:pt>
                <c:pt idx="2945">
                  <c:v>103.02191259999999</c:v>
                </c:pt>
                <c:pt idx="2946">
                  <c:v>103.02191259999999</c:v>
                </c:pt>
                <c:pt idx="2947">
                  <c:v>103.02191259999999</c:v>
                </c:pt>
                <c:pt idx="2948">
                  <c:v>103.02191259999999</c:v>
                </c:pt>
                <c:pt idx="2949">
                  <c:v>103.02191259999999</c:v>
                </c:pt>
                <c:pt idx="2950">
                  <c:v>103.02191259999999</c:v>
                </c:pt>
                <c:pt idx="2951">
                  <c:v>103.02191259999999</c:v>
                </c:pt>
                <c:pt idx="2952">
                  <c:v>103.02191259999999</c:v>
                </c:pt>
                <c:pt idx="2953">
                  <c:v>103.02191259999999</c:v>
                </c:pt>
                <c:pt idx="2954">
                  <c:v>103.02191259999999</c:v>
                </c:pt>
                <c:pt idx="2955">
                  <c:v>103.02191259999999</c:v>
                </c:pt>
                <c:pt idx="2956">
                  <c:v>103.02191259999999</c:v>
                </c:pt>
                <c:pt idx="2957">
                  <c:v>103.02191259999999</c:v>
                </c:pt>
                <c:pt idx="2958">
                  <c:v>103.02191259999999</c:v>
                </c:pt>
                <c:pt idx="2959">
                  <c:v>103.02191259999999</c:v>
                </c:pt>
                <c:pt idx="2960">
                  <c:v>103.02191259999999</c:v>
                </c:pt>
                <c:pt idx="2961">
                  <c:v>103.02191259999999</c:v>
                </c:pt>
                <c:pt idx="2962">
                  <c:v>103.02191259999999</c:v>
                </c:pt>
                <c:pt idx="2963">
                  <c:v>103.02191259999999</c:v>
                </c:pt>
                <c:pt idx="2964">
                  <c:v>103.02191259999999</c:v>
                </c:pt>
                <c:pt idx="2965">
                  <c:v>103.02191259999999</c:v>
                </c:pt>
                <c:pt idx="2966">
                  <c:v>103.02191259999999</c:v>
                </c:pt>
                <c:pt idx="2967">
                  <c:v>103.02191259999999</c:v>
                </c:pt>
                <c:pt idx="2968">
                  <c:v>103.02191259999999</c:v>
                </c:pt>
                <c:pt idx="2969">
                  <c:v>103.02191259999999</c:v>
                </c:pt>
                <c:pt idx="2970">
                  <c:v>103.02191259999999</c:v>
                </c:pt>
                <c:pt idx="2971">
                  <c:v>103.02191259999999</c:v>
                </c:pt>
                <c:pt idx="2972">
                  <c:v>103.02191259999999</c:v>
                </c:pt>
                <c:pt idx="2973">
                  <c:v>103.02191259999999</c:v>
                </c:pt>
                <c:pt idx="2974">
                  <c:v>103.02191259999999</c:v>
                </c:pt>
                <c:pt idx="2975">
                  <c:v>103.02191259999999</c:v>
                </c:pt>
                <c:pt idx="2976">
                  <c:v>103.02191259999999</c:v>
                </c:pt>
                <c:pt idx="2977">
                  <c:v>103.02191259999999</c:v>
                </c:pt>
                <c:pt idx="2978">
                  <c:v>103.02191259999999</c:v>
                </c:pt>
                <c:pt idx="2979">
                  <c:v>103.02191259999999</c:v>
                </c:pt>
                <c:pt idx="2980">
                  <c:v>103.02191259999999</c:v>
                </c:pt>
                <c:pt idx="2981">
                  <c:v>103.02191259999999</c:v>
                </c:pt>
                <c:pt idx="2982">
                  <c:v>103.02191259999999</c:v>
                </c:pt>
                <c:pt idx="2983">
                  <c:v>103.02191259999999</c:v>
                </c:pt>
                <c:pt idx="2984">
                  <c:v>103.02191259999999</c:v>
                </c:pt>
                <c:pt idx="2985">
                  <c:v>103.02191259999999</c:v>
                </c:pt>
                <c:pt idx="2986">
                  <c:v>103.02191259999999</c:v>
                </c:pt>
                <c:pt idx="2987">
                  <c:v>103.02191259999999</c:v>
                </c:pt>
                <c:pt idx="2988">
                  <c:v>103.02191259999999</c:v>
                </c:pt>
                <c:pt idx="2989">
                  <c:v>103.02191259999999</c:v>
                </c:pt>
                <c:pt idx="2990">
                  <c:v>103.02191259999999</c:v>
                </c:pt>
                <c:pt idx="2991">
                  <c:v>103.02191259999999</c:v>
                </c:pt>
                <c:pt idx="2992">
                  <c:v>103.02191259999999</c:v>
                </c:pt>
                <c:pt idx="2993">
                  <c:v>103.02191259999999</c:v>
                </c:pt>
                <c:pt idx="2994">
                  <c:v>103.02191259999999</c:v>
                </c:pt>
                <c:pt idx="2995">
                  <c:v>103.02191259999999</c:v>
                </c:pt>
                <c:pt idx="2996">
                  <c:v>103.02191259999999</c:v>
                </c:pt>
                <c:pt idx="2997">
                  <c:v>103.02191259999999</c:v>
                </c:pt>
                <c:pt idx="2998">
                  <c:v>103.02191259999999</c:v>
                </c:pt>
                <c:pt idx="2999">
                  <c:v>103.02191259999999</c:v>
                </c:pt>
                <c:pt idx="3000">
                  <c:v>103.02191259999999</c:v>
                </c:pt>
                <c:pt idx="3001">
                  <c:v>103.02191259999999</c:v>
                </c:pt>
                <c:pt idx="3002">
                  <c:v>103.02191259999999</c:v>
                </c:pt>
                <c:pt idx="3003">
                  <c:v>103.02191259999999</c:v>
                </c:pt>
                <c:pt idx="3004">
                  <c:v>103.02191259999999</c:v>
                </c:pt>
                <c:pt idx="3005">
                  <c:v>103.02191259999999</c:v>
                </c:pt>
                <c:pt idx="3006">
                  <c:v>103.02191259999999</c:v>
                </c:pt>
                <c:pt idx="3007">
                  <c:v>103.02191259999999</c:v>
                </c:pt>
                <c:pt idx="3008">
                  <c:v>103.02191259999999</c:v>
                </c:pt>
                <c:pt idx="3009">
                  <c:v>103.02191259999999</c:v>
                </c:pt>
                <c:pt idx="3010">
                  <c:v>103.02191259999999</c:v>
                </c:pt>
                <c:pt idx="3011">
                  <c:v>103.02191259999999</c:v>
                </c:pt>
                <c:pt idx="3012">
                  <c:v>103.02191259999999</c:v>
                </c:pt>
                <c:pt idx="3013">
                  <c:v>103.02191259999999</c:v>
                </c:pt>
                <c:pt idx="3014">
                  <c:v>103.02191259999999</c:v>
                </c:pt>
                <c:pt idx="3015">
                  <c:v>103.02191259999999</c:v>
                </c:pt>
                <c:pt idx="3016">
                  <c:v>103.02191259999999</c:v>
                </c:pt>
                <c:pt idx="3017">
                  <c:v>103.02191259999999</c:v>
                </c:pt>
                <c:pt idx="3018">
                  <c:v>103.02191259999999</c:v>
                </c:pt>
                <c:pt idx="3019">
                  <c:v>103.02191259999999</c:v>
                </c:pt>
                <c:pt idx="3020">
                  <c:v>103.02191259999999</c:v>
                </c:pt>
                <c:pt idx="3021">
                  <c:v>103.02191259999999</c:v>
                </c:pt>
                <c:pt idx="3022">
                  <c:v>103.02191259999999</c:v>
                </c:pt>
                <c:pt idx="3023">
                  <c:v>103.02191259999999</c:v>
                </c:pt>
                <c:pt idx="3024">
                  <c:v>103.02191259999999</c:v>
                </c:pt>
                <c:pt idx="3025">
                  <c:v>103.02191259999999</c:v>
                </c:pt>
                <c:pt idx="3026">
                  <c:v>103.02191259999999</c:v>
                </c:pt>
                <c:pt idx="3027">
                  <c:v>103.02191259999999</c:v>
                </c:pt>
                <c:pt idx="3028">
                  <c:v>103.02191259999999</c:v>
                </c:pt>
                <c:pt idx="3029">
                  <c:v>103.02191259999999</c:v>
                </c:pt>
                <c:pt idx="3030">
                  <c:v>103.02191259999999</c:v>
                </c:pt>
                <c:pt idx="3031">
                  <c:v>103.02191259999999</c:v>
                </c:pt>
                <c:pt idx="3032">
                  <c:v>103.02191259999999</c:v>
                </c:pt>
                <c:pt idx="3033">
                  <c:v>103.02191259999999</c:v>
                </c:pt>
                <c:pt idx="3034">
                  <c:v>103.02191259999999</c:v>
                </c:pt>
                <c:pt idx="3035">
                  <c:v>103.02191259999999</c:v>
                </c:pt>
                <c:pt idx="3036">
                  <c:v>103.02191259999999</c:v>
                </c:pt>
                <c:pt idx="3037">
                  <c:v>103.02191259999999</c:v>
                </c:pt>
                <c:pt idx="3038">
                  <c:v>103.02191259999999</c:v>
                </c:pt>
                <c:pt idx="3039">
                  <c:v>103.02191259999999</c:v>
                </c:pt>
                <c:pt idx="3040">
                  <c:v>103.02191259999999</c:v>
                </c:pt>
                <c:pt idx="3041">
                  <c:v>103.02191259999999</c:v>
                </c:pt>
                <c:pt idx="3042">
                  <c:v>103.02191259999999</c:v>
                </c:pt>
                <c:pt idx="3043">
                  <c:v>103.02191259999999</c:v>
                </c:pt>
                <c:pt idx="3044">
                  <c:v>103.02191259999999</c:v>
                </c:pt>
                <c:pt idx="3045">
                  <c:v>103.02191259999999</c:v>
                </c:pt>
                <c:pt idx="3046">
                  <c:v>103.02191259999999</c:v>
                </c:pt>
                <c:pt idx="3047">
                  <c:v>103.02191259999999</c:v>
                </c:pt>
                <c:pt idx="3048">
                  <c:v>103.02191259999999</c:v>
                </c:pt>
                <c:pt idx="3049">
                  <c:v>103.02191259999999</c:v>
                </c:pt>
                <c:pt idx="3050">
                  <c:v>103.02191259999999</c:v>
                </c:pt>
                <c:pt idx="3051">
                  <c:v>103.02191259999999</c:v>
                </c:pt>
                <c:pt idx="3052">
                  <c:v>103.02191259999999</c:v>
                </c:pt>
                <c:pt idx="3053">
                  <c:v>103.02191259999999</c:v>
                </c:pt>
                <c:pt idx="3054">
                  <c:v>103.02191259999999</c:v>
                </c:pt>
                <c:pt idx="3055">
                  <c:v>103.02191259999999</c:v>
                </c:pt>
                <c:pt idx="3056">
                  <c:v>103.02191259999999</c:v>
                </c:pt>
                <c:pt idx="3057">
                  <c:v>103.02191259999999</c:v>
                </c:pt>
                <c:pt idx="3058">
                  <c:v>103.02191259999999</c:v>
                </c:pt>
                <c:pt idx="3059">
                  <c:v>103.02191259999999</c:v>
                </c:pt>
                <c:pt idx="3060">
                  <c:v>103.02191259999999</c:v>
                </c:pt>
                <c:pt idx="3061">
                  <c:v>103.02191259999999</c:v>
                </c:pt>
                <c:pt idx="3062">
                  <c:v>103.02191259999999</c:v>
                </c:pt>
                <c:pt idx="3063">
                  <c:v>103.02191259999999</c:v>
                </c:pt>
                <c:pt idx="3064">
                  <c:v>103.02191259999999</c:v>
                </c:pt>
                <c:pt idx="3065">
                  <c:v>103.02191259999999</c:v>
                </c:pt>
                <c:pt idx="3066">
                  <c:v>103.02191259999999</c:v>
                </c:pt>
                <c:pt idx="3067">
                  <c:v>103.02191259999999</c:v>
                </c:pt>
                <c:pt idx="3068">
                  <c:v>103.02191259999999</c:v>
                </c:pt>
                <c:pt idx="3069">
                  <c:v>103.02191259999999</c:v>
                </c:pt>
                <c:pt idx="3070">
                  <c:v>103.02191259999999</c:v>
                </c:pt>
                <c:pt idx="3071">
                  <c:v>103.02191259999999</c:v>
                </c:pt>
                <c:pt idx="3072">
                  <c:v>103.02191259999999</c:v>
                </c:pt>
                <c:pt idx="3073">
                  <c:v>107.55939119999999</c:v>
                </c:pt>
                <c:pt idx="3074">
                  <c:v>107.55939119999999</c:v>
                </c:pt>
                <c:pt idx="3075">
                  <c:v>107.55939119999999</c:v>
                </c:pt>
                <c:pt idx="3076">
                  <c:v>107.55939119999999</c:v>
                </c:pt>
                <c:pt idx="3077">
                  <c:v>107.55939119999999</c:v>
                </c:pt>
                <c:pt idx="3078">
                  <c:v>107.55939119999999</c:v>
                </c:pt>
                <c:pt idx="3079">
                  <c:v>107.55939119999999</c:v>
                </c:pt>
                <c:pt idx="3080">
                  <c:v>107.55939119999999</c:v>
                </c:pt>
                <c:pt idx="3081">
                  <c:v>107.55939119999999</c:v>
                </c:pt>
                <c:pt idx="3082">
                  <c:v>107.55939119999999</c:v>
                </c:pt>
                <c:pt idx="3083">
                  <c:v>107.55939119999999</c:v>
                </c:pt>
                <c:pt idx="3084">
                  <c:v>107.55939119999999</c:v>
                </c:pt>
                <c:pt idx="3085">
                  <c:v>107.55939119999999</c:v>
                </c:pt>
                <c:pt idx="3086">
                  <c:v>107.55939119999999</c:v>
                </c:pt>
                <c:pt idx="3087">
                  <c:v>107.55939119999999</c:v>
                </c:pt>
                <c:pt idx="3088">
                  <c:v>107.55939119999999</c:v>
                </c:pt>
                <c:pt idx="3089">
                  <c:v>107.55939119999999</c:v>
                </c:pt>
                <c:pt idx="3090">
                  <c:v>107.55939119999999</c:v>
                </c:pt>
                <c:pt idx="3091">
                  <c:v>107.55939119999999</c:v>
                </c:pt>
                <c:pt idx="3092">
                  <c:v>107.55939119999999</c:v>
                </c:pt>
                <c:pt idx="3093">
                  <c:v>107.55939119999999</c:v>
                </c:pt>
                <c:pt idx="3094">
                  <c:v>107.55939119999999</c:v>
                </c:pt>
                <c:pt idx="3095">
                  <c:v>107.55939119999999</c:v>
                </c:pt>
                <c:pt idx="3096">
                  <c:v>107.55939119999999</c:v>
                </c:pt>
                <c:pt idx="3097">
                  <c:v>107.55939119999999</c:v>
                </c:pt>
                <c:pt idx="3098">
                  <c:v>107.55939119999999</c:v>
                </c:pt>
                <c:pt idx="3099">
                  <c:v>107.55939119999999</c:v>
                </c:pt>
                <c:pt idx="3100">
                  <c:v>107.55939119999999</c:v>
                </c:pt>
                <c:pt idx="3101">
                  <c:v>107.55939119999999</c:v>
                </c:pt>
                <c:pt idx="3102">
                  <c:v>107.55939119999999</c:v>
                </c:pt>
                <c:pt idx="3103">
                  <c:v>107.55939119999999</c:v>
                </c:pt>
                <c:pt idx="3104">
                  <c:v>107.55939119999999</c:v>
                </c:pt>
                <c:pt idx="3105">
                  <c:v>107.55939119999999</c:v>
                </c:pt>
                <c:pt idx="3106">
                  <c:v>107.55939119999999</c:v>
                </c:pt>
                <c:pt idx="3107">
                  <c:v>107.55939119999999</c:v>
                </c:pt>
                <c:pt idx="3108">
                  <c:v>107.55939119999999</c:v>
                </c:pt>
                <c:pt idx="3109">
                  <c:v>107.55939119999999</c:v>
                </c:pt>
                <c:pt idx="3110">
                  <c:v>107.55939119999999</c:v>
                </c:pt>
                <c:pt idx="3111">
                  <c:v>107.55939119999999</c:v>
                </c:pt>
                <c:pt idx="3112">
                  <c:v>107.55939119999999</c:v>
                </c:pt>
                <c:pt idx="3113">
                  <c:v>107.55939119999999</c:v>
                </c:pt>
                <c:pt idx="3114">
                  <c:v>107.55939119999999</c:v>
                </c:pt>
                <c:pt idx="3115">
                  <c:v>107.55939119999999</c:v>
                </c:pt>
                <c:pt idx="3116">
                  <c:v>107.55939119999999</c:v>
                </c:pt>
                <c:pt idx="3117">
                  <c:v>107.55939119999999</c:v>
                </c:pt>
                <c:pt idx="3118">
                  <c:v>107.55939119999999</c:v>
                </c:pt>
                <c:pt idx="3119">
                  <c:v>107.55939119999999</c:v>
                </c:pt>
                <c:pt idx="3120">
                  <c:v>107.55939119999999</c:v>
                </c:pt>
                <c:pt idx="3121">
                  <c:v>107.55939119999999</c:v>
                </c:pt>
                <c:pt idx="3122">
                  <c:v>107.55939119999999</c:v>
                </c:pt>
                <c:pt idx="3123">
                  <c:v>107.55939119999999</c:v>
                </c:pt>
                <c:pt idx="3124">
                  <c:v>107.55939119999999</c:v>
                </c:pt>
                <c:pt idx="3125">
                  <c:v>107.55939119999999</c:v>
                </c:pt>
                <c:pt idx="3126">
                  <c:v>107.55939119999999</c:v>
                </c:pt>
                <c:pt idx="3127">
                  <c:v>107.55939119999999</c:v>
                </c:pt>
                <c:pt idx="3128">
                  <c:v>107.55939119999999</c:v>
                </c:pt>
                <c:pt idx="3129">
                  <c:v>107.55939119999999</c:v>
                </c:pt>
                <c:pt idx="3130">
                  <c:v>107.55939119999999</c:v>
                </c:pt>
                <c:pt idx="3131">
                  <c:v>107.55939119999999</c:v>
                </c:pt>
                <c:pt idx="3132">
                  <c:v>107.55939119999999</c:v>
                </c:pt>
                <c:pt idx="3133">
                  <c:v>107.55939119999999</c:v>
                </c:pt>
                <c:pt idx="3134">
                  <c:v>107.55939119999999</c:v>
                </c:pt>
                <c:pt idx="3135">
                  <c:v>107.55939119999999</c:v>
                </c:pt>
                <c:pt idx="3136">
                  <c:v>107.55939119999999</c:v>
                </c:pt>
                <c:pt idx="3137">
                  <c:v>107.55939119999999</c:v>
                </c:pt>
                <c:pt idx="3138">
                  <c:v>107.55939119999999</c:v>
                </c:pt>
                <c:pt idx="3139">
                  <c:v>107.55939119999999</c:v>
                </c:pt>
                <c:pt idx="3140">
                  <c:v>107.55939119999999</c:v>
                </c:pt>
                <c:pt idx="3141">
                  <c:v>107.55939119999999</c:v>
                </c:pt>
                <c:pt idx="3142">
                  <c:v>107.55939119999999</c:v>
                </c:pt>
                <c:pt idx="3143">
                  <c:v>107.55939119999999</c:v>
                </c:pt>
                <c:pt idx="3144">
                  <c:v>107.55939119999999</c:v>
                </c:pt>
                <c:pt idx="3145">
                  <c:v>107.55939119999999</c:v>
                </c:pt>
                <c:pt idx="3146">
                  <c:v>107.55939119999999</c:v>
                </c:pt>
                <c:pt idx="3147">
                  <c:v>107.55939119999999</c:v>
                </c:pt>
                <c:pt idx="3148">
                  <c:v>107.55939119999999</c:v>
                </c:pt>
                <c:pt idx="3149">
                  <c:v>107.55939119999999</c:v>
                </c:pt>
                <c:pt idx="3150">
                  <c:v>107.55939119999999</c:v>
                </c:pt>
                <c:pt idx="3151">
                  <c:v>107.55939119999999</c:v>
                </c:pt>
                <c:pt idx="3152">
                  <c:v>107.55939119999999</c:v>
                </c:pt>
                <c:pt idx="3153">
                  <c:v>107.55939119999999</c:v>
                </c:pt>
                <c:pt idx="3154">
                  <c:v>107.55939119999999</c:v>
                </c:pt>
                <c:pt idx="3155">
                  <c:v>107.55939119999999</c:v>
                </c:pt>
                <c:pt idx="3156">
                  <c:v>107.55939119999999</c:v>
                </c:pt>
                <c:pt idx="3157">
                  <c:v>107.55939119999999</c:v>
                </c:pt>
                <c:pt idx="3158">
                  <c:v>107.55939119999999</c:v>
                </c:pt>
                <c:pt idx="3159">
                  <c:v>107.55939119999999</c:v>
                </c:pt>
                <c:pt idx="3160">
                  <c:v>107.55939119999999</c:v>
                </c:pt>
                <c:pt idx="3161">
                  <c:v>107.55939119999999</c:v>
                </c:pt>
                <c:pt idx="3162">
                  <c:v>107.55939119999999</c:v>
                </c:pt>
                <c:pt idx="3163">
                  <c:v>107.55939119999999</c:v>
                </c:pt>
                <c:pt idx="3164">
                  <c:v>107.55939119999999</c:v>
                </c:pt>
                <c:pt idx="3165">
                  <c:v>107.55939119999999</c:v>
                </c:pt>
                <c:pt idx="3166">
                  <c:v>107.55939119999999</c:v>
                </c:pt>
                <c:pt idx="3167">
                  <c:v>107.55939119999999</c:v>
                </c:pt>
                <c:pt idx="3168">
                  <c:v>107.55939119999999</c:v>
                </c:pt>
                <c:pt idx="3169">
                  <c:v>107.55939119999999</c:v>
                </c:pt>
                <c:pt idx="3170">
                  <c:v>107.55939119999999</c:v>
                </c:pt>
                <c:pt idx="3171">
                  <c:v>107.55939119999999</c:v>
                </c:pt>
                <c:pt idx="3172">
                  <c:v>107.55939119999999</c:v>
                </c:pt>
                <c:pt idx="3173">
                  <c:v>107.55939119999999</c:v>
                </c:pt>
                <c:pt idx="3174">
                  <c:v>107.55939119999999</c:v>
                </c:pt>
                <c:pt idx="3175">
                  <c:v>107.55939119999999</c:v>
                </c:pt>
                <c:pt idx="3176">
                  <c:v>107.55939119999999</c:v>
                </c:pt>
                <c:pt idx="3177">
                  <c:v>107.55939119999999</c:v>
                </c:pt>
                <c:pt idx="3178">
                  <c:v>107.55939119999999</c:v>
                </c:pt>
                <c:pt idx="3179">
                  <c:v>107.55939119999999</c:v>
                </c:pt>
                <c:pt idx="3180">
                  <c:v>107.55939119999999</c:v>
                </c:pt>
                <c:pt idx="3181">
                  <c:v>107.55939119999999</c:v>
                </c:pt>
                <c:pt idx="3182">
                  <c:v>107.55939119999999</c:v>
                </c:pt>
                <c:pt idx="3183">
                  <c:v>107.55939119999999</c:v>
                </c:pt>
                <c:pt idx="3184">
                  <c:v>107.55939119999999</c:v>
                </c:pt>
                <c:pt idx="3185">
                  <c:v>107.55939119999999</c:v>
                </c:pt>
                <c:pt idx="3186">
                  <c:v>107.55939119999999</c:v>
                </c:pt>
                <c:pt idx="3187">
                  <c:v>107.55939119999999</c:v>
                </c:pt>
                <c:pt idx="3188">
                  <c:v>107.55939119999999</c:v>
                </c:pt>
                <c:pt idx="3189">
                  <c:v>107.55939119999999</c:v>
                </c:pt>
                <c:pt idx="3190">
                  <c:v>107.55939119999999</c:v>
                </c:pt>
                <c:pt idx="3191">
                  <c:v>107.55939119999999</c:v>
                </c:pt>
                <c:pt idx="3192">
                  <c:v>107.55939119999999</c:v>
                </c:pt>
                <c:pt idx="3193">
                  <c:v>107.55939119999999</c:v>
                </c:pt>
                <c:pt idx="3194">
                  <c:v>107.55939119999999</c:v>
                </c:pt>
                <c:pt idx="3195">
                  <c:v>107.55939119999999</c:v>
                </c:pt>
                <c:pt idx="3196">
                  <c:v>107.55939119999999</c:v>
                </c:pt>
                <c:pt idx="3197">
                  <c:v>107.55939119999999</c:v>
                </c:pt>
                <c:pt idx="3198">
                  <c:v>107.55939119999999</c:v>
                </c:pt>
                <c:pt idx="3199">
                  <c:v>107.55939119999999</c:v>
                </c:pt>
                <c:pt idx="3200">
                  <c:v>107.55939119999999</c:v>
                </c:pt>
                <c:pt idx="3201">
                  <c:v>107.55939119999999</c:v>
                </c:pt>
                <c:pt idx="3202">
                  <c:v>107.55939119999999</c:v>
                </c:pt>
                <c:pt idx="3203">
                  <c:v>107.55939119999999</c:v>
                </c:pt>
                <c:pt idx="3204">
                  <c:v>107.55939119999999</c:v>
                </c:pt>
                <c:pt idx="3205">
                  <c:v>107.55939119999999</c:v>
                </c:pt>
                <c:pt idx="3206">
                  <c:v>107.55939119999999</c:v>
                </c:pt>
                <c:pt idx="3207">
                  <c:v>107.55939119999999</c:v>
                </c:pt>
                <c:pt idx="3208">
                  <c:v>107.55939119999999</c:v>
                </c:pt>
                <c:pt idx="3209">
                  <c:v>107.55939119999999</c:v>
                </c:pt>
                <c:pt idx="3210">
                  <c:v>107.55939119999999</c:v>
                </c:pt>
                <c:pt idx="3211">
                  <c:v>107.55939119999999</c:v>
                </c:pt>
                <c:pt idx="3212">
                  <c:v>107.55939119999999</c:v>
                </c:pt>
                <c:pt idx="3213">
                  <c:v>107.55939119999999</c:v>
                </c:pt>
                <c:pt idx="3214">
                  <c:v>107.55939119999999</c:v>
                </c:pt>
                <c:pt idx="3215">
                  <c:v>107.55939119999999</c:v>
                </c:pt>
                <c:pt idx="3216">
                  <c:v>107.55939119999999</c:v>
                </c:pt>
                <c:pt idx="3217">
                  <c:v>107.55939119999999</c:v>
                </c:pt>
                <c:pt idx="3218">
                  <c:v>107.55939119999999</c:v>
                </c:pt>
                <c:pt idx="3219">
                  <c:v>107.55939119999999</c:v>
                </c:pt>
                <c:pt idx="3220">
                  <c:v>107.55939119999999</c:v>
                </c:pt>
                <c:pt idx="3221">
                  <c:v>107.55939119999999</c:v>
                </c:pt>
                <c:pt idx="3222">
                  <c:v>107.55939119999999</c:v>
                </c:pt>
                <c:pt idx="3223">
                  <c:v>107.55939119999999</c:v>
                </c:pt>
                <c:pt idx="3224">
                  <c:v>107.55939119999999</c:v>
                </c:pt>
                <c:pt idx="3225">
                  <c:v>107.55939119999999</c:v>
                </c:pt>
                <c:pt idx="3226">
                  <c:v>107.55939119999999</c:v>
                </c:pt>
                <c:pt idx="3227">
                  <c:v>107.55939119999999</c:v>
                </c:pt>
                <c:pt idx="3228">
                  <c:v>107.55939119999999</c:v>
                </c:pt>
                <c:pt idx="3229">
                  <c:v>107.55939119999999</c:v>
                </c:pt>
                <c:pt idx="3230">
                  <c:v>112.7692279</c:v>
                </c:pt>
                <c:pt idx="3231">
                  <c:v>112.7692279</c:v>
                </c:pt>
                <c:pt idx="3232">
                  <c:v>112.7692279</c:v>
                </c:pt>
                <c:pt idx="3233">
                  <c:v>112.7692279</c:v>
                </c:pt>
                <c:pt idx="3234">
                  <c:v>112.7692279</c:v>
                </c:pt>
                <c:pt idx="3235">
                  <c:v>112.7692279</c:v>
                </c:pt>
                <c:pt idx="3236">
                  <c:v>112.7692279</c:v>
                </c:pt>
                <c:pt idx="3237">
                  <c:v>112.7692279</c:v>
                </c:pt>
                <c:pt idx="3238">
                  <c:v>112.7692279</c:v>
                </c:pt>
                <c:pt idx="3239">
                  <c:v>112.7692279</c:v>
                </c:pt>
                <c:pt idx="3240">
                  <c:v>112.7692279</c:v>
                </c:pt>
                <c:pt idx="3241">
                  <c:v>112.7692279</c:v>
                </c:pt>
                <c:pt idx="3242">
                  <c:v>112.7692279</c:v>
                </c:pt>
                <c:pt idx="3243">
                  <c:v>112.7692279</c:v>
                </c:pt>
                <c:pt idx="3244">
                  <c:v>112.7692279</c:v>
                </c:pt>
                <c:pt idx="3245">
                  <c:v>112.7692279</c:v>
                </c:pt>
                <c:pt idx="3246">
                  <c:v>112.7692279</c:v>
                </c:pt>
                <c:pt idx="3247">
                  <c:v>112.7692279</c:v>
                </c:pt>
                <c:pt idx="3248">
                  <c:v>112.7692279</c:v>
                </c:pt>
                <c:pt idx="3249">
                  <c:v>112.7692279</c:v>
                </c:pt>
                <c:pt idx="3250">
                  <c:v>112.7692279</c:v>
                </c:pt>
                <c:pt idx="3251">
                  <c:v>112.7692279</c:v>
                </c:pt>
                <c:pt idx="3252">
                  <c:v>112.7692279</c:v>
                </c:pt>
                <c:pt idx="3253">
                  <c:v>112.7692279</c:v>
                </c:pt>
                <c:pt idx="3254">
                  <c:v>112.7692279</c:v>
                </c:pt>
                <c:pt idx="3255">
                  <c:v>112.7692279</c:v>
                </c:pt>
                <c:pt idx="3256">
                  <c:v>112.7692279</c:v>
                </c:pt>
                <c:pt idx="3257">
                  <c:v>112.7692279</c:v>
                </c:pt>
                <c:pt idx="3258">
                  <c:v>112.7692279</c:v>
                </c:pt>
                <c:pt idx="3259">
                  <c:v>112.7692279</c:v>
                </c:pt>
                <c:pt idx="3260">
                  <c:v>112.7692279</c:v>
                </c:pt>
                <c:pt idx="3261">
                  <c:v>112.7692279</c:v>
                </c:pt>
                <c:pt idx="3262">
                  <c:v>112.7692279</c:v>
                </c:pt>
                <c:pt idx="3263">
                  <c:v>112.7692279</c:v>
                </c:pt>
                <c:pt idx="3264">
                  <c:v>112.7692279</c:v>
                </c:pt>
                <c:pt idx="3265">
                  <c:v>112.7692279</c:v>
                </c:pt>
                <c:pt idx="3266">
                  <c:v>112.7692279</c:v>
                </c:pt>
                <c:pt idx="3267">
                  <c:v>112.7692279</c:v>
                </c:pt>
                <c:pt idx="3268">
                  <c:v>113.2315644</c:v>
                </c:pt>
                <c:pt idx="3269">
                  <c:v>113.2315644</c:v>
                </c:pt>
                <c:pt idx="3270">
                  <c:v>113.2315644</c:v>
                </c:pt>
                <c:pt idx="3271">
                  <c:v>113.2315644</c:v>
                </c:pt>
                <c:pt idx="3272">
                  <c:v>113.2315644</c:v>
                </c:pt>
                <c:pt idx="3273">
                  <c:v>113.2315644</c:v>
                </c:pt>
                <c:pt idx="3274">
                  <c:v>113.2315644</c:v>
                </c:pt>
                <c:pt idx="3275">
                  <c:v>113.2315644</c:v>
                </c:pt>
                <c:pt idx="3276">
                  <c:v>113.2315644</c:v>
                </c:pt>
                <c:pt idx="3277">
                  <c:v>113.2315644</c:v>
                </c:pt>
                <c:pt idx="3278">
                  <c:v>113.2315644</c:v>
                </c:pt>
                <c:pt idx="3279">
                  <c:v>113.2315644</c:v>
                </c:pt>
                <c:pt idx="3280">
                  <c:v>113.2315644</c:v>
                </c:pt>
                <c:pt idx="3281">
                  <c:v>113.2315644</c:v>
                </c:pt>
                <c:pt idx="3282">
                  <c:v>113.2315644</c:v>
                </c:pt>
                <c:pt idx="3283">
                  <c:v>113.2315644</c:v>
                </c:pt>
                <c:pt idx="3284">
                  <c:v>113.2315644</c:v>
                </c:pt>
                <c:pt idx="3285">
                  <c:v>113.2315644</c:v>
                </c:pt>
                <c:pt idx="3286">
                  <c:v>113.2315644</c:v>
                </c:pt>
                <c:pt idx="3287">
                  <c:v>113.2315644</c:v>
                </c:pt>
                <c:pt idx="3288">
                  <c:v>113.2315644</c:v>
                </c:pt>
                <c:pt idx="3289">
                  <c:v>113.2315644</c:v>
                </c:pt>
                <c:pt idx="3290">
                  <c:v>113.2315644</c:v>
                </c:pt>
                <c:pt idx="3291">
                  <c:v>113.2315644</c:v>
                </c:pt>
                <c:pt idx="3292">
                  <c:v>113.2315644</c:v>
                </c:pt>
                <c:pt idx="3293">
                  <c:v>113.2315644</c:v>
                </c:pt>
                <c:pt idx="3294">
                  <c:v>113.2315644</c:v>
                </c:pt>
                <c:pt idx="3295">
                  <c:v>113.2315644</c:v>
                </c:pt>
                <c:pt idx="3296">
                  <c:v>113.2315644</c:v>
                </c:pt>
                <c:pt idx="3297">
                  <c:v>113.2315644</c:v>
                </c:pt>
                <c:pt idx="3298">
                  <c:v>113.2315644</c:v>
                </c:pt>
                <c:pt idx="3299">
                  <c:v>113.2315644</c:v>
                </c:pt>
                <c:pt idx="3300">
                  <c:v>113.2315644</c:v>
                </c:pt>
                <c:pt idx="3301">
                  <c:v>113.2315644</c:v>
                </c:pt>
                <c:pt idx="3302">
                  <c:v>113.2315644</c:v>
                </c:pt>
                <c:pt idx="3303">
                  <c:v>113.2315644</c:v>
                </c:pt>
                <c:pt idx="3304">
                  <c:v>113.2315644</c:v>
                </c:pt>
                <c:pt idx="3305">
                  <c:v>113.2315644</c:v>
                </c:pt>
                <c:pt idx="3306">
                  <c:v>113.2315644</c:v>
                </c:pt>
                <c:pt idx="3307">
                  <c:v>113.2315644</c:v>
                </c:pt>
                <c:pt idx="3308">
                  <c:v>113.2315644</c:v>
                </c:pt>
                <c:pt idx="3309">
                  <c:v>113.2315644</c:v>
                </c:pt>
                <c:pt idx="3310">
                  <c:v>113.2315644</c:v>
                </c:pt>
                <c:pt idx="3311">
                  <c:v>113.2315644</c:v>
                </c:pt>
                <c:pt idx="3312">
                  <c:v>113.2315644</c:v>
                </c:pt>
                <c:pt idx="3313">
                  <c:v>113.2315644</c:v>
                </c:pt>
                <c:pt idx="3314">
                  <c:v>113.2315644</c:v>
                </c:pt>
                <c:pt idx="3315">
                  <c:v>113.2315644</c:v>
                </c:pt>
                <c:pt idx="3316">
                  <c:v>113.2315644</c:v>
                </c:pt>
                <c:pt idx="3317">
                  <c:v>113.2315644</c:v>
                </c:pt>
                <c:pt idx="3318">
                  <c:v>113.2315644</c:v>
                </c:pt>
                <c:pt idx="3319">
                  <c:v>113.2315644</c:v>
                </c:pt>
                <c:pt idx="3320">
                  <c:v>113.2315644</c:v>
                </c:pt>
                <c:pt idx="3321">
                  <c:v>113.2315644</c:v>
                </c:pt>
                <c:pt idx="3322">
                  <c:v>113.2315644</c:v>
                </c:pt>
                <c:pt idx="3323">
                  <c:v>113.2315644</c:v>
                </c:pt>
                <c:pt idx="3324">
                  <c:v>113.2315644</c:v>
                </c:pt>
                <c:pt idx="3325">
                  <c:v>113.2315644</c:v>
                </c:pt>
                <c:pt idx="3326">
                  <c:v>113.2315644</c:v>
                </c:pt>
                <c:pt idx="3327">
                  <c:v>113.2315644</c:v>
                </c:pt>
                <c:pt idx="3328">
                  <c:v>113.2315644</c:v>
                </c:pt>
                <c:pt idx="3329">
                  <c:v>113.2315644</c:v>
                </c:pt>
                <c:pt idx="3330">
                  <c:v>113.2315644</c:v>
                </c:pt>
                <c:pt idx="3331">
                  <c:v>113.2315644</c:v>
                </c:pt>
                <c:pt idx="3332">
                  <c:v>113.2315644</c:v>
                </c:pt>
                <c:pt idx="3333">
                  <c:v>113.2315644</c:v>
                </c:pt>
                <c:pt idx="3334">
                  <c:v>113.2315644</c:v>
                </c:pt>
                <c:pt idx="3335">
                  <c:v>113.2315644</c:v>
                </c:pt>
                <c:pt idx="3336">
                  <c:v>113.2315644</c:v>
                </c:pt>
                <c:pt idx="3337">
                  <c:v>113.2315644</c:v>
                </c:pt>
                <c:pt idx="3338">
                  <c:v>113.2315644</c:v>
                </c:pt>
                <c:pt idx="3339">
                  <c:v>113.2315644</c:v>
                </c:pt>
                <c:pt idx="3340">
                  <c:v>113.2315644</c:v>
                </c:pt>
                <c:pt idx="3341">
                  <c:v>113.2315644</c:v>
                </c:pt>
                <c:pt idx="3342">
                  <c:v>113.2315644</c:v>
                </c:pt>
                <c:pt idx="3343">
                  <c:v>113.2315644</c:v>
                </c:pt>
                <c:pt idx="3344">
                  <c:v>113.2315644</c:v>
                </c:pt>
                <c:pt idx="3345">
                  <c:v>113.2315644</c:v>
                </c:pt>
                <c:pt idx="3346">
                  <c:v>113.2315644</c:v>
                </c:pt>
                <c:pt idx="3347">
                  <c:v>113.2315644</c:v>
                </c:pt>
                <c:pt idx="3348">
                  <c:v>113.2315644</c:v>
                </c:pt>
                <c:pt idx="3349">
                  <c:v>113.2315644</c:v>
                </c:pt>
                <c:pt idx="3350">
                  <c:v>113.2315644</c:v>
                </c:pt>
                <c:pt idx="3351">
                  <c:v>113.2315644</c:v>
                </c:pt>
                <c:pt idx="3352">
                  <c:v>113.2315644</c:v>
                </c:pt>
                <c:pt idx="3353">
                  <c:v>113.2315644</c:v>
                </c:pt>
                <c:pt idx="3354">
                  <c:v>113.2315644</c:v>
                </c:pt>
                <c:pt idx="3355">
                  <c:v>113.2315644</c:v>
                </c:pt>
                <c:pt idx="3356">
                  <c:v>113.2315644</c:v>
                </c:pt>
                <c:pt idx="3357">
                  <c:v>113.2315644</c:v>
                </c:pt>
                <c:pt idx="3358">
                  <c:v>113.2315644</c:v>
                </c:pt>
                <c:pt idx="3359">
                  <c:v>113.2315644</c:v>
                </c:pt>
                <c:pt idx="3360">
                  <c:v>113.2315644</c:v>
                </c:pt>
                <c:pt idx="3361">
                  <c:v>113.2315644</c:v>
                </c:pt>
                <c:pt idx="3362">
                  <c:v>113.2315644</c:v>
                </c:pt>
                <c:pt idx="3363">
                  <c:v>113.2315644</c:v>
                </c:pt>
                <c:pt idx="3364">
                  <c:v>113.2315644</c:v>
                </c:pt>
                <c:pt idx="3365">
                  <c:v>113.2315644</c:v>
                </c:pt>
                <c:pt idx="3366">
                  <c:v>113.2315644</c:v>
                </c:pt>
                <c:pt idx="3367">
                  <c:v>113.2315644</c:v>
                </c:pt>
                <c:pt idx="3368">
                  <c:v>113.2315644</c:v>
                </c:pt>
                <c:pt idx="3369">
                  <c:v>113.2315644</c:v>
                </c:pt>
                <c:pt idx="3370">
                  <c:v>113.2315644</c:v>
                </c:pt>
                <c:pt idx="3371">
                  <c:v>113.2315644</c:v>
                </c:pt>
                <c:pt idx="3372">
                  <c:v>113.2315644</c:v>
                </c:pt>
                <c:pt idx="3373">
                  <c:v>113.2315644</c:v>
                </c:pt>
                <c:pt idx="3374">
                  <c:v>113.2315644</c:v>
                </c:pt>
                <c:pt idx="3375">
                  <c:v>113.2315644</c:v>
                </c:pt>
                <c:pt idx="3376">
                  <c:v>113.2315644</c:v>
                </c:pt>
                <c:pt idx="3377">
                  <c:v>113.2315644</c:v>
                </c:pt>
                <c:pt idx="3378">
                  <c:v>113.2315644</c:v>
                </c:pt>
                <c:pt idx="3379">
                  <c:v>113.2315644</c:v>
                </c:pt>
                <c:pt idx="3380">
                  <c:v>113.2315644</c:v>
                </c:pt>
                <c:pt idx="3381">
                  <c:v>113.2315644</c:v>
                </c:pt>
                <c:pt idx="3382">
                  <c:v>113.2315644</c:v>
                </c:pt>
                <c:pt idx="3383">
                  <c:v>113.2315644</c:v>
                </c:pt>
                <c:pt idx="3384">
                  <c:v>113.2315644</c:v>
                </c:pt>
                <c:pt idx="3385">
                  <c:v>113.2315644</c:v>
                </c:pt>
                <c:pt idx="3386">
                  <c:v>113.2315644</c:v>
                </c:pt>
                <c:pt idx="3387">
                  <c:v>113.2315644</c:v>
                </c:pt>
                <c:pt idx="3388">
                  <c:v>113.2315644</c:v>
                </c:pt>
                <c:pt idx="3389">
                  <c:v>113.2315644</c:v>
                </c:pt>
                <c:pt idx="3390">
                  <c:v>113.2315644</c:v>
                </c:pt>
                <c:pt idx="3391">
                  <c:v>113.2315644</c:v>
                </c:pt>
                <c:pt idx="3392">
                  <c:v>113.2315644</c:v>
                </c:pt>
                <c:pt idx="3393">
                  <c:v>113.2315644</c:v>
                </c:pt>
                <c:pt idx="3394">
                  <c:v>113.2315644</c:v>
                </c:pt>
                <c:pt idx="3395">
                  <c:v>113.2315644</c:v>
                </c:pt>
                <c:pt idx="3396">
                  <c:v>113.2315644</c:v>
                </c:pt>
                <c:pt idx="3397">
                  <c:v>113.2315644</c:v>
                </c:pt>
                <c:pt idx="3398">
                  <c:v>113.2315644</c:v>
                </c:pt>
                <c:pt idx="3399">
                  <c:v>113.2315644</c:v>
                </c:pt>
                <c:pt idx="3400">
                  <c:v>113.2315644</c:v>
                </c:pt>
                <c:pt idx="3401">
                  <c:v>113.2315644</c:v>
                </c:pt>
                <c:pt idx="3402">
                  <c:v>113.2315644</c:v>
                </c:pt>
                <c:pt idx="3403">
                  <c:v>113.2315644</c:v>
                </c:pt>
                <c:pt idx="3404">
                  <c:v>113.2315644</c:v>
                </c:pt>
                <c:pt idx="3405">
                  <c:v>113.2315644</c:v>
                </c:pt>
                <c:pt idx="3406">
                  <c:v>113.2315644</c:v>
                </c:pt>
                <c:pt idx="3407">
                  <c:v>113.2315644</c:v>
                </c:pt>
                <c:pt idx="3408">
                  <c:v>113.2315644</c:v>
                </c:pt>
                <c:pt idx="3409">
                  <c:v>113.2315644</c:v>
                </c:pt>
                <c:pt idx="3410">
                  <c:v>113.2315644</c:v>
                </c:pt>
                <c:pt idx="3411">
                  <c:v>113.2315644</c:v>
                </c:pt>
                <c:pt idx="3412">
                  <c:v>113.2315644</c:v>
                </c:pt>
                <c:pt idx="3413">
                  <c:v>113.2315644</c:v>
                </c:pt>
                <c:pt idx="3414">
                  <c:v>113.2315644</c:v>
                </c:pt>
                <c:pt idx="3415">
                  <c:v>113.2315644</c:v>
                </c:pt>
                <c:pt idx="3416">
                  <c:v>113.2315644</c:v>
                </c:pt>
                <c:pt idx="3417">
                  <c:v>113.2315644</c:v>
                </c:pt>
                <c:pt idx="3418">
                  <c:v>113.2315644</c:v>
                </c:pt>
                <c:pt idx="3419">
                  <c:v>113.2315644</c:v>
                </c:pt>
                <c:pt idx="3420">
                  <c:v>113.2315644</c:v>
                </c:pt>
                <c:pt idx="3421">
                  <c:v>113.2315644</c:v>
                </c:pt>
                <c:pt idx="3422">
                  <c:v>113.2315644</c:v>
                </c:pt>
                <c:pt idx="3423">
                  <c:v>113.2315644</c:v>
                </c:pt>
                <c:pt idx="3424">
                  <c:v>113.2315644</c:v>
                </c:pt>
                <c:pt idx="3425">
                  <c:v>113.2315644</c:v>
                </c:pt>
                <c:pt idx="3426">
                  <c:v>113.2315644</c:v>
                </c:pt>
                <c:pt idx="3427">
                  <c:v>113.2315644</c:v>
                </c:pt>
                <c:pt idx="3428">
                  <c:v>113.2315644</c:v>
                </c:pt>
                <c:pt idx="3429">
                  <c:v>113.2315644</c:v>
                </c:pt>
                <c:pt idx="3430">
                  <c:v>113.2315644</c:v>
                </c:pt>
                <c:pt idx="3431">
                  <c:v>113.2315644</c:v>
                </c:pt>
                <c:pt idx="3432">
                  <c:v>113.2315644</c:v>
                </c:pt>
                <c:pt idx="3433">
                  <c:v>113.2315644</c:v>
                </c:pt>
                <c:pt idx="3434">
                  <c:v>113.2315644</c:v>
                </c:pt>
                <c:pt idx="3435">
                  <c:v>113.2315644</c:v>
                </c:pt>
                <c:pt idx="3436">
                  <c:v>113.2315644</c:v>
                </c:pt>
                <c:pt idx="3437">
                  <c:v>113.2315644</c:v>
                </c:pt>
                <c:pt idx="3438">
                  <c:v>113.2315644</c:v>
                </c:pt>
                <c:pt idx="3439">
                  <c:v>113.2315644</c:v>
                </c:pt>
                <c:pt idx="3440">
                  <c:v>113.2315644</c:v>
                </c:pt>
                <c:pt idx="3441">
                  <c:v>113.2315644</c:v>
                </c:pt>
                <c:pt idx="3442">
                  <c:v>113.2315644</c:v>
                </c:pt>
                <c:pt idx="3443">
                  <c:v>113.2315644</c:v>
                </c:pt>
                <c:pt idx="3444">
                  <c:v>113.2315644</c:v>
                </c:pt>
                <c:pt idx="3445">
                  <c:v>113.2315644</c:v>
                </c:pt>
                <c:pt idx="3446">
                  <c:v>113.2315644</c:v>
                </c:pt>
                <c:pt idx="3447">
                  <c:v>113.2315644</c:v>
                </c:pt>
                <c:pt idx="3448">
                  <c:v>113.2315644</c:v>
                </c:pt>
                <c:pt idx="3449">
                  <c:v>113.2315644</c:v>
                </c:pt>
                <c:pt idx="3450">
                  <c:v>113.2315644</c:v>
                </c:pt>
                <c:pt idx="3451">
                  <c:v>113.2315644</c:v>
                </c:pt>
                <c:pt idx="3452">
                  <c:v>113.2315644</c:v>
                </c:pt>
                <c:pt idx="3453">
                  <c:v>113.2315644</c:v>
                </c:pt>
                <c:pt idx="3454">
                  <c:v>113.2315644</c:v>
                </c:pt>
                <c:pt idx="3455">
                  <c:v>113.2315644</c:v>
                </c:pt>
                <c:pt idx="3456">
                  <c:v>113.2315644</c:v>
                </c:pt>
                <c:pt idx="3457">
                  <c:v>113.2315644</c:v>
                </c:pt>
                <c:pt idx="3458">
                  <c:v>113.2315644</c:v>
                </c:pt>
                <c:pt idx="3459">
                  <c:v>113.2315644</c:v>
                </c:pt>
                <c:pt idx="3460">
                  <c:v>113.2315644</c:v>
                </c:pt>
                <c:pt idx="3461">
                  <c:v>113.2315644</c:v>
                </c:pt>
                <c:pt idx="3462">
                  <c:v>113.2315644</c:v>
                </c:pt>
                <c:pt idx="3463">
                  <c:v>113.2315644</c:v>
                </c:pt>
                <c:pt idx="3464">
                  <c:v>113.2315644</c:v>
                </c:pt>
                <c:pt idx="3465">
                  <c:v>113.2315644</c:v>
                </c:pt>
                <c:pt idx="3466">
                  <c:v>113.2315644</c:v>
                </c:pt>
                <c:pt idx="3467">
                  <c:v>113.2315644</c:v>
                </c:pt>
                <c:pt idx="3468">
                  <c:v>113.2315644</c:v>
                </c:pt>
                <c:pt idx="3469">
                  <c:v>113.2315644</c:v>
                </c:pt>
                <c:pt idx="3470">
                  <c:v>113.2315644</c:v>
                </c:pt>
                <c:pt idx="3471">
                  <c:v>113.2315644</c:v>
                </c:pt>
                <c:pt idx="3472">
                  <c:v>113.2315644</c:v>
                </c:pt>
                <c:pt idx="3473">
                  <c:v>113.2315644</c:v>
                </c:pt>
                <c:pt idx="3474">
                  <c:v>113.2315644</c:v>
                </c:pt>
                <c:pt idx="3475">
                  <c:v>113.2315644</c:v>
                </c:pt>
                <c:pt idx="3476">
                  <c:v>113.2315644</c:v>
                </c:pt>
                <c:pt idx="3477">
                  <c:v>113.2315644</c:v>
                </c:pt>
                <c:pt idx="3478">
                  <c:v>113.2315644</c:v>
                </c:pt>
                <c:pt idx="3479">
                  <c:v>113.2315644</c:v>
                </c:pt>
                <c:pt idx="3480">
                  <c:v>113.2315644</c:v>
                </c:pt>
                <c:pt idx="3481">
                  <c:v>113.2315644</c:v>
                </c:pt>
                <c:pt idx="3482">
                  <c:v>113.2315644</c:v>
                </c:pt>
                <c:pt idx="3483">
                  <c:v>113.2315644</c:v>
                </c:pt>
                <c:pt idx="3484">
                  <c:v>113.2315644</c:v>
                </c:pt>
                <c:pt idx="3485">
                  <c:v>113.2315644</c:v>
                </c:pt>
                <c:pt idx="3486">
                  <c:v>113.2315644</c:v>
                </c:pt>
                <c:pt idx="3487">
                  <c:v>113.2315644</c:v>
                </c:pt>
                <c:pt idx="3488">
                  <c:v>113.2315644</c:v>
                </c:pt>
                <c:pt idx="3489">
                  <c:v>113.2315644</c:v>
                </c:pt>
                <c:pt idx="3490">
                  <c:v>113.2315644</c:v>
                </c:pt>
                <c:pt idx="3491">
                  <c:v>113.2315644</c:v>
                </c:pt>
                <c:pt idx="3492">
                  <c:v>113.2315644</c:v>
                </c:pt>
                <c:pt idx="3493">
                  <c:v>113.2315644</c:v>
                </c:pt>
                <c:pt idx="3494">
                  <c:v>113.2315644</c:v>
                </c:pt>
                <c:pt idx="3495">
                  <c:v>113.2315644</c:v>
                </c:pt>
                <c:pt idx="3496">
                  <c:v>113.2315644</c:v>
                </c:pt>
                <c:pt idx="3497">
                  <c:v>113.2315644</c:v>
                </c:pt>
                <c:pt idx="3498">
                  <c:v>113.2315644</c:v>
                </c:pt>
                <c:pt idx="3499">
                  <c:v>113.2315644</c:v>
                </c:pt>
                <c:pt idx="3500">
                  <c:v>113.2315644</c:v>
                </c:pt>
                <c:pt idx="3501">
                  <c:v>113.2315644</c:v>
                </c:pt>
                <c:pt idx="3502">
                  <c:v>113.2315644</c:v>
                </c:pt>
                <c:pt idx="3503">
                  <c:v>113.2315644</c:v>
                </c:pt>
                <c:pt idx="3504">
                  <c:v>113.2315644</c:v>
                </c:pt>
                <c:pt idx="3505">
                  <c:v>113.2315644</c:v>
                </c:pt>
                <c:pt idx="3506">
                  <c:v>113.2315644</c:v>
                </c:pt>
                <c:pt idx="3507">
                  <c:v>113.2315644</c:v>
                </c:pt>
                <c:pt idx="3508">
                  <c:v>113.2315644</c:v>
                </c:pt>
                <c:pt idx="3509">
                  <c:v>113.2315644</c:v>
                </c:pt>
                <c:pt idx="3510">
                  <c:v>113.2315644</c:v>
                </c:pt>
                <c:pt idx="3511">
                  <c:v>113.2315644</c:v>
                </c:pt>
                <c:pt idx="3512">
                  <c:v>113.2315644</c:v>
                </c:pt>
                <c:pt idx="3513">
                  <c:v>113.2315644</c:v>
                </c:pt>
                <c:pt idx="3514">
                  <c:v>113.2315644</c:v>
                </c:pt>
                <c:pt idx="3515">
                  <c:v>113.2315644</c:v>
                </c:pt>
                <c:pt idx="3516">
                  <c:v>113.2315644</c:v>
                </c:pt>
                <c:pt idx="3517">
                  <c:v>113.2315644</c:v>
                </c:pt>
                <c:pt idx="3518">
                  <c:v>113.2315644</c:v>
                </c:pt>
                <c:pt idx="3519">
                  <c:v>113.2315644</c:v>
                </c:pt>
                <c:pt idx="3520">
                  <c:v>113.2315644</c:v>
                </c:pt>
                <c:pt idx="3521">
                  <c:v>113.2315644</c:v>
                </c:pt>
                <c:pt idx="3522">
                  <c:v>113.2315644</c:v>
                </c:pt>
                <c:pt idx="3523">
                  <c:v>113.2315644</c:v>
                </c:pt>
                <c:pt idx="3524">
                  <c:v>113.2315644</c:v>
                </c:pt>
                <c:pt idx="3525">
                  <c:v>113.2315644</c:v>
                </c:pt>
                <c:pt idx="3526">
                  <c:v>113.2315644</c:v>
                </c:pt>
                <c:pt idx="3527">
                  <c:v>113.2315644</c:v>
                </c:pt>
                <c:pt idx="3528">
                  <c:v>113.2315644</c:v>
                </c:pt>
                <c:pt idx="3529">
                  <c:v>113.2315644</c:v>
                </c:pt>
                <c:pt idx="3530">
                  <c:v>113.2315644</c:v>
                </c:pt>
                <c:pt idx="3531">
                  <c:v>113.2315644</c:v>
                </c:pt>
                <c:pt idx="3532">
                  <c:v>113.2315644</c:v>
                </c:pt>
                <c:pt idx="3533">
                  <c:v>113.2315644</c:v>
                </c:pt>
                <c:pt idx="3534">
                  <c:v>113.2315644</c:v>
                </c:pt>
                <c:pt idx="3535">
                  <c:v>113.2315644</c:v>
                </c:pt>
                <c:pt idx="3536">
                  <c:v>113.2315644</c:v>
                </c:pt>
                <c:pt idx="3537">
                  <c:v>113.2315644</c:v>
                </c:pt>
                <c:pt idx="3538">
                  <c:v>113.2315644</c:v>
                </c:pt>
                <c:pt idx="3539">
                  <c:v>113.2315644</c:v>
                </c:pt>
                <c:pt idx="3540">
                  <c:v>113.2315644</c:v>
                </c:pt>
                <c:pt idx="3541">
                  <c:v>113.2315644</c:v>
                </c:pt>
                <c:pt idx="3542">
                  <c:v>113.2315644</c:v>
                </c:pt>
                <c:pt idx="3543">
                  <c:v>113.2315644</c:v>
                </c:pt>
                <c:pt idx="3544">
                  <c:v>113.2315644</c:v>
                </c:pt>
                <c:pt idx="3545">
                  <c:v>113.2315644</c:v>
                </c:pt>
                <c:pt idx="3546">
                  <c:v>113.2315644</c:v>
                </c:pt>
                <c:pt idx="3547">
                  <c:v>113.2315644</c:v>
                </c:pt>
                <c:pt idx="3548">
                  <c:v>113.2315644</c:v>
                </c:pt>
                <c:pt idx="3549">
                  <c:v>113.2315644</c:v>
                </c:pt>
                <c:pt idx="3550">
                  <c:v>113.2315644</c:v>
                </c:pt>
                <c:pt idx="3551">
                  <c:v>113.2315644</c:v>
                </c:pt>
                <c:pt idx="3552">
                  <c:v>113.2315644</c:v>
                </c:pt>
                <c:pt idx="3553">
                  <c:v>113.2315644</c:v>
                </c:pt>
                <c:pt idx="3554">
                  <c:v>114.20000640000001</c:v>
                </c:pt>
                <c:pt idx="3555">
                  <c:v>114.5577804</c:v>
                </c:pt>
                <c:pt idx="3556">
                  <c:v>114.5577804</c:v>
                </c:pt>
                <c:pt idx="3557">
                  <c:v>114.5577804</c:v>
                </c:pt>
                <c:pt idx="3558">
                  <c:v>114.5577804</c:v>
                </c:pt>
                <c:pt idx="3559">
                  <c:v>114.5577804</c:v>
                </c:pt>
                <c:pt idx="3560">
                  <c:v>114.5577804</c:v>
                </c:pt>
                <c:pt idx="3561">
                  <c:v>114.5577804</c:v>
                </c:pt>
                <c:pt idx="3562">
                  <c:v>114.5577804</c:v>
                </c:pt>
                <c:pt idx="3563">
                  <c:v>114.5577804</c:v>
                </c:pt>
                <c:pt idx="3564">
                  <c:v>114.5577804</c:v>
                </c:pt>
                <c:pt idx="3565">
                  <c:v>114.5577804</c:v>
                </c:pt>
                <c:pt idx="3566">
                  <c:v>114.5577804</c:v>
                </c:pt>
                <c:pt idx="3567">
                  <c:v>114.5577804</c:v>
                </c:pt>
                <c:pt idx="3568">
                  <c:v>114.5577804</c:v>
                </c:pt>
                <c:pt idx="3569">
                  <c:v>114.5577804</c:v>
                </c:pt>
                <c:pt idx="3570">
                  <c:v>114.5577804</c:v>
                </c:pt>
                <c:pt idx="3571">
                  <c:v>114.5577804</c:v>
                </c:pt>
                <c:pt idx="3572">
                  <c:v>114.5577804</c:v>
                </c:pt>
                <c:pt idx="3573">
                  <c:v>114.5577804</c:v>
                </c:pt>
                <c:pt idx="3574">
                  <c:v>114.5577804</c:v>
                </c:pt>
                <c:pt idx="3575">
                  <c:v>114.5577804</c:v>
                </c:pt>
                <c:pt idx="3576">
                  <c:v>114.5577804</c:v>
                </c:pt>
                <c:pt idx="3577">
                  <c:v>114.5577804</c:v>
                </c:pt>
                <c:pt idx="3578">
                  <c:v>114.5577804</c:v>
                </c:pt>
                <c:pt idx="3579">
                  <c:v>114.5577804</c:v>
                </c:pt>
                <c:pt idx="3580">
                  <c:v>114.5577804</c:v>
                </c:pt>
                <c:pt idx="3581">
                  <c:v>114.5577804</c:v>
                </c:pt>
                <c:pt idx="3582">
                  <c:v>114.5577804</c:v>
                </c:pt>
                <c:pt idx="3583">
                  <c:v>114.5577804</c:v>
                </c:pt>
                <c:pt idx="3584">
                  <c:v>114.5577804</c:v>
                </c:pt>
                <c:pt idx="3585">
                  <c:v>114.5577804</c:v>
                </c:pt>
                <c:pt idx="3586">
                  <c:v>114.5577804</c:v>
                </c:pt>
                <c:pt idx="3587">
                  <c:v>114.5577804</c:v>
                </c:pt>
                <c:pt idx="3588">
                  <c:v>114.5577804</c:v>
                </c:pt>
                <c:pt idx="3589">
                  <c:v>117.311166</c:v>
                </c:pt>
                <c:pt idx="3590">
                  <c:v>117.311166</c:v>
                </c:pt>
                <c:pt idx="3591">
                  <c:v>117.311166</c:v>
                </c:pt>
                <c:pt idx="3592">
                  <c:v>117.311166</c:v>
                </c:pt>
                <c:pt idx="3593">
                  <c:v>117.311166</c:v>
                </c:pt>
                <c:pt idx="3594">
                  <c:v>117.311166</c:v>
                </c:pt>
                <c:pt idx="3595">
                  <c:v>117.311166</c:v>
                </c:pt>
                <c:pt idx="3596">
                  <c:v>117.311166</c:v>
                </c:pt>
                <c:pt idx="3597">
                  <c:v>117.311166</c:v>
                </c:pt>
                <c:pt idx="3598">
                  <c:v>117.311166</c:v>
                </c:pt>
                <c:pt idx="3599">
                  <c:v>117.311166</c:v>
                </c:pt>
                <c:pt idx="3600">
                  <c:v>117.311166</c:v>
                </c:pt>
                <c:pt idx="3601">
                  <c:v>117.311166</c:v>
                </c:pt>
                <c:pt idx="3602">
                  <c:v>117.311166</c:v>
                </c:pt>
                <c:pt idx="3603">
                  <c:v>117.311166</c:v>
                </c:pt>
                <c:pt idx="3604">
                  <c:v>117.311166</c:v>
                </c:pt>
                <c:pt idx="3605">
                  <c:v>117.311166</c:v>
                </c:pt>
                <c:pt idx="3606">
                  <c:v>117.311166</c:v>
                </c:pt>
                <c:pt idx="3607">
                  <c:v>117.311166</c:v>
                </c:pt>
                <c:pt idx="3608">
                  <c:v>117.311166</c:v>
                </c:pt>
                <c:pt idx="3609">
                  <c:v>117.311166</c:v>
                </c:pt>
                <c:pt idx="3610">
                  <c:v>117.311166</c:v>
                </c:pt>
                <c:pt idx="3611">
                  <c:v>117.311166</c:v>
                </c:pt>
                <c:pt idx="3612">
                  <c:v>117.311166</c:v>
                </c:pt>
                <c:pt idx="3613">
                  <c:v>117.311166</c:v>
                </c:pt>
                <c:pt idx="3614">
                  <c:v>117.311166</c:v>
                </c:pt>
                <c:pt idx="3615">
                  <c:v>117.311166</c:v>
                </c:pt>
                <c:pt idx="3616">
                  <c:v>117.311166</c:v>
                </c:pt>
                <c:pt idx="3617">
                  <c:v>117.311166</c:v>
                </c:pt>
                <c:pt idx="3618">
                  <c:v>117.311166</c:v>
                </c:pt>
                <c:pt idx="3619">
                  <c:v>117.311166</c:v>
                </c:pt>
                <c:pt idx="3620">
                  <c:v>117.311166</c:v>
                </c:pt>
                <c:pt idx="3621">
                  <c:v>117.311166</c:v>
                </c:pt>
                <c:pt idx="3622">
                  <c:v>117.311166</c:v>
                </c:pt>
                <c:pt idx="3623">
                  <c:v>117.311166</c:v>
                </c:pt>
                <c:pt idx="3624">
                  <c:v>117.311166</c:v>
                </c:pt>
                <c:pt idx="3625">
                  <c:v>117.311166</c:v>
                </c:pt>
                <c:pt idx="3626">
                  <c:v>117.311166</c:v>
                </c:pt>
                <c:pt idx="3627">
                  <c:v>117.311166</c:v>
                </c:pt>
                <c:pt idx="3628">
                  <c:v>117.885294</c:v>
                </c:pt>
                <c:pt idx="3629">
                  <c:v>117.885294</c:v>
                </c:pt>
                <c:pt idx="3630">
                  <c:v>117.885294</c:v>
                </c:pt>
                <c:pt idx="3631">
                  <c:v>117.885294</c:v>
                </c:pt>
                <c:pt idx="3632">
                  <c:v>117.885294</c:v>
                </c:pt>
                <c:pt idx="3633">
                  <c:v>117.885294</c:v>
                </c:pt>
                <c:pt idx="3634">
                  <c:v>117.885294</c:v>
                </c:pt>
                <c:pt idx="3635">
                  <c:v>117.885294</c:v>
                </c:pt>
                <c:pt idx="3636">
                  <c:v>117.885294</c:v>
                </c:pt>
                <c:pt idx="3637">
                  <c:v>117.885294</c:v>
                </c:pt>
                <c:pt idx="3638">
                  <c:v>117.885294</c:v>
                </c:pt>
                <c:pt idx="3639">
                  <c:v>117.885294</c:v>
                </c:pt>
                <c:pt idx="3640">
                  <c:v>117.885294</c:v>
                </c:pt>
                <c:pt idx="3641">
                  <c:v>117.885294</c:v>
                </c:pt>
                <c:pt idx="3642">
                  <c:v>117.885294</c:v>
                </c:pt>
                <c:pt idx="3643">
                  <c:v>117.885294</c:v>
                </c:pt>
                <c:pt idx="3644">
                  <c:v>117.885294</c:v>
                </c:pt>
                <c:pt idx="3645">
                  <c:v>117.885294</c:v>
                </c:pt>
                <c:pt idx="3646">
                  <c:v>117.885294</c:v>
                </c:pt>
                <c:pt idx="3647">
                  <c:v>117.885294</c:v>
                </c:pt>
                <c:pt idx="3648">
                  <c:v>117.885294</c:v>
                </c:pt>
                <c:pt idx="3649">
                  <c:v>117.885294</c:v>
                </c:pt>
                <c:pt idx="3650">
                  <c:v>117.885294</c:v>
                </c:pt>
                <c:pt idx="3651">
                  <c:v>117.885294</c:v>
                </c:pt>
                <c:pt idx="3652">
                  <c:v>117.885294</c:v>
                </c:pt>
                <c:pt idx="3653">
                  <c:v>117.885294</c:v>
                </c:pt>
                <c:pt idx="3654">
                  <c:v>117.885294</c:v>
                </c:pt>
                <c:pt idx="3655">
                  <c:v>117.885294</c:v>
                </c:pt>
                <c:pt idx="3656">
                  <c:v>117.885294</c:v>
                </c:pt>
                <c:pt idx="3657">
                  <c:v>117.885294</c:v>
                </c:pt>
                <c:pt idx="3658">
                  <c:v>117.885294</c:v>
                </c:pt>
                <c:pt idx="3659">
                  <c:v>117.885294</c:v>
                </c:pt>
                <c:pt idx="3660">
                  <c:v>117.885294</c:v>
                </c:pt>
                <c:pt idx="3661">
                  <c:v>117.885294</c:v>
                </c:pt>
                <c:pt idx="3662">
                  <c:v>117.885294</c:v>
                </c:pt>
                <c:pt idx="3663">
                  <c:v>117.885294</c:v>
                </c:pt>
                <c:pt idx="3664">
                  <c:v>117.885294</c:v>
                </c:pt>
                <c:pt idx="3665">
                  <c:v>117.885294</c:v>
                </c:pt>
                <c:pt idx="3666">
                  <c:v>117.885294</c:v>
                </c:pt>
                <c:pt idx="3667">
                  <c:v>117.885294</c:v>
                </c:pt>
                <c:pt idx="3668">
                  <c:v>117.885294</c:v>
                </c:pt>
                <c:pt idx="3669">
                  <c:v>117.885294</c:v>
                </c:pt>
                <c:pt idx="3670">
                  <c:v>117.885294</c:v>
                </c:pt>
                <c:pt idx="3671">
                  <c:v>117.885294</c:v>
                </c:pt>
                <c:pt idx="3672">
                  <c:v>117.885294</c:v>
                </c:pt>
                <c:pt idx="3673">
                  <c:v>117.885294</c:v>
                </c:pt>
                <c:pt idx="3674">
                  <c:v>117.885294</c:v>
                </c:pt>
                <c:pt idx="3675">
                  <c:v>117.885294</c:v>
                </c:pt>
                <c:pt idx="3676">
                  <c:v>117.885294</c:v>
                </c:pt>
                <c:pt idx="3677">
                  <c:v>117.885294</c:v>
                </c:pt>
                <c:pt idx="3678">
                  <c:v>117.885294</c:v>
                </c:pt>
                <c:pt idx="3679">
                  <c:v>117.885294</c:v>
                </c:pt>
                <c:pt idx="3680">
                  <c:v>117.885294</c:v>
                </c:pt>
                <c:pt idx="3681">
                  <c:v>117.885294</c:v>
                </c:pt>
                <c:pt idx="3682">
                  <c:v>117.885294</c:v>
                </c:pt>
                <c:pt idx="3683">
                  <c:v>117.885294</c:v>
                </c:pt>
                <c:pt idx="3684">
                  <c:v>117.885294</c:v>
                </c:pt>
                <c:pt idx="3685">
                  <c:v>117.885294</c:v>
                </c:pt>
                <c:pt idx="3686">
                  <c:v>117.885294</c:v>
                </c:pt>
                <c:pt idx="3687">
                  <c:v>117.885294</c:v>
                </c:pt>
                <c:pt idx="3688">
                  <c:v>117.885294</c:v>
                </c:pt>
                <c:pt idx="3689">
                  <c:v>117.885294</c:v>
                </c:pt>
                <c:pt idx="3690">
                  <c:v>117.885294</c:v>
                </c:pt>
                <c:pt idx="3691">
                  <c:v>117.885294</c:v>
                </c:pt>
                <c:pt idx="3692">
                  <c:v>117.885294</c:v>
                </c:pt>
                <c:pt idx="3693">
                  <c:v>117.885294</c:v>
                </c:pt>
                <c:pt idx="3694">
                  <c:v>117.885294</c:v>
                </c:pt>
                <c:pt idx="3695">
                  <c:v>117.885294</c:v>
                </c:pt>
                <c:pt idx="3696">
                  <c:v>117.885294</c:v>
                </c:pt>
                <c:pt idx="3697">
                  <c:v>117.885294</c:v>
                </c:pt>
                <c:pt idx="3698">
                  <c:v>117.885294</c:v>
                </c:pt>
                <c:pt idx="3699">
                  <c:v>117.885294</c:v>
                </c:pt>
                <c:pt idx="3700">
                  <c:v>117.885294</c:v>
                </c:pt>
                <c:pt idx="3701">
                  <c:v>117.885294</c:v>
                </c:pt>
                <c:pt idx="3702">
                  <c:v>117.885294</c:v>
                </c:pt>
                <c:pt idx="3703">
                  <c:v>117.885294</c:v>
                </c:pt>
                <c:pt idx="3704">
                  <c:v>117.885294</c:v>
                </c:pt>
                <c:pt idx="3705">
                  <c:v>117.885294</c:v>
                </c:pt>
                <c:pt idx="3706">
                  <c:v>117.885294</c:v>
                </c:pt>
                <c:pt idx="3707">
                  <c:v>117.885294</c:v>
                </c:pt>
                <c:pt idx="3708">
                  <c:v>117.885294</c:v>
                </c:pt>
                <c:pt idx="3709">
                  <c:v>117.885294</c:v>
                </c:pt>
                <c:pt idx="3710">
                  <c:v>117.885294</c:v>
                </c:pt>
                <c:pt idx="3711">
                  <c:v>117.885294</c:v>
                </c:pt>
                <c:pt idx="3712">
                  <c:v>117.885294</c:v>
                </c:pt>
                <c:pt idx="3713">
                  <c:v>117.885294</c:v>
                </c:pt>
                <c:pt idx="3714">
                  <c:v>117.885294</c:v>
                </c:pt>
                <c:pt idx="3715">
                  <c:v>117.885294</c:v>
                </c:pt>
                <c:pt idx="3716">
                  <c:v>117.885294</c:v>
                </c:pt>
                <c:pt idx="3717">
                  <c:v>117.885294</c:v>
                </c:pt>
                <c:pt idx="3718">
                  <c:v>117.885294</c:v>
                </c:pt>
                <c:pt idx="3719">
                  <c:v>117.885294</c:v>
                </c:pt>
                <c:pt idx="3720">
                  <c:v>117.885294</c:v>
                </c:pt>
                <c:pt idx="3721">
                  <c:v>117.885294</c:v>
                </c:pt>
                <c:pt idx="3722">
                  <c:v>117.885294</c:v>
                </c:pt>
                <c:pt idx="3723">
                  <c:v>117.885294</c:v>
                </c:pt>
                <c:pt idx="3724">
                  <c:v>117.885294</c:v>
                </c:pt>
                <c:pt idx="3725">
                  <c:v>117.885294</c:v>
                </c:pt>
                <c:pt idx="3726">
                  <c:v>117.885294</c:v>
                </c:pt>
                <c:pt idx="3727">
                  <c:v>117.885294</c:v>
                </c:pt>
                <c:pt idx="3728">
                  <c:v>117.885294</c:v>
                </c:pt>
                <c:pt idx="3729">
                  <c:v>117.885294</c:v>
                </c:pt>
                <c:pt idx="3730">
                  <c:v>117.885294</c:v>
                </c:pt>
                <c:pt idx="3731">
                  <c:v>117.885294</c:v>
                </c:pt>
                <c:pt idx="3732">
                  <c:v>117.885294</c:v>
                </c:pt>
                <c:pt idx="3733">
                  <c:v>117.885294</c:v>
                </c:pt>
                <c:pt idx="3734">
                  <c:v>117.885294</c:v>
                </c:pt>
                <c:pt idx="3735">
                  <c:v>117.885294</c:v>
                </c:pt>
                <c:pt idx="3736">
                  <c:v>117.885294</c:v>
                </c:pt>
                <c:pt idx="3737">
                  <c:v>117.885294</c:v>
                </c:pt>
                <c:pt idx="3738">
                  <c:v>117.885294</c:v>
                </c:pt>
                <c:pt idx="3739">
                  <c:v>117.885294</c:v>
                </c:pt>
                <c:pt idx="3740">
                  <c:v>117.885294</c:v>
                </c:pt>
                <c:pt idx="3741">
                  <c:v>117.885294</c:v>
                </c:pt>
                <c:pt idx="3742">
                  <c:v>117.885294</c:v>
                </c:pt>
                <c:pt idx="3743">
                  <c:v>117.885294</c:v>
                </c:pt>
                <c:pt idx="3744">
                  <c:v>117.885294</c:v>
                </c:pt>
                <c:pt idx="3745">
                  <c:v>117.885294</c:v>
                </c:pt>
                <c:pt idx="3746">
                  <c:v>117.885294</c:v>
                </c:pt>
                <c:pt idx="3747">
                  <c:v>117.885294</c:v>
                </c:pt>
                <c:pt idx="3748">
                  <c:v>117.885294</c:v>
                </c:pt>
                <c:pt idx="3749">
                  <c:v>117.885294</c:v>
                </c:pt>
                <c:pt idx="3750">
                  <c:v>117.885294</c:v>
                </c:pt>
                <c:pt idx="3751">
                  <c:v>117.885294</c:v>
                </c:pt>
                <c:pt idx="3752">
                  <c:v>117.885294</c:v>
                </c:pt>
                <c:pt idx="3753">
                  <c:v>117.885294</c:v>
                </c:pt>
                <c:pt idx="3754">
                  <c:v>117.885294</c:v>
                </c:pt>
                <c:pt idx="3755">
                  <c:v>117.885294</c:v>
                </c:pt>
                <c:pt idx="3756">
                  <c:v>117.885294</c:v>
                </c:pt>
                <c:pt idx="3757">
                  <c:v>117.885294</c:v>
                </c:pt>
                <c:pt idx="3758">
                  <c:v>117.885294</c:v>
                </c:pt>
                <c:pt idx="3759">
                  <c:v>117.885294</c:v>
                </c:pt>
                <c:pt idx="3760">
                  <c:v>117.885294</c:v>
                </c:pt>
                <c:pt idx="3761">
                  <c:v>117.885294</c:v>
                </c:pt>
                <c:pt idx="3762">
                  <c:v>117.885294</c:v>
                </c:pt>
                <c:pt idx="3763">
                  <c:v>117.885294</c:v>
                </c:pt>
                <c:pt idx="3764">
                  <c:v>117.885294</c:v>
                </c:pt>
                <c:pt idx="3765">
                  <c:v>117.885294</c:v>
                </c:pt>
                <c:pt idx="3766">
                  <c:v>117.885294</c:v>
                </c:pt>
                <c:pt idx="3767">
                  <c:v>117.885294</c:v>
                </c:pt>
                <c:pt idx="3768">
                  <c:v>117.885294</c:v>
                </c:pt>
                <c:pt idx="3769">
                  <c:v>117.885294</c:v>
                </c:pt>
                <c:pt idx="3770">
                  <c:v>117.885294</c:v>
                </c:pt>
                <c:pt idx="3771">
                  <c:v>117.885294</c:v>
                </c:pt>
                <c:pt idx="3772">
                  <c:v>117.885294</c:v>
                </c:pt>
                <c:pt idx="3773">
                  <c:v>117.885294</c:v>
                </c:pt>
                <c:pt idx="3774">
                  <c:v>117.885294</c:v>
                </c:pt>
                <c:pt idx="3775">
                  <c:v>117.885294</c:v>
                </c:pt>
                <c:pt idx="3776">
                  <c:v>117.885294</c:v>
                </c:pt>
                <c:pt idx="3777">
                  <c:v>117.885294</c:v>
                </c:pt>
                <c:pt idx="3778">
                  <c:v>117.885294</c:v>
                </c:pt>
                <c:pt idx="3779">
                  <c:v>117.885294</c:v>
                </c:pt>
                <c:pt idx="3780">
                  <c:v>117.885294</c:v>
                </c:pt>
                <c:pt idx="3781">
                  <c:v>117.885294</c:v>
                </c:pt>
                <c:pt idx="3782">
                  <c:v>117.885294</c:v>
                </c:pt>
                <c:pt idx="3783">
                  <c:v>117.885294</c:v>
                </c:pt>
                <c:pt idx="3784">
                  <c:v>117.885294</c:v>
                </c:pt>
                <c:pt idx="3785">
                  <c:v>117.885294</c:v>
                </c:pt>
                <c:pt idx="3786">
                  <c:v>117.885294</c:v>
                </c:pt>
                <c:pt idx="3787">
                  <c:v>117.885294</c:v>
                </c:pt>
                <c:pt idx="3788">
                  <c:v>117.885294</c:v>
                </c:pt>
                <c:pt idx="3789">
                  <c:v>117.885294</c:v>
                </c:pt>
                <c:pt idx="3790">
                  <c:v>117.885294</c:v>
                </c:pt>
                <c:pt idx="3791">
                  <c:v>117.885294</c:v>
                </c:pt>
                <c:pt idx="3792">
                  <c:v>117.885294</c:v>
                </c:pt>
                <c:pt idx="3793">
                  <c:v>117.885294</c:v>
                </c:pt>
                <c:pt idx="3794">
                  <c:v>117.885294</c:v>
                </c:pt>
                <c:pt idx="3795">
                  <c:v>117.885294</c:v>
                </c:pt>
                <c:pt idx="3796">
                  <c:v>117.885294</c:v>
                </c:pt>
                <c:pt idx="3797">
                  <c:v>117.885294</c:v>
                </c:pt>
                <c:pt idx="3798">
                  <c:v>117.885294</c:v>
                </c:pt>
                <c:pt idx="3799">
                  <c:v>117.885294</c:v>
                </c:pt>
                <c:pt idx="3800">
                  <c:v>117.885294</c:v>
                </c:pt>
                <c:pt idx="3801">
                  <c:v>117.885294</c:v>
                </c:pt>
                <c:pt idx="3802">
                  <c:v>117.885294</c:v>
                </c:pt>
                <c:pt idx="3803">
                  <c:v>117.885294</c:v>
                </c:pt>
                <c:pt idx="3804">
                  <c:v>117.885294</c:v>
                </c:pt>
                <c:pt idx="3805">
                  <c:v>117.885294</c:v>
                </c:pt>
                <c:pt idx="3806">
                  <c:v>117.885294</c:v>
                </c:pt>
                <c:pt idx="3807">
                  <c:v>117.885294</c:v>
                </c:pt>
                <c:pt idx="3808">
                  <c:v>117.885294</c:v>
                </c:pt>
                <c:pt idx="3809">
                  <c:v>117.885294</c:v>
                </c:pt>
                <c:pt idx="3810">
                  <c:v>117.885294</c:v>
                </c:pt>
                <c:pt idx="3811">
                  <c:v>117.885294</c:v>
                </c:pt>
                <c:pt idx="3812">
                  <c:v>117.885294</c:v>
                </c:pt>
                <c:pt idx="3813">
                  <c:v>117.885294</c:v>
                </c:pt>
                <c:pt idx="3814">
                  <c:v>117.885294</c:v>
                </c:pt>
                <c:pt idx="3815">
                  <c:v>117.885294</c:v>
                </c:pt>
                <c:pt idx="3816">
                  <c:v>117.885294</c:v>
                </c:pt>
                <c:pt idx="3817">
                  <c:v>117.885294</c:v>
                </c:pt>
                <c:pt idx="3818">
                  <c:v>117.885294</c:v>
                </c:pt>
                <c:pt idx="3819">
                  <c:v>117.885294</c:v>
                </c:pt>
                <c:pt idx="3820">
                  <c:v>117.885294</c:v>
                </c:pt>
                <c:pt idx="3821">
                  <c:v>117.885294</c:v>
                </c:pt>
                <c:pt idx="3822">
                  <c:v>117.885294</c:v>
                </c:pt>
                <c:pt idx="3823">
                  <c:v>117.885294</c:v>
                </c:pt>
                <c:pt idx="3824">
                  <c:v>117.885294</c:v>
                </c:pt>
                <c:pt idx="3825">
                  <c:v>117.885294</c:v>
                </c:pt>
                <c:pt idx="3826">
                  <c:v>117.885294</c:v>
                </c:pt>
                <c:pt idx="3827">
                  <c:v>117.885294</c:v>
                </c:pt>
                <c:pt idx="3828">
                  <c:v>117.885294</c:v>
                </c:pt>
                <c:pt idx="3829">
                  <c:v>117.885294</c:v>
                </c:pt>
                <c:pt idx="3830">
                  <c:v>117.885294</c:v>
                </c:pt>
                <c:pt idx="3831">
                  <c:v>117.885294</c:v>
                </c:pt>
                <c:pt idx="3832">
                  <c:v>117.885294</c:v>
                </c:pt>
                <c:pt idx="3833">
                  <c:v>117.885294</c:v>
                </c:pt>
                <c:pt idx="3834">
                  <c:v>117.885294</c:v>
                </c:pt>
                <c:pt idx="3835">
                  <c:v>117.885294</c:v>
                </c:pt>
                <c:pt idx="3836">
                  <c:v>117.885294</c:v>
                </c:pt>
                <c:pt idx="3837">
                  <c:v>117.885294</c:v>
                </c:pt>
                <c:pt idx="3838">
                  <c:v>117.885294</c:v>
                </c:pt>
                <c:pt idx="3839">
                  <c:v>117.885294</c:v>
                </c:pt>
                <c:pt idx="3840">
                  <c:v>117.885294</c:v>
                </c:pt>
                <c:pt idx="3841">
                  <c:v>117.885294</c:v>
                </c:pt>
                <c:pt idx="3842">
                  <c:v>117.885294</c:v>
                </c:pt>
                <c:pt idx="3843">
                  <c:v>117.885294</c:v>
                </c:pt>
                <c:pt idx="3844">
                  <c:v>117.885294</c:v>
                </c:pt>
                <c:pt idx="3845">
                  <c:v>117.885294</c:v>
                </c:pt>
                <c:pt idx="3846">
                  <c:v>117.885294</c:v>
                </c:pt>
                <c:pt idx="3847">
                  <c:v>117.885294</c:v>
                </c:pt>
                <c:pt idx="3848">
                  <c:v>117.885294</c:v>
                </c:pt>
                <c:pt idx="3849">
                  <c:v>117.885294</c:v>
                </c:pt>
                <c:pt idx="3850">
                  <c:v>117.885294</c:v>
                </c:pt>
                <c:pt idx="3851">
                  <c:v>117.885294</c:v>
                </c:pt>
                <c:pt idx="3852">
                  <c:v>117.885294</c:v>
                </c:pt>
                <c:pt idx="3853">
                  <c:v>117.885294</c:v>
                </c:pt>
                <c:pt idx="3854">
                  <c:v>117.885294</c:v>
                </c:pt>
                <c:pt idx="3855">
                  <c:v>117.885294</c:v>
                </c:pt>
                <c:pt idx="3856">
                  <c:v>117.885294</c:v>
                </c:pt>
                <c:pt idx="3857">
                  <c:v>117.885294</c:v>
                </c:pt>
                <c:pt idx="3858">
                  <c:v>117.885294</c:v>
                </c:pt>
                <c:pt idx="3859">
                  <c:v>117.885294</c:v>
                </c:pt>
                <c:pt idx="3860">
                  <c:v>117.885294</c:v>
                </c:pt>
                <c:pt idx="3861">
                  <c:v>117.885294</c:v>
                </c:pt>
                <c:pt idx="3862">
                  <c:v>117.885294</c:v>
                </c:pt>
                <c:pt idx="3863">
                  <c:v>117.885294</c:v>
                </c:pt>
                <c:pt idx="3864">
                  <c:v>117.885294</c:v>
                </c:pt>
                <c:pt idx="3865">
                  <c:v>117.885294</c:v>
                </c:pt>
                <c:pt idx="3866">
                  <c:v>117.885294</c:v>
                </c:pt>
                <c:pt idx="3867">
                  <c:v>117.885294</c:v>
                </c:pt>
                <c:pt idx="3868">
                  <c:v>117.885294</c:v>
                </c:pt>
                <c:pt idx="3869">
                  <c:v>117.885294</c:v>
                </c:pt>
                <c:pt idx="3870">
                  <c:v>117.885294</c:v>
                </c:pt>
                <c:pt idx="3871">
                  <c:v>117.885294</c:v>
                </c:pt>
                <c:pt idx="3872">
                  <c:v>117.885294</c:v>
                </c:pt>
                <c:pt idx="3873">
                  <c:v>117.885294</c:v>
                </c:pt>
                <c:pt idx="3874">
                  <c:v>117.885294</c:v>
                </c:pt>
                <c:pt idx="3875">
                  <c:v>117.885294</c:v>
                </c:pt>
                <c:pt idx="3876">
                  <c:v>117.885294</c:v>
                </c:pt>
                <c:pt idx="3877">
                  <c:v>117.885294</c:v>
                </c:pt>
                <c:pt idx="3878">
                  <c:v>117.885294</c:v>
                </c:pt>
                <c:pt idx="3879">
                  <c:v>117.885294</c:v>
                </c:pt>
                <c:pt idx="3880">
                  <c:v>117.885294</c:v>
                </c:pt>
                <c:pt idx="3881">
                  <c:v>117.885294</c:v>
                </c:pt>
                <c:pt idx="3882">
                  <c:v>117.885294</c:v>
                </c:pt>
                <c:pt idx="3883">
                  <c:v>117.885294</c:v>
                </c:pt>
                <c:pt idx="3884">
                  <c:v>117.885294</c:v>
                </c:pt>
                <c:pt idx="3885">
                  <c:v>117.885294</c:v>
                </c:pt>
                <c:pt idx="3886">
                  <c:v>117.885294</c:v>
                </c:pt>
                <c:pt idx="3887">
                  <c:v>117.885294</c:v>
                </c:pt>
                <c:pt idx="3888">
                  <c:v>117.885294</c:v>
                </c:pt>
                <c:pt idx="3889">
                  <c:v>117.885294</c:v>
                </c:pt>
                <c:pt idx="3890">
                  <c:v>117.885294</c:v>
                </c:pt>
                <c:pt idx="3891">
                  <c:v>117.885294</c:v>
                </c:pt>
                <c:pt idx="3892">
                  <c:v>117.885294</c:v>
                </c:pt>
                <c:pt idx="3893">
                  <c:v>117.885294</c:v>
                </c:pt>
                <c:pt idx="3894">
                  <c:v>117.885294</c:v>
                </c:pt>
                <c:pt idx="3895">
                  <c:v>117.885294</c:v>
                </c:pt>
                <c:pt idx="3896">
                  <c:v>117.885294</c:v>
                </c:pt>
                <c:pt idx="3897">
                  <c:v>117.885294</c:v>
                </c:pt>
                <c:pt idx="3898">
                  <c:v>117.885294</c:v>
                </c:pt>
                <c:pt idx="3899">
                  <c:v>117.885294</c:v>
                </c:pt>
                <c:pt idx="3900">
                  <c:v>117.885294</c:v>
                </c:pt>
                <c:pt idx="3901">
                  <c:v>117.885294</c:v>
                </c:pt>
                <c:pt idx="3902">
                  <c:v>117.885294</c:v>
                </c:pt>
                <c:pt idx="3903">
                  <c:v>117.885294</c:v>
                </c:pt>
                <c:pt idx="3904">
                  <c:v>117.885294</c:v>
                </c:pt>
                <c:pt idx="3905">
                  <c:v>117.885294</c:v>
                </c:pt>
                <c:pt idx="3906">
                  <c:v>117.885294</c:v>
                </c:pt>
                <c:pt idx="3907">
                  <c:v>117.885294</c:v>
                </c:pt>
                <c:pt idx="3908">
                  <c:v>117.885294</c:v>
                </c:pt>
                <c:pt idx="3909">
                  <c:v>117.885294</c:v>
                </c:pt>
                <c:pt idx="3910">
                  <c:v>117.885294</c:v>
                </c:pt>
                <c:pt idx="3911">
                  <c:v>117.885294</c:v>
                </c:pt>
                <c:pt idx="3912">
                  <c:v>117.885294</c:v>
                </c:pt>
                <c:pt idx="3913">
                  <c:v>117.885294</c:v>
                </c:pt>
                <c:pt idx="3914">
                  <c:v>119.07654479999999</c:v>
                </c:pt>
                <c:pt idx="3915">
                  <c:v>119.07654479999999</c:v>
                </c:pt>
                <c:pt idx="3916">
                  <c:v>119.07654479999999</c:v>
                </c:pt>
                <c:pt idx="3917">
                  <c:v>119.07654479999999</c:v>
                </c:pt>
                <c:pt idx="3918">
                  <c:v>119.07654479999999</c:v>
                </c:pt>
                <c:pt idx="3919">
                  <c:v>119.07654479999999</c:v>
                </c:pt>
                <c:pt idx="3920">
                  <c:v>119.07654479999999</c:v>
                </c:pt>
                <c:pt idx="3921">
                  <c:v>119.07654479999999</c:v>
                </c:pt>
                <c:pt idx="3922">
                  <c:v>119.07654479999999</c:v>
                </c:pt>
                <c:pt idx="3923">
                  <c:v>119.07654479999999</c:v>
                </c:pt>
                <c:pt idx="3924">
                  <c:v>119.07654479999999</c:v>
                </c:pt>
                <c:pt idx="3925">
                  <c:v>119.07654479999999</c:v>
                </c:pt>
                <c:pt idx="3926">
                  <c:v>119.07654479999999</c:v>
                </c:pt>
                <c:pt idx="3927">
                  <c:v>119.07654479999999</c:v>
                </c:pt>
                <c:pt idx="3928">
                  <c:v>119.07654479999999</c:v>
                </c:pt>
                <c:pt idx="3929">
                  <c:v>119.07654479999999</c:v>
                </c:pt>
                <c:pt idx="3930">
                  <c:v>119.07654479999999</c:v>
                </c:pt>
                <c:pt idx="3931">
                  <c:v>119.07654479999999</c:v>
                </c:pt>
                <c:pt idx="3932">
                  <c:v>119.07654479999999</c:v>
                </c:pt>
                <c:pt idx="3933">
                  <c:v>119.07654479999999</c:v>
                </c:pt>
                <c:pt idx="3934">
                  <c:v>119.07654479999999</c:v>
                </c:pt>
                <c:pt idx="3935">
                  <c:v>119.07654479999999</c:v>
                </c:pt>
                <c:pt idx="3936">
                  <c:v>119.07654479999999</c:v>
                </c:pt>
                <c:pt idx="3937">
                  <c:v>119.07654479999999</c:v>
                </c:pt>
                <c:pt idx="3938">
                  <c:v>119.07654479999999</c:v>
                </c:pt>
                <c:pt idx="3939">
                  <c:v>119.07654479999999</c:v>
                </c:pt>
                <c:pt idx="3940">
                  <c:v>119.07654479999999</c:v>
                </c:pt>
                <c:pt idx="3941">
                  <c:v>119.07654479999999</c:v>
                </c:pt>
                <c:pt idx="3942">
                  <c:v>119.07654479999999</c:v>
                </c:pt>
                <c:pt idx="3943">
                  <c:v>119.07654479999999</c:v>
                </c:pt>
                <c:pt idx="3944">
                  <c:v>119.07654479999999</c:v>
                </c:pt>
                <c:pt idx="3945">
                  <c:v>119.07654479999999</c:v>
                </c:pt>
                <c:pt idx="3946">
                  <c:v>119.07654479999999</c:v>
                </c:pt>
                <c:pt idx="3947">
                  <c:v>119.07654479999999</c:v>
                </c:pt>
                <c:pt idx="3948">
                  <c:v>119.07654479999999</c:v>
                </c:pt>
                <c:pt idx="3949">
                  <c:v>119.07654479999999</c:v>
                </c:pt>
                <c:pt idx="3950">
                  <c:v>119.07654479999999</c:v>
                </c:pt>
                <c:pt idx="3951">
                  <c:v>119.07654479999999</c:v>
                </c:pt>
                <c:pt idx="3952">
                  <c:v>119.07654479999999</c:v>
                </c:pt>
                <c:pt idx="3953">
                  <c:v>119.07654479999999</c:v>
                </c:pt>
                <c:pt idx="3954">
                  <c:v>119.07654479999999</c:v>
                </c:pt>
                <c:pt idx="3955">
                  <c:v>119.07654479999999</c:v>
                </c:pt>
                <c:pt idx="3956">
                  <c:v>119.07654479999999</c:v>
                </c:pt>
                <c:pt idx="3957">
                  <c:v>119.07654479999999</c:v>
                </c:pt>
                <c:pt idx="3958">
                  <c:v>119.07654479999999</c:v>
                </c:pt>
                <c:pt idx="3959">
                  <c:v>119.07654479999999</c:v>
                </c:pt>
                <c:pt idx="3960">
                  <c:v>119.07654479999999</c:v>
                </c:pt>
                <c:pt idx="3961">
                  <c:v>119.07654479999999</c:v>
                </c:pt>
                <c:pt idx="3962">
                  <c:v>119.07654479999999</c:v>
                </c:pt>
                <c:pt idx="3963">
                  <c:v>119.07654479999999</c:v>
                </c:pt>
                <c:pt idx="3964">
                  <c:v>119.07654479999999</c:v>
                </c:pt>
                <c:pt idx="3965">
                  <c:v>119.07654479999999</c:v>
                </c:pt>
                <c:pt idx="3966">
                  <c:v>119.07654479999999</c:v>
                </c:pt>
                <c:pt idx="3967">
                  <c:v>119.07654479999999</c:v>
                </c:pt>
                <c:pt idx="3968">
                  <c:v>119.07654479999999</c:v>
                </c:pt>
                <c:pt idx="3969">
                  <c:v>119.07654479999999</c:v>
                </c:pt>
                <c:pt idx="3970">
                  <c:v>119.07654479999999</c:v>
                </c:pt>
                <c:pt idx="3971">
                  <c:v>119.07654479999999</c:v>
                </c:pt>
                <c:pt idx="3972">
                  <c:v>119.07654479999999</c:v>
                </c:pt>
                <c:pt idx="3973">
                  <c:v>119.07654479999999</c:v>
                </c:pt>
                <c:pt idx="3974">
                  <c:v>119.07654479999999</c:v>
                </c:pt>
                <c:pt idx="3975">
                  <c:v>119.07654479999999</c:v>
                </c:pt>
                <c:pt idx="3976">
                  <c:v>119.07654479999999</c:v>
                </c:pt>
                <c:pt idx="3977">
                  <c:v>119.07654479999999</c:v>
                </c:pt>
                <c:pt idx="3978">
                  <c:v>119.07654479999999</c:v>
                </c:pt>
                <c:pt idx="3979">
                  <c:v>119.07654479999999</c:v>
                </c:pt>
                <c:pt idx="3980">
                  <c:v>119.07654479999999</c:v>
                </c:pt>
                <c:pt idx="3981">
                  <c:v>119.07654479999999</c:v>
                </c:pt>
                <c:pt idx="3982">
                  <c:v>119.07654479999999</c:v>
                </c:pt>
                <c:pt idx="3983">
                  <c:v>119.07654479999999</c:v>
                </c:pt>
                <c:pt idx="3984">
                  <c:v>119.07654479999999</c:v>
                </c:pt>
                <c:pt idx="3985">
                  <c:v>119.07654479999999</c:v>
                </c:pt>
                <c:pt idx="3986">
                  <c:v>119.07654479999999</c:v>
                </c:pt>
                <c:pt idx="3987">
                  <c:v>119.07654479999999</c:v>
                </c:pt>
                <c:pt idx="3988">
                  <c:v>119.07654479999999</c:v>
                </c:pt>
                <c:pt idx="3989">
                  <c:v>119.07654479999999</c:v>
                </c:pt>
                <c:pt idx="3990">
                  <c:v>119.07654479999999</c:v>
                </c:pt>
                <c:pt idx="3991">
                  <c:v>119.07654479999999</c:v>
                </c:pt>
                <c:pt idx="3992">
                  <c:v>119.07654479999999</c:v>
                </c:pt>
                <c:pt idx="3993">
                  <c:v>119.07654479999999</c:v>
                </c:pt>
                <c:pt idx="3994">
                  <c:v>119.07654479999999</c:v>
                </c:pt>
                <c:pt idx="3995">
                  <c:v>119.07654479999999</c:v>
                </c:pt>
                <c:pt idx="3996">
                  <c:v>119.07654479999999</c:v>
                </c:pt>
                <c:pt idx="3997">
                  <c:v>119.07654479999999</c:v>
                </c:pt>
                <c:pt idx="3998">
                  <c:v>119.07654479999999</c:v>
                </c:pt>
                <c:pt idx="3999">
                  <c:v>119.07654479999999</c:v>
                </c:pt>
                <c:pt idx="4000">
                  <c:v>119.07654479999999</c:v>
                </c:pt>
                <c:pt idx="4001">
                  <c:v>119.07654479999999</c:v>
                </c:pt>
                <c:pt idx="4002">
                  <c:v>119.07654479999999</c:v>
                </c:pt>
                <c:pt idx="4003">
                  <c:v>119.07654479999999</c:v>
                </c:pt>
                <c:pt idx="4004">
                  <c:v>119.07654479999999</c:v>
                </c:pt>
                <c:pt idx="4005">
                  <c:v>119.07654479999999</c:v>
                </c:pt>
                <c:pt idx="4006">
                  <c:v>119.07654479999999</c:v>
                </c:pt>
                <c:pt idx="4007">
                  <c:v>119.07654479999999</c:v>
                </c:pt>
                <c:pt idx="4008">
                  <c:v>119.07654479999999</c:v>
                </c:pt>
                <c:pt idx="4009">
                  <c:v>119.07654479999999</c:v>
                </c:pt>
                <c:pt idx="4010">
                  <c:v>119.07654479999999</c:v>
                </c:pt>
                <c:pt idx="4011">
                  <c:v>119.07654479999999</c:v>
                </c:pt>
                <c:pt idx="4012">
                  <c:v>119.07654479999999</c:v>
                </c:pt>
                <c:pt idx="4013">
                  <c:v>119.07654479999999</c:v>
                </c:pt>
                <c:pt idx="4014">
                  <c:v>119.07654479999999</c:v>
                </c:pt>
                <c:pt idx="4015">
                  <c:v>119.07654479999999</c:v>
                </c:pt>
                <c:pt idx="4016">
                  <c:v>119.07654479999999</c:v>
                </c:pt>
                <c:pt idx="4017">
                  <c:v>119.07654479999999</c:v>
                </c:pt>
                <c:pt idx="4018">
                  <c:v>119.07654479999999</c:v>
                </c:pt>
                <c:pt idx="4019">
                  <c:v>119.07654479999999</c:v>
                </c:pt>
                <c:pt idx="4020">
                  <c:v>119.07654479999999</c:v>
                </c:pt>
                <c:pt idx="4021">
                  <c:v>119.07654479999999</c:v>
                </c:pt>
                <c:pt idx="4022">
                  <c:v>119.07654479999999</c:v>
                </c:pt>
                <c:pt idx="4023">
                  <c:v>119.07654479999999</c:v>
                </c:pt>
                <c:pt idx="4024">
                  <c:v>119.07654479999999</c:v>
                </c:pt>
                <c:pt idx="4025">
                  <c:v>119.07654479999999</c:v>
                </c:pt>
                <c:pt idx="4026">
                  <c:v>119.07654479999999</c:v>
                </c:pt>
                <c:pt idx="4027">
                  <c:v>119.07654479999999</c:v>
                </c:pt>
                <c:pt idx="4028">
                  <c:v>119.07654479999999</c:v>
                </c:pt>
                <c:pt idx="4029">
                  <c:v>119.07654479999999</c:v>
                </c:pt>
                <c:pt idx="4030">
                  <c:v>119.07654479999999</c:v>
                </c:pt>
                <c:pt idx="4031">
                  <c:v>119.07654479999999</c:v>
                </c:pt>
                <c:pt idx="4032">
                  <c:v>119.07654479999999</c:v>
                </c:pt>
                <c:pt idx="4033">
                  <c:v>119.07654479999999</c:v>
                </c:pt>
                <c:pt idx="4034">
                  <c:v>119.07654479999999</c:v>
                </c:pt>
                <c:pt idx="4035">
                  <c:v>119.07654479999999</c:v>
                </c:pt>
                <c:pt idx="4036">
                  <c:v>119.07654479999999</c:v>
                </c:pt>
                <c:pt idx="4037">
                  <c:v>119.07654479999999</c:v>
                </c:pt>
                <c:pt idx="4038">
                  <c:v>119.07654479999999</c:v>
                </c:pt>
                <c:pt idx="4039">
                  <c:v>119.07654479999999</c:v>
                </c:pt>
                <c:pt idx="4040">
                  <c:v>119.07654479999999</c:v>
                </c:pt>
                <c:pt idx="4041">
                  <c:v>119.07654479999999</c:v>
                </c:pt>
                <c:pt idx="4042">
                  <c:v>119.07654479999999</c:v>
                </c:pt>
                <c:pt idx="4043">
                  <c:v>119.07654479999999</c:v>
                </c:pt>
                <c:pt idx="4044">
                  <c:v>119.07654479999999</c:v>
                </c:pt>
                <c:pt idx="4045">
                  <c:v>119.07654479999999</c:v>
                </c:pt>
                <c:pt idx="4046">
                  <c:v>119.07654479999999</c:v>
                </c:pt>
                <c:pt idx="4047">
                  <c:v>119.07654479999999</c:v>
                </c:pt>
                <c:pt idx="4048">
                  <c:v>119.07654479999999</c:v>
                </c:pt>
                <c:pt idx="4049">
                  <c:v>119.07654479999999</c:v>
                </c:pt>
                <c:pt idx="4050">
                  <c:v>120.2766829</c:v>
                </c:pt>
                <c:pt idx="4051">
                  <c:v>120.2766829</c:v>
                </c:pt>
                <c:pt idx="4052">
                  <c:v>120.2766829</c:v>
                </c:pt>
                <c:pt idx="4053">
                  <c:v>120.2766829</c:v>
                </c:pt>
                <c:pt idx="4054">
                  <c:v>120.2766829</c:v>
                </c:pt>
                <c:pt idx="4055">
                  <c:v>120.2766829</c:v>
                </c:pt>
                <c:pt idx="4056">
                  <c:v>120.2766829</c:v>
                </c:pt>
                <c:pt idx="4057">
                  <c:v>120.2766829</c:v>
                </c:pt>
                <c:pt idx="4058">
                  <c:v>120.2766829</c:v>
                </c:pt>
                <c:pt idx="4059">
                  <c:v>120.2766829</c:v>
                </c:pt>
                <c:pt idx="4060">
                  <c:v>120.2766829</c:v>
                </c:pt>
                <c:pt idx="4061">
                  <c:v>120.2766829</c:v>
                </c:pt>
                <c:pt idx="4062">
                  <c:v>120.2766829</c:v>
                </c:pt>
                <c:pt idx="4063">
                  <c:v>120.2766829</c:v>
                </c:pt>
                <c:pt idx="4064">
                  <c:v>120.2766829</c:v>
                </c:pt>
                <c:pt idx="4065">
                  <c:v>120.2766829</c:v>
                </c:pt>
                <c:pt idx="4066">
                  <c:v>120.2766829</c:v>
                </c:pt>
                <c:pt idx="4067">
                  <c:v>120.2766829</c:v>
                </c:pt>
                <c:pt idx="4068">
                  <c:v>120.2766829</c:v>
                </c:pt>
                <c:pt idx="4069">
                  <c:v>120.2766829</c:v>
                </c:pt>
                <c:pt idx="4070">
                  <c:v>120.2766829</c:v>
                </c:pt>
                <c:pt idx="4071">
                  <c:v>120.2766829</c:v>
                </c:pt>
                <c:pt idx="4072">
                  <c:v>120.2766829</c:v>
                </c:pt>
                <c:pt idx="4073">
                  <c:v>120.2766829</c:v>
                </c:pt>
                <c:pt idx="4074">
                  <c:v>120.2766829</c:v>
                </c:pt>
                <c:pt idx="4075">
                  <c:v>120.2766829</c:v>
                </c:pt>
                <c:pt idx="4076">
                  <c:v>120.2766829</c:v>
                </c:pt>
                <c:pt idx="4077">
                  <c:v>120.2766829</c:v>
                </c:pt>
                <c:pt idx="4078">
                  <c:v>120.2766829</c:v>
                </c:pt>
                <c:pt idx="4079">
                  <c:v>120.2766829</c:v>
                </c:pt>
                <c:pt idx="4080">
                  <c:v>120.2766829</c:v>
                </c:pt>
                <c:pt idx="4081">
                  <c:v>120.2766829</c:v>
                </c:pt>
                <c:pt idx="4082">
                  <c:v>120.2766829</c:v>
                </c:pt>
                <c:pt idx="4083">
                  <c:v>120.2766829</c:v>
                </c:pt>
                <c:pt idx="4084">
                  <c:v>120.2766829</c:v>
                </c:pt>
                <c:pt idx="4085">
                  <c:v>120.2766829</c:v>
                </c:pt>
                <c:pt idx="4086">
                  <c:v>120.2766829</c:v>
                </c:pt>
                <c:pt idx="4087">
                  <c:v>120.2766829</c:v>
                </c:pt>
                <c:pt idx="4088">
                  <c:v>120.2766829</c:v>
                </c:pt>
                <c:pt idx="4089">
                  <c:v>120.2766829</c:v>
                </c:pt>
                <c:pt idx="4090">
                  <c:v>120.2766829</c:v>
                </c:pt>
                <c:pt idx="4091">
                  <c:v>120.2766829</c:v>
                </c:pt>
                <c:pt idx="4092">
                  <c:v>120.2766829</c:v>
                </c:pt>
                <c:pt idx="4093">
                  <c:v>120.2766829</c:v>
                </c:pt>
                <c:pt idx="4094">
                  <c:v>120.2766829</c:v>
                </c:pt>
                <c:pt idx="4095">
                  <c:v>120.2766829</c:v>
                </c:pt>
                <c:pt idx="4096">
                  <c:v>120.2766829</c:v>
                </c:pt>
                <c:pt idx="4097">
                  <c:v>120.2766829</c:v>
                </c:pt>
                <c:pt idx="4098">
                  <c:v>120.55555560000001</c:v>
                </c:pt>
                <c:pt idx="4099">
                  <c:v>120.55555560000001</c:v>
                </c:pt>
                <c:pt idx="4100">
                  <c:v>120.55555560000001</c:v>
                </c:pt>
                <c:pt idx="4101">
                  <c:v>120.55555560000001</c:v>
                </c:pt>
                <c:pt idx="4102">
                  <c:v>120.55555560000001</c:v>
                </c:pt>
                <c:pt idx="4103">
                  <c:v>120.55555560000001</c:v>
                </c:pt>
                <c:pt idx="4104">
                  <c:v>120.55555560000001</c:v>
                </c:pt>
                <c:pt idx="4105">
                  <c:v>120.55555560000001</c:v>
                </c:pt>
                <c:pt idx="4106">
                  <c:v>120.55555560000001</c:v>
                </c:pt>
                <c:pt idx="4107">
                  <c:v>120.55555560000001</c:v>
                </c:pt>
                <c:pt idx="4108">
                  <c:v>120.55555560000001</c:v>
                </c:pt>
                <c:pt idx="4109">
                  <c:v>120.55555560000001</c:v>
                </c:pt>
                <c:pt idx="4110">
                  <c:v>120.55555560000001</c:v>
                </c:pt>
                <c:pt idx="4111">
                  <c:v>120.55555560000001</c:v>
                </c:pt>
                <c:pt idx="4112">
                  <c:v>120.55555560000001</c:v>
                </c:pt>
                <c:pt idx="4113">
                  <c:v>120.55555560000001</c:v>
                </c:pt>
                <c:pt idx="4114">
                  <c:v>120.55555560000001</c:v>
                </c:pt>
                <c:pt idx="4115">
                  <c:v>120.55555560000001</c:v>
                </c:pt>
                <c:pt idx="4116">
                  <c:v>120.55555560000001</c:v>
                </c:pt>
                <c:pt idx="4117">
                  <c:v>120.55555560000001</c:v>
                </c:pt>
                <c:pt idx="4118">
                  <c:v>120.55555560000001</c:v>
                </c:pt>
                <c:pt idx="4119">
                  <c:v>120.55555560000001</c:v>
                </c:pt>
                <c:pt idx="4120">
                  <c:v>120.55555560000001</c:v>
                </c:pt>
                <c:pt idx="4121">
                  <c:v>120.55555560000001</c:v>
                </c:pt>
                <c:pt idx="4122">
                  <c:v>120.55555560000001</c:v>
                </c:pt>
                <c:pt idx="4123">
                  <c:v>120.55555560000001</c:v>
                </c:pt>
                <c:pt idx="4124">
                  <c:v>120.55555560000001</c:v>
                </c:pt>
                <c:pt idx="4125">
                  <c:v>120.55555560000001</c:v>
                </c:pt>
                <c:pt idx="4126">
                  <c:v>120.55555560000001</c:v>
                </c:pt>
                <c:pt idx="4127">
                  <c:v>120.55555560000001</c:v>
                </c:pt>
                <c:pt idx="4128">
                  <c:v>120.55555560000001</c:v>
                </c:pt>
                <c:pt idx="4129">
                  <c:v>120.55555560000001</c:v>
                </c:pt>
                <c:pt idx="4130">
                  <c:v>120.55555560000001</c:v>
                </c:pt>
                <c:pt idx="4131">
                  <c:v>120.55555560000001</c:v>
                </c:pt>
                <c:pt idx="4132">
                  <c:v>120.55555560000001</c:v>
                </c:pt>
                <c:pt idx="4133">
                  <c:v>120.55555560000001</c:v>
                </c:pt>
                <c:pt idx="4134">
                  <c:v>120.55555560000001</c:v>
                </c:pt>
                <c:pt idx="4135">
                  <c:v>120.55555560000001</c:v>
                </c:pt>
                <c:pt idx="4136">
                  <c:v>120.55555560000001</c:v>
                </c:pt>
                <c:pt idx="4137">
                  <c:v>120.55555560000001</c:v>
                </c:pt>
                <c:pt idx="4138">
                  <c:v>120.55555560000001</c:v>
                </c:pt>
                <c:pt idx="4139">
                  <c:v>120.55555560000001</c:v>
                </c:pt>
                <c:pt idx="4140">
                  <c:v>120.55555560000001</c:v>
                </c:pt>
                <c:pt idx="4141">
                  <c:v>120.55555560000001</c:v>
                </c:pt>
                <c:pt idx="4142">
                  <c:v>120.55555560000001</c:v>
                </c:pt>
                <c:pt idx="4143">
                  <c:v>120.55555560000001</c:v>
                </c:pt>
                <c:pt idx="4144">
                  <c:v>120.55555560000001</c:v>
                </c:pt>
                <c:pt idx="4145">
                  <c:v>120.55555560000001</c:v>
                </c:pt>
                <c:pt idx="4146">
                  <c:v>120.55555560000001</c:v>
                </c:pt>
                <c:pt idx="4147">
                  <c:v>120.55555560000001</c:v>
                </c:pt>
                <c:pt idx="4148">
                  <c:v>120.55555560000001</c:v>
                </c:pt>
                <c:pt idx="4149">
                  <c:v>120.55555560000001</c:v>
                </c:pt>
                <c:pt idx="4150">
                  <c:v>120.55555560000001</c:v>
                </c:pt>
                <c:pt idx="4151">
                  <c:v>120.55555560000001</c:v>
                </c:pt>
                <c:pt idx="4152">
                  <c:v>120.55555560000001</c:v>
                </c:pt>
                <c:pt idx="4153">
                  <c:v>120.55555560000001</c:v>
                </c:pt>
                <c:pt idx="4154">
                  <c:v>120.55555560000001</c:v>
                </c:pt>
                <c:pt idx="4155">
                  <c:v>120.55555560000001</c:v>
                </c:pt>
                <c:pt idx="4156">
                  <c:v>120.55555560000001</c:v>
                </c:pt>
                <c:pt idx="4157">
                  <c:v>120.55555560000001</c:v>
                </c:pt>
                <c:pt idx="4158">
                  <c:v>120.55555560000001</c:v>
                </c:pt>
                <c:pt idx="4159">
                  <c:v>120.55555560000001</c:v>
                </c:pt>
                <c:pt idx="4160">
                  <c:v>120.55555560000001</c:v>
                </c:pt>
                <c:pt idx="4161">
                  <c:v>120.55555560000001</c:v>
                </c:pt>
                <c:pt idx="4162">
                  <c:v>120.55555560000001</c:v>
                </c:pt>
                <c:pt idx="4163">
                  <c:v>120.55555560000001</c:v>
                </c:pt>
                <c:pt idx="4164">
                  <c:v>120.55555560000001</c:v>
                </c:pt>
                <c:pt idx="4165">
                  <c:v>120.55555560000001</c:v>
                </c:pt>
                <c:pt idx="4166">
                  <c:v>120.55555560000001</c:v>
                </c:pt>
                <c:pt idx="4167">
                  <c:v>120.55555560000001</c:v>
                </c:pt>
                <c:pt idx="4168">
                  <c:v>120.55555560000001</c:v>
                </c:pt>
                <c:pt idx="4169">
                  <c:v>120.55555560000001</c:v>
                </c:pt>
                <c:pt idx="4170">
                  <c:v>120.55555560000001</c:v>
                </c:pt>
                <c:pt idx="4171">
                  <c:v>120.55555560000001</c:v>
                </c:pt>
                <c:pt idx="4172">
                  <c:v>120.55555560000001</c:v>
                </c:pt>
                <c:pt idx="4173">
                  <c:v>120.55555560000001</c:v>
                </c:pt>
                <c:pt idx="4174">
                  <c:v>120.55555560000001</c:v>
                </c:pt>
                <c:pt idx="4175">
                  <c:v>120.55555560000001</c:v>
                </c:pt>
                <c:pt idx="4176">
                  <c:v>120.55555560000001</c:v>
                </c:pt>
                <c:pt idx="4177">
                  <c:v>120.55555560000001</c:v>
                </c:pt>
                <c:pt idx="4178">
                  <c:v>120.55555560000001</c:v>
                </c:pt>
                <c:pt idx="4179">
                  <c:v>120.55555560000001</c:v>
                </c:pt>
                <c:pt idx="4180">
                  <c:v>120.55555560000001</c:v>
                </c:pt>
                <c:pt idx="4181">
                  <c:v>120.55555560000001</c:v>
                </c:pt>
                <c:pt idx="4182">
                  <c:v>120.55555560000001</c:v>
                </c:pt>
                <c:pt idx="4183">
                  <c:v>120.55555560000001</c:v>
                </c:pt>
                <c:pt idx="4184">
                  <c:v>120.55555560000001</c:v>
                </c:pt>
                <c:pt idx="4185">
                  <c:v>120.55555560000001</c:v>
                </c:pt>
                <c:pt idx="4186">
                  <c:v>120.55555560000001</c:v>
                </c:pt>
                <c:pt idx="4187">
                  <c:v>120.55555560000001</c:v>
                </c:pt>
                <c:pt idx="4188">
                  <c:v>120.55555560000001</c:v>
                </c:pt>
                <c:pt idx="4189">
                  <c:v>120.55555560000001</c:v>
                </c:pt>
                <c:pt idx="4190">
                  <c:v>120.55555560000001</c:v>
                </c:pt>
                <c:pt idx="4191">
                  <c:v>120.55555560000001</c:v>
                </c:pt>
                <c:pt idx="4192">
                  <c:v>120.55555560000001</c:v>
                </c:pt>
                <c:pt idx="4193">
                  <c:v>120.55555560000001</c:v>
                </c:pt>
                <c:pt idx="4194">
                  <c:v>120.55555560000001</c:v>
                </c:pt>
                <c:pt idx="4195">
                  <c:v>120.55555560000001</c:v>
                </c:pt>
                <c:pt idx="4196">
                  <c:v>120.55555560000001</c:v>
                </c:pt>
                <c:pt idx="4197">
                  <c:v>120.55555560000001</c:v>
                </c:pt>
                <c:pt idx="4198">
                  <c:v>120.55555560000001</c:v>
                </c:pt>
                <c:pt idx="4199">
                  <c:v>120.55555560000001</c:v>
                </c:pt>
                <c:pt idx="4200">
                  <c:v>120.55555560000001</c:v>
                </c:pt>
                <c:pt idx="4201">
                  <c:v>120.55555560000001</c:v>
                </c:pt>
                <c:pt idx="4202">
                  <c:v>120.55555560000001</c:v>
                </c:pt>
                <c:pt idx="4203">
                  <c:v>120.55555560000001</c:v>
                </c:pt>
                <c:pt idx="4204">
                  <c:v>120.55555560000001</c:v>
                </c:pt>
                <c:pt idx="4205">
                  <c:v>120.55555560000001</c:v>
                </c:pt>
                <c:pt idx="4206">
                  <c:v>120.55555560000001</c:v>
                </c:pt>
                <c:pt idx="4207">
                  <c:v>120.55555560000001</c:v>
                </c:pt>
                <c:pt idx="4208">
                  <c:v>120.55555560000001</c:v>
                </c:pt>
                <c:pt idx="4209">
                  <c:v>120.55555560000001</c:v>
                </c:pt>
                <c:pt idx="4210">
                  <c:v>120.55555560000001</c:v>
                </c:pt>
                <c:pt idx="4211">
                  <c:v>120.55555560000001</c:v>
                </c:pt>
                <c:pt idx="4212">
                  <c:v>120.55555560000001</c:v>
                </c:pt>
                <c:pt idx="4213">
                  <c:v>120.55555560000001</c:v>
                </c:pt>
                <c:pt idx="4214">
                  <c:v>120.55555560000001</c:v>
                </c:pt>
                <c:pt idx="4215">
                  <c:v>120.55555560000001</c:v>
                </c:pt>
                <c:pt idx="4216">
                  <c:v>120.55555560000001</c:v>
                </c:pt>
                <c:pt idx="4217">
                  <c:v>120.55555560000001</c:v>
                </c:pt>
                <c:pt idx="4218">
                  <c:v>120.55555560000001</c:v>
                </c:pt>
                <c:pt idx="4219">
                  <c:v>120.55555560000001</c:v>
                </c:pt>
                <c:pt idx="4220">
                  <c:v>120.55555560000001</c:v>
                </c:pt>
                <c:pt idx="4221">
                  <c:v>120.55555560000001</c:v>
                </c:pt>
                <c:pt idx="4222">
                  <c:v>120.55555560000001</c:v>
                </c:pt>
                <c:pt idx="4223">
                  <c:v>120.55555560000001</c:v>
                </c:pt>
                <c:pt idx="4224">
                  <c:v>120.55555560000001</c:v>
                </c:pt>
                <c:pt idx="4225">
                  <c:v>120.55555560000001</c:v>
                </c:pt>
                <c:pt idx="4226">
                  <c:v>120.55555560000001</c:v>
                </c:pt>
                <c:pt idx="4227">
                  <c:v>120.55555560000001</c:v>
                </c:pt>
                <c:pt idx="4228">
                  <c:v>120.55555560000001</c:v>
                </c:pt>
                <c:pt idx="4229">
                  <c:v>120.55555560000001</c:v>
                </c:pt>
                <c:pt idx="4230">
                  <c:v>120.55555560000001</c:v>
                </c:pt>
                <c:pt idx="4231">
                  <c:v>120.55555560000001</c:v>
                </c:pt>
                <c:pt idx="4232">
                  <c:v>120.55555560000001</c:v>
                </c:pt>
                <c:pt idx="4233">
                  <c:v>120.55555560000001</c:v>
                </c:pt>
                <c:pt idx="4234">
                  <c:v>120.55555560000001</c:v>
                </c:pt>
                <c:pt idx="4235">
                  <c:v>120.55555560000001</c:v>
                </c:pt>
                <c:pt idx="4236">
                  <c:v>120.55555560000001</c:v>
                </c:pt>
                <c:pt idx="4237">
                  <c:v>120.55555560000001</c:v>
                </c:pt>
                <c:pt idx="4238">
                  <c:v>120.55555560000001</c:v>
                </c:pt>
                <c:pt idx="4239">
                  <c:v>120.55555560000001</c:v>
                </c:pt>
                <c:pt idx="4240">
                  <c:v>120.55555560000001</c:v>
                </c:pt>
                <c:pt idx="4241">
                  <c:v>120.55555560000001</c:v>
                </c:pt>
                <c:pt idx="4242">
                  <c:v>120.55555560000001</c:v>
                </c:pt>
                <c:pt idx="4243">
                  <c:v>120.55555560000001</c:v>
                </c:pt>
                <c:pt idx="4244">
                  <c:v>120.55555560000001</c:v>
                </c:pt>
                <c:pt idx="4245">
                  <c:v>120.55555560000001</c:v>
                </c:pt>
                <c:pt idx="4246">
                  <c:v>120.55555560000001</c:v>
                </c:pt>
                <c:pt idx="4247">
                  <c:v>120.55555560000001</c:v>
                </c:pt>
                <c:pt idx="4248">
                  <c:v>120.55555560000001</c:v>
                </c:pt>
                <c:pt idx="4249">
                  <c:v>120.55555560000001</c:v>
                </c:pt>
                <c:pt idx="4250">
                  <c:v>120.55555560000001</c:v>
                </c:pt>
                <c:pt idx="4251">
                  <c:v>120.55555560000001</c:v>
                </c:pt>
                <c:pt idx="4252">
                  <c:v>120.55555560000001</c:v>
                </c:pt>
                <c:pt idx="4253">
                  <c:v>120.55555560000001</c:v>
                </c:pt>
                <c:pt idx="4254">
                  <c:v>120.55555560000001</c:v>
                </c:pt>
                <c:pt idx="4255">
                  <c:v>120.55555560000001</c:v>
                </c:pt>
                <c:pt idx="4256">
                  <c:v>120.55555560000001</c:v>
                </c:pt>
                <c:pt idx="4257">
                  <c:v>120.55555560000001</c:v>
                </c:pt>
                <c:pt idx="4258">
                  <c:v>120.55555560000001</c:v>
                </c:pt>
                <c:pt idx="4259">
                  <c:v>120.55555560000001</c:v>
                </c:pt>
                <c:pt idx="4260">
                  <c:v>120.55555560000001</c:v>
                </c:pt>
                <c:pt idx="4261">
                  <c:v>120.55555560000001</c:v>
                </c:pt>
                <c:pt idx="4262">
                  <c:v>120.55555560000001</c:v>
                </c:pt>
                <c:pt idx="4263">
                  <c:v>120.55555560000001</c:v>
                </c:pt>
                <c:pt idx="4264">
                  <c:v>120.55555560000001</c:v>
                </c:pt>
                <c:pt idx="4265">
                  <c:v>120.55555560000001</c:v>
                </c:pt>
                <c:pt idx="4266">
                  <c:v>120.55555560000001</c:v>
                </c:pt>
                <c:pt idx="4267">
                  <c:v>120.55555560000001</c:v>
                </c:pt>
                <c:pt idx="4268">
                  <c:v>120.55555560000001</c:v>
                </c:pt>
                <c:pt idx="4269">
                  <c:v>120.55555560000001</c:v>
                </c:pt>
                <c:pt idx="4270">
                  <c:v>120.55555560000001</c:v>
                </c:pt>
                <c:pt idx="4271">
                  <c:v>120.55555560000001</c:v>
                </c:pt>
                <c:pt idx="4272">
                  <c:v>120.55555560000001</c:v>
                </c:pt>
                <c:pt idx="4273">
                  <c:v>120.55555560000001</c:v>
                </c:pt>
                <c:pt idx="4274">
                  <c:v>120.55555560000001</c:v>
                </c:pt>
                <c:pt idx="4275">
                  <c:v>120.55555560000001</c:v>
                </c:pt>
                <c:pt idx="4276">
                  <c:v>120.55555560000001</c:v>
                </c:pt>
                <c:pt idx="4277">
                  <c:v>120.55555560000001</c:v>
                </c:pt>
                <c:pt idx="4278">
                  <c:v>120.55555560000001</c:v>
                </c:pt>
                <c:pt idx="4279">
                  <c:v>120.55555560000001</c:v>
                </c:pt>
                <c:pt idx="4280">
                  <c:v>120.55555560000001</c:v>
                </c:pt>
                <c:pt idx="4281">
                  <c:v>120.55555560000001</c:v>
                </c:pt>
                <c:pt idx="4282">
                  <c:v>120.55555560000001</c:v>
                </c:pt>
                <c:pt idx="4283">
                  <c:v>120.55555560000001</c:v>
                </c:pt>
                <c:pt idx="4284">
                  <c:v>120.55555560000001</c:v>
                </c:pt>
                <c:pt idx="4285">
                  <c:v>120.55555560000001</c:v>
                </c:pt>
                <c:pt idx="4286">
                  <c:v>120.55555560000001</c:v>
                </c:pt>
                <c:pt idx="4287">
                  <c:v>120.55555560000001</c:v>
                </c:pt>
                <c:pt idx="4288">
                  <c:v>120.55555560000001</c:v>
                </c:pt>
                <c:pt idx="4289">
                  <c:v>120.55555560000001</c:v>
                </c:pt>
                <c:pt idx="4290">
                  <c:v>120.55555560000001</c:v>
                </c:pt>
                <c:pt idx="4291">
                  <c:v>120.55555560000001</c:v>
                </c:pt>
                <c:pt idx="4292">
                  <c:v>120.55555560000001</c:v>
                </c:pt>
                <c:pt idx="4293">
                  <c:v>120.55555560000001</c:v>
                </c:pt>
                <c:pt idx="4294">
                  <c:v>120.55555560000001</c:v>
                </c:pt>
                <c:pt idx="4295">
                  <c:v>120.55555560000001</c:v>
                </c:pt>
                <c:pt idx="4296">
                  <c:v>120.55555560000001</c:v>
                </c:pt>
                <c:pt idx="4297">
                  <c:v>120.55555560000001</c:v>
                </c:pt>
                <c:pt idx="4298">
                  <c:v>120.55555560000001</c:v>
                </c:pt>
                <c:pt idx="4299">
                  <c:v>120.55555560000001</c:v>
                </c:pt>
                <c:pt idx="4300">
                  <c:v>120.55555560000001</c:v>
                </c:pt>
                <c:pt idx="4301">
                  <c:v>120.55555560000001</c:v>
                </c:pt>
                <c:pt idx="4302">
                  <c:v>120.55555560000001</c:v>
                </c:pt>
                <c:pt idx="4303">
                  <c:v>120.55555560000001</c:v>
                </c:pt>
                <c:pt idx="4304">
                  <c:v>120.55555560000001</c:v>
                </c:pt>
                <c:pt idx="4305">
                  <c:v>120.55555560000001</c:v>
                </c:pt>
                <c:pt idx="4306">
                  <c:v>120.55555560000001</c:v>
                </c:pt>
                <c:pt idx="4307">
                  <c:v>120.55555560000001</c:v>
                </c:pt>
                <c:pt idx="4308">
                  <c:v>120.55555560000001</c:v>
                </c:pt>
                <c:pt idx="4309">
                  <c:v>120.55555560000001</c:v>
                </c:pt>
                <c:pt idx="4310">
                  <c:v>120.55555560000001</c:v>
                </c:pt>
                <c:pt idx="4311">
                  <c:v>120.55555560000001</c:v>
                </c:pt>
                <c:pt idx="4312">
                  <c:v>120.55555560000001</c:v>
                </c:pt>
                <c:pt idx="4313">
                  <c:v>120.55555560000001</c:v>
                </c:pt>
                <c:pt idx="4314">
                  <c:v>120.55555560000001</c:v>
                </c:pt>
                <c:pt idx="4315">
                  <c:v>120.55555560000001</c:v>
                </c:pt>
                <c:pt idx="4316">
                  <c:v>120.55555560000001</c:v>
                </c:pt>
                <c:pt idx="4317">
                  <c:v>120.55555560000001</c:v>
                </c:pt>
                <c:pt idx="4318">
                  <c:v>120.55555560000001</c:v>
                </c:pt>
                <c:pt idx="4319">
                  <c:v>120.55555560000001</c:v>
                </c:pt>
                <c:pt idx="4320">
                  <c:v>120.55555560000001</c:v>
                </c:pt>
                <c:pt idx="4321">
                  <c:v>120.55555560000001</c:v>
                </c:pt>
                <c:pt idx="4322">
                  <c:v>120.55555560000001</c:v>
                </c:pt>
                <c:pt idx="4323">
                  <c:v>120.55555560000001</c:v>
                </c:pt>
                <c:pt idx="4324">
                  <c:v>120.55555560000001</c:v>
                </c:pt>
                <c:pt idx="4325">
                  <c:v>120.55555560000001</c:v>
                </c:pt>
                <c:pt idx="4326">
                  <c:v>120.55555560000001</c:v>
                </c:pt>
                <c:pt idx="4327">
                  <c:v>120.55555560000001</c:v>
                </c:pt>
                <c:pt idx="4328">
                  <c:v>120.55555560000001</c:v>
                </c:pt>
                <c:pt idx="4329">
                  <c:v>120.55555560000001</c:v>
                </c:pt>
                <c:pt idx="4330">
                  <c:v>120.55555560000001</c:v>
                </c:pt>
                <c:pt idx="4331">
                  <c:v>120.55555560000001</c:v>
                </c:pt>
                <c:pt idx="4332">
                  <c:v>120.55555560000001</c:v>
                </c:pt>
                <c:pt idx="4333">
                  <c:v>120.55555560000001</c:v>
                </c:pt>
                <c:pt idx="4334">
                  <c:v>120.55555560000001</c:v>
                </c:pt>
                <c:pt idx="4335">
                  <c:v>120.55555560000001</c:v>
                </c:pt>
                <c:pt idx="4336">
                  <c:v>120.55555560000001</c:v>
                </c:pt>
                <c:pt idx="4337">
                  <c:v>120.55555560000001</c:v>
                </c:pt>
                <c:pt idx="4338">
                  <c:v>120.55555560000001</c:v>
                </c:pt>
                <c:pt idx="4339">
                  <c:v>120.55555560000001</c:v>
                </c:pt>
                <c:pt idx="4340">
                  <c:v>120.55555560000001</c:v>
                </c:pt>
                <c:pt idx="4341">
                  <c:v>120.55555560000001</c:v>
                </c:pt>
                <c:pt idx="4342">
                  <c:v>120.55555560000001</c:v>
                </c:pt>
                <c:pt idx="4343">
                  <c:v>120.55555560000001</c:v>
                </c:pt>
                <c:pt idx="4344">
                  <c:v>120.55555560000001</c:v>
                </c:pt>
                <c:pt idx="4345">
                  <c:v>120.55555560000001</c:v>
                </c:pt>
                <c:pt idx="4346">
                  <c:v>120.55555560000001</c:v>
                </c:pt>
                <c:pt idx="4347">
                  <c:v>120.55555560000001</c:v>
                </c:pt>
                <c:pt idx="4348">
                  <c:v>120.55555560000001</c:v>
                </c:pt>
                <c:pt idx="4349">
                  <c:v>120.55555560000001</c:v>
                </c:pt>
                <c:pt idx="4350">
                  <c:v>120.55555560000001</c:v>
                </c:pt>
                <c:pt idx="4351">
                  <c:v>120.55555560000001</c:v>
                </c:pt>
                <c:pt idx="4352">
                  <c:v>120.55555560000001</c:v>
                </c:pt>
                <c:pt idx="4353">
                  <c:v>120.55555560000001</c:v>
                </c:pt>
                <c:pt idx="4354">
                  <c:v>120.55555560000001</c:v>
                </c:pt>
                <c:pt idx="4355">
                  <c:v>120.55555560000001</c:v>
                </c:pt>
                <c:pt idx="4356">
                  <c:v>120.55555560000001</c:v>
                </c:pt>
                <c:pt idx="4357">
                  <c:v>120.55555560000001</c:v>
                </c:pt>
                <c:pt idx="4358">
                  <c:v>120.55555560000001</c:v>
                </c:pt>
                <c:pt idx="4359">
                  <c:v>120.55555560000001</c:v>
                </c:pt>
                <c:pt idx="4360">
                  <c:v>120.55555560000001</c:v>
                </c:pt>
                <c:pt idx="4361">
                  <c:v>120.55555560000001</c:v>
                </c:pt>
                <c:pt idx="4362">
                  <c:v>120.55555560000001</c:v>
                </c:pt>
                <c:pt idx="4363">
                  <c:v>120.55555560000001</c:v>
                </c:pt>
                <c:pt idx="4364">
                  <c:v>120.55555560000001</c:v>
                </c:pt>
                <c:pt idx="4365">
                  <c:v>120.55555560000001</c:v>
                </c:pt>
                <c:pt idx="4366">
                  <c:v>120.55555560000001</c:v>
                </c:pt>
                <c:pt idx="4367">
                  <c:v>120.55555560000001</c:v>
                </c:pt>
                <c:pt idx="4368">
                  <c:v>120.55555560000001</c:v>
                </c:pt>
                <c:pt idx="4369">
                  <c:v>120.55555560000001</c:v>
                </c:pt>
                <c:pt idx="4370">
                  <c:v>120.55555560000001</c:v>
                </c:pt>
                <c:pt idx="4371">
                  <c:v>120.55555560000001</c:v>
                </c:pt>
                <c:pt idx="4372">
                  <c:v>120.55555560000001</c:v>
                </c:pt>
                <c:pt idx="4373">
                  <c:v>120.55555560000001</c:v>
                </c:pt>
                <c:pt idx="4374">
                  <c:v>120.55555560000001</c:v>
                </c:pt>
                <c:pt idx="4375">
                  <c:v>120.55555560000001</c:v>
                </c:pt>
                <c:pt idx="4376">
                  <c:v>120.55555560000001</c:v>
                </c:pt>
                <c:pt idx="4377">
                  <c:v>120.55555560000001</c:v>
                </c:pt>
                <c:pt idx="4378">
                  <c:v>120.55555560000001</c:v>
                </c:pt>
                <c:pt idx="4379">
                  <c:v>120.55555560000001</c:v>
                </c:pt>
                <c:pt idx="4380">
                  <c:v>120.55555560000001</c:v>
                </c:pt>
                <c:pt idx="4381">
                  <c:v>120.55555560000001</c:v>
                </c:pt>
                <c:pt idx="4382">
                  <c:v>120.55555560000001</c:v>
                </c:pt>
                <c:pt idx="4383">
                  <c:v>120.55555560000001</c:v>
                </c:pt>
                <c:pt idx="4384">
                  <c:v>120.55555560000001</c:v>
                </c:pt>
                <c:pt idx="4385">
                  <c:v>120.55555560000001</c:v>
                </c:pt>
                <c:pt idx="4386">
                  <c:v>120.55555560000001</c:v>
                </c:pt>
                <c:pt idx="4387">
                  <c:v>120.55555560000001</c:v>
                </c:pt>
                <c:pt idx="4388">
                  <c:v>120.55555560000001</c:v>
                </c:pt>
                <c:pt idx="4389">
                  <c:v>120.55555560000001</c:v>
                </c:pt>
                <c:pt idx="4390">
                  <c:v>120.55555560000001</c:v>
                </c:pt>
                <c:pt idx="4391">
                  <c:v>120.55555560000001</c:v>
                </c:pt>
                <c:pt idx="4392">
                  <c:v>120.55555560000001</c:v>
                </c:pt>
                <c:pt idx="4393">
                  <c:v>120.55555560000001</c:v>
                </c:pt>
                <c:pt idx="4394">
                  <c:v>120.55555560000001</c:v>
                </c:pt>
                <c:pt idx="4395">
                  <c:v>120.55555560000001</c:v>
                </c:pt>
                <c:pt idx="4396">
                  <c:v>120.55555560000001</c:v>
                </c:pt>
                <c:pt idx="4397">
                  <c:v>120.55555560000001</c:v>
                </c:pt>
                <c:pt idx="4398">
                  <c:v>120.55555560000001</c:v>
                </c:pt>
                <c:pt idx="4399">
                  <c:v>120.55555560000001</c:v>
                </c:pt>
                <c:pt idx="4400">
                  <c:v>120.55555560000001</c:v>
                </c:pt>
                <c:pt idx="4401">
                  <c:v>120.55555560000001</c:v>
                </c:pt>
                <c:pt idx="4402">
                  <c:v>120.55555560000001</c:v>
                </c:pt>
                <c:pt idx="4403">
                  <c:v>120.55555560000001</c:v>
                </c:pt>
                <c:pt idx="4404">
                  <c:v>120.55555560000001</c:v>
                </c:pt>
                <c:pt idx="4405">
                  <c:v>120.55555560000001</c:v>
                </c:pt>
                <c:pt idx="4406">
                  <c:v>120.55555560000001</c:v>
                </c:pt>
                <c:pt idx="4407">
                  <c:v>120.55555560000001</c:v>
                </c:pt>
                <c:pt idx="4408">
                  <c:v>120.55555560000001</c:v>
                </c:pt>
                <c:pt idx="4409">
                  <c:v>120.55555560000001</c:v>
                </c:pt>
                <c:pt idx="4410">
                  <c:v>120.55555560000001</c:v>
                </c:pt>
                <c:pt idx="4411">
                  <c:v>120.55555560000001</c:v>
                </c:pt>
                <c:pt idx="4412">
                  <c:v>120.55555560000001</c:v>
                </c:pt>
                <c:pt idx="4413">
                  <c:v>120.55555560000001</c:v>
                </c:pt>
                <c:pt idx="4414">
                  <c:v>120.55555560000001</c:v>
                </c:pt>
                <c:pt idx="4415">
                  <c:v>120.55555560000001</c:v>
                </c:pt>
                <c:pt idx="4416">
                  <c:v>120.55555560000001</c:v>
                </c:pt>
                <c:pt idx="4417">
                  <c:v>120.55555560000001</c:v>
                </c:pt>
                <c:pt idx="4418">
                  <c:v>120.55555560000001</c:v>
                </c:pt>
                <c:pt idx="4419">
                  <c:v>120.55555560000001</c:v>
                </c:pt>
                <c:pt idx="4420">
                  <c:v>120.55555560000001</c:v>
                </c:pt>
                <c:pt idx="4421">
                  <c:v>120.55555560000001</c:v>
                </c:pt>
                <c:pt idx="4422">
                  <c:v>120.55555560000001</c:v>
                </c:pt>
                <c:pt idx="4423">
                  <c:v>120.55555560000001</c:v>
                </c:pt>
                <c:pt idx="4424">
                  <c:v>120.55555560000001</c:v>
                </c:pt>
                <c:pt idx="4425">
                  <c:v>120.55555560000001</c:v>
                </c:pt>
                <c:pt idx="4426">
                  <c:v>120.55555560000001</c:v>
                </c:pt>
                <c:pt idx="4427">
                  <c:v>120.55555560000001</c:v>
                </c:pt>
                <c:pt idx="4428">
                  <c:v>120.55555560000001</c:v>
                </c:pt>
                <c:pt idx="4429">
                  <c:v>120.55555560000001</c:v>
                </c:pt>
                <c:pt idx="4430">
                  <c:v>120.55555560000001</c:v>
                </c:pt>
                <c:pt idx="4431">
                  <c:v>120.55555560000001</c:v>
                </c:pt>
                <c:pt idx="4432">
                  <c:v>120.55555560000001</c:v>
                </c:pt>
                <c:pt idx="4433">
                  <c:v>120.55555560000001</c:v>
                </c:pt>
                <c:pt idx="4434">
                  <c:v>120.55555560000001</c:v>
                </c:pt>
                <c:pt idx="4435">
                  <c:v>120.55555560000001</c:v>
                </c:pt>
                <c:pt idx="4436">
                  <c:v>120.55555560000001</c:v>
                </c:pt>
                <c:pt idx="4437">
                  <c:v>120.55555560000001</c:v>
                </c:pt>
                <c:pt idx="4438">
                  <c:v>120.55555560000001</c:v>
                </c:pt>
                <c:pt idx="4439">
                  <c:v>120.55555560000001</c:v>
                </c:pt>
                <c:pt idx="4440">
                  <c:v>120.55555560000001</c:v>
                </c:pt>
                <c:pt idx="4441">
                  <c:v>120.55555560000001</c:v>
                </c:pt>
                <c:pt idx="4442">
                  <c:v>120.55555560000001</c:v>
                </c:pt>
                <c:pt idx="4443">
                  <c:v>120.55555560000001</c:v>
                </c:pt>
                <c:pt idx="4444">
                  <c:v>120.55555560000001</c:v>
                </c:pt>
                <c:pt idx="4445">
                  <c:v>120.55555560000001</c:v>
                </c:pt>
                <c:pt idx="4446">
                  <c:v>120.55555560000001</c:v>
                </c:pt>
                <c:pt idx="4447">
                  <c:v>120.55555560000001</c:v>
                </c:pt>
                <c:pt idx="4448">
                  <c:v>120.55555560000001</c:v>
                </c:pt>
                <c:pt idx="4449">
                  <c:v>120.55555560000001</c:v>
                </c:pt>
                <c:pt idx="4450">
                  <c:v>120.55555560000001</c:v>
                </c:pt>
                <c:pt idx="4451">
                  <c:v>120.55555560000001</c:v>
                </c:pt>
                <c:pt idx="4452">
                  <c:v>120.55555560000001</c:v>
                </c:pt>
                <c:pt idx="4453">
                  <c:v>120.55555560000001</c:v>
                </c:pt>
                <c:pt idx="4454">
                  <c:v>120.55555560000001</c:v>
                </c:pt>
                <c:pt idx="4455">
                  <c:v>120.55555560000001</c:v>
                </c:pt>
                <c:pt idx="4456">
                  <c:v>120.55555560000001</c:v>
                </c:pt>
                <c:pt idx="4457">
                  <c:v>120.55555560000001</c:v>
                </c:pt>
                <c:pt idx="4458">
                  <c:v>120.55555560000001</c:v>
                </c:pt>
                <c:pt idx="4459">
                  <c:v>120.55555560000001</c:v>
                </c:pt>
                <c:pt idx="4460">
                  <c:v>120.55555560000001</c:v>
                </c:pt>
                <c:pt idx="4461">
                  <c:v>120.55555560000001</c:v>
                </c:pt>
                <c:pt idx="4462">
                  <c:v>120.55555560000001</c:v>
                </c:pt>
                <c:pt idx="4463">
                  <c:v>120.55555560000001</c:v>
                </c:pt>
                <c:pt idx="4464">
                  <c:v>120.55555560000001</c:v>
                </c:pt>
                <c:pt idx="4465">
                  <c:v>120.55555560000001</c:v>
                </c:pt>
                <c:pt idx="4466">
                  <c:v>120.55555560000001</c:v>
                </c:pt>
                <c:pt idx="4467">
                  <c:v>120.55555560000001</c:v>
                </c:pt>
                <c:pt idx="4468">
                  <c:v>120.55555560000001</c:v>
                </c:pt>
                <c:pt idx="4469">
                  <c:v>120.55555560000001</c:v>
                </c:pt>
                <c:pt idx="4470">
                  <c:v>120.55555560000001</c:v>
                </c:pt>
                <c:pt idx="4471">
                  <c:v>120.55555560000001</c:v>
                </c:pt>
                <c:pt idx="4472">
                  <c:v>120.55555560000001</c:v>
                </c:pt>
                <c:pt idx="4473">
                  <c:v>120.55555560000001</c:v>
                </c:pt>
                <c:pt idx="4474">
                  <c:v>120.55555560000001</c:v>
                </c:pt>
                <c:pt idx="4475">
                  <c:v>120.55555560000001</c:v>
                </c:pt>
                <c:pt idx="4476">
                  <c:v>120.55555560000001</c:v>
                </c:pt>
                <c:pt idx="4477">
                  <c:v>120.55555560000001</c:v>
                </c:pt>
                <c:pt idx="4478">
                  <c:v>120.55555560000001</c:v>
                </c:pt>
                <c:pt idx="4479">
                  <c:v>120.55555560000001</c:v>
                </c:pt>
                <c:pt idx="4480">
                  <c:v>120.55555560000001</c:v>
                </c:pt>
                <c:pt idx="4481">
                  <c:v>120.55555560000001</c:v>
                </c:pt>
                <c:pt idx="4482">
                  <c:v>120.55555560000001</c:v>
                </c:pt>
                <c:pt idx="4483">
                  <c:v>120.55555560000001</c:v>
                </c:pt>
                <c:pt idx="4484">
                  <c:v>120.55555560000001</c:v>
                </c:pt>
                <c:pt idx="4485">
                  <c:v>120.55555560000001</c:v>
                </c:pt>
                <c:pt idx="4486">
                  <c:v>120.55555560000001</c:v>
                </c:pt>
                <c:pt idx="4487">
                  <c:v>120.55555560000001</c:v>
                </c:pt>
                <c:pt idx="4488">
                  <c:v>120.55555560000001</c:v>
                </c:pt>
                <c:pt idx="4489">
                  <c:v>120.55555560000001</c:v>
                </c:pt>
                <c:pt idx="4490">
                  <c:v>120.55555560000001</c:v>
                </c:pt>
                <c:pt idx="4491">
                  <c:v>120.55555560000001</c:v>
                </c:pt>
                <c:pt idx="4492">
                  <c:v>120.55555560000001</c:v>
                </c:pt>
                <c:pt idx="4493">
                  <c:v>120.55555560000001</c:v>
                </c:pt>
                <c:pt idx="4494">
                  <c:v>120.55555560000001</c:v>
                </c:pt>
                <c:pt idx="4495">
                  <c:v>120.55555560000001</c:v>
                </c:pt>
                <c:pt idx="4496">
                  <c:v>120.55555560000001</c:v>
                </c:pt>
                <c:pt idx="4497">
                  <c:v>120.55555560000001</c:v>
                </c:pt>
                <c:pt idx="4498">
                  <c:v>120.55555560000001</c:v>
                </c:pt>
                <c:pt idx="4499">
                  <c:v>120.55555560000001</c:v>
                </c:pt>
                <c:pt idx="4500">
                  <c:v>120.55555560000001</c:v>
                </c:pt>
                <c:pt idx="4501">
                  <c:v>120.55555560000001</c:v>
                </c:pt>
                <c:pt idx="4502">
                  <c:v>120.55555560000001</c:v>
                </c:pt>
                <c:pt idx="4503">
                  <c:v>137.42993849999999</c:v>
                </c:pt>
                <c:pt idx="4504">
                  <c:v>137.42993849999999</c:v>
                </c:pt>
                <c:pt idx="4505">
                  <c:v>137.42993849999999</c:v>
                </c:pt>
                <c:pt idx="4506">
                  <c:v>137.42993849999999</c:v>
                </c:pt>
                <c:pt idx="4507">
                  <c:v>137.42993849999999</c:v>
                </c:pt>
                <c:pt idx="4508">
                  <c:v>137.42993849999999</c:v>
                </c:pt>
                <c:pt idx="4509">
                  <c:v>137.42993849999999</c:v>
                </c:pt>
                <c:pt idx="4510">
                  <c:v>137.42993849999999</c:v>
                </c:pt>
                <c:pt idx="4511">
                  <c:v>137.42993849999999</c:v>
                </c:pt>
                <c:pt idx="4512">
                  <c:v>137.42993849999999</c:v>
                </c:pt>
                <c:pt idx="4513">
                  <c:v>137.42993849999999</c:v>
                </c:pt>
                <c:pt idx="4514">
                  <c:v>137.42993849999999</c:v>
                </c:pt>
                <c:pt idx="4515">
                  <c:v>137.42993849999999</c:v>
                </c:pt>
                <c:pt idx="4516">
                  <c:v>137.42993849999999</c:v>
                </c:pt>
                <c:pt idx="4517">
                  <c:v>137.42993849999999</c:v>
                </c:pt>
                <c:pt idx="4518">
                  <c:v>137.42993849999999</c:v>
                </c:pt>
                <c:pt idx="4519">
                  <c:v>137.42993849999999</c:v>
                </c:pt>
                <c:pt idx="4520">
                  <c:v>137.42993849999999</c:v>
                </c:pt>
                <c:pt idx="4521">
                  <c:v>137.42993849999999</c:v>
                </c:pt>
                <c:pt idx="4522">
                  <c:v>137.42993849999999</c:v>
                </c:pt>
                <c:pt idx="4523">
                  <c:v>137.42993849999999</c:v>
                </c:pt>
                <c:pt idx="4524">
                  <c:v>137.42993849999999</c:v>
                </c:pt>
                <c:pt idx="4525">
                  <c:v>137.42993849999999</c:v>
                </c:pt>
                <c:pt idx="4526">
                  <c:v>137.42993849999999</c:v>
                </c:pt>
                <c:pt idx="4527">
                  <c:v>137.42993849999999</c:v>
                </c:pt>
                <c:pt idx="4528">
                  <c:v>137.42993849999999</c:v>
                </c:pt>
                <c:pt idx="4529">
                  <c:v>137.42993849999999</c:v>
                </c:pt>
                <c:pt idx="4530">
                  <c:v>137.42993849999999</c:v>
                </c:pt>
                <c:pt idx="4531">
                  <c:v>137.42993849999999</c:v>
                </c:pt>
                <c:pt idx="4532">
                  <c:v>137.42993849999999</c:v>
                </c:pt>
                <c:pt idx="4533">
                  <c:v>137.42993849999999</c:v>
                </c:pt>
                <c:pt idx="4534">
                  <c:v>137.42993849999999</c:v>
                </c:pt>
                <c:pt idx="4535">
                  <c:v>137.42993849999999</c:v>
                </c:pt>
                <c:pt idx="4536">
                  <c:v>137.42993849999999</c:v>
                </c:pt>
                <c:pt idx="4537">
                  <c:v>137.42993849999999</c:v>
                </c:pt>
                <c:pt idx="4538">
                  <c:v>137.42993849999999</c:v>
                </c:pt>
                <c:pt idx="4539">
                  <c:v>137.42993849999999</c:v>
                </c:pt>
                <c:pt idx="4540">
                  <c:v>137.42993849999999</c:v>
                </c:pt>
                <c:pt idx="4541">
                  <c:v>137.42993849999999</c:v>
                </c:pt>
                <c:pt idx="4542">
                  <c:v>137.42993849999999</c:v>
                </c:pt>
                <c:pt idx="4543">
                  <c:v>137.42993849999999</c:v>
                </c:pt>
                <c:pt idx="4544">
                  <c:v>137.42993849999999</c:v>
                </c:pt>
                <c:pt idx="4545">
                  <c:v>137.42993849999999</c:v>
                </c:pt>
                <c:pt idx="4546">
                  <c:v>137.42993849999999</c:v>
                </c:pt>
                <c:pt idx="4547">
                  <c:v>137.42993849999999</c:v>
                </c:pt>
                <c:pt idx="4548">
                  <c:v>137.42993849999999</c:v>
                </c:pt>
                <c:pt idx="4549">
                  <c:v>137.42993849999999</c:v>
                </c:pt>
                <c:pt idx="4550">
                  <c:v>137.42993849999999</c:v>
                </c:pt>
                <c:pt idx="4551">
                  <c:v>137.42993849999999</c:v>
                </c:pt>
                <c:pt idx="4552">
                  <c:v>137.42993849999999</c:v>
                </c:pt>
                <c:pt idx="4553">
                  <c:v>137.42993849999999</c:v>
                </c:pt>
                <c:pt idx="4554">
                  <c:v>137.42993849999999</c:v>
                </c:pt>
                <c:pt idx="4555">
                  <c:v>137.42993849999999</c:v>
                </c:pt>
                <c:pt idx="4556">
                  <c:v>137.42993849999999</c:v>
                </c:pt>
                <c:pt idx="4557">
                  <c:v>137.42993849999999</c:v>
                </c:pt>
                <c:pt idx="4558">
                  <c:v>137.42993849999999</c:v>
                </c:pt>
                <c:pt idx="4559">
                  <c:v>137.42993849999999</c:v>
                </c:pt>
                <c:pt idx="4560">
                  <c:v>137.42993849999999</c:v>
                </c:pt>
                <c:pt idx="4561">
                  <c:v>137.42993849999999</c:v>
                </c:pt>
                <c:pt idx="4562">
                  <c:v>137.42993849999999</c:v>
                </c:pt>
                <c:pt idx="4563">
                  <c:v>137.42993849999999</c:v>
                </c:pt>
                <c:pt idx="4564">
                  <c:v>137.42993849999999</c:v>
                </c:pt>
                <c:pt idx="4565">
                  <c:v>137.42993849999999</c:v>
                </c:pt>
                <c:pt idx="4566">
                  <c:v>137.42993849999999</c:v>
                </c:pt>
                <c:pt idx="4567">
                  <c:v>137.42993849999999</c:v>
                </c:pt>
                <c:pt idx="4568">
                  <c:v>137.42993849999999</c:v>
                </c:pt>
                <c:pt idx="4569">
                  <c:v>137.42993849999999</c:v>
                </c:pt>
                <c:pt idx="4570">
                  <c:v>137.42993849999999</c:v>
                </c:pt>
                <c:pt idx="4571">
                  <c:v>137.42993849999999</c:v>
                </c:pt>
                <c:pt idx="4572">
                  <c:v>137.42993849999999</c:v>
                </c:pt>
                <c:pt idx="4573">
                  <c:v>137.42993849999999</c:v>
                </c:pt>
                <c:pt idx="4574">
                  <c:v>137.42993849999999</c:v>
                </c:pt>
                <c:pt idx="4575">
                  <c:v>137.42993849999999</c:v>
                </c:pt>
                <c:pt idx="4576">
                  <c:v>137.42993849999999</c:v>
                </c:pt>
                <c:pt idx="4577">
                  <c:v>137.42993849999999</c:v>
                </c:pt>
                <c:pt idx="4578">
                  <c:v>140.0069025</c:v>
                </c:pt>
                <c:pt idx="4579">
                  <c:v>140.0069025</c:v>
                </c:pt>
                <c:pt idx="4580">
                  <c:v>140.0069025</c:v>
                </c:pt>
                <c:pt idx="4581">
                  <c:v>140.0069025</c:v>
                </c:pt>
                <c:pt idx="4582">
                  <c:v>140.0069025</c:v>
                </c:pt>
                <c:pt idx="4583">
                  <c:v>140.0069025</c:v>
                </c:pt>
                <c:pt idx="4584">
                  <c:v>140.0069025</c:v>
                </c:pt>
                <c:pt idx="4585">
                  <c:v>140.0069025</c:v>
                </c:pt>
                <c:pt idx="4586">
                  <c:v>140.0069025</c:v>
                </c:pt>
                <c:pt idx="4587">
                  <c:v>140.0069025</c:v>
                </c:pt>
                <c:pt idx="4588">
                  <c:v>140.0069025</c:v>
                </c:pt>
                <c:pt idx="4589">
                  <c:v>140.0069025</c:v>
                </c:pt>
                <c:pt idx="4590">
                  <c:v>140.0069025</c:v>
                </c:pt>
                <c:pt idx="4591">
                  <c:v>140.0069025</c:v>
                </c:pt>
                <c:pt idx="4592">
                  <c:v>140.0069025</c:v>
                </c:pt>
                <c:pt idx="4593">
                  <c:v>140.0069025</c:v>
                </c:pt>
                <c:pt idx="4594">
                  <c:v>140.0069025</c:v>
                </c:pt>
                <c:pt idx="4595">
                  <c:v>140.0069025</c:v>
                </c:pt>
                <c:pt idx="4596">
                  <c:v>141.12447900000001</c:v>
                </c:pt>
                <c:pt idx="4597">
                  <c:v>147.51043200000001</c:v>
                </c:pt>
                <c:pt idx="4598">
                  <c:v>147.51043200000001</c:v>
                </c:pt>
                <c:pt idx="4599">
                  <c:v>147.51043200000001</c:v>
                </c:pt>
                <c:pt idx="4600">
                  <c:v>147.51043200000001</c:v>
                </c:pt>
                <c:pt idx="4601">
                  <c:v>147.51043200000001</c:v>
                </c:pt>
                <c:pt idx="4602">
                  <c:v>147.51043200000001</c:v>
                </c:pt>
                <c:pt idx="4603">
                  <c:v>147.51043200000001</c:v>
                </c:pt>
                <c:pt idx="4604">
                  <c:v>147.51043200000001</c:v>
                </c:pt>
                <c:pt idx="4605">
                  <c:v>147.51043200000001</c:v>
                </c:pt>
                <c:pt idx="4606">
                  <c:v>147.51043200000001</c:v>
                </c:pt>
                <c:pt idx="4607">
                  <c:v>147.51043200000001</c:v>
                </c:pt>
                <c:pt idx="4608">
                  <c:v>147.51043200000001</c:v>
                </c:pt>
                <c:pt idx="4609">
                  <c:v>147.51043200000001</c:v>
                </c:pt>
                <c:pt idx="4610">
                  <c:v>147.51043200000001</c:v>
                </c:pt>
                <c:pt idx="4611">
                  <c:v>147.51043200000001</c:v>
                </c:pt>
                <c:pt idx="4612">
                  <c:v>147.51043200000001</c:v>
                </c:pt>
                <c:pt idx="4613">
                  <c:v>147.51043200000001</c:v>
                </c:pt>
                <c:pt idx="4614">
                  <c:v>147.51043200000001</c:v>
                </c:pt>
                <c:pt idx="4615">
                  <c:v>147.51043200000001</c:v>
                </c:pt>
                <c:pt idx="4616">
                  <c:v>147.51043200000001</c:v>
                </c:pt>
                <c:pt idx="4617">
                  <c:v>147.51043200000001</c:v>
                </c:pt>
                <c:pt idx="4618">
                  <c:v>147.51043200000001</c:v>
                </c:pt>
                <c:pt idx="4619">
                  <c:v>147.51043200000001</c:v>
                </c:pt>
                <c:pt idx="4620">
                  <c:v>147.51043200000001</c:v>
                </c:pt>
                <c:pt idx="4621">
                  <c:v>147.51043200000001</c:v>
                </c:pt>
                <c:pt idx="4622">
                  <c:v>147.51043200000001</c:v>
                </c:pt>
                <c:pt idx="4623">
                  <c:v>147.51043200000001</c:v>
                </c:pt>
                <c:pt idx="4624">
                  <c:v>147.51043200000001</c:v>
                </c:pt>
                <c:pt idx="4625">
                  <c:v>147.51043200000001</c:v>
                </c:pt>
                <c:pt idx="4626">
                  <c:v>147.51043200000001</c:v>
                </c:pt>
                <c:pt idx="4627">
                  <c:v>147.51043200000001</c:v>
                </c:pt>
                <c:pt idx="4628">
                  <c:v>147.51043200000001</c:v>
                </c:pt>
                <c:pt idx="4629">
                  <c:v>147.51043200000001</c:v>
                </c:pt>
                <c:pt idx="4630">
                  <c:v>147.51043200000001</c:v>
                </c:pt>
                <c:pt idx="4631">
                  <c:v>147.51043200000001</c:v>
                </c:pt>
                <c:pt idx="4632">
                  <c:v>147.51043200000001</c:v>
                </c:pt>
                <c:pt idx="4633">
                  <c:v>147.51043200000001</c:v>
                </c:pt>
                <c:pt idx="4634">
                  <c:v>147.51043200000001</c:v>
                </c:pt>
                <c:pt idx="4635">
                  <c:v>147.51043200000001</c:v>
                </c:pt>
                <c:pt idx="4636">
                  <c:v>147.51043200000001</c:v>
                </c:pt>
                <c:pt idx="4637">
                  <c:v>147.51043200000001</c:v>
                </c:pt>
                <c:pt idx="4638">
                  <c:v>147.51043200000001</c:v>
                </c:pt>
                <c:pt idx="4639">
                  <c:v>147.51043200000001</c:v>
                </c:pt>
                <c:pt idx="4640">
                  <c:v>147.51043200000001</c:v>
                </c:pt>
                <c:pt idx="4641">
                  <c:v>147.55872450000001</c:v>
                </c:pt>
                <c:pt idx="4642">
                  <c:v>147.55872450000001</c:v>
                </c:pt>
                <c:pt idx="4643">
                  <c:v>147.69199649999999</c:v>
                </c:pt>
                <c:pt idx="4644">
                  <c:v>147.69199649999999</c:v>
                </c:pt>
                <c:pt idx="4645">
                  <c:v>147.69199649999999</c:v>
                </c:pt>
                <c:pt idx="4646">
                  <c:v>147.69199649999999</c:v>
                </c:pt>
                <c:pt idx="4647">
                  <c:v>147.69199649999999</c:v>
                </c:pt>
                <c:pt idx="4648">
                  <c:v>147.69199649999999</c:v>
                </c:pt>
                <c:pt idx="4649">
                  <c:v>147.69199649999999</c:v>
                </c:pt>
                <c:pt idx="4650">
                  <c:v>147.69199649999999</c:v>
                </c:pt>
                <c:pt idx="4651">
                  <c:v>147.69199649999999</c:v>
                </c:pt>
                <c:pt idx="4652">
                  <c:v>147.69199649999999</c:v>
                </c:pt>
                <c:pt idx="4653">
                  <c:v>147.69199649999999</c:v>
                </c:pt>
                <c:pt idx="4654">
                  <c:v>147.69199649999999</c:v>
                </c:pt>
                <c:pt idx="4655">
                  <c:v>147.69199649999999</c:v>
                </c:pt>
                <c:pt idx="4656">
                  <c:v>147.69199649999999</c:v>
                </c:pt>
                <c:pt idx="4657">
                  <c:v>147.69199649999999</c:v>
                </c:pt>
                <c:pt idx="4658">
                  <c:v>147.69199649999999</c:v>
                </c:pt>
                <c:pt idx="4659">
                  <c:v>147.69199649999999</c:v>
                </c:pt>
                <c:pt idx="4660">
                  <c:v>147.69199649999999</c:v>
                </c:pt>
                <c:pt idx="4661">
                  <c:v>147.69199649999999</c:v>
                </c:pt>
                <c:pt idx="4662">
                  <c:v>147.69199649999999</c:v>
                </c:pt>
                <c:pt idx="4663">
                  <c:v>147.69199649999999</c:v>
                </c:pt>
                <c:pt idx="4664">
                  <c:v>147.69199649999999</c:v>
                </c:pt>
                <c:pt idx="4665">
                  <c:v>147.69199649999999</c:v>
                </c:pt>
                <c:pt idx="4666">
                  <c:v>147.69199649999999</c:v>
                </c:pt>
                <c:pt idx="4667">
                  <c:v>147.69199649999999</c:v>
                </c:pt>
                <c:pt idx="4668">
                  <c:v>147.69199649999999</c:v>
                </c:pt>
                <c:pt idx="4669">
                  <c:v>147.69199649999999</c:v>
                </c:pt>
                <c:pt idx="4670">
                  <c:v>147.69199649999999</c:v>
                </c:pt>
                <c:pt idx="4671">
                  <c:v>147.69199649999999</c:v>
                </c:pt>
                <c:pt idx="4672">
                  <c:v>147.69199649999999</c:v>
                </c:pt>
                <c:pt idx="4673">
                  <c:v>147.69199649999999</c:v>
                </c:pt>
                <c:pt idx="4674">
                  <c:v>147.69199649999999</c:v>
                </c:pt>
                <c:pt idx="4675">
                  <c:v>147.69199649999999</c:v>
                </c:pt>
                <c:pt idx="4676">
                  <c:v>147.69199649999999</c:v>
                </c:pt>
                <c:pt idx="4677">
                  <c:v>147.69199649999999</c:v>
                </c:pt>
                <c:pt idx="4678">
                  <c:v>147.69199649999999</c:v>
                </c:pt>
                <c:pt idx="4679">
                  <c:v>147.69199649999999</c:v>
                </c:pt>
                <c:pt idx="4680">
                  <c:v>147.69199649999999</c:v>
                </c:pt>
                <c:pt idx="4681">
                  <c:v>147.69199649999999</c:v>
                </c:pt>
                <c:pt idx="4682">
                  <c:v>147.69199649999999</c:v>
                </c:pt>
                <c:pt idx="4683">
                  <c:v>147.69199649999999</c:v>
                </c:pt>
                <c:pt idx="4684">
                  <c:v>147.69199649999999</c:v>
                </c:pt>
                <c:pt idx="4685">
                  <c:v>147.69199649999999</c:v>
                </c:pt>
                <c:pt idx="4686">
                  <c:v>147.69199649999999</c:v>
                </c:pt>
                <c:pt idx="4687">
                  <c:v>147.69199649999999</c:v>
                </c:pt>
                <c:pt idx="4688">
                  <c:v>147.69199649999999</c:v>
                </c:pt>
                <c:pt idx="4689">
                  <c:v>147.69199649999999</c:v>
                </c:pt>
                <c:pt idx="4690">
                  <c:v>147.69199649999999</c:v>
                </c:pt>
                <c:pt idx="4691">
                  <c:v>147.69199649999999</c:v>
                </c:pt>
                <c:pt idx="4692">
                  <c:v>147.69199649999999</c:v>
                </c:pt>
                <c:pt idx="4693">
                  <c:v>147.69199649999999</c:v>
                </c:pt>
                <c:pt idx="4694">
                  <c:v>147.69199649999999</c:v>
                </c:pt>
                <c:pt idx="4695">
                  <c:v>147.69199649999999</c:v>
                </c:pt>
                <c:pt idx="4696">
                  <c:v>147.69199649999999</c:v>
                </c:pt>
                <c:pt idx="4697">
                  <c:v>147.69199649999999</c:v>
                </c:pt>
                <c:pt idx="4698">
                  <c:v>147.69199649999999</c:v>
                </c:pt>
                <c:pt idx="4699">
                  <c:v>147.69199649999999</c:v>
                </c:pt>
                <c:pt idx="4700">
                  <c:v>147.69199649999999</c:v>
                </c:pt>
                <c:pt idx="4701">
                  <c:v>147.69199649999999</c:v>
                </c:pt>
                <c:pt idx="4702">
                  <c:v>147.69199649999999</c:v>
                </c:pt>
                <c:pt idx="4703">
                  <c:v>147.69199649999999</c:v>
                </c:pt>
                <c:pt idx="4704">
                  <c:v>147.69199649999999</c:v>
                </c:pt>
                <c:pt idx="4705">
                  <c:v>147.69199649999999</c:v>
                </c:pt>
                <c:pt idx="4706">
                  <c:v>147.69199649999999</c:v>
                </c:pt>
                <c:pt idx="4707">
                  <c:v>147.69199649999999</c:v>
                </c:pt>
                <c:pt idx="4708">
                  <c:v>147.69199649999999</c:v>
                </c:pt>
                <c:pt idx="4709">
                  <c:v>147.69199649999999</c:v>
                </c:pt>
                <c:pt idx="4710">
                  <c:v>147.69199649999999</c:v>
                </c:pt>
                <c:pt idx="4711">
                  <c:v>147.69199649999999</c:v>
                </c:pt>
                <c:pt idx="4712">
                  <c:v>147.69199649999999</c:v>
                </c:pt>
                <c:pt idx="4713">
                  <c:v>147.69199649999999</c:v>
                </c:pt>
                <c:pt idx="4714">
                  <c:v>147.69199649999999</c:v>
                </c:pt>
                <c:pt idx="4715">
                  <c:v>147.69199649999999</c:v>
                </c:pt>
                <c:pt idx="4716">
                  <c:v>147.69199649999999</c:v>
                </c:pt>
                <c:pt idx="4717">
                  <c:v>147.69199649999999</c:v>
                </c:pt>
                <c:pt idx="4718">
                  <c:v>147.69199649999999</c:v>
                </c:pt>
                <c:pt idx="4719">
                  <c:v>147.69199649999999</c:v>
                </c:pt>
                <c:pt idx="4720">
                  <c:v>147.69199649999999</c:v>
                </c:pt>
                <c:pt idx="4721">
                  <c:v>147.69199649999999</c:v>
                </c:pt>
                <c:pt idx="4722">
                  <c:v>147.69199649999999</c:v>
                </c:pt>
                <c:pt idx="4723">
                  <c:v>147.69199649999999</c:v>
                </c:pt>
                <c:pt idx="4724">
                  <c:v>147.69199649999999</c:v>
                </c:pt>
                <c:pt idx="4725">
                  <c:v>147.69199649999999</c:v>
                </c:pt>
                <c:pt idx="4726">
                  <c:v>147.69199649999999</c:v>
                </c:pt>
                <c:pt idx="4727">
                  <c:v>147.69199649999999</c:v>
                </c:pt>
                <c:pt idx="4728">
                  <c:v>147.69199649999999</c:v>
                </c:pt>
                <c:pt idx="4729">
                  <c:v>147.69199649999999</c:v>
                </c:pt>
                <c:pt idx="4730">
                  <c:v>147.69199649999999</c:v>
                </c:pt>
                <c:pt idx="4731">
                  <c:v>147.69199649999999</c:v>
                </c:pt>
                <c:pt idx="4732">
                  <c:v>147.69199649999999</c:v>
                </c:pt>
                <c:pt idx="4733">
                  <c:v>147.69199649999999</c:v>
                </c:pt>
                <c:pt idx="4734">
                  <c:v>147.69199649999999</c:v>
                </c:pt>
                <c:pt idx="4735">
                  <c:v>147.69199649999999</c:v>
                </c:pt>
                <c:pt idx="4736">
                  <c:v>147.69199649999999</c:v>
                </c:pt>
                <c:pt idx="4737">
                  <c:v>147.69199649999999</c:v>
                </c:pt>
                <c:pt idx="4738">
                  <c:v>147.69199649999999</c:v>
                </c:pt>
                <c:pt idx="4739">
                  <c:v>147.69199649999999</c:v>
                </c:pt>
                <c:pt idx="4740">
                  <c:v>147.69199649999999</c:v>
                </c:pt>
                <c:pt idx="4741">
                  <c:v>147.69199649999999</c:v>
                </c:pt>
                <c:pt idx="4742">
                  <c:v>147.69199649999999</c:v>
                </c:pt>
                <c:pt idx="4743">
                  <c:v>147.69199649999999</c:v>
                </c:pt>
                <c:pt idx="4744">
                  <c:v>147.69199649999999</c:v>
                </c:pt>
                <c:pt idx="4745">
                  <c:v>147.69199649999999</c:v>
                </c:pt>
                <c:pt idx="4746">
                  <c:v>147.69199649999999</c:v>
                </c:pt>
                <c:pt idx="4747">
                  <c:v>147.69199649999999</c:v>
                </c:pt>
                <c:pt idx="4748">
                  <c:v>147.69199649999999</c:v>
                </c:pt>
                <c:pt idx="4749">
                  <c:v>147.69199649999999</c:v>
                </c:pt>
                <c:pt idx="4750">
                  <c:v>147.69199649999999</c:v>
                </c:pt>
                <c:pt idx="4751">
                  <c:v>147.69199649999999</c:v>
                </c:pt>
                <c:pt idx="4752">
                  <c:v>147.69199649999999</c:v>
                </c:pt>
                <c:pt idx="4753">
                  <c:v>147.69199649999999</c:v>
                </c:pt>
                <c:pt idx="4754">
                  <c:v>147.69199649999999</c:v>
                </c:pt>
                <c:pt idx="4755">
                  <c:v>147.69199649999999</c:v>
                </c:pt>
                <c:pt idx="4756">
                  <c:v>147.69199649999999</c:v>
                </c:pt>
                <c:pt idx="4757">
                  <c:v>147.69199649999999</c:v>
                </c:pt>
                <c:pt idx="4758">
                  <c:v>147.69199649999999</c:v>
                </c:pt>
                <c:pt idx="4759">
                  <c:v>147.69199649999999</c:v>
                </c:pt>
                <c:pt idx="4760">
                  <c:v>147.69199649999999</c:v>
                </c:pt>
                <c:pt idx="4761">
                  <c:v>147.69199649999999</c:v>
                </c:pt>
                <c:pt idx="4762">
                  <c:v>147.69199649999999</c:v>
                </c:pt>
                <c:pt idx="4763">
                  <c:v>147.69199649999999</c:v>
                </c:pt>
                <c:pt idx="4764">
                  <c:v>147.69199649999999</c:v>
                </c:pt>
                <c:pt idx="4765">
                  <c:v>147.69199649999999</c:v>
                </c:pt>
                <c:pt idx="4766">
                  <c:v>147.69199649999999</c:v>
                </c:pt>
                <c:pt idx="4767">
                  <c:v>147.69199649999999</c:v>
                </c:pt>
                <c:pt idx="4768">
                  <c:v>147.69199649999999</c:v>
                </c:pt>
                <c:pt idx="4769">
                  <c:v>147.69199649999999</c:v>
                </c:pt>
                <c:pt idx="4770">
                  <c:v>147.69199649999999</c:v>
                </c:pt>
                <c:pt idx="4771">
                  <c:v>147.69199649999999</c:v>
                </c:pt>
                <c:pt idx="4772">
                  <c:v>147.69199649999999</c:v>
                </c:pt>
                <c:pt idx="4773">
                  <c:v>147.69199649999999</c:v>
                </c:pt>
                <c:pt idx="4774">
                  <c:v>147.69199649999999</c:v>
                </c:pt>
                <c:pt idx="4775">
                  <c:v>147.69199649999999</c:v>
                </c:pt>
                <c:pt idx="4776">
                  <c:v>147.69199649999999</c:v>
                </c:pt>
                <c:pt idx="4777">
                  <c:v>147.69199649999999</c:v>
                </c:pt>
                <c:pt idx="4778">
                  <c:v>147.69199649999999</c:v>
                </c:pt>
                <c:pt idx="4779">
                  <c:v>147.69199649999999</c:v>
                </c:pt>
                <c:pt idx="4780">
                  <c:v>147.69199649999999</c:v>
                </c:pt>
                <c:pt idx="4781">
                  <c:v>147.69199649999999</c:v>
                </c:pt>
                <c:pt idx="4782">
                  <c:v>147.69199649999999</c:v>
                </c:pt>
                <c:pt idx="4783">
                  <c:v>147.69199649999999</c:v>
                </c:pt>
                <c:pt idx="4784">
                  <c:v>147.69199649999999</c:v>
                </c:pt>
                <c:pt idx="4785">
                  <c:v>147.69199649999999</c:v>
                </c:pt>
                <c:pt idx="4786">
                  <c:v>147.69199649999999</c:v>
                </c:pt>
                <c:pt idx="4787">
                  <c:v>147.69199649999999</c:v>
                </c:pt>
                <c:pt idx="4788">
                  <c:v>147.69199649999999</c:v>
                </c:pt>
                <c:pt idx="4789">
                  <c:v>147.69199649999999</c:v>
                </c:pt>
                <c:pt idx="4790">
                  <c:v>147.69199649999999</c:v>
                </c:pt>
                <c:pt idx="4791">
                  <c:v>147.69199649999999</c:v>
                </c:pt>
                <c:pt idx="4792">
                  <c:v>147.69199649999999</c:v>
                </c:pt>
                <c:pt idx="4793">
                  <c:v>147.69199649999999</c:v>
                </c:pt>
                <c:pt idx="4794">
                  <c:v>147.69199649999999</c:v>
                </c:pt>
                <c:pt idx="4795">
                  <c:v>147.69199649999999</c:v>
                </c:pt>
                <c:pt idx="4796">
                  <c:v>147.69199649999999</c:v>
                </c:pt>
                <c:pt idx="4797">
                  <c:v>147.69199649999999</c:v>
                </c:pt>
                <c:pt idx="4798">
                  <c:v>147.69199649999999</c:v>
                </c:pt>
                <c:pt idx="4799">
                  <c:v>147.69199649999999</c:v>
                </c:pt>
                <c:pt idx="4800">
                  <c:v>147.951021</c:v>
                </c:pt>
                <c:pt idx="4801">
                  <c:v>148.049115</c:v>
                </c:pt>
                <c:pt idx="4802">
                  <c:v>148.049115</c:v>
                </c:pt>
                <c:pt idx="4803">
                  <c:v>148.049115</c:v>
                </c:pt>
                <c:pt idx="4804">
                  <c:v>148.049115</c:v>
                </c:pt>
                <c:pt idx="4805">
                  <c:v>148.049115</c:v>
                </c:pt>
                <c:pt idx="4806">
                  <c:v>148.049115</c:v>
                </c:pt>
                <c:pt idx="4807">
                  <c:v>148.049115</c:v>
                </c:pt>
                <c:pt idx="4808">
                  <c:v>148.049115</c:v>
                </c:pt>
                <c:pt idx="4809">
                  <c:v>148.049115</c:v>
                </c:pt>
                <c:pt idx="4810">
                  <c:v>148.049115</c:v>
                </c:pt>
                <c:pt idx="4811">
                  <c:v>148.049115</c:v>
                </c:pt>
                <c:pt idx="4812">
                  <c:v>148.049115</c:v>
                </c:pt>
                <c:pt idx="4813">
                  <c:v>148.049115</c:v>
                </c:pt>
                <c:pt idx="4814">
                  <c:v>148.049115</c:v>
                </c:pt>
                <c:pt idx="4815">
                  <c:v>148.049115</c:v>
                </c:pt>
                <c:pt idx="4816">
                  <c:v>148.07578649999999</c:v>
                </c:pt>
                <c:pt idx="4817">
                  <c:v>148.07578649999999</c:v>
                </c:pt>
                <c:pt idx="4818">
                  <c:v>148.07578649999999</c:v>
                </c:pt>
                <c:pt idx="4819">
                  <c:v>148.07578649999999</c:v>
                </c:pt>
                <c:pt idx="4820">
                  <c:v>148.07578649999999</c:v>
                </c:pt>
                <c:pt idx="4821">
                  <c:v>148.07578649999999</c:v>
                </c:pt>
                <c:pt idx="4822">
                  <c:v>148.07578649999999</c:v>
                </c:pt>
                <c:pt idx="4823">
                  <c:v>148.07578649999999</c:v>
                </c:pt>
                <c:pt idx="4824">
                  <c:v>148.07578649999999</c:v>
                </c:pt>
                <c:pt idx="4825">
                  <c:v>148.07578649999999</c:v>
                </c:pt>
                <c:pt idx="4826">
                  <c:v>148.07578649999999</c:v>
                </c:pt>
                <c:pt idx="4827">
                  <c:v>148.07578649999999</c:v>
                </c:pt>
                <c:pt idx="4828">
                  <c:v>148.07578649999999</c:v>
                </c:pt>
                <c:pt idx="4829">
                  <c:v>148.07578649999999</c:v>
                </c:pt>
                <c:pt idx="4830">
                  <c:v>148.07578649999999</c:v>
                </c:pt>
                <c:pt idx="4831">
                  <c:v>148.07578649999999</c:v>
                </c:pt>
                <c:pt idx="4832">
                  <c:v>148.07578649999999</c:v>
                </c:pt>
                <c:pt idx="4833">
                  <c:v>148.07578649999999</c:v>
                </c:pt>
                <c:pt idx="4834">
                  <c:v>148.07578649999999</c:v>
                </c:pt>
                <c:pt idx="4835">
                  <c:v>148.07578649999999</c:v>
                </c:pt>
                <c:pt idx="4836">
                  <c:v>148.07578649999999</c:v>
                </c:pt>
                <c:pt idx="4837">
                  <c:v>148.07578649999999</c:v>
                </c:pt>
                <c:pt idx="4838">
                  <c:v>148.07578649999999</c:v>
                </c:pt>
                <c:pt idx="4839">
                  <c:v>148.07578649999999</c:v>
                </c:pt>
                <c:pt idx="4840">
                  <c:v>148.07578649999999</c:v>
                </c:pt>
                <c:pt idx="4841">
                  <c:v>148.07578649999999</c:v>
                </c:pt>
                <c:pt idx="4842">
                  <c:v>148.07578649999999</c:v>
                </c:pt>
                <c:pt idx="4843">
                  <c:v>148.07578649999999</c:v>
                </c:pt>
                <c:pt idx="4844">
                  <c:v>148.07578649999999</c:v>
                </c:pt>
                <c:pt idx="4845">
                  <c:v>148.07578649999999</c:v>
                </c:pt>
                <c:pt idx="4846">
                  <c:v>148.07578649999999</c:v>
                </c:pt>
                <c:pt idx="4847">
                  <c:v>148.07578649999999</c:v>
                </c:pt>
                <c:pt idx="4848">
                  <c:v>148.07578649999999</c:v>
                </c:pt>
                <c:pt idx="4849">
                  <c:v>148.07578649999999</c:v>
                </c:pt>
                <c:pt idx="4850">
                  <c:v>148.07578649999999</c:v>
                </c:pt>
                <c:pt idx="4851">
                  <c:v>148.07578649999999</c:v>
                </c:pt>
                <c:pt idx="4852">
                  <c:v>148.07578649999999</c:v>
                </c:pt>
                <c:pt idx="4853">
                  <c:v>148.07578649999999</c:v>
                </c:pt>
                <c:pt idx="4854">
                  <c:v>148.07578649999999</c:v>
                </c:pt>
                <c:pt idx="4855">
                  <c:v>148.07578649999999</c:v>
                </c:pt>
                <c:pt idx="4856">
                  <c:v>148.07578649999999</c:v>
                </c:pt>
                <c:pt idx="4857">
                  <c:v>148.07578649999999</c:v>
                </c:pt>
                <c:pt idx="4858">
                  <c:v>148.07578649999999</c:v>
                </c:pt>
                <c:pt idx="4859">
                  <c:v>148.07578649999999</c:v>
                </c:pt>
                <c:pt idx="4860">
                  <c:v>148.07578649999999</c:v>
                </c:pt>
                <c:pt idx="4861">
                  <c:v>148.07578649999999</c:v>
                </c:pt>
                <c:pt idx="4862">
                  <c:v>148.07578649999999</c:v>
                </c:pt>
                <c:pt idx="4863">
                  <c:v>148.07578649999999</c:v>
                </c:pt>
                <c:pt idx="4864">
                  <c:v>148.07578649999999</c:v>
                </c:pt>
                <c:pt idx="4865">
                  <c:v>148.07578649999999</c:v>
                </c:pt>
                <c:pt idx="4866">
                  <c:v>148.07578649999999</c:v>
                </c:pt>
                <c:pt idx="4867">
                  <c:v>148.07578649999999</c:v>
                </c:pt>
                <c:pt idx="4868">
                  <c:v>148.07578649999999</c:v>
                </c:pt>
                <c:pt idx="4869">
                  <c:v>148.07578649999999</c:v>
                </c:pt>
                <c:pt idx="4870">
                  <c:v>148.07578649999999</c:v>
                </c:pt>
                <c:pt idx="4871">
                  <c:v>148.07578649999999</c:v>
                </c:pt>
                <c:pt idx="4872">
                  <c:v>148.07578649999999</c:v>
                </c:pt>
                <c:pt idx="4873">
                  <c:v>148.07578649999999</c:v>
                </c:pt>
                <c:pt idx="4874">
                  <c:v>148.07578649999999</c:v>
                </c:pt>
                <c:pt idx="4875">
                  <c:v>148.07578649999999</c:v>
                </c:pt>
                <c:pt idx="4876">
                  <c:v>148.07578649999999</c:v>
                </c:pt>
                <c:pt idx="4877">
                  <c:v>148.07578649999999</c:v>
                </c:pt>
                <c:pt idx="4878">
                  <c:v>148.07578649999999</c:v>
                </c:pt>
                <c:pt idx="4879">
                  <c:v>148.07578649999999</c:v>
                </c:pt>
                <c:pt idx="4880">
                  <c:v>148.07578649999999</c:v>
                </c:pt>
                <c:pt idx="4881">
                  <c:v>148.07578649999999</c:v>
                </c:pt>
                <c:pt idx="4882">
                  <c:v>148.07578649999999</c:v>
                </c:pt>
                <c:pt idx="4883">
                  <c:v>148.07578649999999</c:v>
                </c:pt>
                <c:pt idx="4884">
                  <c:v>148.07578649999999</c:v>
                </c:pt>
                <c:pt idx="4885">
                  <c:v>148.07578649999999</c:v>
                </c:pt>
                <c:pt idx="4886">
                  <c:v>148.07578649999999</c:v>
                </c:pt>
                <c:pt idx="4887">
                  <c:v>148.07578649999999</c:v>
                </c:pt>
                <c:pt idx="4888">
                  <c:v>148.07578649999999</c:v>
                </c:pt>
                <c:pt idx="4889">
                  <c:v>148.07578649999999</c:v>
                </c:pt>
                <c:pt idx="4890">
                  <c:v>148.07578649999999</c:v>
                </c:pt>
                <c:pt idx="4891">
                  <c:v>148.07578649999999</c:v>
                </c:pt>
                <c:pt idx="4892">
                  <c:v>148.07578649999999</c:v>
                </c:pt>
                <c:pt idx="4893">
                  <c:v>148.07578649999999</c:v>
                </c:pt>
                <c:pt idx="4894">
                  <c:v>148.07578649999999</c:v>
                </c:pt>
                <c:pt idx="4895">
                  <c:v>148.07578649999999</c:v>
                </c:pt>
                <c:pt idx="4896">
                  <c:v>148.07578649999999</c:v>
                </c:pt>
                <c:pt idx="4897">
                  <c:v>148.07578649999999</c:v>
                </c:pt>
                <c:pt idx="4898">
                  <c:v>148.07578649999999</c:v>
                </c:pt>
                <c:pt idx="4899">
                  <c:v>148.07578649999999</c:v>
                </c:pt>
                <c:pt idx="4900">
                  <c:v>148.07578649999999</c:v>
                </c:pt>
                <c:pt idx="4901">
                  <c:v>148.07578649999999</c:v>
                </c:pt>
                <c:pt idx="4902">
                  <c:v>148.07578649999999</c:v>
                </c:pt>
                <c:pt idx="4903">
                  <c:v>148.07578649999999</c:v>
                </c:pt>
                <c:pt idx="4904">
                  <c:v>148.07578649999999</c:v>
                </c:pt>
                <c:pt idx="4905">
                  <c:v>148.07578649999999</c:v>
                </c:pt>
                <c:pt idx="4906">
                  <c:v>148.07578649999999</c:v>
                </c:pt>
                <c:pt idx="4907">
                  <c:v>148.07578649999999</c:v>
                </c:pt>
                <c:pt idx="4908">
                  <c:v>148.07578649999999</c:v>
                </c:pt>
                <c:pt idx="4909">
                  <c:v>148.07578649999999</c:v>
                </c:pt>
                <c:pt idx="4910">
                  <c:v>148.07578649999999</c:v>
                </c:pt>
                <c:pt idx="4911">
                  <c:v>148.07578649999999</c:v>
                </c:pt>
                <c:pt idx="4912">
                  <c:v>148.07578649999999</c:v>
                </c:pt>
                <c:pt idx="4913">
                  <c:v>148.07578649999999</c:v>
                </c:pt>
                <c:pt idx="4914">
                  <c:v>148.07578649999999</c:v>
                </c:pt>
                <c:pt idx="4915">
                  <c:v>148.07578649999999</c:v>
                </c:pt>
                <c:pt idx="4916">
                  <c:v>148.07578649999999</c:v>
                </c:pt>
                <c:pt idx="4917">
                  <c:v>148.07578649999999</c:v>
                </c:pt>
                <c:pt idx="4918">
                  <c:v>148.07578649999999</c:v>
                </c:pt>
                <c:pt idx="4919">
                  <c:v>148.07578649999999</c:v>
                </c:pt>
                <c:pt idx="4920">
                  <c:v>148.07578649999999</c:v>
                </c:pt>
                <c:pt idx="4921">
                  <c:v>148.07578649999999</c:v>
                </c:pt>
                <c:pt idx="4922">
                  <c:v>148.07578649999999</c:v>
                </c:pt>
                <c:pt idx="4923">
                  <c:v>148.07578649999999</c:v>
                </c:pt>
                <c:pt idx="4924">
                  <c:v>148.07578649999999</c:v>
                </c:pt>
                <c:pt idx="4925">
                  <c:v>148.07578649999999</c:v>
                </c:pt>
                <c:pt idx="4926">
                  <c:v>148.07578649999999</c:v>
                </c:pt>
                <c:pt idx="4927">
                  <c:v>148.07578649999999</c:v>
                </c:pt>
                <c:pt idx="4928">
                  <c:v>148.07578649999999</c:v>
                </c:pt>
                <c:pt idx="4929">
                  <c:v>148.07578649999999</c:v>
                </c:pt>
                <c:pt idx="4930">
                  <c:v>148.07578649999999</c:v>
                </c:pt>
                <c:pt idx="4931">
                  <c:v>148.07578649999999</c:v>
                </c:pt>
                <c:pt idx="4932">
                  <c:v>148.07578649999999</c:v>
                </c:pt>
                <c:pt idx="4933">
                  <c:v>148.07578649999999</c:v>
                </c:pt>
                <c:pt idx="4934">
                  <c:v>148.07578649999999</c:v>
                </c:pt>
                <c:pt idx="4935">
                  <c:v>148.07578649999999</c:v>
                </c:pt>
                <c:pt idx="4936">
                  <c:v>148.07578649999999</c:v>
                </c:pt>
                <c:pt idx="4937">
                  <c:v>148.07578649999999</c:v>
                </c:pt>
                <c:pt idx="4938">
                  <c:v>148.07578649999999</c:v>
                </c:pt>
                <c:pt idx="4939">
                  <c:v>148.07578649999999</c:v>
                </c:pt>
                <c:pt idx="4940">
                  <c:v>148.07578649999999</c:v>
                </c:pt>
                <c:pt idx="4941">
                  <c:v>148.07578649999999</c:v>
                </c:pt>
                <c:pt idx="4942">
                  <c:v>148.07578649999999</c:v>
                </c:pt>
                <c:pt idx="4943">
                  <c:v>148.07578649999999</c:v>
                </c:pt>
                <c:pt idx="4944">
                  <c:v>148.07578649999999</c:v>
                </c:pt>
                <c:pt idx="4945">
                  <c:v>148.07578649999999</c:v>
                </c:pt>
                <c:pt idx="4946">
                  <c:v>148.07578649999999</c:v>
                </c:pt>
                <c:pt idx="4947">
                  <c:v>148.07578649999999</c:v>
                </c:pt>
                <c:pt idx="4948">
                  <c:v>148.07578649999999</c:v>
                </c:pt>
                <c:pt idx="4949">
                  <c:v>148.07578649999999</c:v>
                </c:pt>
                <c:pt idx="4950">
                  <c:v>148.07578649999999</c:v>
                </c:pt>
                <c:pt idx="4951">
                  <c:v>148.07578649999999</c:v>
                </c:pt>
                <c:pt idx="4952">
                  <c:v>148.07578649999999</c:v>
                </c:pt>
                <c:pt idx="4953">
                  <c:v>148.07578649999999</c:v>
                </c:pt>
                <c:pt idx="4954">
                  <c:v>148.07578649999999</c:v>
                </c:pt>
                <c:pt idx="4955">
                  <c:v>148.07578649999999</c:v>
                </c:pt>
                <c:pt idx="4956">
                  <c:v>148.07578649999999</c:v>
                </c:pt>
                <c:pt idx="4957">
                  <c:v>148.07578649999999</c:v>
                </c:pt>
                <c:pt idx="4958">
                  <c:v>148.07578649999999</c:v>
                </c:pt>
                <c:pt idx="4959">
                  <c:v>148.07578649999999</c:v>
                </c:pt>
                <c:pt idx="4960">
                  <c:v>148.07578649999999</c:v>
                </c:pt>
                <c:pt idx="4961">
                  <c:v>148.07578649999999</c:v>
                </c:pt>
                <c:pt idx="4962">
                  <c:v>148.07578649999999</c:v>
                </c:pt>
                <c:pt idx="4963">
                  <c:v>148.07578649999999</c:v>
                </c:pt>
                <c:pt idx="4964">
                  <c:v>148.07578649999999</c:v>
                </c:pt>
                <c:pt idx="4965">
                  <c:v>148.07578649999999</c:v>
                </c:pt>
                <c:pt idx="4966">
                  <c:v>148.07578649999999</c:v>
                </c:pt>
                <c:pt idx="4967">
                  <c:v>148.07578649999999</c:v>
                </c:pt>
                <c:pt idx="4968">
                  <c:v>148.07578649999999</c:v>
                </c:pt>
                <c:pt idx="4969">
                  <c:v>148.07578649999999</c:v>
                </c:pt>
                <c:pt idx="4970">
                  <c:v>148.07578649999999</c:v>
                </c:pt>
                <c:pt idx="4971">
                  <c:v>148.07578649999999</c:v>
                </c:pt>
                <c:pt idx="4972">
                  <c:v>148.07578649999999</c:v>
                </c:pt>
                <c:pt idx="4973">
                  <c:v>148.07578649999999</c:v>
                </c:pt>
                <c:pt idx="4974">
                  <c:v>148.07578649999999</c:v>
                </c:pt>
                <c:pt idx="4975">
                  <c:v>148.07578649999999</c:v>
                </c:pt>
                <c:pt idx="4976">
                  <c:v>148.07578649999999</c:v>
                </c:pt>
                <c:pt idx="4977">
                  <c:v>148.07578649999999</c:v>
                </c:pt>
                <c:pt idx="4978">
                  <c:v>148.07578649999999</c:v>
                </c:pt>
                <c:pt idx="4979">
                  <c:v>148.07578649999999</c:v>
                </c:pt>
                <c:pt idx="4980">
                  <c:v>148.07578649999999</c:v>
                </c:pt>
                <c:pt idx="4981">
                  <c:v>148.07578649999999</c:v>
                </c:pt>
                <c:pt idx="4982">
                  <c:v>148.07578649999999</c:v>
                </c:pt>
                <c:pt idx="4983">
                  <c:v>148.07578649999999</c:v>
                </c:pt>
                <c:pt idx="4984">
                  <c:v>148.07578649999999</c:v>
                </c:pt>
                <c:pt idx="4985">
                  <c:v>148.07578649999999</c:v>
                </c:pt>
                <c:pt idx="4986">
                  <c:v>148.07578649999999</c:v>
                </c:pt>
                <c:pt idx="4987">
                  <c:v>148.07578649999999</c:v>
                </c:pt>
                <c:pt idx="4988">
                  <c:v>148.07578649999999</c:v>
                </c:pt>
                <c:pt idx="4989">
                  <c:v>148.07578649999999</c:v>
                </c:pt>
                <c:pt idx="4990">
                  <c:v>148.07578649999999</c:v>
                </c:pt>
                <c:pt idx="4991">
                  <c:v>148.07578649999999</c:v>
                </c:pt>
                <c:pt idx="4992">
                  <c:v>148.07578649999999</c:v>
                </c:pt>
                <c:pt idx="4993">
                  <c:v>148.07578649999999</c:v>
                </c:pt>
                <c:pt idx="4994">
                  <c:v>148.07578649999999</c:v>
                </c:pt>
                <c:pt idx="4995">
                  <c:v>148.07578649999999</c:v>
                </c:pt>
                <c:pt idx="4996">
                  <c:v>148.07578649999999</c:v>
                </c:pt>
                <c:pt idx="4997">
                  <c:v>148.07578649999999</c:v>
                </c:pt>
                <c:pt idx="4998">
                  <c:v>148.07578649999999</c:v>
                </c:pt>
                <c:pt idx="4999">
                  <c:v>148.07578649999999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5C2B-48D5-903A-427DE0C675E1}"/>
            </c:ext>
          </c:extLst>
        </c:ser>
        <c:ser>
          <c:idx val="3"/>
          <c:order val="3"/>
          <c:tx>
            <c:strRef>
              <c:f>problem2!$K$1</c:f>
              <c:strCache>
                <c:ptCount val="1"/>
                <c:pt idx="0">
                  <c:v>SigMoid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problem2!$G$2:$G$5001</c:f>
              <c:numCache>
                <c:formatCode>General</c:formatCode>
                <c:ptCount val="5000"/>
                <c:pt idx="0">
                  <c:v>2.0000000000000001E-4</c:v>
                </c:pt>
                <c:pt idx="1">
                  <c:v>4.0000000000000002E-4</c:v>
                </c:pt>
                <c:pt idx="2">
                  <c:v>5.9999999999999995E-4</c:v>
                </c:pt>
                <c:pt idx="3">
                  <c:v>8.0000000000000004E-4</c:v>
                </c:pt>
                <c:pt idx="4">
                  <c:v>1E-3</c:v>
                </c:pt>
                <c:pt idx="5">
                  <c:v>1.1999999999999999E-3</c:v>
                </c:pt>
                <c:pt idx="6">
                  <c:v>1.4E-3</c:v>
                </c:pt>
                <c:pt idx="7">
                  <c:v>1.6000000000000001E-3</c:v>
                </c:pt>
                <c:pt idx="8">
                  <c:v>1.8E-3</c:v>
                </c:pt>
                <c:pt idx="9">
                  <c:v>2E-3</c:v>
                </c:pt>
                <c:pt idx="10">
                  <c:v>2.2000000000000001E-3</c:v>
                </c:pt>
                <c:pt idx="11">
                  <c:v>2.3999999999999998E-3</c:v>
                </c:pt>
                <c:pt idx="12">
                  <c:v>2.5999999999999999E-3</c:v>
                </c:pt>
                <c:pt idx="13">
                  <c:v>2.8E-3</c:v>
                </c:pt>
                <c:pt idx="14">
                  <c:v>3.0000000000000001E-3</c:v>
                </c:pt>
                <c:pt idx="15">
                  <c:v>3.2000000000000002E-3</c:v>
                </c:pt>
                <c:pt idx="16">
                  <c:v>3.3999999999999998E-3</c:v>
                </c:pt>
                <c:pt idx="17">
                  <c:v>3.5999999999999999E-3</c:v>
                </c:pt>
                <c:pt idx="18">
                  <c:v>3.8E-3</c:v>
                </c:pt>
                <c:pt idx="19">
                  <c:v>4.0000000000000001E-3</c:v>
                </c:pt>
                <c:pt idx="20">
                  <c:v>4.1999999999999997E-3</c:v>
                </c:pt>
                <c:pt idx="21">
                  <c:v>4.4000000000000003E-3</c:v>
                </c:pt>
                <c:pt idx="22">
                  <c:v>4.5999999999999999E-3</c:v>
                </c:pt>
                <c:pt idx="23">
                  <c:v>4.7999999999999996E-3</c:v>
                </c:pt>
                <c:pt idx="24">
                  <c:v>5.0000000000000001E-3</c:v>
                </c:pt>
                <c:pt idx="25">
                  <c:v>5.1999999999999998E-3</c:v>
                </c:pt>
                <c:pt idx="26">
                  <c:v>5.4000000000000003E-3</c:v>
                </c:pt>
                <c:pt idx="27">
                  <c:v>5.5999999999999999E-3</c:v>
                </c:pt>
                <c:pt idx="28">
                  <c:v>5.7999999999999996E-3</c:v>
                </c:pt>
                <c:pt idx="29">
                  <c:v>6.0000000000000001E-3</c:v>
                </c:pt>
                <c:pt idx="30">
                  <c:v>6.1999999999999998E-3</c:v>
                </c:pt>
                <c:pt idx="31">
                  <c:v>6.4000000000000003E-3</c:v>
                </c:pt>
                <c:pt idx="32">
                  <c:v>6.6E-3</c:v>
                </c:pt>
                <c:pt idx="33">
                  <c:v>6.7999999999999996E-3</c:v>
                </c:pt>
                <c:pt idx="34">
                  <c:v>7.0000000000000001E-3</c:v>
                </c:pt>
                <c:pt idx="35">
                  <c:v>7.1999999999999998E-3</c:v>
                </c:pt>
                <c:pt idx="36">
                  <c:v>7.4000000000000003E-3</c:v>
                </c:pt>
                <c:pt idx="37">
                  <c:v>7.5999999999999896E-3</c:v>
                </c:pt>
                <c:pt idx="38">
                  <c:v>7.7999999999999901E-3</c:v>
                </c:pt>
                <c:pt idx="39">
                  <c:v>7.9999999999999898E-3</c:v>
                </c:pt>
                <c:pt idx="40">
                  <c:v>8.2000000000000007E-3</c:v>
                </c:pt>
                <c:pt idx="41">
                  <c:v>8.3999999999999995E-3</c:v>
                </c:pt>
                <c:pt idx="42">
                  <c:v>8.6E-3</c:v>
                </c:pt>
                <c:pt idx="43">
                  <c:v>8.8000000000000005E-3</c:v>
                </c:pt>
                <c:pt idx="44">
                  <c:v>8.9999999999999993E-3</c:v>
                </c:pt>
                <c:pt idx="45">
                  <c:v>9.1999999999999998E-3</c:v>
                </c:pt>
                <c:pt idx="46">
                  <c:v>9.4000000000000004E-3</c:v>
                </c:pt>
                <c:pt idx="47">
                  <c:v>9.5999999999999992E-3</c:v>
                </c:pt>
                <c:pt idx="48">
                  <c:v>9.7999999999999997E-3</c:v>
                </c:pt>
                <c:pt idx="49">
                  <c:v>0.01</c:v>
                </c:pt>
                <c:pt idx="50">
                  <c:v>1.0200000000000001E-2</c:v>
                </c:pt>
                <c:pt idx="51">
                  <c:v>1.04E-2</c:v>
                </c:pt>
                <c:pt idx="52">
                  <c:v>1.06E-2</c:v>
                </c:pt>
                <c:pt idx="53">
                  <c:v>1.0800000000000001E-2</c:v>
                </c:pt>
                <c:pt idx="54">
                  <c:v>1.0999999999999999E-2</c:v>
                </c:pt>
                <c:pt idx="55">
                  <c:v>1.12E-2</c:v>
                </c:pt>
                <c:pt idx="56">
                  <c:v>1.14E-2</c:v>
                </c:pt>
                <c:pt idx="57">
                  <c:v>1.1599999999999999E-2</c:v>
                </c:pt>
                <c:pt idx="58">
                  <c:v>1.18E-2</c:v>
                </c:pt>
                <c:pt idx="59">
                  <c:v>1.2E-2</c:v>
                </c:pt>
                <c:pt idx="60">
                  <c:v>1.2200000000000001E-2</c:v>
                </c:pt>
                <c:pt idx="61">
                  <c:v>1.24E-2</c:v>
                </c:pt>
                <c:pt idx="62">
                  <c:v>1.26E-2</c:v>
                </c:pt>
                <c:pt idx="63">
                  <c:v>1.2800000000000001E-2</c:v>
                </c:pt>
                <c:pt idx="64">
                  <c:v>1.2999999999999999E-2</c:v>
                </c:pt>
                <c:pt idx="65">
                  <c:v>1.32E-2</c:v>
                </c:pt>
                <c:pt idx="66">
                  <c:v>1.34E-2</c:v>
                </c:pt>
                <c:pt idx="67">
                  <c:v>1.3599999999999999E-2</c:v>
                </c:pt>
                <c:pt idx="68">
                  <c:v>1.38E-2</c:v>
                </c:pt>
                <c:pt idx="69">
                  <c:v>1.4E-2</c:v>
                </c:pt>
                <c:pt idx="70">
                  <c:v>1.4200000000000001E-2</c:v>
                </c:pt>
                <c:pt idx="71">
                  <c:v>1.44E-2</c:v>
                </c:pt>
                <c:pt idx="72">
                  <c:v>1.46E-2</c:v>
                </c:pt>
                <c:pt idx="73">
                  <c:v>1.4800000000000001E-2</c:v>
                </c:pt>
                <c:pt idx="74">
                  <c:v>1.4999999999999999E-2</c:v>
                </c:pt>
                <c:pt idx="75">
                  <c:v>1.52E-2</c:v>
                </c:pt>
                <c:pt idx="76">
                  <c:v>1.54E-2</c:v>
                </c:pt>
                <c:pt idx="77">
                  <c:v>1.5599999999999999E-2</c:v>
                </c:pt>
                <c:pt idx="78">
                  <c:v>1.5800000000000002E-2</c:v>
                </c:pt>
                <c:pt idx="79">
                  <c:v>1.6E-2</c:v>
                </c:pt>
                <c:pt idx="80">
                  <c:v>1.6199999999999999E-2</c:v>
                </c:pt>
                <c:pt idx="81">
                  <c:v>1.6400000000000001E-2</c:v>
                </c:pt>
                <c:pt idx="82">
                  <c:v>1.66E-2</c:v>
                </c:pt>
                <c:pt idx="83">
                  <c:v>1.6799999999999999E-2</c:v>
                </c:pt>
                <c:pt idx="84">
                  <c:v>1.7000000000000001E-2</c:v>
                </c:pt>
                <c:pt idx="85">
                  <c:v>1.72E-2</c:v>
                </c:pt>
                <c:pt idx="86">
                  <c:v>1.7399999999999999E-2</c:v>
                </c:pt>
                <c:pt idx="87">
                  <c:v>1.7600000000000001E-2</c:v>
                </c:pt>
                <c:pt idx="88">
                  <c:v>1.78E-2</c:v>
                </c:pt>
                <c:pt idx="89">
                  <c:v>1.7999999999999999E-2</c:v>
                </c:pt>
                <c:pt idx="90">
                  <c:v>1.8200000000000001E-2</c:v>
                </c:pt>
                <c:pt idx="91">
                  <c:v>1.84E-2</c:v>
                </c:pt>
                <c:pt idx="92">
                  <c:v>1.8599999999999998E-2</c:v>
                </c:pt>
                <c:pt idx="93">
                  <c:v>1.8800000000000001E-2</c:v>
                </c:pt>
                <c:pt idx="94">
                  <c:v>1.9E-2</c:v>
                </c:pt>
                <c:pt idx="95">
                  <c:v>1.9199999999999998E-2</c:v>
                </c:pt>
                <c:pt idx="96">
                  <c:v>1.9400000000000001E-2</c:v>
                </c:pt>
                <c:pt idx="97">
                  <c:v>1.9599999999999999E-2</c:v>
                </c:pt>
                <c:pt idx="98">
                  <c:v>1.9800000000000002E-2</c:v>
                </c:pt>
                <c:pt idx="99">
                  <c:v>0.02</c:v>
                </c:pt>
                <c:pt idx="100">
                  <c:v>2.0199999999999999E-2</c:v>
                </c:pt>
                <c:pt idx="101">
                  <c:v>2.0400000000000001E-2</c:v>
                </c:pt>
                <c:pt idx="102">
                  <c:v>2.06E-2</c:v>
                </c:pt>
                <c:pt idx="103">
                  <c:v>2.0799999999999999E-2</c:v>
                </c:pt>
                <c:pt idx="104">
                  <c:v>2.1000000000000001E-2</c:v>
                </c:pt>
                <c:pt idx="105">
                  <c:v>2.12E-2</c:v>
                </c:pt>
                <c:pt idx="106">
                  <c:v>2.1399999999999999E-2</c:v>
                </c:pt>
                <c:pt idx="107">
                  <c:v>2.1600000000000001E-2</c:v>
                </c:pt>
                <c:pt idx="108">
                  <c:v>2.18E-2</c:v>
                </c:pt>
                <c:pt idx="109">
                  <c:v>2.1999999999999999E-2</c:v>
                </c:pt>
                <c:pt idx="110">
                  <c:v>2.2200000000000001E-2</c:v>
                </c:pt>
                <c:pt idx="111">
                  <c:v>2.24E-2</c:v>
                </c:pt>
                <c:pt idx="112">
                  <c:v>2.2599999999999999E-2</c:v>
                </c:pt>
                <c:pt idx="113">
                  <c:v>2.2800000000000001E-2</c:v>
                </c:pt>
                <c:pt idx="114">
                  <c:v>2.3E-2</c:v>
                </c:pt>
                <c:pt idx="115">
                  <c:v>2.3199999999999998E-2</c:v>
                </c:pt>
                <c:pt idx="116">
                  <c:v>2.3400000000000001E-2</c:v>
                </c:pt>
                <c:pt idx="117">
                  <c:v>2.3599999999999999E-2</c:v>
                </c:pt>
                <c:pt idx="118">
                  <c:v>2.3800000000000002E-2</c:v>
                </c:pt>
                <c:pt idx="119">
                  <c:v>2.4E-2</c:v>
                </c:pt>
                <c:pt idx="120">
                  <c:v>2.4199999999999999E-2</c:v>
                </c:pt>
                <c:pt idx="121">
                  <c:v>2.4400000000000002E-2</c:v>
                </c:pt>
                <c:pt idx="122">
                  <c:v>2.46E-2</c:v>
                </c:pt>
                <c:pt idx="123">
                  <c:v>2.4799999999999999E-2</c:v>
                </c:pt>
                <c:pt idx="124">
                  <c:v>2.5000000000000001E-2</c:v>
                </c:pt>
                <c:pt idx="125">
                  <c:v>2.52E-2</c:v>
                </c:pt>
                <c:pt idx="126">
                  <c:v>2.5399999999999999E-2</c:v>
                </c:pt>
                <c:pt idx="127">
                  <c:v>2.5600000000000001E-2</c:v>
                </c:pt>
                <c:pt idx="128">
                  <c:v>2.58E-2</c:v>
                </c:pt>
                <c:pt idx="129">
                  <c:v>2.5999999999999999E-2</c:v>
                </c:pt>
                <c:pt idx="130">
                  <c:v>2.6200000000000001E-2</c:v>
                </c:pt>
                <c:pt idx="131">
                  <c:v>2.64E-2</c:v>
                </c:pt>
                <c:pt idx="132">
                  <c:v>2.6599999999999999E-2</c:v>
                </c:pt>
                <c:pt idx="133">
                  <c:v>2.67999999999999E-2</c:v>
                </c:pt>
                <c:pt idx="134">
                  <c:v>2.6999999999999899E-2</c:v>
                </c:pt>
                <c:pt idx="135">
                  <c:v>2.7199999999999901E-2</c:v>
                </c:pt>
                <c:pt idx="136">
                  <c:v>2.73999999999999E-2</c:v>
                </c:pt>
                <c:pt idx="137">
                  <c:v>2.7599999999999899E-2</c:v>
                </c:pt>
                <c:pt idx="138">
                  <c:v>2.7799999999999901E-2</c:v>
                </c:pt>
                <c:pt idx="139">
                  <c:v>2.79999999999999E-2</c:v>
                </c:pt>
                <c:pt idx="140">
                  <c:v>2.8199999999999899E-2</c:v>
                </c:pt>
                <c:pt idx="141">
                  <c:v>2.8399999999999901E-2</c:v>
                </c:pt>
                <c:pt idx="142">
                  <c:v>2.85999999999999E-2</c:v>
                </c:pt>
                <c:pt idx="143">
                  <c:v>2.8799999999999899E-2</c:v>
                </c:pt>
                <c:pt idx="144">
                  <c:v>2.8999999999999901E-2</c:v>
                </c:pt>
                <c:pt idx="145">
                  <c:v>2.91999999999999E-2</c:v>
                </c:pt>
                <c:pt idx="146">
                  <c:v>2.9399999999999898E-2</c:v>
                </c:pt>
                <c:pt idx="147">
                  <c:v>2.9599999999999901E-2</c:v>
                </c:pt>
                <c:pt idx="148">
                  <c:v>2.9799999999999899E-2</c:v>
                </c:pt>
                <c:pt idx="149">
                  <c:v>2.9999999999999898E-2</c:v>
                </c:pt>
                <c:pt idx="150">
                  <c:v>3.0199999999999901E-2</c:v>
                </c:pt>
                <c:pt idx="151">
                  <c:v>3.0399999999999899E-2</c:v>
                </c:pt>
                <c:pt idx="152">
                  <c:v>3.0599999999999902E-2</c:v>
                </c:pt>
                <c:pt idx="153">
                  <c:v>3.07999999999999E-2</c:v>
                </c:pt>
                <c:pt idx="154">
                  <c:v>3.0999999999999899E-2</c:v>
                </c:pt>
                <c:pt idx="155">
                  <c:v>3.1199999999999901E-2</c:v>
                </c:pt>
                <c:pt idx="156">
                  <c:v>3.13999999999999E-2</c:v>
                </c:pt>
                <c:pt idx="157">
                  <c:v>3.1599999999999899E-2</c:v>
                </c:pt>
                <c:pt idx="158">
                  <c:v>3.1799999999999898E-2</c:v>
                </c:pt>
                <c:pt idx="159">
                  <c:v>3.1999999999999897E-2</c:v>
                </c:pt>
                <c:pt idx="160">
                  <c:v>3.2199999999999902E-2</c:v>
                </c:pt>
                <c:pt idx="161">
                  <c:v>3.2399999999999901E-2</c:v>
                </c:pt>
                <c:pt idx="162">
                  <c:v>3.25999999999999E-2</c:v>
                </c:pt>
                <c:pt idx="163">
                  <c:v>3.2799999999999899E-2</c:v>
                </c:pt>
                <c:pt idx="164">
                  <c:v>3.2999999999999897E-2</c:v>
                </c:pt>
                <c:pt idx="165">
                  <c:v>3.3199999999999903E-2</c:v>
                </c:pt>
                <c:pt idx="166">
                  <c:v>3.3399999999999902E-2</c:v>
                </c:pt>
                <c:pt idx="167">
                  <c:v>3.3599999999999901E-2</c:v>
                </c:pt>
                <c:pt idx="168">
                  <c:v>3.37999999999999E-2</c:v>
                </c:pt>
                <c:pt idx="169">
                  <c:v>3.3999999999999898E-2</c:v>
                </c:pt>
                <c:pt idx="170">
                  <c:v>3.4199999999999897E-2</c:v>
                </c:pt>
                <c:pt idx="171">
                  <c:v>3.4399999999999903E-2</c:v>
                </c:pt>
                <c:pt idx="172">
                  <c:v>3.4599999999999902E-2</c:v>
                </c:pt>
                <c:pt idx="173">
                  <c:v>3.47999999999999E-2</c:v>
                </c:pt>
                <c:pt idx="174">
                  <c:v>3.4999999999999899E-2</c:v>
                </c:pt>
                <c:pt idx="175">
                  <c:v>3.5199999999999898E-2</c:v>
                </c:pt>
                <c:pt idx="176">
                  <c:v>3.5399999999999897E-2</c:v>
                </c:pt>
                <c:pt idx="177">
                  <c:v>3.5599999999999903E-2</c:v>
                </c:pt>
                <c:pt idx="178">
                  <c:v>3.5799999999999901E-2</c:v>
                </c:pt>
                <c:pt idx="179">
                  <c:v>3.59999999999999E-2</c:v>
                </c:pt>
                <c:pt idx="180">
                  <c:v>3.6199999999999899E-2</c:v>
                </c:pt>
                <c:pt idx="181">
                  <c:v>3.6399999999999898E-2</c:v>
                </c:pt>
                <c:pt idx="182">
                  <c:v>3.6599999999999903E-2</c:v>
                </c:pt>
                <c:pt idx="183">
                  <c:v>3.6799999999999902E-2</c:v>
                </c:pt>
                <c:pt idx="184">
                  <c:v>3.6999999999999901E-2</c:v>
                </c:pt>
                <c:pt idx="185">
                  <c:v>3.71999999999999E-2</c:v>
                </c:pt>
                <c:pt idx="186">
                  <c:v>3.7399999999999899E-2</c:v>
                </c:pt>
                <c:pt idx="187">
                  <c:v>3.7599999999999897E-2</c:v>
                </c:pt>
                <c:pt idx="188">
                  <c:v>3.7799999999999903E-2</c:v>
                </c:pt>
                <c:pt idx="189">
                  <c:v>3.7999999999999902E-2</c:v>
                </c:pt>
                <c:pt idx="190">
                  <c:v>3.8199999999999901E-2</c:v>
                </c:pt>
                <c:pt idx="191">
                  <c:v>3.8399999999999899E-2</c:v>
                </c:pt>
                <c:pt idx="192">
                  <c:v>3.8599999999999898E-2</c:v>
                </c:pt>
                <c:pt idx="193">
                  <c:v>3.8799999999999897E-2</c:v>
                </c:pt>
                <c:pt idx="194">
                  <c:v>3.8999999999999903E-2</c:v>
                </c:pt>
                <c:pt idx="195">
                  <c:v>3.9199999999999902E-2</c:v>
                </c:pt>
                <c:pt idx="196">
                  <c:v>3.93999999999999E-2</c:v>
                </c:pt>
                <c:pt idx="197">
                  <c:v>3.9599999999999899E-2</c:v>
                </c:pt>
                <c:pt idx="198">
                  <c:v>3.9799999999999898E-2</c:v>
                </c:pt>
                <c:pt idx="199">
                  <c:v>3.9999999999999897E-2</c:v>
                </c:pt>
                <c:pt idx="200">
                  <c:v>4.0199999999999902E-2</c:v>
                </c:pt>
                <c:pt idx="201">
                  <c:v>4.0399999999999901E-2</c:v>
                </c:pt>
                <c:pt idx="202">
                  <c:v>4.05999999999999E-2</c:v>
                </c:pt>
                <c:pt idx="203">
                  <c:v>4.0799999999999899E-2</c:v>
                </c:pt>
                <c:pt idx="204">
                  <c:v>4.0999999999999898E-2</c:v>
                </c:pt>
                <c:pt idx="205">
                  <c:v>4.1199999999999903E-2</c:v>
                </c:pt>
                <c:pt idx="206">
                  <c:v>4.1399999999999902E-2</c:v>
                </c:pt>
                <c:pt idx="207">
                  <c:v>4.1599999999999901E-2</c:v>
                </c:pt>
                <c:pt idx="208">
                  <c:v>4.17999999999999E-2</c:v>
                </c:pt>
                <c:pt idx="209">
                  <c:v>4.1999999999999899E-2</c:v>
                </c:pt>
                <c:pt idx="210">
                  <c:v>4.2199999999999897E-2</c:v>
                </c:pt>
                <c:pt idx="211">
                  <c:v>4.2399999999999903E-2</c:v>
                </c:pt>
                <c:pt idx="212">
                  <c:v>4.2599999999999902E-2</c:v>
                </c:pt>
                <c:pt idx="213">
                  <c:v>4.2799999999999901E-2</c:v>
                </c:pt>
                <c:pt idx="214">
                  <c:v>4.2999999999999899E-2</c:v>
                </c:pt>
                <c:pt idx="215">
                  <c:v>4.3199999999999801E-2</c:v>
                </c:pt>
                <c:pt idx="216">
                  <c:v>4.33999999999998E-2</c:v>
                </c:pt>
                <c:pt idx="217">
                  <c:v>4.3599999999999799E-2</c:v>
                </c:pt>
                <c:pt idx="218">
                  <c:v>4.3799999999999797E-2</c:v>
                </c:pt>
                <c:pt idx="219">
                  <c:v>4.3999999999999803E-2</c:v>
                </c:pt>
                <c:pt idx="220">
                  <c:v>4.4199999999999802E-2</c:v>
                </c:pt>
                <c:pt idx="221">
                  <c:v>4.4399999999999801E-2</c:v>
                </c:pt>
                <c:pt idx="222">
                  <c:v>4.45999999999998E-2</c:v>
                </c:pt>
                <c:pt idx="223">
                  <c:v>4.4799999999999798E-2</c:v>
                </c:pt>
                <c:pt idx="224">
                  <c:v>4.4999999999999797E-2</c:v>
                </c:pt>
                <c:pt idx="225">
                  <c:v>4.5199999999999803E-2</c:v>
                </c:pt>
                <c:pt idx="226">
                  <c:v>4.5399999999999802E-2</c:v>
                </c:pt>
                <c:pt idx="227">
                  <c:v>4.55999999999998E-2</c:v>
                </c:pt>
                <c:pt idx="228">
                  <c:v>4.5799999999999799E-2</c:v>
                </c:pt>
                <c:pt idx="229">
                  <c:v>4.5999999999999798E-2</c:v>
                </c:pt>
                <c:pt idx="230">
                  <c:v>4.6199999999999797E-2</c:v>
                </c:pt>
                <c:pt idx="231">
                  <c:v>4.6399999999999803E-2</c:v>
                </c:pt>
                <c:pt idx="232">
                  <c:v>4.6599999999999801E-2</c:v>
                </c:pt>
                <c:pt idx="233">
                  <c:v>4.67999999999998E-2</c:v>
                </c:pt>
                <c:pt idx="234">
                  <c:v>4.6999999999999799E-2</c:v>
                </c:pt>
                <c:pt idx="235">
                  <c:v>4.7199999999999798E-2</c:v>
                </c:pt>
                <c:pt idx="236">
                  <c:v>4.7399999999999803E-2</c:v>
                </c:pt>
                <c:pt idx="237">
                  <c:v>4.7599999999999802E-2</c:v>
                </c:pt>
                <c:pt idx="238">
                  <c:v>4.7799999999999801E-2</c:v>
                </c:pt>
                <c:pt idx="239">
                  <c:v>4.79999999999998E-2</c:v>
                </c:pt>
                <c:pt idx="240">
                  <c:v>4.8199999999999799E-2</c:v>
                </c:pt>
                <c:pt idx="241">
                  <c:v>4.8399999999999797E-2</c:v>
                </c:pt>
                <c:pt idx="242">
                  <c:v>4.8599999999999803E-2</c:v>
                </c:pt>
                <c:pt idx="243">
                  <c:v>4.8799999999999802E-2</c:v>
                </c:pt>
                <c:pt idx="244">
                  <c:v>4.8999999999999801E-2</c:v>
                </c:pt>
                <c:pt idx="245">
                  <c:v>4.9199999999999799E-2</c:v>
                </c:pt>
                <c:pt idx="246">
                  <c:v>4.9399999999999798E-2</c:v>
                </c:pt>
                <c:pt idx="247">
                  <c:v>4.9599999999999797E-2</c:v>
                </c:pt>
                <c:pt idx="248">
                  <c:v>4.9799999999999803E-2</c:v>
                </c:pt>
                <c:pt idx="249">
                  <c:v>4.9999999999999802E-2</c:v>
                </c:pt>
                <c:pt idx="250">
                  <c:v>5.01999999999998E-2</c:v>
                </c:pt>
                <c:pt idx="251">
                  <c:v>5.0399999999999799E-2</c:v>
                </c:pt>
                <c:pt idx="252">
                  <c:v>5.0599999999999798E-2</c:v>
                </c:pt>
                <c:pt idx="253">
                  <c:v>5.0799999999999797E-2</c:v>
                </c:pt>
                <c:pt idx="254">
                  <c:v>5.0999999999999802E-2</c:v>
                </c:pt>
                <c:pt idx="255">
                  <c:v>5.1199999999999801E-2</c:v>
                </c:pt>
                <c:pt idx="256">
                  <c:v>5.13999999999998E-2</c:v>
                </c:pt>
                <c:pt idx="257">
                  <c:v>5.1599999999999799E-2</c:v>
                </c:pt>
                <c:pt idx="258">
                  <c:v>5.1799999999999798E-2</c:v>
                </c:pt>
                <c:pt idx="259">
                  <c:v>5.1999999999999803E-2</c:v>
                </c:pt>
                <c:pt idx="260">
                  <c:v>5.2199999999999802E-2</c:v>
                </c:pt>
                <c:pt idx="261">
                  <c:v>5.2399999999999801E-2</c:v>
                </c:pt>
                <c:pt idx="262">
                  <c:v>5.25999999999998E-2</c:v>
                </c:pt>
                <c:pt idx="263">
                  <c:v>5.2799999999999798E-2</c:v>
                </c:pt>
                <c:pt idx="264">
                  <c:v>5.2999999999999797E-2</c:v>
                </c:pt>
                <c:pt idx="265">
                  <c:v>5.3199999999999803E-2</c:v>
                </c:pt>
                <c:pt idx="266">
                  <c:v>5.3399999999999802E-2</c:v>
                </c:pt>
                <c:pt idx="267">
                  <c:v>5.3599999999999801E-2</c:v>
                </c:pt>
                <c:pt idx="268">
                  <c:v>5.3799999999999799E-2</c:v>
                </c:pt>
                <c:pt idx="269">
                  <c:v>5.3999999999999798E-2</c:v>
                </c:pt>
                <c:pt idx="270">
                  <c:v>5.4199999999999797E-2</c:v>
                </c:pt>
                <c:pt idx="271">
                  <c:v>5.4399999999999803E-2</c:v>
                </c:pt>
                <c:pt idx="272">
                  <c:v>5.4599999999999801E-2</c:v>
                </c:pt>
                <c:pt idx="273">
                  <c:v>5.47999999999998E-2</c:v>
                </c:pt>
                <c:pt idx="274">
                  <c:v>5.4999999999999799E-2</c:v>
                </c:pt>
                <c:pt idx="275">
                  <c:v>5.5199999999999798E-2</c:v>
                </c:pt>
                <c:pt idx="276">
                  <c:v>5.5399999999999797E-2</c:v>
                </c:pt>
                <c:pt idx="277">
                  <c:v>5.5599999999999802E-2</c:v>
                </c:pt>
                <c:pt idx="278">
                  <c:v>5.5799999999999801E-2</c:v>
                </c:pt>
                <c:pt idx="279">
                  <c:v>5.59999999999998E-2</c:v>
                </c:pt>
                <c:pt idx="280">
                  <c:v>5.6199999999999799E-2</c:v>
                </c:pt>
                <c:pt idx="281">
                  <c:v>5.6399999999999798E-2</c:v>
                </c:pt>
                <c:pt idx="282">
                  <c:v>5.6599999999999803E-2</c:v>
                </c:pt>
                <c:pt idx="283">
                  <c:v>5.6799999999999802E-2</c:v>
                </c:pt>
                <c:pt idx="284">
                  <c:v>5.6999999999999801E-2</c:v>
                </c:pt>
                <c:pt idx="285">
                  <c:v>5.71999999999998E-2</c:v>
                </c:pt>
                <c:pt idx="286">
                  <c:v>5.7399999999999798E-2</c:v>
                </c:pt>
                <c:pt idx="287">
                  <c:v>5.7599999999999797E-2</c:v>
                </c:pt>
                <c:pt idx="288">
                  <c:v>5.7799999999999803E-2</c:v>
                </c:pt>
                <c:pt idx="289">
                  <c:v>5.7999999999999802E-2</c:v>
                </c:pt>
                <c:pt idx="290">
                  <c:v>5.8199999999999801E-2</c:v>
                </c:pt>
                <c:pt idx="291">
                  <c:v>5.8399999999999799E-2</c:v>
                </c:pt>
                <c:pt idx="292">
                  <c:v>5.8599999999999798E-2</c:v>
                </c:pt>
                <c:pt idx="293">
                  <c:v>5.8799999999999797E-2</c:v>
                </c:pt>
                <c:pt idx="294">
                  <c:v>5.8999999999999803E-2</c:v>
                </c:pt>
                <c:pt idx="295">
                  <c:v>5.9199999999999801E-2</c:v>
                </c:pt>
                <c:pt idx="296">
                  <c:v>5.93999999999998E-2</c:v>
                </c:pt>
                <c:pt idx="297">
                  <c:v>5.9599999999999799E-2</c:v>
                </c:pt>
                <c:pt idx="298">
                  <c:v>5.9799999999999701E-2</c:v>
                </c:pt>
                <c:pt idx="299">
                  <c:v>5.9999999999999699E-2</c:v>
                </c:pt>
                <c:pt idx="300">
                  <c:v>6.0199999999999698E-2</c:v>
                </c:pt>
                <c:pt idx="301">
                  <c:v>6.0399999999999697E-2</c:v>
                </c:pt>
                <c:pt idx="302">
                  <c:v>6.0599999999999703E-2</c:v>
                </c:pt>
                <c:pt idx="303">
                  <c:v>6.0799999999999702E-2</c:v>
                </c:pt>
                <c:pt idx="304">
                  <c:v>6.09999999999997E-2</c:v>
                </c:pt>
                <c:pt idx="305">
                  <c:v>6.1199999999999699E-2</c:v>
                </c:pt>
                <c:pt idx="306">
                  <c:v>6.1399999999999698E-2</c:v>
                </c:pt>
                <c:pt idx="307">
                  <c:v>6.1599999999999697E-2</c:v>
                </c:pt>
                <c:pt idx="308">
                  <c:v>6.1799999999999702E-2</c:v>
                </c:pt>
                <c:pt idx="309">
                  <c:v>6.1999999999999701E-2</c:v>
                </c:pt>
                <c:pt idx="310">
                  <c:v>6.21999999999997E-2</c:v>
                </c:pt>
                <c:pt idx="311">
                  <c:v>6.2399999999999699E-2</c:v>
                </c:pt>
                <c:pt idx="312">
                  <c:v>6.2599999999999698E-2</c:v>
                </c:pt>
                <c:pt idx="313">
                  <c:v>6.2799999999999703E-2</c:v>
                </c:pt>
                <c:pt idx="314">
                  <c:v>6.2999999999999806E-2</c:v>
                </c:pt>
                <c:pt idx="315">
                  <c:v>6.3199999999999798E-2</c:v>
                </c:pt>
                <c:pt idx="316">
                  <c:v>6.3399999999999804E-2</c:v>
                </c:pt>
                <c:pt idx="317">
                  <c:v>6.3599999999999796E-2</c:v>
                </c:pt>
                <c:pt idx="318">
                  <c:v>6.3799999999999801E-2</c:v>
                </c:pt>
                <c:pt idx="319">
                  <c:v>6.3999999999999793E-2</c:v>
                </c:pt>
                <c:pt idx="320">
                  <c:v>6.4199999999999799E-2</c:v>
                </c:pt>
                <c:pt idx="321">
                  <c:v>6.4399999999999805E-2</c:v>
                </c:pt>
                <c:pt idx="322">
                  <c:v>6.4599999999999796E-2</c:v>
                </c:pt>
                <c:pt idx="323">
                  <c:v>6.4799999999999802E-2</c:v>
                </c:pt>
                <c:pt idx="324">
                  <c:v>6.4999999999999794E-2</c:v>
                </c:pt>
                <c:pt idx="325">
                  <c:v>6.51999999999998E-2</c:v>
                </c:pt>
                <c:pt idx="326">
                  <c:v>6.5399999999999806E-2</c:v>
                </c:pt>
                <c:pt idx="327">
                  <c:v>6.5599999999999797E-2</c:v>
                </c:pt>
                <c:pt idx="328">
                  <c:v>6.5799999999999803E-2</c:v>
                </c:pt>
                <c:pt idx="329">
                  <c:v>6.5999999999999795E-2</c:v>
                </c:pt>
                <c:pt idx="330">
                  <c:v>6.6199999999999801E-2</c:v>
                </c:pt>
                <c:pt idx="331">
                  <c:v>6.6399999999999806E-2</c:v>
                </c:pt>
                <c:pt idx="332">
                  <c:v>6.6599999999999895E-2</c:v>
                </c:pt>
                <c:pt idx="333">
                  <c:v>6.6799999999999901E-2</c:v>
                </c:pt>
                <c:pt idx="334">
                  <c:v>6.6999999999999907E-2</c:v>
                </c:pt>
                <c:pt idx="335">
                  <c:v>6.7199999999999899E-2</c:v>
                </c:pt>
                <c:pt idx="336">
                  <c:v>6.7399999999999904E-2</c:v>
                </c:pt>
                <c:pt idx="337">
                  <c:v>6.7599999999999896E-2</c:v>
                </c:pt>
                <c:pt idx="338">
                  <c:v>6.7799999999999902E-2</c:v>
                </c:pt>
                <c:pt idx="339">
                  <c:v>6.7999999999999894E-2</c:v>
                </c:pt>
                <c:pt idx="340">
                  <c:v>6.81999999999999E-2</c:v>
                </c:pt>
                <c:pt idx="341">
                  <c:v>6.8399999999999905E-2</c:v>
                </c:pt>
                <c:pt idx="342">
                  <c:v>6.8599999999999897E-2</c:v>
                </c:pt>
                <c:pt idx="343">
                  <c:v>6.8799999999999903E-2</c:v>
                </c:pt>
                <c:pt idx="344">
                  <c:v>6.8999999999999895E-2</c:v>
                </c:pt>
                <c:pt idx="345">
                  <c:v>6.91999999999999E-2</c:v>
                </c:pt>
                <c:pt idx="346">
                  <c:v>6.9399999999999906E-2</c:v>
                </c:pt>
                <c:pt idx="347">
                  <c:v>6.9599999999999898E-2</c:v>
                </c:pt>
                <c:pt idx="348">
                  <c:v>6.9799999999999904E-2</c:v>
                </c:pt>
                <c:pt idx="349">
                  <c:v>7.0000000000000007E-2</c:v>
                </c:pt>
                <c:pt idx="350">
                  <c:v>7.0199999999999999E-2</c:v>
                </c:pt>
                <c:pt idx="351">
                  <c:v>7.0400000000000004E-2</c:v>
                </c:pt>
                <c:pt idx="352">
                  <c:v>7.0599999999999996E-2</c:v>
                </c:pt>
                <c:pt idx="353">
                  <c:v>7.0800000000000002E-2</c:v>
                </c:pt>
                <c:pt idx="354">
                  <c:v>7.0999999999999994E-2</c:v>
                </c:pt>
                <c:pt idx="355">
                  <c:v>7.1199999999999999E-2</c:v>
                </c:pt>
                <c:pt idx="356">
                  <c:v>7.1400000000000005E-2</c:v>
                </c:pt>
                <c:pt idx="357">
                  <c:v>7.1599999999999997E-2</c:v>
                </c:pt>
                <c:pt idx="358">
                  <c:v>7.1800000000000003E-2</c:v>
                </c:pt>
                <c:pt idx="359">
                  <c:v>7.1999999999999995E-2</c:v>
                </c:pt>
                <c:pt idx="360">
                  <c:v>7.22E-2</c:v>
                </c:pt>
                <c:pt idx="361">
                  <c:v>7.2400000000000006E-2</c:v>
                </c:pt>
                <c:pt idx="362">
                  <c:v>7.2599999999999998E-2</c:v>
                </c:pt>
                <c:pt idx="363">
                  <c:v>7.2800000000000004E-2</c:v>
                </c:pt>
                <c:pt idx="364">
                  <c:v>7.2999999999999995E-2</c:v>
                </c:pt>
                <c:pt idx="365">
                  <c:v>7.3200000000000001E-2</c:v>
                </c:pt>
                <c:pt idx="366">
                  <c:v>7.3400000000000007E-2</c:v>
                </c:pt>
                <c:pt idx="367">
                  <c:v>7.3600000000000096E-2</c:v>
                </c:pt>
                <c:pt idx="368">
                  <c:v>7.3800000000000102E-2</c:v>
                </c:pt>
                <c:pt idx="369">
                  <c:v>7.4000000000000093E-2</c:v>
                </c:pt>
                <c:pt idx="370">
                  <c:v>7.4200000000000099E-2</c:v>
                </c:pt>
                <c:pt idx="371">
                  <c:v>7.4400000000000105E-2</c:v>
                </c:pt>
                <c:pt idx="372">
                  <c:v>7.4600000000000097E-2</c:v>
                </c:pt>
                <c:pt idx="373">
                  <c:v>7.4800000000000103E-2</c:v>
                </c:pt>
                <c:pt idx="374">
                  <c:v>7.5000000000000094E-2</c:v>
                </c:pt>
                <c:pt idx="375">
                  <c:v>7.52000000000001E-2</c:v>
                </c:pt>
                <c:pt idx="376">
                  <c:v>7.5400000000000106E-2</c:v>
                </c:pt>
                <c:pt idx="377">
                  <c:v>7.5600000000000098E-2</c:v>
                </c:pt>
                <c:pt idx="378">
                  <c:v>7.5800000000000103E-2</c:v>
                </c:pt>
                <c:pt idx="379">
                  <c:v>7.6000000000000095E-2</c:v>
                </c:pt>
                <c:pt idx="380">
                  <c:v>7.6200000000000101E-2</c:v>
                </c:pt>
                <c:pt idx="381">
                  <c:v>7.6400000000000107E-2</c:v>
                </c:pt>
                <c:pt idx="382">
                  <c:v>7.6600000000000099E-2</c:v>
                </c:pt>
                <c:pt idx="383">
                  <c:v>7.6800000000000104E-2</c:v>
                </c:pt>
                <c:pt idx="384">
                  <c:v>7.7000000000000193E-2</c:v>
                </c:pt>
                <c:pt idx="385">
                  <c:v>7.7200000000000199E-2</c:v>
                </c:pt>
                <c:pt idx="386">
                  <c:v>7.7400000000000205E-2</c:v>
                </c:pt>
                <c:pt idx="387">
                  <c:v>7.7600000000000197E-2</c:v>
                </c:pt>
                <c:pt idx="388">
                  <c:v>7.7800000000000202E-2</c:v>
                </c:pt>
                <c:pt idx="389">
                  <c:v>7.8000000000000194E-2</c:v>
                </c:pt>
                <c:pt idx="390">
                  <c:v>7.82000000000002E-2</c:v>
                </c:pt>
                <c:pt idx="391">
                  <c:v>7.8400000000000206E-2</c:v>
                </c:pt>
                <c:pt idx="392">
                  <c:v>7.8600000000000197E-2</c:v>
                </c:pt>
                <c:pt idx="393">
                  <c:v>7.8800000000000203E-2</c:v>
                </c:pt>
                <c:pt idx="394">
                  <c:v>7.9000000000000195E-2</c:v>
                </c:pt>
                <c:pt idx="395">
                  <c:v>7.9200000000000201E-2</c:v>
                </c:pt>
                <c:pt idx="396">
                  <c:v>7.9400000000000207E-2</c:v>
                </c:pt>
                <c:pt idx="397">
                  <c:v>7.9600000000000198E-2</c:v>
                </c:pt>
                <c:pt idx="398">
                  <c:v>7.9800000000000204E-2</c:v>
                </c:pt>
                <c:pt idx="399">
                  <c:v>8.0000000000000196E-2</c:v>
                </c:pt>
                <c:pt idx="400">
                  <c:v>8.0200000000000202E-2</c:v>
                </c:pt>
                <c:pt idx="401">
                  <c:v>8.0400000000000194E-2</c:v>
                </c:pt>
                <c:pt idx="402">
                  <c:v>8.0600000000000296E-2</c:v>
                </c:pt>
                <c:pt idx="403">
                  <c:v>8.0800000000000302E-2</c:v>
                </c:pt>
                <c:pt idx="404">
                  <c:v>8.1000000000000294E-2</c:v>
                </c:pt>
                <c:pt idx="405">
                  <c:v>8.12000000000003E-2</c:v>
                </c:pt>
                <c:pt idx="406">
                  <c:v>8.1400000000000305E-2</c:v>
                </c:pt>
                <c:pt idx="407">
                  <c:v>8.1600000000000297E-2</c:v>
                </c:pt>
                <c:pt idx="408">
                  <c:v>8.1800000000000303E-2</c:v>
                </c:pt>
                <c:pt idx="409">
                  <c:v>8.2000000000000295E-2</c:v>
                </c:pt>
                <c:pt idx="410">
                  <c:v>8.2200000000000301E-2</c:v>
                </c:pt>
                <c:pt idx="411">
                  <c:v>8.2400000000000306E-2</c:v>
                </c:pt>
                <c:pt idx="412">
                  <c:v>8.2600000000000298E-2</c:v>
                </c:pt>
                <c:pt idx="413">
                  <c:v>8.2800000000000304E-2</c:v>
                </c:pt>
                <c:pt idx="414">
                  <c:v>8.3000000000000296E-2</c:v>
                </c:pt>
                <c:pt idx="415">
                  <c:v>8.3200000000000301E-2</c:v>
                </c:pt>
                <c:pt idx="416">
                  <c:v>8.3400000000000293E-2</c:v>
                </c:pt>
                <c:pt idx="417">
                  <c:v>8.3600000000000299E-2</c:v>
                </c:pt>
                <c:pt idx="418">
                  <c:v>8.3800000000000305E-2</c:v>
                </c:pt>
                <c:pt idx="419">
                  <c:v>8.4000000000000394E-2</c:v>
                </c:pt>
                <c:pt idx="420">
                  <c:v>8.42000000000004E-2</c:v>
                </c:pt>
                <c:pt idx="421">
                  <c:v>8.4400000000000405E-2</c:v>
                </c:pt>
                <c:pt idx="422">
                  <c:v>8.4600000000000397E-2</c:v>
                </c:pt>
                <c:pt idx="423">
                  <c:v>8.4800000000000403E-2</c:v>
                </c:pt>
                <c:pt idx="424">
                  <c:v>8.5000000000000395E-2</c:v>
                </c:pt>
                <c:pt idx="425">
                  <c:v>8.52000000000004E-2</c:v>
                </c:pt>
                <c:pt idx="426">
                  <c:v>8.5400000000000406E-2</c:v>
                </c:pt>
                <c:pt idx="427">
                  <c:v>8.5600000000000398E-2</c:v>
                </c:pt>
                <c:pt idx="428">
                  <c:v>8.5800000000000404E-2</c:v>
                </c:pt>
                <c:pt idx="429">
                  <c:v>8.6000000000000396E-2</c:v>
                </c:pt>
                <c:pt idx="430">
                  <c:v>8.6200000000000401E-2</c:v>
                </c:pt>
                <c:pt idx="431">
                  <c:v>8.6400000000000393E-2</c:v>
                </c:pt>
                <c:pt idx="432">
                  <c:v>8.6600000000000399E-2</c:v>
                </c:pt>
                <c:pt idx="433">
                  <c:v>8.6800000000000405E-2</c:v>
                </c:pt>
                <c:pt idx="434">
                  <c:v>8.7000000000000396E-2</c:v>
                </c:pt>
                <c:pt idx="435">
                  <c:v>8.7200000000000402E-2</c:v>
                </c:pt>
                <c:pt idx="436">
                  <c:v>8.7400000000000394E-2</c:v>
                </c:pt>
                <c:pt idx="437">
                  <c:v>8.7600000000000497E-2</c:v>
                </c:pt>
                <c:pt idx="438">
                  <c:v>8.7800000000000503E-2</c:v>
                </c:pt>
                <c:pt idx="439">
                  <c:v>8.8000000000000494E-2</c:v>
                </c:pt>
                <c:pt idx="440">
                  <c:v>8.82000000000005E-2</c:v>
                </c:pt>
                <c:pt idx="441">
                  <c:v>8.8400000000000506E-2</c:v>
                </c:pt>
                <c:pt idx="442">
                  <c:v>8.8600000000000498E-2</c:v>
                </c:pt>
                <c:pt idx="443">
                  <c:v>8.8800000000000504E-2</c:v>
                </c:pt>
                <c:pt idx="444">
                  <c:v>8.9000000000000495E-2</c:v>
                </c:pt>
                <c:pt idx="445">
                  <c:v>8.9200000000000501E-2</c:v>
                </c:pt>
                <c:pt idx="446">
                  <c:v>8.9400000000000507E-2</c:v>
                </c:pt>
                <c:pt idx="447">
                  <c:v>8.9600000000000499E-2</c:v>
                </c:pt>
                <c:pt idx="448">
                  <c:v>8.9800000000000504E-2</c:v>
                </c:pt>
                <c:pt idx="449">
                  <c:v>9.0000000000000496E-2</c:v>
                </c:pt>
                <c:pt idx="450">
                  <c:v>9.0200000000000502E-2</c:v>
                </c:pt>
                <c:pt idx="451">
                  <c:v>9.0400000000000494E-2</c:v>
                </c:pt>
                <c:pt idx="452">
                  <c:v>9.06000000000005E-2</c:v>
                </c:pt>
                <c:pt idx="453">
                  <c:v>9.0800000000000505E-2</c:v>
                </c:pt>
                <c:pt idx="454">
                  <c:v>9.1000000000000594E-2</c:v>
                </c:pt>
                <c:pt idx="455">
                  <c:v>9.12000000000006E-2</c:v>
                </c:pt>
                <c:pt idx="456">
                  <c:v>9.1400000000000606E-2</c:v>
                </c:pt>
                <c:pt idx="457">
                  <c:v>9.1600000000000598E-2</c:v>
                </c:pt>
                <c:pt idx="458">
                  <c:v>9.1800000000000603E-2</c:v>
                </c:pt>
                <c:pt idx="459">
                  <c:v>9.2000000000000595E-2</c:v>
                </c:pt>
                <c:pt idx="460">
                  <c:v>9.2200000000000601E-2</c:v>
                </c:pt>
                <c:pt idx="461">
                  <c:v>9.2400000000000607E-2</c:v>
                </c:pt>
                <c:pt idx="462">
                  <c:v>9.2600000000000598E-2</c:v>
                </c:pt>
                <c:pt idx="463">
                  <c:v>9.2800000000000604E-2</c:v>
                </c:pt>
                <c:pt idx="464">
                  <c:v>9.3000000000000596E-2</c:v>
                </c:pt>
                <c:pt idx="465">
                  <c:v>9.3200000000000602E-2</c:v>
                </c:pt>
                <c:pt idx="466">
                  <c:v>9.3400000000000594E-2</c:v>
                </c:pt>
                <c:pt idx="467">
                  <c:v>9.3600000000000599E-2</c:v>
                </c:pt>
                <c:pt idx="468">
                  <c:v>9.3800000000000605E-2</c:v>
                </c:pt>
                <c:pt idx="469">
                  <c:v>9.4000000000000597E-2</c:v>
                </c:pt>
                <c:pt idx="470">
                  <c:v>9.4200000000000603E-2</c:v>
                </c:pt>
                <c:pt idx="471">
                  <c:v>9.4400000000000595E-2</c:v>
                </c:pt>
                <c:pt idx="472">
                  <c:v>9.4600000000000697E-2</c:v>
                </c:pt>
                <c:pt idx="473">
                  <c:v>9.4800000000000703E-2</c:v>
                </c:pt>
                <c:pt idx="474">
                  <c:v>9.5000000000000695E-2</c:v>
                </c:pt>
                <c:pt idx="475">
                  <c:v>9.5200000000000701E-2</c:v>
                </c:pt>
                <c:pt idx="476">
                  <c:v>9.5400000000000706E-2</c:v>
                </c:pt>
                <c:pt idx="477">
                  <c:v>9.5600000000000698E-2</c:v>
                </c:pt>
                <c:pt idx="478">
                  <c:v>9.5800000000000704E-2</c:v>
                </c:pt>
                <c:pt idx="479">
                  <c:v>9.6000000000000696E-2</c:v>
                </c:pt>
                <c:pt idx="480">
                  <c:v>9.6200000000000702E-2</c:v>
                </c:pt>
                <c:pt idx="481">
                  <c:v>9.6400000000000693E-2</c:v>
                </c:pt>
                <c:pt idx="482">
                  <c:v>9.6600000000000699E-2</c:v>
                </c:pt>
                <c:pt idx="483">
                  <c:v>9.6800000000000705E-2</c:v>
                </c:pt>
                <c:pt idx="484">
                  <c:v>9.7000000000000697E-2</c:v>
                </c:pt>
                <c:pt idx="485">
                  <c:v>9.7200000000000703E-2</c:v>
                </c:pt>
                <c:pt idx="486">
                  <c:v>9.7400000000000694E-2</c:v>
                </c:pt>
                <c:pt idx="487">
                  <c:v>9.76000000000007E-2</c:v>
                </c:pt>
                <c:pt idx="488">
                  <c:v>9.7800000000000706E-2</c:v>
                </c:pt>
                <c:pt idx="489">
                  <c:v>9.8000000000000795E-2</c:v>
                </c:pt>
                <c:pt idx="490">
                  <c:v>9.8200000000000801E-2</c:v>
                </c:pt>
                <c:pt idx="491">
                  <c:v>9.8400000000000806E-2</c:v>
                </c:pt>
                <c:pt idx="492">
                  <c:v>9.8600000000000798E-2</c:v>
                </c:pt>
                <c:pt idx="493">
                  <c:v>9.8800000000000804E-2</c:v>
                </c:pt>
                <c:pt idx="494">
                  <c:v>9.9000000000000796E-2</c:v>
                </c:pt>
                <c:pt idx="495">
                  <c:v>9.9200000000000801E-2</c:v>
                </c:pt>
                <c:pt idx="496">
                  <c:v>9.9400000000000793E-2</c:v>
                </c:pt>
                <c:pt idx="497">
                  <c:v>9.9600000000000799E-2</c:v>
                </c:pt>
                <c:pt idx="498">
                  <c:v>9.9800000000000805E-2</c:v>
                </c:pt>
                <c:pt idx="499">
                  <c:v>0.100000000000001</c:v>
                </c:pt>
                <c:pt idx="500">
                  <c:v>0.100200000000001</c:v>
                </c:pt>
                <c:pt idx="501">
                  <c:v>0.100400000000001</c:v>
                </c:pt>
                <c:pt idx="502">
                  <c:v>0.10060000000000099</c:v>
                </c:pt>
                <c:pt idx="503">
                  <c:v>0.100800000000001</c:v>
                </c:pt>
                <c:pt idx="504">
                  <c:v>0.10100000000000101</c:v>
                </c:pt>
                <c:pt idx="505">
                  <c:v>0.101200000000001</c:v>
                </c:pt>
                <c:pt idx="506">
                  <c:v>0.101400000000001</c:v>
                </c:pt>
                <c:pt idx="507">
                  <c:v>0.101600000000001</c:v>
                </c:pt>
                <c:pt idx="508">
                  <c:v>0.101800000000001</c:v>
                </c:pt>
                <c:pt idx="509">
                  <c:v>0.10200000000000101</c:v>
                </c:pt>
                <c:pt idx="510">
                  <c:v>0.102200000000001</c:v>
                </c:pt>
                <c:pt idx="511">
                  <c:v>0.102400000000001</c:v>
                </c:pt>
                <c:pt idx="512">
                  <c:v>0.102600000000001</c:v>
                </c:pt>
                <c:pt idx="513">
                  <c:v>0.102800000000001</c:v>
                </c:pt>
                <c:pt idx="514">
                  <c:v>0.10300000000000099</c:v>
                </c:pt>
                <c:pt idx="515">
                  <c:v>0.103200000000001</c:v>
                </c:pt>
                <c:pt idx="516">
                  <c:v>0.103400000000001</c:v>
                </c:pt>
                <c:pt idx="517">
                  <c:v>0.103600000000001</c:v>
                </c:pt>
                <c:pt idx="518">
                  <c:v>0.103800000000001</c:v>
                </c:pt>
                <c:pt idx="519">
                  <c:v>0.10400000000000099</c:v>
                </c:pt>
                <c:pt idx="520">
                  <c:v>0.104200000000001</c:v>
                </c:pt>
                <c:pt idx="521">
                  <c:v>0.10440000000000101</c:v>
                </c:pt>
                <c:pt idx="522">
                  <c:v>0.104600000000001</c:v>
                </c:pt>
                <c:pt idx="523">
                  <c:v>0.104800000000001</c:v>
                </c:pt>
                <c:pt idx="524">
                  <c:v>0.105000000000001</c:v>
                </c:pt>
                <c:pt idx="525">
                  <c:v>0.105200000000001</c:v>
                </c:pt>
                <c:pt idx="526">
                  <c:v>0.10540000000000101</c:v>
                </c:pt>
                <c:pt idx="527">
                  <c:v>0.105600000000001</c:v>
                </c:pt>
                <c:pt idx="528">
                  <c:v>0.105800000000001</c:v>
                </c:pt>
                <c:pt idx="529">
                  <c:v>0.106000000000001</c:v>
                </c:pt>
                <c:pt idx="530">
                  <c:v>0.106200000000001</c:v>
                </c:pt>
                <c:pt idx="531">
                  <c:v>0.10640000000000099</c:v>
                </c:pt>
                <c:pt idx="532">
                  <c:v>0.106600000000001</c:v>
                </c:pt>
                <c:pt idx="533">
                  <c:v>0.10680000000000101</c:v>
                </c:pt>
                <c:pt idx="534">
                  <c:v>0.107000000000001</c:v>
                </c:pt>
                <c:pt idx="535">
                  <c:v>0.107200000000001</c:v>
                </c:pt>
                <c:pt idx="536">
                  <c:v>0.10740000000000099</c:v>
                </c:pt>
                <c:pt idx="537">
                  <c:v>0.107600000000001</c:v>
                </c:pt>
                <c:pt idx="538">
                  <c:v>0.10780000000000101</c:v>
                </c:pt>
                <c:pt idx="539">
                  <c:v>0.108000000000001</c:v>
                </c:pt>
                <c:pt idx="540">
                  <c:v>0.108200000000001</c:v>
                </c:pt>
                <c:pt idx="541">
                  <c:v>0.108400000000001</c:v>
                </c:pt>
                <c:pt idx="542">
                  <c:v>0.108600000000001</c:v>
                </c:pt>
                <c:pt idx="543">
                  <c:v>0.10880000000000099</c:v>
                </c:pt>
                <c:pt idx="544">
                  <c:v>0.109000000000001</c:v>
                </c:pt>
                <c:pt idx="545">
                  <c:v>0.109200000000001</c:v>
                </c:pt>
                <c:pt idx="546">
                  <c:v>0.109400000000001</c:v>
                </c:pt>
                <c:pt idx="547">
                  <c:v>0.109600000000001</c:v>
                </c:pt>
                <c:pt idx="548">
                  <c:v>0.10980000000000099</c:v>
                </c:pt>
                <c:pt idx="549">
                  <c:v>0.110000000000001</c:v>
                </c:pt>
                <c:pt idx="550">
                  <c:v>0.11020000000000101</c:v>
                </c:pt>
                <c:pt idx="551">
                  <c:v>0.110400000000001</c:v>
                </c:pt>
                <c:pt idx="552">
                  <c:v>0.110600000000001</c:v>
                </c:pt>
                <c:pt idx="553">
                  <c:v>0.11080000000000099</c:v>
                </c:pt>
                <c:pt idx="554">
                  <c:v>0.111000000000001</c:v>
                </c:pt>
                <c:pt idx="555">
                  <c:v>0.11120000000000101</c:v>
                </c:pt>
                <c:pt idx="556">
                  <c:v>0.111400000000001</c:v>
                </c:pt>
                <c:pt idx="557">
                  <c:v>0.111600000000001</c:v>
                </c:pt>
                <c:pt idx="558">
                  <c:v>0.111800000000001</c:v>
                </c:pt>
                <c:pt idx="559">
                  <c:v>0.112000000000001</c:v>
                </c:pt>
                <c:pt idx="560">
                  <c:v>0.11220000000000099</c:v>
                </c:pt>
                <c:pt idx="561">
                  <c:v>0.112400000000001</c:v>
                </c:pt>
                <c:pt idx="562">
                  <c:v>0.112600000000001</c:v>
                </c:pt>
                <c:pt idx="563">
                  <c:v>0.112800000000001</c:v>
                </c:pt>
                <c:pt idx="564">
                  <c:v>0.113000000000001</c:v>
                </c:pt>
                <c:pt idx="565">
                  <c:v>0.11320000000000099</c:v>
                </c:pt>
                <c:pt idx="566">
                  <c:v>0.113400000000001</c:v>
                </c:pt>
                <c:pt idx="567">
                  <c:v>0.11360000000000101</c:v>
                </c:pt>
                <c:pt idx="568">
                  <c:v>0.113800000000001</c:v>
                </c:pt>
                <c:pt idx="569">
                  <c:v>0.114000000000001</c:v>
                </c:pt>
                <c:pt idx="570">
                  <c:v>0.114200000000001</c:v>
                </c:pt>
                <c:pt idx="571">
                  <c:v>0.114400000000001</c:v>
                </c:pt>
                <c:pt idx="572">
                  <c:v>0.11460000000000101</c:v>
                </c:pt>
                <c:pt idx="573">
                  <c:v>0.114800000000001</c:v>
                </c:pt>
                <c:pt idx="574">
                  <c:v>0.115000000000001</c:v>
                </c:pt>
                <c:pt idx="575">
                  <c:v>0.115200000000001</c:v>
                </c:pt>
                <c:pt idx="576">
                  <c:v>0.115400000000001</c:v>
                </c:pt>
                <c:pt idx="577">
                  <c:v>0.11560000000000099</c:v>
                </c:pt>
                <c:pt idx="578">
                  <c:v>0.115800000000001</c:v>
                </c:pt>
                <c:pt idx="579">
                  <c:v>0.11600000000000101</c:v>
                </c:pt>
                <c:pt idx="580">
                  <c:v>0.116200000000001</c:v>
                </c:pt>
                <c:pt idx="581">
                  <c:v>0.116400000000001</c:v>
                </c:pt>
                <c:pt idx="582">
                  <c:v>0.11660000000000099</c:v>
                </c:pt>
                <c:pt idx="583">
                  <c:v>0.116800000000001</c:v>
                </c:pt>
                <c:pt idx="584">
                  <c:v>0.11700000000000101</c:v>
                </c:pt>
                <c:pt idx="585">
                  <c:v>0.117200000000001</c:v>
                </c:pt>
                <c:pt idx="586">
                  <c:v>0.117400000000001</c:v>
                </c:pt>
                <c:pt idx="587">
                  <c:v>0.117600000000001</c:v>
                </c:pt>
                <c:pt idx="588">
                  <c:v>0.117800000000001</c:v>
                </c:pt>
                <c:pt idx="589">
                  <c:v>0.11800000000000101</c:v>
                </c:pt>
                <c:pt idx="590">
                  <c:v>0.118200000000001</c:v>
                </c:pt>
                <c:pt idx="591">
                  <c:v>0.118400000000001</c:v>
                </c:pt>
                <c:pt idx="592">
                  <c:v>0.118600000000001</c:v>
                </c:pt>
                <c:pt idx="593">
                  <c:v>0.118800000000001</c:v>
                </c:pt>
                <c:pt idx="594">
                  <c:v>0.11900000000000099</c:v>
                </c:pt>
                <c:pt idx="595">
                  <c:v>0.119200000000001</c:v>
                </c:pt>
                <c:pt idx="596">
                  <c:v>0.11940000000000101</c:v>
                </c:pt>
                <c:pt idx="597">
                  <c:v>0.119600000000001</c:v>
                </c:pt>
                <c:pt idx="598">
                  <c:v>0.119800000000001</c:v>
                </c:pt>
                <c:pt idx="599">
                  <c:v>0.12000000000000099</c:v>
                </c:pt>
                <c:pt idx="600">
                  <c:v>0.120200000000001</c:v>
                </c:pt>
                <c:pt idx="601">
                  <c:v>0.12040000000000101</c:v>
                </c:pt>
                <c:pt idx="602">
                  <c:v>0.120600000000001</c:v>
                </c:pt>
                <c:pt idx="603">
                  <c:v>0.120800000000001</c:v>
                </c:pt>
                <c:pt idx="604">
                  <c:v>0.121000000000001</c:v>
                </c:pt>
                <c:pt idx="605">
                  <c:v>0.121200000000001</c:v>
                </c:pt>
                <c:pt idx="606">
                  <c:v>0.12140000000000099</c:v>
                </c:pt>
                <c:pt idx="607">
                  <c:v>0.121600000000001</c:v>
                </c:pt>
                <c:pt idx="608">
                  <c:v>0.121800000000001</c:v>
                </c:pt>
                <c:pt idx="609">
                  <c:v>0.122000000000001</c:v>
                </c:pt>
                <c:pt idx="610">
                  <c:v>0.122200000000001</c:v>
                </c:pt>
                <c:pt idx="611">
                  <c:v>0.12240000000000099</c:v>
                </c:pt>
                <c:pt idx="612">
                  <c:v>0.122600000000001</c:v>
                </c:pt>
                <c:pt idx="613">
                  <c:v>0.12280000000000101</c:v>
                </c:pt>
                <c:pt idx="614">
                  <c:v>0.123000000000001</c:v>
                </c:pt>
                <c:pt idx="615">
                  <c:v>0.123200000000001</c:v>
                </c:pt>
                <c:pt idx="616">
                  <c:v>0.123400000000001</c:v>
                </c:pt>
                <c:pt idx="617">
                  <c:v>0.123600000000001</c:v>
                </c:pt>
                <c:pt idx="618">
                  <c:v>0.12380000000000101</c:v>
                </c:pt>
                <c:pt idx="619">
                  <c:v>0.124000000000001</c:v>
                </c:pt>
                <c:pt idx="620">
                  <c:v>0.124200000000002</c:v>
                </c:pt>
                <c:pt idx="621">
                  <c:v>0.124400000000002</c:v>
                </c:pt>
                <c:pt idx="622">
                  <c:v>0.124600000000002</c:v>
                </c:pt>
                <c:pt idx="623">
                  <c:v>0.12480000000000201</c:v>
                </c:pt>
                <c:pt idx="624">
                  <c:v>0.125000000000002</c:v>
                </c:pt>
                <c:pt idx="625">
                  <c:v>0.125200000000002</c:v>
                </c:pt>
                <c:pt idx="626">
                  <c:v>0.12540000000000201</c:v>
                </c:pt>
                <c:pt idx="627">
                  <c:v>0.12560000000000199</c:v>
                </c:pt>
                <c:pt idx="628">
                  <c:v>0.12580000000000199</c:v>
                </c:pt>
                <c:pt idx="629">
                  <c:v>0.126000000000002</c:v>
                </c:pt>
                <c:pt idx="630">
                  <c:v>0.12620000000000201</c:v>
                </c:pt>
                <c:pt idx="631">
                  <c:v>0.12640000000000201</c:v>
                </c:pt>
                <c:pt idx="632">
                  <c:v>0.12660000000000199</c:v>
                </c:pt>
                <c:pt idx="633">
                  <c:v>0.12680000000000199</c:v>
                </c:pt>
                <c:pt idx="634">
                  <c:v>0.127000000000002</c:v>
                </c:pt>
                <c:pt idx="635">
                  <c:v>0.12720000000000201</c:v>
                </c:pt>
                <c:pt idx="636">
                  <c:v>0.12740000000000201</c:v>
                </c:pt>
                <c:pt idx="637">
                  <c:v>0.12760000000000199</c:v>
                </c:pt>
                <c:pt idx="638">
                  <c:v>0.127800000000002</c:v>
                </c:pt>
                <c:pt idx="639">
                  <c:v>0.128000000000002</c:v>
                </c:pt>
                <c:pt idx="640">
                  <c:v>0.12820000000000201</c:v>
                </c:pt>
                <c:pt idx="641">
                  <c:v>0.12840000000000201</c:v>
                </c:pt>
                <c:pt idx="642">
                  <c:v>0.12860000000000199</c:v>
                </c:pt>
                <c:pt idx="643">
                  <c:v>0.128800000000002</c:v>
                </c:pt>
                <c:pt idx="644">
                  <c:v>0.129000000000002</c:v>
                </c:pt>
                <c:pt idx="645">
                  <c:v>0.12920000000000201</c:v>
                </c:pt>
                <c:pt idx="646">
                  <c:v>0.12940000000000201</c:v>
                </c:pt>
                <c:pt idx="647">
                  <c:v>0.12960000000000199</c:v>
                </c:pt>
                <c:pt idx="648">
                  <c:v>0.129800000000002</c:v>
                </c:pt>
                <c:pt idx="649">
                  <c:v>0.130000000000002</c:v>
                </c:pt>
                <c:pt idx="650">
                  <c:v>0.13020000000000201</c:v>
                </c:pt>
                <c:pt idx="651">
                  <c:v>0.13040000000000199</c:v>
                </c:pt>
                <c:pt idx="652">
                  <c:v>0.13060000000000199</c:v>
                </c:pt>
                <c:pt idx="653">
                  <c:v>0.130800000000002</c:v>
                </c:pt>
                <c:pt idx="654">
                  <c:v>0.131000000000002</c:v>
                </c:pt>
                <c:pt idx="655">
                  <c:v>0.13120000000000201</c:v>
                </c:pt>
                <c:pt idx="656">
                  <c:v>0.13140000000000199</c:v>
                </c:pt>
                <c:pt idx="657">
                  <c:v>0.13160000000000199</c:v>
                </c:pt>
                <c:pt idx="658">
                  <c:v>0.131800000000002</c:v>
                </c:pt>
                <c:pt idx="659">
                  <c:v>0.132000000000002</c:v>
                </c:pt>
                <c:pt idx="660">
                  <c:v>0.13220000000000201</c:v>
                </c:pt>
                <c:pt idx="661">
                  <c:v>0.13240000000000199</c:v>
                </c:pt>
                <c:pt idx="662">
                  <c:v>0.13260000000000199</c:v>
                </c:pt>
                <c:pt idx="663">
                  <c:v>0.132800000000002</c:v>
                </c:pt>
                <c:pt idx="664">
                  <c:v>0.13300000000000201</c:v>
                </c:pt>
                <c:pt idx="665">
                  <c:v>0.13320000000000201</c:v>
                </c:pt>
                <c:pt idx="666">
                  <c:v>0.13340000000000199</c:v>
                </c:pt>
                <c:pt idx="667">
                  <c:v>0.13360000000000199</c:v>
                </c:pt>
                <c:pt idx="668">
                  <c:v>0.133800000000002</c:v>
                </c:pt>
                <c:pt idx="669">
                  <c:v>0.13400000000000201</c:v>
                </c:pt>
                <c:pt idx="670">
                  <c:v>0.13420000000000201</c:v>
                </c:pt>
                <c:pt idx="671">
                  <c:v>0.13440000000000199</c:v>
                </c:pt>
                <c:pt idx="672">
                  <c:v>0.134600000000002</c:v>
                </c:pt>
                <c:pt idx="673">
                  <c:v>0.134800000000002</c:v>
                </c:pt>
                <c:pt idx="674">
                  <c:v>0.13500000000000201</c:v>
                </c:pt>
                <c:pt idx="675">
                  <c:v>0.13520000000000201</c:v>
                </c:pt>
                <c:pt idx="676">
                  <c:v>0.13540000000000199</c:v>
                </c:pt>
                <c:pt idx="677">
                  <c:v>0.135600000000002</c:v>
                </c:pt>
                <c:pt idx="678">
                  <c:v>0.135800000000002</c:v>
                </c:pt>
                <c:pt idx="679">
                  <c:v>0.13600000000000201</c:v>
                </c:pt>
                <c:pt idx="680">
                  <c:v>0.13620000000000199</c:v>
                </c:pt>
                <c:pt idx="681">
                  <c:v>0.13640000000000199</c:v>
                </c:pt>
                <c:pt idx="682">
                  <c:v>0.136600000000002</c:v>
                </c:pt>
                <c:pt idx="683">
                  <c:v>0.136800000000002</c:v>
                </c:pt>
                <c:pt idx="684">
                  <c:v>0.13700000000000201</c:v>
                </c:pt>
                <c:pt idx="685">
                  <c:v>0.13720000000000199</c:v>
                </c:pt>
                <c:pt idx="686">
                  <c:v>0.13740000000000199</c:v>
                </c:pt>
                <c:pt idx="687">
                  <c:v>0.137600000000002</c:v>
                </c:pt>
                <c:pt idx="688">
                  <c:v>0.137800000000002</c:v>
                </c:pt>
                <c:pt idx="689">
                  <c:v>0.13800000000000201</c:v>
                </c:pt>
                <c:pt idx="690">
                  <c:v>0.13820000000000199</c:v>
                </c:pt>
                <c:pt idx="691">
                  <c:v>0.13840000000000199</c:v>
                </c:pt>
                <c:pt idx="692">
                  <c:v>0.138600000000002</c:v>
                </c:pt>
                <c:pt idx="693">
                  <c:v>0.13880000000000201</c:v>
                </c:pt>
                <c:pt idx="694">
                  <c:v>0.13900000000000201</c:v>
                </c:pt>
                <c:pt idx="695">
                  <c:v>0.13920000000000199</c:v>
                </c:pt>
                <c:pt idx="696">
                  <c:v>0.13940000000000199</c:v>
                </c:pt>
                <c:pt idx="697">
                  <c:v>0.139600000000002</c:v>
                </c:pt>
                <c:pt idx="698">
                  <c:v>0.13980000000000201</c:v>
                </c:pt>
                <c:pt idx="699">
                  <c:v>0.14000000000000201</c:v>
                </c:pt>
                <c:pt idx="700">
                  <c:v>0.14020000000000199</c:v>
                </c:pt>
                <c:pt idx="701">
                  <c:v>0.140400000000002</c:v>
                </c:pt>
                <c:pt idx="702">
                  <c:v>0.140600000000002</c:v>
                </c:pt>
                <c:pt idx="703">
                  <c:v>0.14080000000000201</c:v>
                </c:pt>
                <c:pt idx="704">
                  <c:v>0.14100000000000201</c:v>
                </c:pt>
                <c:pt idx="705">
                  <c:v>0.14120000000000199</c:v>
                </c:pt>
                <c:pt idx="706">
                  <c:v>0.141400000000002</c:v>
                </c:pt>
                <c:pt idx="707">
                  <c:v>0.141600000000002</c:v>
                </c:pt>
                <c:pt idx="708">
                  <c:v>0.14180000000000201</c:v>
                </c:pt>
                <c:pt idx="709">
                  <c:v>0.14200000000000201</c:v>
                </c:pt>
                <c:pt idx="710">
                  <c:v>0.14220000000000199</c:v>
                </c:pt>
                <c:pt idx="711">
                  <c:v>0.142400000000002</c:v>
                </c:pt>
                <c:pt idx="712">
                  <c:v>0.142600000000002</c:v>
                </c:pt>
                <c:pt idx="713">
                  <c:v>0.14280000000000201</c:v>
                </c:pt>
                <c:pt idx="714">
                  <c:v>0.14300000000000199</c:v>
                </c:pt>
                <c:pt idx="715">
                  <c:v>0.14320000000000199</c:v>
                </c:pt>
                <c:pt idx="716">
                  <c:v>0.143400000000002</c:v>
                </c:pt>
                <c:pt idx="717">
                  <c:v>0.143600000000002</c:v>
                </c:pt>
                <c:pt idx="718">
                  <c:v>0.14380000000000201</c:v>
                </c:pt>
                <c:pt idx="719">
                  <c:v>0.14400000000000199</c:v>
                </c:pt>
                <c:pt idx="720">
                  <c:v>0.14420000000000199</c:v>
                </c:pt>
                <c:pt idx="721">
                  <c:v>0.144400000000002</c:v>
                </c:pt>
                <c:pt idx="722">
                  <c:v>0.144600000000002</c:v>
                </c:pt>
                <c:pt idx="723">
                  <c:v>0.14480000000000201</c:v>
                </c:pt>
                <c:pt idx="724">
                  <c:v>0.14500000000000199</c:v>
                </c:pt>
                <c:pt idx="725">
                  <c:v>0.14520000000000199</c:v>
                </c:pt>
                <c:pt idx="726">
                  <c:v>0.145400000000002</c:v>
                </c:pt>
                <c:pt idx="727">
                  <c:v>0.14560000000000201</c:v>
                </c:pt>
                <c:pt idx="728">
                  <c:v>0.14580000000000201</c:v>
                </c:pt>
                <c:pt idx="729">
                  <c:v>0.14600000000000199</c:v>
                </c:pt>
                <c:pt idx="730">
                  <c:v>0.146200000000002</c:v>
                </c:pt>
                <c:pt idx="731">
                  <c:v>0.146400000000002</c:v>
                </c:pt>
                <c:pt idx="732">
                  <c:v>0.14660000000000201</c:v>
                </c:pt>
                <c:pt idx="733">
                  <c:v>0.14680000000000201</c:v>
                </c:pt>
                <c:pt idx="734">
                  <c:v>0.14700000000000199</c:v>
                </c:pt>
                <c:pt idx="735">
                  <c:v>0.147200000000002</c:v>
                </c:pt>
                <c:pt idx="736">
                  <c:v>0.147400000000002</c:v>
                </c:pt>
                <c:pt idx="737">
                  <c:v>0.14760000000000201</c:v>
                </c:pt>
                <c:pt idx="738">
                  <c:v>0.14780000000000201</c:v>
                </c:pt>
                <c:pt idx="739">
                  <c:v>0.14800000000000199</c:v>
                </c:pt>
                <c:pt idx="740">
                  <c:v>0.148200000000002</c:v>
                </c:pt>
                <c:pt idx="741">
                  <c:v>0.148400000000002</c:v>
                </c:pt>
                <c:pt idx="742">
                  <c:v>0.14860000000000201</c:v>
                </c:pt>
                <c:pt idx="743">
                  <c:v>0.14880000000000199</c:v>
                </c:pt>
                <c:pt idx="744">
                  <c:v>0.14900000000000199</c:v>
                </c:pt>
                <c:pt idx="745">
                  <c:v>0.149200000000002</c:v>
                </c:pt>
                <c:pt idx="746">
                  <c:v>0.149400000000002</c:v>
                </c:pt>
                <c:pt idx="747">
                  <c:v>0.14960000000000201</c:v>
                </c:pt>
                <c:pt idx="748">
                  <c:v>0.14980000000000199</c:v>
                </c:pt>
                <c:pt idx="749">
                  <c:v>0.15000000000000199</c:v>
                </c:pt>
                <c:pt idx="750">
                  <c:v>0.150200000000002</c:v>
                </c:pt>
                <c:pt idx="751">
                  <c:v>0.150400000000002</c:v>
                </c:pt>
                <c:pt idx="752">
                  <c:v>0.15060000000000201</c:v>
                </c:pt>
                <c:pt idx="753">
                  <c:v>0.15080000000000199</c:v>
                </c:pt>
                <c:pt idx="754">
                  <c:v>0.15100000000000199</c:v>
                </c:pt>
                <c:pt idx="755">
                  <c:v>0.151200000000002</c:v>
                </c:pt>
                <c:pt idx="756">
                  <c:v>0.15140000000000201</c:v>
                </c:pt>
                <c:pt idx="757">
                  <c:v>0.15160000000000201</c:v>
                </c:pt>
                <c:pt idx="758">
                  <c:v>0.15180000000000199</c:v>
                </c:pt>
                <c:pt idx="759">
                  <c:v>0.15200000000000199</c:v>
                </c:pt>
                <c:pt idx="760">
                  <c:v>0.152200000000002</c:v>
                </c:pt>
                <c:pt idx="761">
                  <c:v>0.15240000000000201</c:v>
                </c:pt>
                <c:pt idx="762">
                  <c:v>0.15260000000000201</c:v>
                </c:pt>
                <c:pt idx="763">
                  <c:v>0.15280000000000199</c:v>
                </c:pt>
                <c:pt idx="764">
                  <c:v>0.153000000000002</c:v>
                </c:pt>
                <c:pt idx="765">
                  <c:v>0.153200000000002</c:v>
                </c:pt>
                <c:pt idx="766">
                  <c:v>0.15340000000000201</c:v>
                </c:pt>
                <c:pt idx="767">
                  <c:v>0.15360000000000201</c:v>
                </c:pt>
                <c:pt idx="768">
                  <c:v>0.15380000000000199</c:v>
                </c:pt>
                <c:pt idx="769">
                  <c:v>0.154000000000002</c:v>
                </c:pt>
                <c:pt idx="770">
                  <c:v>0.154200000000002</c:v>
                </c:pt>
                <c:pt idx="771">
                  <c:v>0.15440000000000201</c:v>
                </c:pt>
                <c:pt idx="772">
                  <c:v>0.15460000000000201</c:v>
                </c:pt>
                <c:pt idx="773">
                  <c:v>0.15480000000000199</c:v>
                </c:pt>
                <c:pt idx="774">
                  <c:v>0.155000000000002</c:v>
                </c:pt>
                <c:pt idx="775">
                  <c:v>0.155200000000002</c:v>
                </c:pt>
                <c:pt idx="776">
                  <c:v>0.15540000000000201</c:v>
                </c:pt>
                <c:pt idx="777">
                  <c:v>0.15560000000000199</c:v>
                </c:pt>
                <c:pt idx="778">
                  <c:v>0.15580000000000199</c:v>
                </c:pt>
                <c:pt idx="779">
                  <c:v>0.156000000000002</c:v>
                </c:pt>
                <c:pt idx="780">
                  <c:v>0.156200000000002</c:v>
                </c:pt>
                <c:pt idx="781">
                  <c:v>0.15640000000000201</c:v>
                </c:pt>
                <c:pt idx="782">
                  <c:v>0.15660000000000199</c:v>
                </c:pt>
                <c:pt idx="783">
                  <c:v>0.15680000000000199</c:v>
                </c:pt>
                <c:pt idx="784">
                  <c:v>0.157000000000002</c:v>
                </c:pt>
                <c:pt idx="785">
                  <c:v>0.157200000000002</c:v>
                </c:pt>
                <c:pt idx="786">
                  <c:v>0.15740000000000201</c:v>
                </c:pt>
                <c:pt idx="787">
                  <c:v>0.15760000000000199</c:v>
                </c:pt>
                <c:pt idx="788">
                  <c:v>0.15780000000000199</c:v>
                </c:pt>
                <c:pt idx="789">
                  <c:v>0.158000000000002</c:v>
                </c:pt>
                <c:pt idx="790">
                  <c:v>0.15820000000000201</c:v>
                </c:pt>
                <c:pt idx="791">
                  <c:v>0.15840000000000201</c:v>
                </c:pt>
                <c:pt idx="792">
                  <c:v>0.15860000000000199</c:v>
                </c:pt>
                <c:pt idx="793">
                  <c:v>0.158800000000002</c:v>
                </c:pt>
                <c:pt idx="794">
                  <c:v>0.159000000000003</c:v>
                </c:pt>
                <c:pt idx="795">
                  <c:v>0.15920000000000301</c:v>
                </c:pt>
                <c:pt idx="796">
                  <c:v>0.15940000000000301</c:v>
                </c:pt>
                <c:pt idx="797">
                  <c:v>0.15960000000000299</c:v>
                </c:pt>
                <c:pt idx="798">
                  <c:v>0.159800000000003</c:v>
                </c:pt>
                <c:pt idx="799">
                  <c:v>0.160000000000003</c:v>
                </c:pt>
                <c:pt idx="800">
                  <c:v>0.16020000000000301</c:v>
                </c:pt>
                <c:pt idx="801">
                  <c:v>0.16040000000000301</c:v>
                </c:pt>
                <c:pt idx="802">
                  <c:v>0.16060000000000299</c:v>
                </c:pt>
                <c:pt idx="803">
                  <c:v>0.160800000000003</c:v>
                </c:pt>
                <c:pt idx="804">
                  <c:v>0.161000000000003</c:v>
                </c:pt>
                <c:pt idx="805">
                  <c:v>0.16120000000000301</c:v>
                </c:pt>
                <c:pt idx="806">
                  <c:v>0.16140000000000301</c:v>
                </c:pt>
                <c:pt idx="807">
                  <c:v>0.16160000000000299</c:v>
                </c:pt>
                <c:pt idx="808">
                  <c:v>0.161800000000003</c:v>
                </c:pt>
                <c:pt idx="809">
                  <c:v>0.162000000000003</c:v>
                </c:pt>
                <c:pt idx="810">
                  <c:v>0.16220000000000301</c:v>
                </c:pt>
                <c:pt idx="811">
                  <c:v>0.16240000000000299</c:v>
                </c:pt>
                <c:pt idx="812">
                  <c:v>0.16260000000000299</c:v>
                </c:pt>
                <c:pt idx="813">
                  <c:v>0.162800000000003</c:v>
                </c:pt>
                <c:pt idx="814">
                  <c:v>0.163000000000003</c:v>
                </c:pt>
                <c:pt idx="815">
                  <c:v>0.16320000000000301</c:v>
                </c:pt>
                <c:pt idx="816">
                  <c:v>0.16340000000000299</c:v>
                </c:pt>
                <c:pt idx="817">
                  <c:v>0.16360000000000299</c:v>
                </c:pt>
                <c:pt idx="818">
                  <c:v>0.163800000000003</c:v>
                </c:pt>
                <c:pt idx="819">
                  <c:v>0.164000000000003</c:v>
                </c:pt>
                <c:pt idx="820">
                  <c:v>0.16420000000000301</c:v>
                </c:pt>
                <c:pt idx="821">
                  <c:v>0.16440000000000299</c:v>
                </c:pt>
                <c:pt idx="822">
                  <c:v>0.16460000000000299</c:v>
                </c:pt>
                <c:pt idx="823">
                  <c:v>0.164800000000003</c:v>
                </c:pt>
                <c:pt idx="824">
                  <c:v>0.16500000000000301</c:v>
                </c:pt>
                <c:pt idx="825">
                  <c:v>0.16520000000000301</c:v>
                </c:pt>
                <c:pt idx="826">
                  <c:v>0.16540000000000299</c:v>
                </c:pt>
                <c:pt idx="827">
                  <c:v>0.16560000000000299</c:v>
                </c:pt>
                <c:pt idx="828">
                  <c:v>0.165800000000003</c:v>
                </c:pt>
                <c:pt idx="829">
                  <c:v>0.16600000000000301</c:v>
                </c:pt>
                <c:pt idx="830">
                  <c:v>0.16620000000000301</c:v>
                </c:pt>
                <c:pt idx="831">
                  <c:v>0.16640000000000299</c:v>
                </c:pt>
                <c:pt idx="832">
                  <c:v>0.166600000000003</c:v>
                </c:pt>
                <c:pt idx="833">
                  <c:v>0.166800000000003</c:v>
                </c:pt>
                <c:pt idx="834">
                  <c:v>0.16700000000000301</c:v>
                </c:pt>
                <c:pt idx="835">
                  <c:v>0.16720000000000301</c:v>
                </c:pt>
                <c:pt idx="836">
                  <c:v>0.16740000000000299</c:v>
                </c:pt>
                <c:pt idx="837">
                  <c:v>0.167600000000003</c:v>
                </c:pt>
                <c:pt idx="838">
                  <c:v>0.167800000000003</c:v>
                </c:pt>
                <c:pt idx="839">
                  <c:v>0.16800000000000301</c:v>
                </c:pt>
                <c:pt idx="840">
                  <c:v>0.16820000000000301</c:v>
                </c:pt>
                <c:pt idx="841">
                  <c:v>0.16840000000000299</c:v>
                </c:pt>
                <c:pt idx="842">
                  <c:v>0.168600000000003</c:v>
                </c:pt>
                <c:pt idx="843">
                  <c:v>0.168800000000003</c:v>
                </c:pt>
                <c:pt idx="844">
                  <c:v>0.16900000000000301</c:v>
                </c:pt>
                <c:pt idx="845">
                  <c:v>0.16920000000000299</c:v>
                </c:pt>
                <c:pt idx="846">
                  <c:v>0.16940000000000299</c:v>
                </c:pt>
                <c:pt idx="847">
                  <c:v>0.169600000000003</c:v>
                </c:pt>
                <c:pt idx="848">
                  <c:v>0.169800000000003</c:v>
                </c:pt>
                <c:pt idx="849">
                  <c:v>0.17000000000000301</c:v>
                </c:pt>
                <c:pt idx="850">
                  <c:v>0.17020000000000299</c:v>
                </c:pt>
                <c:pt idx="851">
                  <c:v>0.17040000000000299</c:v>
                </c:pt>
                <c:pt idx="852">
                  <c:v>0.170600000000003</c:v>
                </c:pt>
                <c:pt idx="853">
                  <c:v>0.170800000000003</c:v>
                </c:pt>
                <c:pt idx="854">
                  <c:v>0.17100000000000301</c:v>
                </c:pt>
                <c:pt idx="855">
                  <c:v>0.17120000000000299</c:v>
                </c:pt>
                <c:pt idx="856">
                  <c:v>0.17140000000000299</c:v>
                </c:pt>
                <c:pt idx="857">
                  <c:v>0.171600000000003</c:v>
                </c:pt>
                <c:pt idx="858">
                  <c:v>0.17180000000000301</c:v>
                </c:pt>
                <c:pt idx="859">
                  <c:v>0.17200000000000301</c:v>
                </c:pt>
                <c:pt idx="860">
                  <c:v>0.17220000000000299</c:v>
                </c:pt>
                <c:pt idx="861">
                  <c:v>0.172400000000003</c:v>
                </c:pt>
                <c:pt idx="862">
                  <c:v>0.172600000000003</c:v>
                </c:pt>
                <c:pt idx="863">
                  <c:v>0.17280000000000301</c:v>
                </c:pt>
                <c:pt idx="864">
                  <c:v>0.17300000000000301</c:v>
                </c:pt>
                <c:pt idx="865">
                  <c:v>0.17320000000000299</c:v>
                </c:pt>
                <c:pt idx="866">
                  <c:v>0.173400000000003</c:v>
                </c:pt>
                <c:pt idx="867">
                  <c:v>0.173600000000003</c:v>
                </c:pt>
                <c:pt idx="868">
                  <c:v>0.17380000000000301</c:v>
                </c:pt>
                <c:pt idx="869">
                  <c:v>0.17400000000000301</c:v>
                </c:pt>
                <c:pt idx="870">
                  <c:v>0.17420000000000299</c:v>
                </c:pt>
                <c:pt idx="871">
                  <c:v>0.174400000000003</c:v>
                </c:pt>
                <c:pt idx="872">
                  <c:v>0.174600000000003</c:v>
                </c:pt>
                <c:pt idx="873">
                  <c:v>0.17480000000000301</c:v>
                </c:pt>
                <c:pt idx="874">
                  <c:v>0.17500000000000299</c:v>
                </c:pt>
                <c:pt idx="875">
                  <c:v>0.17520000000000299</c:v>
                </c:pt>
                <c:pt idx="876">
                  <c:v>0.175400000000003</c:v>
                </c:pt>
                <c:pt idx="877">
                  <c:v>0.175600000000003</c:v>
                </c:pt>
                <c:pt idx="878">
                  <c:v>0.17580000000000301</c:v>
                </c:pt>
                <c:pt idx="879">
                  <c:v>0.17600000000000299</c:v>
                </c:pt>
                <c:pt idx="880">
                  <c:v>0.17620000000000299</c:v>
                </c:pt>
                <c:pt idx="881">
                  <c:v>0.176400000000003</c:v>
                </c:pt>
                <c:pt idx="882">
                  <c:v>0.176600000000003</c:v>
                </c:pt>
                <c:pt idx="883">
                  <c:v>0.17680000000000301</c:v>
                </c:pt>
                <c:pt idx="884">
                  <c:v>0.17700000000000299</c:v>
                </c:pt>
                <c:pt idx="885">
                  <c:v>0.17720000000000299</c:v>
                </c:pt>
                <c:pt idx="886">
                  <c:v>0.177400000000003</c:v>
                </c:pt>
                <c:pt idx="887">
                  <c:v>0.17760000000000301</c:v>
                </c:pt>
                <c:pt idx="888">
                  <c:v>0.17780000000000301</c:v>
                </c:pt>
                <c:pt idx="889">
                  <c:v>0.17800000000000299</c:v>
                </c:pt>
                <c:pt idx="890">
                  <c:v>0.17820000000000299</c:v>
                </c:pt>
                <c:pt idx="891">
                  <c:v>0.178400000000003</c:v>
                </c:pt>
                <c:pt idx="892">
                  <c:v>0.17860000000000301</c:v>
                </c:pt>
                <c:pt idx="893">
                  <c:v>0.17880000000000301</c:v>
                </c:pt>
                <c:pt idx="894">
                  <c:v>0.17900000000000299</c:v>
                </c:pt>
                <c:pt idx="895">
                  <c:v>0.179200000000003</c:v>
                </c:pt>
                <c:pt idx="896">
                  <c:v>0.179400000000003</c:v>
                </c:pt>
                <c:pt idx="897">
                  <c:v>0.17960000000000301</c:v>
                </c:pt>
                <c:pt idx="898">
                  <c:v>0.17980000000000301</c:v>
                </c:pt>
                <c:pt idx="899">
                  <c:v>0.18000000000000299</c:v>
                </c:pt>
                <c:pt idx="900">
                  <c:v>0.180200000000003</c:v>
                </c:pt>
                <c:pt idx="901">
                  <c:v>0.180400000000003</c:v>
                </c:pt>
                <c:pt idx="902">
                  <c:v>0.18060000000000301</c:v>
                </c:pt>
                <c:pt idx="903">
                  <c:v>0.18080000000000301</c:v>
                </c:pt>
                <c:pt idx="904">
                  <c:v>0.18100000000000299</c:v>
                </c:pt>
                <c:pt idx="905">
                  <c:v>0.181200000000003</c:v>
                </c:pt>
                <c:pt idx="906">
                  <c:v>0.181400000000003</c:v>
                </c:pt>
                <c:pt idx="907">
                  <c:v>0.18160000000000301</c:v>
                </c:pt>
                <c:pt idx="908">
                  <c:v>0.18180000000000299</c:v>
                </c:pt>
                <c:pt idx="909">
                  <c:v>0.18200000000000299</c:v>
                </c:pt>
                <c:pt idx="910">
                  <c:v>0.182200000000003</c:v>
                </c:pt>
                <c:pt idx="911">
                  <c:v>0.182400000000003</c:v>
                </c:pt>
                <c:pt idx="912">
                  <c:v>0.18260000000000301</c:v>
                </c:pt>
                <c:pt idx="913">
                  <c:v>0.18280000000000299</c:v>
                </c:pt>
                <c:pt idx="914">
                  <c:v>0.18300000000000299</c:v>
                </c:pt>
                <c:pt idx="915">
                  <c:v>0.183200000000003</c:v>
                </c:pt>
                <c:pt idx="916">
                  <c:v>0.18340000000000301</c:v>
                </c:pt>
                <c:pt idx="917">
                  <c:v>0.18360000000000301</c:v>
                </c:pt>
                <c:pt idx="918">
                  <c:v>0.18380000000000299</c:v>
                </c:pt>
                <c:pt idx="919">
                  <c:v>0.18400000000000299</c:v>
                </c:pt>
                <c:pt idx="920">
                  <c:v>0.184200000000003</c:v>
                </c:pt>
                <c:pt idx="921">
                  <c:v>0.18440000000000301</c:v>
                </c:pt>
                <c:pt idx="922">
                  <c:v>0.18460000000000301</c:v>
                </c:pt>
                <c:pt idx="923">
                  <c:v>0.18480000000000299</c:v>
                </c:pt>
                <c:pt idx="924">
                  <c:v>0.185000000000003</c:v>
                </c:pt>
                <c:pt idx="925">
                  <c:v>0.185200000000003</c:v>
                </c:pt>
                <c:pt idx="926">
                  <c:v>0.18540000000000301</c:v>
                </c:pt>
                <c:pt idx="927">
                  <c:v>0.18560000000000301</c:v>
                </c:pt>
                <c:pt idx="928">
                  <c:v>0.18580000000000299</c:v>
                </c:pt>
                <c:pt idx="929">
                  <c:v>0.186000000000003</c:v>
                </c:pt>
                <c:pt idx="930">
                  <c:v>0.186200000000003</c:v>
                </c:pt>
                <c:pt idx="931">
                  <c:v>0.18640000000000301</c:v>
                </c:pt>
                <c:pt idx="932">
                  <c:v>0.18660000000000301</c:v>
                </c:pt>
                <c:pt idx="933">
                  <c:v>0.18680000000000299</c:v>
                </c:pt>
                <c:pt idx="934">
                  <c:v>0.187000000000003</c:v>
                </c:pt>
                <c:pt idx="935">
                  <c:v>0.187200000000003</c:v>
                </c:pt>
                <c:pt idx="936">
                  <c:v>0.18740000000000301</c:v>
                </c:pt>
                <c:pt idx="937">
                  <c:v>0.18760000000000299</c:v>
                </c:pt>
                <c:pt idx="938">
                  <c:v>0.18780000000000299</c:v>
                </c:pt>
                <c:pt idx="939">
                  <c:v>0.188000000000003</c:v>
                </c:pt>
                <c:pt idx="940">
                  <c:v>0.188200000000003</c:v>
                </c:pt>
                <c:pt idx="941">
                  <c:v>0.18840000000000301</c:v>
                </c:pt>
                <c:pt idx="942">
                  <c:v>0.18860000000000299</c:v>
                </c:pt>
                <c:pt idx="943">
                  <c:v>0.18880000000000299</c:v>
                </c:pt>
                <c:pt idx="944">
                  <c:v>0.189000000000003</c:v>
                </c:pt>
                <c:pt idx="945">
                  <c:v>0.189200000000003</c:v>
                </c:pt>
                <c:pt idx="946">
                  <c:v>0.18940000000000301</c:v>
                </c:pt>
                <c:pt idx="947">
                  <c:v>0.18960000000000299</c:v>
                </c:pt>
                <c:pt idx="948">
                  <c:v>0.18980000000000299</c:v>
                </c:pt>
                <c:pt idx="949">
                  <c:v>0.190000000000003</c:v>
                </c:pt>
                <c:pt idx="950">
                  <c:v>0.19020000000000301</c:v>
                </c:pt>
                <c:pt idx="951">
                  <c:v>0.19040000000000301</c:v>
                </c:pt>
                <c:pt idx="952">
                  <c:v>0.19060000000000299</c:v>
                </c:pt>
                <c:pt idx="953">
                  <c:v>0.19080000000000299</c:v>
                </c:pt>
                <c:pt idx="954">
                  <c:v>0.191000000000003</c:v>
                </c:pt>
                <c:pt idx="955">
                  <c:v>0.19120000000000301</c:v>
                </c:pt>
                <c:pt idx="956">
                  <c:v>0.19140000000000301</c:v>
                </c:pt>
                <c:pt idx="957">
                  <c:v>0.19160000000000299</c:v>
                </c:pt>
                <c:pt idx="958">
                  <c:v>0.191800000000003</c:v>
                </c:pt>
                <c:pt idx="959">
                  <c:v>0.192000000000003</c:v>
                </c:pt>
                <c:pt idx="960">
                  <c:v>0.19220000000000301</c:v>
                </c:pt>
                <c:pt idx="961">
                  <c:v>0.19240000000000301</c:v>
                </c:pt>
                <c:pt idx="962">
                  <c:v>0.19260000000000299</c:v>
                </c:pt>
                <c:pt idx="963">
                  <c:v>0.192800000000003</c:v>
                </c:pt>
                <c:pt idx="964">
                  <c:v>0.193000000000003</c:v>
                </c:pt>
                <c:pt idx="965">
                  <c:v>0.19320000000000301</c:v>
                </c:pt>
                <c:pt idx="966">
                  <c:v>0.19340000000000299</c:v>
                </c:pt>
                <c:pt idx="967">
                  <c:v>0.19360000000000299</c:v>
                </c:pt>
                <c:pt idx="968">
                  <c:v>0.193800000000003</c:v>
                </c:pt>
                <c:pt idx="969">
                  <c:v>0.194000000000004</c:v>
                </c:pt>
                <c:pt idx="970">
                  <c:v>0.19420000000000401</c:v>
                </c:pt>
                <c:pt idx="971">
                  <c:v>0.19440000000000399</c:v>
                </c:pt>
                <c:pt idx="972">
                  <c:v>0.19460000000000399</c:v>
                </c:pt>
                <c:pt idx="973">
                  <c:v>0.194800000000004</c:v>
                </c:pt>
                <c:pt idx="974">
                  <c:v>0.195000000000004</c:v>
                </c:pt>
                <c:pt idx="975">
                  <c:v>0.19520000000000401</c:v>
                </c:pt>
                <c:pt idx="976">
                  <c:v>0.19540000000000399</c:v>
                </c:pt>
                <c:pt idx="977">
                  <c:v>0.19560000000000399</c:v>
                </c:pt>
                <c:pt idx="978">
                  <c:v>0.195800000000004</c:v>
                </c:pt>
                <c:pt idx="979">
                  <c:v>0.196000000000004</c:v>
                </c:pt>
                <c:pt idx="980">
                  <c:v>0.19620000000000401</c:v>
                </c:pt>
                <c:pt idx="981">
                  <c:v>0.19640000000000399</c:v>
                </c:pt>
                <c:pt idx="982">
                  <c:v>0.19660000000000399</c:v>
                </c:pt>
                <c:pt idx="983">
                  <c:v>0.196800000000004</c:v>
                </c:pt>
                <c:pt idx="984">
                  <c:v>0.19700000000000401</c:v>
                </c:pt>
                <c:pt idx="985">
                  <c:v>0.19720000000000401</c:v>
                </c:pt>
                <c:pt idx="986">
                  <c:v>0.19740000000000399</c:v>
                </c:pt>
                <c:pt idx="987">
                  <c:v>0.19760000000000399</c:v>
                </c:pt>
                <c:pt idx="988">
                  <c:v>0.197800000000004</c:v>
                </c:pt>
                <c:pt idx="989">
                  <c:v>0.19800000000000401</c:v>
                </c:pt>
                <c:pt idx="990">
                  <c:v>0.19820000000000401</c:v>
                </c:pt>
                <c:pt idx="991">
                  <c:v>0.19840000000000399</c:v>
                </c:pt>
                <c:pt idx="992">
                  <c:v>0.198600000000004</c:v>
                </c:pt>
                <c:pt idx="993">
                  <c:v>0.198800000000004</c:v>
                </c:pt>
                <c:pt idx="994">
                  <c:v>0.19900000000000401</c:v>
                </c:pt>
                <c:pt idx="995">
                  <c:v>0.19920000000000401</c:v>
                </c:pt>
                <c:pt idx="996">
                  <c:v>0.19940000000000399</c:v>
                </c:pt>
                <c:pt idx="997">
                  <c:v>0.199600000000004</c:v>
                </c:pt>
                <c:pt idx="998">
                  <c:v>0.199800000000004</c:v>
                </c:pt>
                <c:pt idx="999">
                  <c:v>0.20000000000000401</c:v>
                </c:pt>
                <c:pt idx="1000">
                  <c:v>0.20020000000000401</c:v>
                </c:pt>
                <c:pt idx="1001">
                  <c:v>0.20040000000000399</c:v>
                </c:pt>
                <c:pt idx="1002">
                  <c:v>0.200600000000004</c:v>
                </c:pt>
                <c:pt idx="1003">
                  <c:v>0.200800000000004</c:v>
                </c:pt>
                <c:pt idx="1004">
                  <c:v>0.20100000000000401</c:v>
                </c:pt>
                <c:pt idx="1005">
                  <c:v>0.20120000000000399</c:v>
                </c:pt>
                <c:pt idx="1006">
                  <c:v>0.20140000000000399</c:v>
                </c:pt>
                <c:pt idx="1007">
                  <c:v>0.201600000000004</c:v>
                </c:pt>
                <c:pt idx="1008">
                  <c:v>0.201800000000004</c:v>
                </c:pt>
                <c:pt idx="1009">
                  <c:v>0.20200000000000401</c:v>
                </c:pt>
                <c:pt idx="1010">
                  <c:v>0.20220000000000399</c:v>
                </c:pt>
                <c:pt idx="1011">
                  <c:v>0.20240000000000399</c:v>
                </c:pt>
                <c:pt idx="1012">
                  <c:v>0.202600000000004</c:v>
                </c:pt>
                <c:pt idx="1013">
                  <c:v>0.202800000000004</c:v>
                </c:pt>
                <c:pt idx="1014">
                  <c:v>0.20300000000000401</c:v>
                </c:pt>
                <c:pt idx="1015">
                  <c:v>0.20320000000000399</c:v>
                </c:pt>
                <c:pt idx="1016">
                  <c:v>0.20340000000000399</c:v>
                </c:pt>
                <c:pt idx="1017">
                  <c:v>0.203600000000004</c:v>
                </c:pt>
                <c:pt idx="1018">
                  <c:v>0.20380000000000401</c:v>
                </c:pt>
                <c:pt idx="1019">
                  <c:v>0.20400000000000401</c:v>
                </c:pt>
                <c:pt idx="1020">
                  <c:v>0.20420000000000399</c:v>
                </c:pt>
                <c:pt idx="1021">
                  <c:v>0.204400000000004</c:v>
                </c:pt>
                <c:pt idx="1022">
                  <c:v>0.204600000000004</c:v>
                </c:pt>
                <c:pt idx="1023">
                  <c:v>0.20480000000000401</c:v>
                </c:pt>
                <c:pt idx="1024">
                  <c:v>0.20500000000000401</c:v>
                </c:pt>
                <c:pt idx="1025">
                  <c:v>0.20520000000000399</c:v>
                </c:pt>
                <c:pt idx="1026">
                  <c:v>0.205400000000004</c:v>
                </c:pt>
                <c:pt idx="1027">
                  <c:v>0.205600000000004</c:v>
                </c:pt>
                <c:pt idx="1028">
                  <c:v>0.20580000000000401</c:v>
                </c:pt>
                <c:pt idx="1029">
                  <c:v>0.20600000000000401</c:v>
                </c:pt>
                <c:pt idx="1030">
                  <c:v>0.20620000000000399</c:v>
                </c:pt>
                <c:pt idx="1031">
                  <c:v>0.206400000000004</c:v>
                </c:pt>
                <c:pt idx="1032">
                  <c:v>0.206600000000004</c:v>
                </c:pt>
                <c:pt idx="1033">
                  <c:v>0.20680000000000401</c:v>
                </c:pt>
                <c:pt idx="1034">
                  <c:v>0.20700000000000399</c:v>
                </c:pt>
                <c:pt idx="1035">
                  <c:v>0.20720000000000399</c:v>
                </c:pt>
                <c:pt idx="1036">
                  <c:v>0.207400000000004</c:v>
                </c:pt>
                <c:pt idx="1037">
                  <c:v>0.207600000000004</c:v>
                </c:pt>
                <c:pt idx="1038">
                  <c:v>0.20780000000000401</c:v>
                </c:pt>
                <c:pt idx="1039">
                  <c:v>0.20800000000000399</c:v>
                </c:pt>
                <c:pt idx="1040">
                  <c:v>0.20820000000000399</c:v>
                </c:pt>
                <c:pt idx="1041">
                  <c:v>0.208400000000004</c:v>
                </c:pt>
                <c:pt idx="1042">
                  <c:v>0.208600000000004</c:v>
                </c:pt>
                <c:pt idx="1043">
                  <c:v>0.20880000000000401</c:v>
                </c:pt>
                <c:pt idx="1044">
                  <c:v>0.20900000000000399</c:v>
                </c:pt>
                <c:pt idx="1045">
                  <c:v>0.20920000000000399</c:v>
                </c:pt>
                <c:pt idx="1046">
                  <c:v>0.209400000000004</c:v>
                </c:pt>
                <c:pt idx="1047">
                  <c:v>0.20960000000000401</c:v>
                </c:pt>
                <c:pt idx="1048">
                  <c:v>0.20980000000000401</c:v>
                </c:pt>
                <c:pt idx="1049">
                  <c:v>0.21000000000000399</c:v>
                </c:pt>
                <c:pt idx="1050">
                  <c:v>0.21020000000000399</c:v>
                </c:pt>
                <c:pt idx="1051">
                  <c:v>0.210400000000004</c:v>
                </c:pt>
                <c:pt idx="1052">
                  <c:v>0.21060000000000401</c:v>
                </c:pt>
                <c:pt idx="1053">
                  <c:v>0.21080000000000401</c:v>
                </c:pt>
                <c:pt idx="1054">
                  <c:v>0.21100000000000399</c:v>
                </c:pt>
                <c:pt idx="1055">
                  <c:v>0.211200000000004</c:v>
                </c:pt>
                <c:pt idx="1056">
                  <c:v>0.211400000000004</c:v>
                </c:pt>
                <c:pt idx="1057">
                  <c:v>0.21160000000000401</c:v>
                </c:pt>
                <c:pt idx="1058">
                  <c:v>0.21180000000000401</c:v>
                </c:pt>
                <c:pt idx="1059">
                  <c:v>0.21200000000000399</c:v>
                </c:pt>
                <c:pt idx="1060">
                  <c:v>0.212200000000004</c:v>
                </c:pt>
                <c:pt idx="1061">
                  <c:v>0.212400000000004</c:v>
                </c:pt>
                <c:pt idx="1062">
                  <c:v>0.21260000000000401</c:v>
                </c:pt>
                <c:pt idx="1063">
                  <c:v>0.21280000000000401</c:v>
                </c:pt>
                <c:pt idx="1064">
                  <c:v>0.21300000000000399</c:v>
                </c:pt>
                <c:pt idx="1065">
                  <c:v>0.213200000000004</c:v>
                </c:pt>
                <c:pt idx="1066">
                  <c:v>0.213400000000004</c:v>
                </c:pt>
                <c:pt idx="1067">
                  <c:v>0.21360000000000401</c:v>
                </c:pt>
                <c:pt idx="1068">
                  <c:v>0.21380000000000399</c:v>
                </c:pt>
                <c:pt idx="1069">
                  <c:v>0.21400000000000399</c:v>
                </c:pt>
                <c:pt idx="1070">
                  <c:v>0.214200000000004</c:v>
                </c:pt>
                <c:pt idx="1071">
                  <c:v>0.214400000000004</c:v>
                </c:pt>
                <c:pt idx="1072">
                  <c:v>0.21460000000000401</c:v>
                </c:pt>
                <c:pt idx="1073">
                  <c:v>0.21480000000000399</c:v>
                </c:pt>
                <c:pt idx="1074">
                  <c:v>0.21500000000000399</c:v>
                </c:pt>
                <c:pt idx="1075">
                  <c:v>0.215200000000004</c:v>
                </c:pt>
                <c:pt idx="1076">
                  <c:v>0.215400000000004</c:v>
                </c:pt>
                <c:pt idx="1077">
                  <c:v>0.21560000000000401</c:v>
                </c:pt>
                <c:pt idx="1078">
                  <c:v>0.21580000000000399</c:v>
                </c:pt>
                <c:pt idx="1079">
                  <c:v>0.21600000000000399</c:v>
                </c:pt>
                <c:pt idx="1080">
                  <c:v>0.216200000000004</c:v>
                </c:pt>
                <c:pt idx="1081">
                  <c:v>0.21640000000000401</c:v>
                </c:pt>
                <c:pt idx="1082">
                  <c:v>0.21660000000000401</c:v>
                </c:pt>
                <c:pt idx="1083">
                  <c:v>0.21680000000000399</c:v>
                </c:pt>
                <c:pt idx="1084">
                  <c:v>0.217000000000004</c:v>
                </c:pt>
                <c:pt idx="1085">
                  <c:v>0.217200000000004</c:v>
                </c:pt>
                <c:pt idx="1086">
                  <c:v>0.21740000000000401</c:v>
                </c:pt>
                <c:pt idx="1087">
                  <c:v>0.21760000000000401</c:v>
                </c:pt>
                <c:pt idx="1088">
                  <c:v>0.21780000000000399</c:v>
                </c:pt>
                <c:pt idx="1089">
                  <c:v>0.218000000000004</c:v>
                </c:pt>
                <c:pt idx="1090">
                  <c:v>0.218200000000004</c:v>
                </c:pt>
                <c:pt idx="1091">
                  <c:v>0.21840000000000401</c:v>
                </c:pt>
                <c:pt idx="1092">
                  <c:v>0.21860000000000401</c:v>
                </c:pt>
                <c:pt idx="1093">
                  <c:v>0.21880000000000399</c:v>
                </c:pt>
                <c:pt idx="1094">
                  <c:v>0.219000000000004</c:v>
                </c:pt>
                <c:pt idx="1095">
                  <c:v>0.219200000000004</c:v>
                </c:pt>
                <c:pt idx="1096">
                  <c:v>0.21940000000000401</c:v>
                </c:pt>
                <c:pt idx="1097">
                  <c:v>0.21960000000000399</c:v>
                </c:pt>
                <c:pt idx="1098">
                  <c:v>0.21980000000000399</c:v>
                </c:pt>
                <c:pt idx="1099">
                  <c:v>0.220000000000004</c:v>
                </c:pt>
                <c:pt idx="1100">
                  <c:v>0.220200000000004</c:v>
                </c:pt>
                <c:pt idx="1101">
                  <c:v>0.22040000000000401</c:v>
                </c:pt>
                <c:pt idx="1102">
                  <c:v>0.22060000000000399</c:v>
                </c:pt>
                <c:pt idx="1103">
                  <c:v>0.22080000000000399</c:v>
                </c:pt>
                <c:pt idx="1104">
                  <c:v>0.221000000000004</c:v>
                </c:pt>
                <c:pt idx="1105">
                  <c:v>0.221200000000004</c:v>
                </c:pt>
                <c:pt idx="1106">
                  <c:v>0.22140000000000401</c:v>
                </c:pt>
                <c:pt idx="1107">
                  <c:v>0.22160000000000399</c:v>
                </c:pt>
                <c:pt idx="1108">
                  <c:v>0.22180000000000399</c:v>
                </c:pt>
                <c:pt idx="1109">
                  <c:v>0.222000000000004</c:v>
                </c:pt>
                <c:pt idx="1110">
                  <c:v>0.22220000000000401</c:v>
                </c:pt>
                <c:pt idx="1111">
                  <c:v>0.22240000000000401</c:v>
                </c:pt>
                <c:pt idx="1112">
                  <c:v>0.22260000000000399</c:v>
                </c:pt>
                <c:pt idx="1113">
                  <c:v>0.22280000000000399</c:v>
                </c:pt>
                <c:pt idx="1114">
                  <c:v>0.223000000000004</c:v>
                </c:pt>
                <c:pt idx="1115">
                  <c:v>0.22320000000000401</c:v>
                </c:pt>
                <c:pt idx="1116">
                  <c:v>0.22340000000000401</c:v>
                </c:pt>
                <c:pt idx="1117">
                  <c:v>0.22360000000000399</c:v>
                </c:pt>
                <c:pt idx="1118">
                  <c:v>0.223800000000004</c:v>
                </c:pt>
                <c:pt idx="1119">
                  <c:v>0.224000000000004</c:v>
                </c:pt>
                <c:pt idx="1120">
                  <c:v>0.22420000000000401</c:v>
                </c:pt>
                <c:pt idx="1121">
                  <c:v>0.22440000000000401</c:v>
                </c:pt>
                <c:pt idx="1122">
                  <c:v>0.22460000000000399</c:v>
                </c:pt>
                <c:pt idx="1123">
                  <c:v>0.224800000000004</c:v>
                </c:pt>
                <c:pt idx="1124">
                  <c:v>0.225000000000004</c:v>
                </c:pt>
                <c:pt idx="1125">
                  <c:v>0.22520000000000401</c:v>
                </c:pt>
                <c:pt idx="1126">
                  <c:v>0.22540000000000401</c:v>
                </c:pt>
                <c:pt idx="1127">
                  <c:v>0.22560000000000399</c:v>
                </c:pt>
                <c:pt idx="1128">
                  <c:v>0.225800000000004</c:v>
                </c:pt>
                <c:pt idx="1129">
                  <c:v>0.226000000000004</c:v>
                </c:pt>
                <c:pt idx="1130">
                  <c:v>0.22620000000000401</c:v>
                </c:pt>
                <c:pt idx="1131">
                  <c:v>0.22640000000000399</c:v>
                </c:pt>
                <c:pt idx="1132">
                  <c:v>0.22660000000000399</c:v>
                </c:pt>
                <c:pt idx="1133">
                  <c:v>0.226800000000004</c:v>
                </c:pt>
                <c:pt idx="1134">
                  <c:v>0.227000000000004</c:v>
                </c:pt>
                <c:pt idx="1135">
                  <c:v>0.22720000000000401</c:v>
                </c:pt>
                <c:pt idx="1136">
                  <c:v>0.22740000000000399</c:v>
                </c:pt>
                <c:pt idx="1137">
                  <c:v>0.22760000000000399</c:v>
                </c:pt>
                <c:pt idx="1138">
                  <c:v>0.227800000000004</c:v>
                </c:pt>
                <c:pt idx="1139">
                  <c:v>0.22800000000000401</c:v>
                </c:pt>
                <c:pt idx="1140">
                  <c:v>0.22820000000000401</c:v>
                </c:pt>
                <c:pt idx="1141">
                  <c:v>0.22840000000000399</c:v>
                </c:pt>
                <c:pt idx="1142">
                  <c:v>0.22860000000000399</c:v>
                </c:pt>
                <c:pt idx="1143">
                  <c:v>0.228800000000004</c:v>
                </c:pt>
                <c:pt idx="1144">
                  <c:v>0.22900000000000501</c:v>
                </c:pt>
                <c:pt idx="1145">
                  <c:v>0.22920000000000501</c:v>
                </c:pt>
                <c:pt idx="1146">
                  <c:v>0.22940000000000499</c:v>
                </c:pt>
                <c:pt idx="1147">
                  <c:v>0.22960000000000499</c:v>
                </c:pt>
                <c:pt idx="1148">
                  <c:v>0.229800000000005</c:v>
                </c:pt>
                <c:pt idx="1149">
                  <c:v>0.23000000000000501</c:v>
                </c:pt>
                <c:pt idx="1150">
                  <c:v>0.23020000000000501</c:v>
                </c:pt>
                <c:pt idx="1151">
                  <c:v>0.23040000000000499</c:v>
                </c:pt>
                <c:pt idx="1152">
                  <c:v>0.230600000000005</c:v>
                </c:pt>
                <c:pt idx="1153">
                  <c:v>0.230800000000005</c:v>
                </c:pt>
                <c:pt idx="1154">
                  <c:v>0.23100000000000501</c:v>
                </c:pt>
                <c:pt idx="1155">
                  <c:v>0.23120000000000501</c:v>
                </c:pt>
                <c:pt idx="1156">
                  <c:v>0.23140000000000499</c:v>
                </c:pt>
                <c:pt idx="1157">
                  <c:v>0.231600000000005</c:v>
                </c:pt>
                <c:pt idx="1158">
                  <c:v>0.231800000000005</c:v>
                </c:pt>
                <c:pt idx="1159">
                  <c:v>0.23200000000000501</c:v>
                </c:pt>
                <c:pt idx="1160">
                  <c:v>0.23220000000000501</c:v>
                </c:pt>
                <c:pt idx="1161">
                  <c:v>0.23240000000000499</c:v>
                </c:pt>
                <c:pt idx="1162">
                  <c:v>0.232600000000005</c:v>
                </c:pt>
                <c:pt idx="1163">
                  <c:v>0.232800000000005</c:v>
                </c:pt>
                <c:pt idx="1164">
                  <c:v>0.23300000000000501</c:v>
                </c:pt>
                <c:pt idx="1165">
                  <c:v>0.23320000000000499</c:v>
                </c:pt>
                <c:pt idx="1166">
                  <c:v>0.23340000000000499</c:v>
                </c:pt>
                <c:pt idx="1167">
                  <c:v>0.233600000000005</c:v>
                </c:pt>
                <c:pt idx="1168">
                  <c:v>0.233800000000005</c:v>
                </c:pt>
                <c:pt idx="1169">
                  <c:v>0.23400000000000501</c:v>
                </c:pt>
                <c:pt idx="1170">
                  <c:v>0.23420000000000499</c:v>
                </c:pt>
                <c:pt idx="1171">
                  <c:v>0.23440000000000499</c:v>
                </c:pt>
                <c:pt idx="1172">
                  <c:v>0.234600000000005</c:v>
                </c:pt>
                <c:pt idx="1173">
                  <c:v>0.234800000000005</c:v>
                </c:pt>
                <c:pt idx="1174">
                  <c:v>0.23500000000000501</c:v>
                </c:pt>
                <c:pt idx="1175">
                  <c:v>0.23520000000000499</c:v>
                </c:pt>
                <c:pt idx="1176">
                  <c:v>0.23540000000000499</c:v>
                </c:pt>
                <c:pt idx="1177">
                  <c:v>0.235600000000005</c:v>
                </c:pt>
                <c:pt idx="1178">
                  <c:v>0.23580000000000501</c:v>
                </c:pt>
                <c:pt idx="1179">
                  <c:v>0.23600000000000501</c:v>
                </c:pt>
                <c:pt idx="1180">
                  <c:v>0.23620000000000499</c:v>
                </c:pt>
                <c:pt idx="1181">
                  <c:v>0.236400000000005</c:v>
                </c:pt>
                <c:pt idx="1182">
                  <c:v>0.236600000000005</c:v>
                </c:pt>
                <c:pt idx="1183">
                  <c:v>0.23680000000000501</c:v>
                </c:pt>
                <c:pt idx="1184">
                  <c:v>0.23700000000000501</c:v>
                </c:pt>
                <c:pt idx="1185">
                  <c:v>0.23720000000000499</c:v>
                </c:pt>
                <c:pt idx="1186">
                  <c:v>0.237400000000005</c:v>
                </c:pt>
                <c:pt idx="1187">
                  <c:v>0.237600000000005</c:v>
                </c:pt>
                <c:pt idx="1188">
                  <c:v>0.23780000000000501</c:v>
                </c:pt>
                <c:pt idx="1189">
                  <c:v>0.23800000000000501</c:v>
                </c:pt>
                <c:pt idx="1190">
                  <c:v>0.23820000000000499</c:v>
                </c:pt>
                <c:pt idx="1191">
                  <c:v>0.238400000000005</c:v>
                </c:pt>
                <c:pt idx="1192">
                  <c:v>0.238600000000005</c:v>
                </c:pt>
                <c:pt idx="1193">
                  <c:v>0.23880000000000501</c:v>
                </c:pt>
                <c:pt idx="1194">
                  <c:v>0.23900000000000499</c:v>
                </c:pt>
                <c:pt idx="1195">
                  <c:v>0.23920000000000499</c:v>
                </c:pt>
                <c:pt idx="1196">
                  <c:v>0.239400000000005</c:v>
                </c:pt>
                <c:pt idx="1197">
                  <c:v>0.239600000000005</c:v>
                </c:pt>
                <c:pt idx="1198">
                  <c:v>0.23980000000000501</c:v>
                </c:pt>
                <c:pt idx="1199">
                  <c:v>0.24000000000000499</c:v>
                </c:pt>
                <c:pt idx="1200">
                  <c:v>0.24020000000000499</c:v>
                </c:pt>
                <c:pt idx="1201">
                  <c:v>0.240400000000005</c:v>
                </c:pt>
                <c:pt idx="1202">
                  <c:v>0.240600000000005</c:v>
                </c:pt>
                <c:pt idx="1203">
                  <c:v>0.24080000000000501</c:v>
                </c:pt>
                <c:pt idx="1204">
                  <c:v>0.24100000000000499</c:v>
                </c:pt>
                <c:pt idx="1205">
                  <c:v>0.24120000000000499</c:v>
                </c:pt>
                <c:pt idx="1206">
                  <c:v>0.241400000000005</c:v>
                </c:pt>
                <c:pt idx="1207">
                  <c:v>0.24160000000000501</c:v>
                </c:pt>
                <c:pt idx="1208">
                  <c:v>0.24180000000000501</c:v>
                </c:pt>
                <c:pt idx="1209">
                  <c:v>0.24200000000000499</c:v>
                </c:pt>
                <c:pt idx="1210">
                  <c:v>0.24220000000000499</c:v>
                </c:pt>
                <c:pt idx="1211">
                  <c:v>0.242400000000005</c:v>
                </c:pt>
                <c:pt idx="1212">
                  <c:v>0.24260000000000501</c:v>
                </c:pt>
                <c:pt idx="1213">
                  <c:v>0.24280000000000501</c:v>
                </c:pt>
                <c:pt idx="1214">
                  <c:v>0.24300000000000499</c:v>
                </c:pt>
                <c:pt idx="1215">
                  <c:v>0.243200000000005</c:v>
                </c:pt>
                <c:pt idx="1216">
                  <c:v>0.243400000000005</c:v>
                </c:pt>
                <c:pt idx="1217">
                  <c:v>0.24360000000000501</c:v>
                </c:pt>
                <c:pt idx="1218">
                  <c:v>0.24380000000000501</c:v>
                </c:pt>
                <c:pt idx="1219">
                  <c:v>0.24400000000000499</c:v>
                </c:pt>
                <c:pt idx="1220">
                  <c:v>0.244200000000005</c:v>
                </c:pt>
                <c:pt idx="1221">
                  <c:v>0.244400000000005</c:v>
                </c:pt>
                <c:pt idx="1222">
                  <c:v>0.24460000000000501</c:v>
                </c:pt>
                <c:pt idx="1223">
                  <c:v>0.24480000000000501</c:v>
                </c:pt>
                <c:pt idx="1224">
                  <c:v>0.24500000000000499</c:v>
                </c:pt>
                <c:pt idx="1225">
                  <c:v>0.245200000000005</c:v>
                </c:pt>
                <c:pt idx="1226">
                  <c:v>0.245400000000005</c:v>
                </c:pt>
                <c:pt idx="1227">
                  <c:v>0.24560000000000501</c:v>
                </c:pt>
                <c:pt idx="1228">
                  <c:v>0.24580000000000499</c:v>
                </c:pt>
                <c:pt idx="1229">
                  <c:v>0.24600000000000499</c:v>
                </c:pt>
                <c:pt idx="1230">
                  <c:v>0.246200000000005</c:v>
                </c:pt>
                <c:pt idx="1231">
                  <c:v>0.246400000000005</c:v>
                </c:pt>
                <c:pt idx="1232">
                  <c:v>0.24660000000000501</c:v>
                </c:pt>
                <c:pt idx="1233">
                  <c:v>0.24680000000000499</c:v>
                </c:pt>
                <c:pt idx="1234">
                  <c:v>0.24700000000000499</c:v>
                </c:pt>
                <c:pt idx="1235">
                  <c:v>0.247200000000005</c:v>
                </c:pt>
                <c:pt idx="1236">
                  <c:v>0.247400000000005</c:v>
                </c:pt>
                <c:pt idx="1237">
                  <c:v>0.24760000000000501</c:v>
                </c:pt>
                <c:pt idx="1238">
                  <c:v>0.24780000000000499</c:v>
                </c:pt>
                <c:pt idx="1239">
                  <c:v>0.24800000000000499</c:v>
                </c:pt>
                <c:pt idx="1240">
                  <c:v>0.248200000000005</c:v>
                </c:pt>
                <c:pt idx="1241">
                  <c:v>0.24840000000000501</c:v>
                </c:pt>
                <c:pt idx="1242">
                  <c:v>0.24860000000000501</c:v>
                </c:pt>
                <c:pt idx="1243">
                  <c:v>0.24880000000000499</c:v>
                </c:pt>
                <c:pt idx="1244">
                  <c:v>0.249000000000005</c:v>
                </c:pt>
                <c:pt idx="1245">
                  <c:v>0.249200000000005</c:v>
                </c:pt>
                <c:pt idx="1246">
                  <c:v>0.24940000000000501</c:v>
                </c:pt>
                <c:pt idx="1247">
                  <c:v>0.24960000000000501</c:v>
                </c:pt>
                <c:pt idx="1248">
                  <c:v>0.24980000000000499</c:v>
                </c:pt>
                <c:pt idx="1249">
                  <c:v>0.250000000000005</c:v>
                </c:pt>
                <c:pt idx="1250">
                  <c:v>0.25020000000000497</c:v>
                </c:pt>
                <c:pt idx="1251">
                  <c:v>0.25040000000000501</c:v>
                </c:pt>
                <c:pt idx="1252">
                  <c:v>0.25060000000000499</c:v>
                </c:pt>
                <c:pt idx="1253">
                  <c:v>0.25080000000000502</c:v>
                </c:pt>
                <c:pt idx="1254">
                  <c:v>0.251000000000005</c:v>
                </c:pt>
                <c:pt idx="1255">
                  <c:v>0.25120000000000497</c:v>
                </c:pt>
                <c:pt idx="1256">
                  <c:v>0.25140000000000501</c:v>
                </c:pt>
                <c:pt idx="1257">
                  <c:v>0.25160000000000499</c:v>
                </c:pt>
                <c:pt idx="1258">
                  <c:v>0.25180000000000502</c:v>
                </c:pt>
                <c:pt idx="1259">
                  <c:v>0.252000000000005</c:v>
                </c:pt>
                <c:pt idx="1260">
                  <c:v>0.25220000000000498</c:v>
                </c:pt>
                <c:pt idx="1261">
                  <c:v>0.25240000000000501</c:v>
                </c:pt>
                <c:pt idx="1262">
                  <c:v>0.25260000000000499</c:v>
                </c:pt>
                <c:pt idx="1263">
                  <c:v>0.25280000000000502</c:v>
                </c:pt>
                <c:pt idx="1264">
                  <c:v>0.253000000000005</c:v>
                </c:pt>
                <c:pt idx="1265">
                  <c:v>0.25320000000000498</c:v>
                </c:pt>
                <c:pt idx="1266">
                  <c:v>0.25340000000000501</c:v>
                </c:pt>
                <c:pt idx="1267">
                  <c:v>0.25360000000000499</c:v>
                </c:pt>
                <c:pt idx="1268">
                  <c:v>0.25380000000000502</c:v>
                </c:pt>
                <c:pt idx="1269">
                  <c:v>0.254000000000005</c:v>
                </c:pt>
                <c:pt idx="1270">
                  <c:v>0.25420000000000498</c:v>
                </c:pt>
                <c:pt idx="1271">
                  <c:v>0.25440000000000501</c:v>
                </c:pt>
                <c:pt idx="1272">
                  <c:v>0.25460000000000499</c:v>
                </c:pt>
                <c:pt idx="1273">
                  <c:v>0.25480000000000502</c:v>
                </c:pt>
                <c:pt idx="1274">
                  <c:v>0.255000000000005</c:v>
                </c:pt>
                <c:pt idx="1275">
                  <c:v>0.25520000000000498</c:v>
                </c:pt>
                <c:pt idx="1276">
                  <c:v>0.25540000000000501</c:v>
                </c:pt>
                <c:pt idx="1277">
                  <c:v>0.25560000000000399</c:v>
                </c:pt>
                <c:pt idx="1278">
                  <c:v>0.25580000000000402</c:v>
                </c:pt>
                <c:pt idx="1279">
                  <c:v>0.256000000000004</c:v>
                </c:pt>
                <c:pt idx="1280">
                  <c:v>0.25620000000000398</c:v>
                </c:pt>
                <c:pt idx="1281">
                  <c:v>0.25640000000000401</c:v>
                </c:pt>
                <c:pt idx="1282">
                  <c:v>0.25660000000000399</c:v>
                </c:pt>
                <c:pt idx="1283">
                  <c:v>0.25680000000000403</c:v>
                </c:pt>
                <c:pt idx="1284">
                  <c:v>0.257000000000004</c:v>
                </c:pt>
                <c:pt idx="1285">
                  <c:v>0.25720000000000398</c:v>
                </c:pt>
                <c:pt idx="1286">
                  <c:v>0.25740000000000401</c:v>
                </c:pt>
                <c:pt idx="1287">
                  <c:v>0.25760000000000399</c:v>
                </c:pt>
                <c:pt idx="1288">
                  <c:v>0.25780000000000403</c:v>
                </c:pt>
                <c:pt idx="1289">
                  <c:v>0.258000000000004</c:v>
                </c:pt>
                <c:pt idx="1290">
                  <c:v>0.25820000000000398</c:v>
                </c:pt>
                <c:pt idx="1291">
                  <c:v>0.25840000000000402</c:v>
                </c:pt>
                <c:pt idx="1292">
                  <c:v>0.25860000000000399</c:v>
                </c:pt>
                <c:pt idx="1293">
                  <c:v>0.25880000000000403</c:v>
                </c:pt>
                <c:pt idx="1294">
                  <c:v>0.259000000000004</c:v>
                </c:pt>
                <c:pt idx="1295">
                  <c:v>0.25920000000000398</c:v>
                </c:pt>
                <c:pt idx="1296">
                  <c:v>0.25940000000000402</c:v>
                </c:pt>
                <c:pt idx="1297">
                  <c:v>0.25960000000000399</c:v>
                </c:pt>
                <c:pt idx="1298">
                  <c:v>0.25980000000000403</c:v>
                </c:pt>
                <c:pt idx="1299">
                  <c:v>0.26000000000000401</c:v>
                </c:pt>
                <c:pt idx="1300">
                  <c:v>0.26020000000000398</c:v>
                </c:pt>
                <c:pt idx="1301">
                  <c:v>0.26040000000000402</c:v>
                </c:pt>
                <c:pt idx="1302">
                  <c:v>0.260600000000004</c:v>
                </c:pt>
                <c:pt idx="1303">
                  <c:v>0.26080000000000397</c:v>
                </c:pt>
                <c:pt idx="1304">
                  <c:v>0.26100000000000401</c:v>
                </c:pt>
                <c:pt idx="1305">
                  <c:v>0.26120000000000398</c:v>
                </c:pt>
                <c:pt idx="1306">
                  <c:v>0.26140000000000402</c:v>
                </c:pt>
                <c:pt idx="1307">
                  <c:v>0.261600000000004</c:v>
                </c:pt>
                <c:pt idx="1308">
                  <c:v>0.26180000000000397</c:v>
                </c:pt>
                <c:pt idx="1309">
                  <c:v>0.26200000000000401</c:v>
                </c:pt>
                <c:pt idx="1310">
                  <c:v>0.26220000000000399</c:v>
                </c:pt>
                <c:pt idx="1311">
                  <c:v>0.26240000000000402</c:v>
                </c:pt>
                <c:pt idx="1312">
                  <c:v>0.262600000000004</c:v>
                </c:pt>
                <c:pt idx="1313">
                  <c:v>0.26280000000000397</c:v>
                </c:pt>
                <c:pt idx="1314">
                  <c:v>0.26300000000000401</c:v>
                </c:pt>
                <c:pt idx="1315">
                  <c:v>0.26320000000000399</c:v>
                </c:pt>
                <c:pt idx="1316">
                  <c:v>0.26340000000000402</c:v>
                </c:pt>
                <c:pt idx="1317">
                  <c:v>0.263600000000004</c:v>
                </c:pt>
                <c:pt idx="1318">
                  <c:v>0.26380000000000398</c:v>
                </c:pt>
                <c:pt idx="1319">
                  <c:v>0.26400000000000401</c:v>
                </c:pt>
                <c:pt idx="1320">
                  <c:v>0.26420000000000399</c:v>
                </c:pt>
                <c:pt idx="1321">
                  <c:v>0.26440000000000402</c:v>
                </c:pt>
                <c:pt idx="1322">
                  <c:v>0.264600000000003</c:v>
                </c:pt>
                <c:pt idx="1323">
                  <c:v>0.26480000000000298</c:v>
                </c:pt>
                <c:pt idx="1324">
                  <c:v>0.26500000000000301</c:v>
                </c:pt>
                <c:pt idx="1325">
                  <c:v>0.26520000000000299</c:v>
                </c:pt>
                <c:pt idx="1326">
                  <c:v>0.26540000000000302</c:v>
                </c:pt>
                <c:pt idx="1327">
                  <c:v>0.265600000000003</c:v>
                </c:pt>
                <c:pt idx="1328">
                  <c:v>0.26580000000000298</c:v>
                </c:pt>
                <c:pt idx="1329">
                  <c:v>0.26600000000000301</c:v>
                </c:pt>
                <c:pt idx="1330">
                  <c:v>0.26620000000000299</c:v>
                </c:pt>
                <c:pt idx="1331">
                  <c:v>0.26640000000000302</c:v>
                </c:pt>
                <c:pt idx="1332">
                  <c:v>0.266600000000003</c:v>
                </c:pt>
                <c:pt idx="1333">
                  <c:v>0.26680000000000298</c:v>
                </c:pt>
                <c:pt idx="1334">
                  <c:v>0.26700000000000301</c:v>
                </c:pt>
                <c:pt idx="1335">
                  <c:v>0.26720000000000299</c:v>
                </c:pt>
                <c:pt idx="1336">
                  <c:v>0.26740000000000302</c:v>
                </c:pt>
                <c:pt idx="1337">
                  <c:v>0.267600000000003</c:v>
                </c:pt>
                <c:pt idx="1338">
                  <c:v>0.26780000000000298</c:v>
                </c:pt>
                <c:pt idx="1339">
                  <c:v>0.26800000000000301</c:v>
                </c:pt>
                <c:pt idx="1340">
                  <c:v>0.26820000000000299</c:v>
                </c:pt>
                <c:pt idx="1341">
                  <c:v>0.26840000000000303</c:v>
                </c:pt>
                <c:pt idx="1342">
                  <c:v>0.268600000000003</c:v>
                </c:pt>
                <c:pt idx="1343">
                  <c:v>0.26880000000000298</c:v>
                </c:pt>
                <c:pt idx="1344">
                  <c:v>0.26900000000000301</c:v>
                </c:pt>
                <c:pt idx="1345">
                  <c:v>0.26920000000000299</c:v>
                </c:pt>
                <c:pt idx="1346">
                  <c:v>0.26940000000000303</c:v>
                </c:pt>
                <c:pt idx="1347">
                  <c:v>0.269600000000003</c:v>
                </c:pt>
                <c:pt idx="1348">
                  <c:v>0.26980000000000298</c:v>
                </c:pt>
                <c:pt idx="1349">
                  <c:v>0.27000000000000302</c:v>
                </c:pt>
                <c:pt idx="1350">
                  <c:v>0.27020000000000299</c:v>
                </c:pt>
                <c:pt idx="1351">
                  <c:v>0.27040000000000303</c:v>
                </c:pt>
                <c:pt idx="1352">
                  <c:v>0.270600000000003</c:v>
                </c:pt>
                <c:pt idx="1353">
                  <c:v>0.27080000000000298</c:v>
                </c:pt>
                <c:pt idx="1354">
                  <c:v>0.27100000000000302</c:v>
                </c:pt>
                <c:pt idx="1355">
                  <c:v>0.27120000000000299</c:v>
                </c:pt>
                <c:pt idx="1356">
                  <c:v>0.27140000000000303</c:v>
                </c:pt>
                <c:pt idx="1357">
                  <c:v>0.27160000000000301</c:v>
                </c:pt>
                <c:pt idx="1358">
                  <c:v>0.27180000000000298</c:v>
                </c:pt>
                <c:pt idx="1359">
                  <c:v>0.27200000000000302</c:v>
                </c:pt>
                <c:pt idx="1360">
                  <c:v>0.272200000000003</c:v>
                </c:pt>
                <c:pt idx="1361">
                  <c:v>0.27240000000000297</c:v>
                </c:pt>
                <c:pt idx="1362">
                  <c:v>0.27260000000000301</c:v>
                </c:pt>
                <c:pt idx="1363">
                  <c:v>0.27280000000000298</c:v>
                </c:pt>
                <c:pt idx="1364">
                  <c:v>0.27300000000000302</c:v>
                </c:pt>
                <c:pt idx="1365">
                  <c:v>0.273200000000003</c:v>
                </c:pt>
                <c:pt idx="1366">
                  <c:v>0.27340000000000297</c:v>
                </c:pt>
                <c:pt idx="1367">
                  <c:v>0.27360000000000301</c:v>
                </c:pt>
                <c:pt idx="1368">
                  <c:v>0.27380000000000199</c:v>
                </c:pt>
                <c:pt idx="1369">
                  <c:v>0.27400000000000202</c:v>
                </c:pt>
                <c:pt idx="1370">
                  <c:v>0.274200000000002</c:v>
                </c:pt>
                <c:pt idx="1371">
                  <c:v>0.27440000000000198</c:v>
                </c:pt>
                <c:pt idx="1372">
                  <c:v>0.27460000000000201</c:v>
                </c:pt>
                <c:pt idx="1373">
                  <c:v>0.27480000000000199</c:v>
                </c:pt>
                <c:pt idx="1374">
                  <c:v>0.27500000000000202</c:v>
                </c:pt>
                <c:pt idx="1375">
                  <c:v>0.275200000000002</c:v>
                </c:pt>
                <c:pt idx="1376">
                  <c:v>0.27540000000000198</c:v>
                </c:pt>
                <c:pt idx="1377">
                  <c:v>0.27560000000000201</c:v>
                </c:pt>
                <c:pt idx="1378">
                  <c:v>0.27580000000000199</c:v>
                </c:pt>
                <c:pt idx="1379">
                  <c:v>0.27600000000000202</c:v>
                </c:pt>
                <c:pt idx="1380">
                  <c:v>0.276200000000002</c:v>
                </c:pt>
                <c:pt idx="1381">
                  <c:v>0.27640000000000198</c:v>
                </c:pt>
                <c:pt idx="1382">
                  <c:v>0.27660000000000201</c:v>
                </c:pt>
                <c:pt idx="1383">
                  <c:v>0.27680000000000199</c:v>
                </c:pt>
                <c:pt idx="1384">
                  <c:v>0.27700000000000202</c:v>
                </c:pt>
                <c:pt idx="1385">
                  <c:v>0.277200000000002</c:v>
                </c:pt>
                <c:pt idx="1386">
                  <c:v>0.27740000000000198</c:v>
                </c:pt>
                <c:pt idx="1387">
                  <c:v>0.27760000000000201</c:v>
                </c:pt>
                <c:pt idx="1388">
                  <c:v>0.27780000000000199</c:v>
                </c:pt>
                <c:pt idx="1389">
                  <c:v>0.27800000000000202</c:v>
                </c:pt>
                <c:pt idx="1390">
                  <c:v>0.278200000000002</c:v>
                </c:pt>
                <c:pt idx="1391">
                  <c:v>0.27840000000000198</c:v>
                </c:pt>
                <c:pt idx="1392">
                  <c:v>0.27860000000000201</c:v>
                </c:pt>
                <c:pt idx="1393">
                  <c:v>0.27880000000000199</c:v>
                </c:pt>
                <c:pt idx="1394">
                  <c:v>0.27900000000000202</c:v>
                </c:pt>
                <c:pt idx="1395">
                  <c:v>0.279200000000002</c:v>
                </c:pt>
                <c:pt idx="1396">
                  <c:v>0.27940000000000198</c:v>
                </c:pt>
                <c:pt idx="1397">
                  <c:v>0.27960000000000201</c:v>
                </c:pt>
                <c:pt idx="1398">
                  <c:v>0.27980000000000199</c:v>
                </c:pt>
                <c:pt idx="1399">
                  <c:v>0.28000000000000203</c:v>
                </c:pt>
                <c:pt idx="1400">
                  <c:v>0.280200000000002</c:v>
                </c:pt>
                <c:pt idx="1401">
                  <c:v>0.28040000000000198</c:v>
                </c:pt>
                <c:pt idx="1402">
                  <c:v>0.28060000000000201</c:v>
                </c:pt>
                <c:pt idx="1403">
                  <c:v>0.28080000000000199</c:v>
                </c:pt>
                <c:pt idx="1404">
                  <c:v>0.28100000000000203</c:v>
                </c:pt>
                <c:pt idx="1405">
                  <c:v>0.281200000000002</c:v>
                </c:pt>
                <c:pt idx="1406">
                  <c:v>0.28140000000000198</c:v>
                </c:pt>
                <c:pt idx="1407">
                  <c:v>0.28160000000000202</c:v>
                </c:pt>
                <c:pt idx="1408">
                  <c:v>0.28180000000000199</c:v>
                </c:pt>
                <c:pt idx="1409">
                  <c:v>0.28200000000000203</c:v>
                </c:pt>
                <c:pt idx="1410">
                  <c:v>0.282200000000002</c:v>
                </c:pt>
                <c:pt idx="1411">
                  <c:v>0.28240000000000198</c:v>
                </c:pt>
                <c:pt idx="1412">
                  <c:v>0.28260000000000202</c:v>
                </c:pt>
                <c:pt idx="1413">
                  <c:v>0.282800000000001</c:v>
                </c:pt>
                <c:pt idx="1414">
                  <c:v>0.28300000000000097</c:v>
                </c:pt>
                <c:pt idx="1415">
                  <c:v>0.28320000000000101</c:v>
                </c:pt>
                <c:pt idx="1416">
                  <c:v>0.28340000000000098</c:v>
                </c:pt>
                <c:pt idx="1417">
                  <c:v>0.28360000000000102</c:v>
                </c:pt>
                <c:pt idx="1418">
                  <c:v>0.283800000000001</c:v>
                </c:pt>
                <c:pt idx="1419">
                  <c:v>0.28400000000000097</c:v>
                </c:pt>
                <c:pt idx="1420">
                  <c:v>0.28420000000000101</c:v>
                </c:pt>
                <c:pt idx="1421">
                  <c:v>0.28440000000000099</c:v>
                </c:pt>
                <c:pt idx="1422">
                  <c:v>0.28460000000000102</c:v>
                </c:pt>
                <c:pt idx="1423">
                  <c:v>0.284800000000001</c:v>
                </c:pt>
                <c:pt idx="1424">
                  <c:v>0.28500000000000097</c:v>
                </c:pt>
                <c:pt idx="1425">
                  <c:v>0.28520000000000101</c:v>
                </c:pt>
                <c:pt idx="1426">
                  <c:v>0.28540000000000099</c:v>
                </c:pt>
                <c:pt idx="1427">
                  <c:v>0.28560000000000102</c:v>
                </c:pt>
                <c:pt idx="1428">
                  <c:v>0.285800000000001</c:v>
                </c:pt>
                <c:pt idx="1429">
                  <c:v>0.28600000000000098</c:v>
                </c:pt>
                <c:pt idx="1430">
                  <c:v>0.28620000000000101</c:v>
                </c:pt>
                <c:pt idx="1431">
                  <c:v>0.28640000000000099</c:v>
                </c:pt>
                <c:pt idx="1432">
                  <c:v>0.28660000000000102</c:v>
                </c:pt>
                <c:pt idx="1433">
                  <c:v>0.286800000000001</c:v>
                </c:pt>
                <c:pt idx="1434">
                  <c:v>0.28700000000000098</c:v>
                </c:pt>
                <c:pt idx="1435">
                  <c:v>0.28720000000000101</c:v>
                </c:pt>
                <c:pt idx="1436">
                  <c:v>0.28740000000000099</c:v>
                </c:pt>
                <c:pt idx="1437">
                  <c:v>0.28760000000000102</c:v>
                </c:pt>
                <c:pt idx="1438">
                  <c:v>0.287800000000001</c:v>
                </c:pt>
                <c:pt idx="1439">
                  <c:v>0.28800000000000098</c:v>
                </c:pt>
                <c:pt idx="1440">
                  <c:v>0.28820000000000101</c:v>
                </c:pt>
                <c:pt idx="1441">
                  <c:v>0.28840000000000099</c:v>
                </c:pt>
                <c:pt idx="1442">
                  <c:v>0.28860000000000102</c:v>
                </c:pt>
                <c:pt idx="1443">
                  <c:v>0.288800000000001</c:v>
                </c:pt>
                <c:pt idx="1444">
                  <c:v>0.28900000000000098</c:v>
                </c:pt>
                <c:pt idx="1445">
                  <c:v>0.28920000000000101</c:v>
                </c:pt>
                <c:pt idx="1446">
                  <c:v>0.28940000000000099</c:v>
                </c:pt>
                <c:pt idx="1447">
                  <c:v>0.28960000000000102</c:v>
                </c:pt>
                <c:pt idx="1448">
                  <c:v>0.289800000000001</c:v>
                </c:pt>
                <c:pt idx="1449">
                  <c:v>0.29000000000000098</c:v>
                </c:pt>
                <c:pt idx="1450">
                  <c:v>0.29020000000000101</c:v>
                </c:pt>
                <c:pt idx="1451">
                  <c:v>0.29040000000000099</c:v>
                </c:pt>
                <c:pt idx="1452">
                  <c:v>0.29060000000000102</c:v>
                </c:pt>
                <c:pt idx="1453">
                  <c:v>0.290800000000001</c:v>
                </c:pt>
                <c:pt idx="1454">
                  <c:v>0.29100000000000098</c:v>
                </c:pt>
                <c:pt idx="1455">
                  <c:v>0.29120000000000101</c:v>
                </c:pt>
                <c:pt idx="1456">
                  <c:v>0.29140000000000099</c:v>
                </c:pt>
                <c:pt idx="1457">
                  <c:v>0.29160000000000103</c:v>
                </c:pt>
                <c:pt idx="1458">
                  <c:v>0.291800000000001</c:v>
                </c:pt>
                <c:pt idx="1459">
                  <c:v>0.29199999999999998</c:v>
                </c:pt>
                <c:pt idx="1460">
                  <c:v>0.29220000000000002</c:v>
                </c:pt>
                <c:pt idx="1461">
                  <c:v>0.29239999999999999</c:v>
                </c:pt>
                <c:pt idx="1462">
                  <c:v>0.29260000000000003</c:v>
                </c:pt>
                <c:pt idx="1463">
                  <c:v>0.2928</c:v>
                </c:pt>
                <c:pt idx="1464">
                  <c:v>0.29299999999999998</c:v>
                </c:pt>
                <c:pt idx="1465">
                  <c:v>0.29320000000000002</c:v>
                </c:pt>
                <c:pt idx="1466">
                  <c:v>0.29339999999999999</c:v>
                </c:pt>
                <c:pt idx="1467">
                  <c:v>0.29360000000000003</c:v>
                </c:pt>
                <c:pt idx="1468">
                  <c:v>0.29380000000000001</c:v>
                </c:pt>
                <c:pt idx="1469">
                  <c:v>0.29399999999999998</c:v>
                </c:pt>
                <c:pt idx="1470">
                  <c:v>0.29420000000000002</c:v>
                </c:pt>
                <c:pt idx="1471">
                  <c:v>0.2944</c:v>
                </c:pt>
                <c:pt idx="1472">
                  <c:v>0.29459999999999997</c:v>
                </c:pt>
                <c:pt idx="1473">
                  <c:v>0.29480000000000001</c:v>
                </c:pt>
                <c:pt idx="1474">
                  <c:v>0.29499999999999998</c:v>
                </c:pt>
                <c:pt idx="1475">
                  <c:v>0.29520000000000002</c:v>
                </c:pt>
                <c:pt idx="1476">
                  <c:v>0.2954</c:v>
                </c:pt>
                <c:pt idx="1477">
                  <c:v>0.29559999999999997</c:v>
                </c:pt>
                <c:pt idx="1478">
                  <c:v>0.29580000000000001</c:v>
                </c:pt>
                <c:pt idx="1479">
                  <c:v>0.29599999999999999</c:v>
                </c:pt>
                <c:pt idx="1480">
                  <c:v>0.29620000000000002</c:v>
                </c:pt>
                <c:pt idx="1481">
                  <c:v>0.2964</c:v>
                </c:pt>
                <c:pt idx="1482">
                  <c:v>0.29659999999999997</c:v>
                </c:pt>
                <c:pt idx="1483">
                  <c:v>0.29680000000000001</c:v>
                </c:pt>
                <c:pt idx="1484">
                  <c:v>0.29699999999999999</c:v>
                </c:pt>
                <c:pt idx="1485">
                  <c:v>0.29720000000000002</c:v>
                </c:pt>
                <c:pt idx="1486">
                  <c:v>0.2974</c:v>
                </c:pt>
                <c:pt idx="1487">
                  <c:v>0.29759999999999998</c:v>
                </c:pt>
                <c:pt idx="1488">
                  <c:v>0.29780000000000001</c:v>
                </c:pt>
                <c:pt idx="1489">
                  <c:v>0.29799999999999999</c:v>
                </c:pt>
                <c:pt idx="1490">
                  <c:v>0.29820000000000002</c:v>
                </c:pt>
                <c:pt idx="1491">
                  <c:v>0.2984</c:v>
                </c:pt>
                <c:pt idx="1492">
                  <c:v>0.29859999999999998</c:v>
                </c:pt>
                <c:pt idx="1493">
                  <c:v>0.29880000000000001</c:v>
                </c:pt>
                <c:pt idx="1494">
                  <c:v>0.29899999999999999</c:v>
                </c:pt>
                <c:pt idx="1495">
                  <c:v>0.29920000000000002</c:v>
                </c:pt>
                <c:pt idx="1496">
                  <c:v>0.2994</c:v>
                </c:pt>
                <c:pt idx="1497">
                  <c:v>0.29959999999999998</c:v>
                </c:pt>
                <c:pt idx="1498">
                  <c:v>0.29980000000000001</c:v>
                </c:pt>
                <c:pt idx="1499">
                  <c:v>0.3</c:v>
                </c:pt>
                <c:pt idx="1500">
                  <c:v>0.30020000000000002</c:v>
                </c:pt>
                <c:pt idx="1501">
                  <c:v>0.3004</c:v>
                </c:pt>
                <c:pt idx="1502">
                  <c:v>0.30059999999999998</c:v>
                </c:pt>
                <c:pt idx="1503">
                  <c:v>0.30080000000000001</c:v>
                </c:pt>
                <c:pt idx="1504">
                  <c:v>0.30099999999999899</c:v>
                </c:pt>
                <c:pt idx="1505">
                  <c:v>0.30119999999999902</c:v>
                </c:pt>
                <c:pt idx="1506">
                  <c:v>0.301399999999999</c:v>
                </c:pt>
                <c:pt idx="1507">
                  <c:v>0.30159999999999898</c:v>
                </c:pt>
                <c:pt idx="1508">
                  <c:v>0.30179999999999901</c:v>
                </c:pt>
                <c:pt idx="1509">
                  <c:v>0.30199999999999899</c:v>
                </c:pt>
                <c:pt idx="1510">
                  <c:v>0.30219999999999902</c:v>
                </c:pt>
                <c:pt idx="1511">
                  <c:v>0.302399999999999</c:v>
                </c:pt>
                <c:pt idx="1512">
                  <c:v>0.30259999999999898</c:v>
                </c:pt>
                <c:pt idx="1513">
                  <c:v>0.30279999999999901</c:v>
                </c:pt>
                <c:pt idx="1514">
                  <c:v>0.30299999999999899</c:v>
                </c:pt>
                <c:pt idx="1515">
                  <c:v>0.30319999999999903</c:v>
                </c:pt>
                <c:pt idx="1516">
                  <c:v>0.303399999999999</c:v>
                </c:pt>
                <c:pt idx="1517">
                  <c:v>0.30359999999999898</c:v>
                </c:pt>
                <c:pt idx="1518">
                  <c:v>0.30379999999999902</c:v>
                </c:pt>
                <c:pt idx="1519">
                  <c:v>0.30399999999999899</c:v>
                </c:pt>
                <c:pt idx="1520">
                  <c:v>0.30419999999999903</c:v>
                </c:pt>
                <c:pt idx="1521">
                  <c:v>0.304399999999999</c:v>
                </c:pt>
                <c:pt idx="1522">
                  <c:v>0.30459999999999898</c:v>
                </c:pt>
                <c:pt idx="1523">
                  <c:v>0.30479999999999902</c:v>
                </c:pt>
                <c:pt idx="1524">
                  <c:v>0.30499999999999899</c:v>
                </c:pt>
                <c:pt idx="1525">
                  <c:v>0.30519999999999903</c:v>
                </c:pt>
                <c:pt idx="1526">
                  <c:v>0.30539999999999901</c:v>
                </c:pt>
                <c:pt idx="1527">
                  <c:v>0.30559999999999898</c:v>
                </c:pt>
                <c:pt idx="1528">
                  <c:v>0.30579999999999902</c:v>
                </c:pt>
                <c:pt idx="1529">
                  <c:v>0.305999999999999</c:v>
                </c:pt>
                <c:pt idx="1530">
                  <c:v>0.30619999999999897</c:v>
                </c:pt>
                <c:pt idx="1531">
                  <c:v>0.30639999999999901</c:v>
                </c:pt>
                <c:pt idx="1532">
                  <c:v>0.30659999999999898</c:v>
                </c:pt>
                <c:pt idx="1533">
                  <c:v>0.30679999999999902</c:v>
                </c:pt>
                <c:pt idx="1534">
                  <c:v>0.306999999999999</c:v>
                </c:pt>
                <c:pt idx="1535">
                  <c:v>0.30719999999999897</c:v>
                </c:pt>
                <c:pt idx="1536">
                  <c:v>0.30739999999999901</c:v>
                </c:pt>
                <c:pt idx="1537">
                  <c:v>0.30759999999999899</c:v>
                </c:pt>
                <c:pt idx="1538">
                  <c:v>0.30779999999999902</c:v>
                </c:pt>
                <c:pt idx="1539">
                  <c:v>0.307999999999999</c:v>
                </c:pt>
                <c:pt idx="1540">
                  <c:v>0.30819999999999897</c:v>
                </c:pt>
                <c:pt idx="1541">
                  <c:v>0.30839999999999901</c:v>
                </c:pt>
                <c:pt idx="1542">
                  <c:v>0.30859999999999899</c:v>
                </c:pt>
                <c:pt idx="1543">
                  <c:v>0.30879999999999902</c:v>
                </c:pt>
                <c:pt idx="1544">
                  <c:v>0.308999999999999</c:v>
                </c:pt>
                <c:pt idx="1545">
                  <c:v>0.30919999999999898</c:v>
                </c:pt>
                <c:pt idx="1546">
                  <c:v>0.30939999999999901</c:v>
                </c:pt>
                <c:pt idx="1547">
                  <c:v>0.30959999999999899</c:v>
                </c:pt>
                <c:pt idx="1548">
                  <c:v>0.30979999999999902</c:v>
                </c:pt>
                <c:pt idx="1549">
                  <c:v>0.309999999999998</c:v>
                </c:pt>
                <c:pt idx="1550">
                  <c:v>0.31019999999999798</c:v>
                </c:pt>
                <c:pt idx="1551">
                  <c:v>0.31039999999999801</c:v>
                </c:pt>
                <c:pt idx="1552">
                  <c:v>0.31059999999999799</c:v>
                </c:pt>
                <c:pt idx="1553">
                  <c:v>0.31079999999999802</c:v>
                </c:pt>
                <c:pt idx="1554">
                  <c:v>0.310999999999998</c:v>
                </c:pt>
                <c:pt idx="1555">
                  <c:v>0.31119999999999798</c:v>
                </c:pt>
                <c:pt idx="1556">
                  <c:v>0.31139999999999801</c:v>
                </c:pt>
                <c:pt idx="1557">
                  <c:v>0.31159999999999799</c:v>
                </c:pt>
                <c:pt idx="1558">
                  <c:v>0.31179999999999802</c:v>
                </c:pt>
                <c:pt idx="1559">
                  <c:v>0.311999999999998</c:v>
                </c:pt>
                <c:pt idx="1560">
                  <c:v>0.31219999999999798</c:v>
                </c:pt>
                <c:pt idx="1561">
                  <c:v>0.31239999999999801</c:v>
                </c:pt>
                <c:pt idx="1562">
                  <c:v>0.31259999999999799</c:v>
                </c:pt>
                <c:pt idx="1563">
                  <c:v>0.31279999999999802</c:v>
                </c:pt>
                <c:pt idx="1564">
                  <c:v>0.312999999999998</c:v>
                </c:pt>
                <c:pt idx="1565">
                  <c:v>0.31319999999999798</c:v>
                </c:pt>
                <c:pt idx="1566">
                  <c:v>0.31339999999999801</c:v>
                </c:pt>
                <c:pt idx="1567">
                  <c:v>0.31359999999999799</c:v>
                </c:pt>
                <c:pt idx="1568">
                  <c:v>0.31379999999999802</c:v>
                </c:pt>
                <c:pt idx="1569">
                  <c:v>0.313999999999998</c:v>
                </c:pt>
                <c:pt idx="1570">
                  <c:v>0.31419999999999798</c:v>
                </c:pt>
                <c:pt idx="1571">
                  <c:v>0.31439999999999801</c:v>
                </c:pt>
                <c:pt idx="1572">
                  <c:v>0.31459999999999799</c:v>
                </c:pt>
                <c:pt idx="1573">
                  <c:v>0.31479999999999803</c:v>
                </c:pt>
                <c:pt idx="1574">
                  <c:v>0.314999999999998</c:v>
                </c:pt>
                <c:pt idx="1575">
                  <c:v>0.31519999999999798</c:v>
                </c:pt>
                <c:pt idx="1576">
                  <c:v>0.31539999999999802</c:v>
                </c:pt>
                <c:pt idx="1577">
                  <c:v>0.31559999999999799</c:v>
                </c:pt>
                <c:pt idx="1578">
                  <c:v>0.31579999999999803</c:v>
                </c:pt>
                <c:pt idx="1579">
                  <c:v>0.315999999999998</c:v>
                </c:pt>
                <c:pt idx="1580">
                  <c:v>0.31619999999999798</c:v>
                </c:pt>
                <c:pt idx="1581">
                  <c:v>0.31639999999999802</c:v>
                </c:pt>
                <c:pt idx="1582">
                  <c:v>0.31659999999999799</c:v>
                </c:pt>
                <c:pt idx="1583">
                  <c:v>0.31679999999999803</c:v>
                </c:pt>
                <c:pt idx="1584">
                  <c:v>0.31699999999999801</c:v>
                </c:pt>
                <c:pt idx="1585">
                  <c:v>0.31719999999999798</c:v>
                </c:pt>
                <c:pt idx="1586">
                  <c:v>0.31739999999999802</c:v>
                </c:pt>
                <c:pt idx="1587">
                  <c:v>0.317599999999998</c:v>
                </c:pt>
                <c:pt idx="1588">
                  <c:v>0.31779999999999797</c:v>
                </c:pt>
                <c:pt idx="1589">
                  <c:v>0.31799999999999801</c:v>
                </c:pt>
                <c:pt idx="1590">
                  <c:v>0.31819999999999798</c:v>
                </c:pt>
                <c:pt idx="1591">
                  <c:v>0.31839999999999802</c:v>
                </c:pt>
                <c:pt idx="1592">
                  <c:v>0.318599999999998</c:v>
                </c:pt>
                <c:pt idx="1593">
                  <c:v>0.31879999999999797</c:v>
                </c:pt>
                <c:pt idx="1594">
                  <c:v>0.31899999999999801</c:v>
                </c:pt>
                <c:pt idx="1595">
                  <c:v>0.31919999999999699</c:v>
                </c:pt>
                <c:pt idx="1596">
                  <c:v>0.31939999999999702</c:v>
                </c:pt>
                <c:pt idx="1597">
                  <c:v>0.319599999999997</c:v>
                </c:pt>
                <c:pt idx="1598">
                  <c:v>0.31979999999999698</c:v>
                </c:pt>
                <c:pt idx="1599">
                  <c:v>0.31999999999999701</c:v>
                </c:pt>
                <c:pt idx="1600">
                  <c:v>0.32019999999999699</c:v>
                </c:pt>
                <c:pt idx="1601">
                  <c:v>0.32039999999999702</c:v>
                </c:pt>
                <c:pt idx="1602">
                  <c:v>0.320599999999997</c:v>
                </c:pt>
                <c:pt idx="1603">
                  <c:v>0.32079999999999698</c:v>
                </c:pt>
                <c:pt idx="1604">
                  <c:v>0.32099999999999701</c:v>
                </c:pt>
                <c:pt idx="1605">
                  <c:v>0.32119999999999699</c:v>
                </c:pt>
                <c:pt idx="1606">
                  <c:v>0.32139999999999702</c:v>
                </c:pt>
                <c:pt idx="1607">
                  <c:v>0.321599999999997</c:v>
                </c:pt>
                <c:pt idx="1608">
                  <c:v>0.32179999999999698</c:v>
                </c:pt>
                <c:pt idx="1609">
                  <c:v>0.32199999999999701</c:v>
                </c:pt>
                <c:pt idx="1610">
                  <c:v>0.32219999999999699</c:v>
                </c:pt>
                <c:pt idx="1611">
                  <c:v>0.32239999999999702</c:v>
                </c:pt>
                <c:pt idx="1612">
                  <c:v>0.322599999999997</c:v>
                </c:pt>
                <c:pt idx="1613">
                  <c:v>0.32279999999999698</c:v>
                </c:pt>
                <c:pt idx="1614">
                  <c:v>0.32299999999999701</c:v>
                </c:pt>
                <c:pt idx="1615">
                  <c:v>0.32319999999999699</c:v>
                </c:pt>
                <c:pt idx="1616">
                  <c:v>0.32339999999999702</c:v>
                </c:pt>
                <c:pt idx="1617">
                  <c:v>0.323599999999997</c:v>
                </c:pt>
                <c:pt idx="1618">
                  <c:v>0.32379999999999698</c:v>
                </c:pt>
                <c:pt idx="1619">
                  <c:v>0.32399999999999701</c:v>
                </c:pt>
                <c:pt idx="1620">
                  <c:v>0.32419999999999699</c:v>
                </c:pt>
                <c:pt idx="1621">
                  <c:v>0.32439999999999702</c:v>
                </c:pt>
                <c:pt idx="1622">
                  <c:v>0.324599999999997</c:v>
                </c:pt>
                <c:pt idx="1623">
                  <c:v>0.32479999999999698</c:v>
                </c:pt>
                <c:pt idx="1624">
                  <c:v>0.32499999999999701</c:v>
                </c:pt>
                <c:pt idx="1625">
                  <c:v>0.32519999999999699</c:v>
                </c:pt>
                <c:pt idx="1626">
                  <c:v>0.32539999999999702</c:v>
                </c:pt>
                <c:pt idx="1627">
                  <c:v>0.325599999999997</c:v>
                </c:pt>
                <c:pt idx="1628">
                  <c:v>0.32579999999999698</c:v>
                </c:pt>
                <c:pt idx="1629">
                  <c:v>0.32599999999999701</c:v>
                </c:pt>
                <c:pt idx="1630">
                  <c:v>0.32619999999999699</c:v>
                </c:pt>
                <c:pt idx="1631">
                  <c:v>0.32639999999999703</c:v>
                </c:pt>
                <c:pt idx="1632">
                  <c:v>0.326599999999997</c:v>
                </c:pt>
                <c:pt idx="1633">
                  <c:v>0.32679999999999698</c:v>
                </c:pt>
                <c:pt idx="1634">
                  <c:v>0.32699999999999702</c:v>
                </c:pt>
                <c:pt idx="1635">
                  <c:v>0.32719999999999699</c:v>
                </c:pt>
                <c:pt idx="1636">
                  <c:v>0.32739999999999703</c:v>
                </c:pt>
                <c:pt idx="1637">
                  <c:v>0.327599999999997</c:v>
                </c:pt>
                <c:pt idx="1638">
                  <c:v>0.32779999999999698</c:v>
                </c:pt>
                <c:pt idx="1639">
                  <c:v>0.32799999999999702</c:v>
                </c:pt>
                <c:pt idx="1640">
                  <c:v>0.32819999999999599</c:v>
                </c:pt>
                <c:pt idx="1641">
                  <c:v>0.32839999999999597</c:v>
                </c:pt>
                <c:pt idx="1642">
                  <c:v>0.32859999999999601</c:v>
                </c:pt>
                <c:pt idx="1643">
                  <c:v>0.32879999999999598</c:v>
                </c:pt>
                <c:pt idx="1644">
                  <c:v>0.32899999999999602</c:v>
                </c:pt>
                <c:pt idx="1645">
                  <c:v>0.329199999999996</c:v>
                </c:pt>
                <c:pt idx="1646">
                  <c:v>0.32939999999999597</c:v>
                </c:pt>
                <c:pt idx="1647">
                  <c:v>0.32959999999999601</c:v>
                </c:pt>
                <c:pt idx="1648">
                  <c:v>0.32979999999999599</c:v>
                </c:pt>
                <c:pt idx="1649">
                  <c:v>0.32999999999999602</c:v>
                </c:pt>
                <c:pt idx="1650">
                  <c:v>0.330199999999996</c:v>
                </c:pt>
                <c:pt idx="1651">
                  <c:v>0.33039999999999597</c:v>
                </c:pt>
                <c:pt idx="1652">
                  <c:v>0.33059999999999601</c:v>
                </c:pt>
                <c:pt idx="1653">
                  <c:v>0.33079999999999599</c:v>
                </c:pt>
                <c:pt idx="1654">
                  <c:v>0.33099999999999602</c:v>
                </c:pt>
                <c:pt idx="1655">
                  <c:v>0.331199999999996</c:v>
                </c:pt>
                <c:pt idx="1656">
                  <c:v>0.33139999999999598</c:v>
                </c:pt>
                <c:pt idx="1657">
                  <c:v>0.33159999999999601</c:v>
                </c:pt>
                <c:pt idx="1658">
                  <c:v>0.33179999999999599</c:v>
                </c:pt>
                <c:pt idx="1659">
                  <c:v>0.33199999999999602</c:v>
                </c:pt>
                <c:pt idx="1660">
                  <c:v>0.332199999999996</c:v>
                </c:pt>
                <c:pt idx="1661">
                  <c:v>0.33239999999999598</c:v>
                </c:pt>
                <c:pt idx="1662">
                  <c:v>0.33259999999999601</c:v>
                </c:pt>
                <c:pt idx="1663">
                  <c:v>0.33279999999999599</c:v>
                </c:pt>
                <c:pt idx="1664">
                  <c:v>0.33299999999999602</c:v>
                </c:pt>
                <c:pt idx="1665">
                  <c:v>0.333199999999996</c:v>
                </c:pt>
                <c:pt idx="1666">
                  <c:v>0.33339999999999598</c:v>
                </c:pt>
                <c:pt idx="1667">
                  <c:v>0.33359999999999601</c:v>
                </c:pt>
                <c:pt idx="1668">
                  <c:v>0.33379999999999599</c:v>
                </c:pt>
                <c:pt idx="1669">
                  <c:v>0.33399999999999602</c:v>
                </c:pt>
                <c:pt idx="1670">
                  <c:v>0.334199999999996</c:v>
                </c:pt>
                <c:pt idx="1671">
                  <c:v>0.33439999999999598</c:v>
                </c:pt>
                <c:pt idx="1672">
                  <c:v>0.33459999999999601</c:v>
                </c:pt>
                <c:pt idx="1673">
                  <c:v>0.33479999999999599</c:v>
                </c:pt>
                <c:pt idx="1674">
                  <c:v>0.33499999999999602</c:v>
                </c:pt>
                <c:pt idx="1675">
                  <c:v>0.335199999999996</c:v>
                </c:pt>
                <c:pt idx="1676">
                  <c:v>0.33539999999999598</c:v>
                </c:pt>
                <c:pt idx="1677">
                  <c:v>0.33559999999999601</c:v>
                </c:pt>
                <c:pt idx="1678">
                  <c:v>0.33579999999999599</c:v>
                </c:pt>
                <c:pt idx="1679">
                  <c:v>0.33599999999999602</c:v>
                </c:pt>
                <c:pt idx="1680">
                  <c:v>0.336199999999996</c:v>
                </c:pt>
                <c:pt idx="1681">
                  <c:v>0.33639999999999598</c:v>
                </c:pt>
                <c:pt idx="1682">
                  <c:v>0.33659999999999601</c:v>
                </c:pt>
                <c:pt idx="1683">
                  <c:v>0.33679999999999599</c:v>
                </c:pt>
                <c:pt idx="1684">
                  <c:v>0.33699999999999602</c:v>
                </c:pt>
                <c:pt idx="1685">
                  <c:v>0.337199999999996</c:v>
                </c:pt>
                <c:pt idx="1686">
                  <c:v>0.33739999999999498</c:v>
                </c:pt>
                <c:pt idx="1687">
                  <c:v>0.33759999999999502</c:v>
                </c:pt>
                <c:pt idx="1688">
                  <c:v>0.33779999999999499</c:v>
                </c:pt>
                <c:pt idx="1689">
                  <c:v>0.33799999999999503</c:v>
                </c:pt>
                <c:pt idx="1690">
                  <c:v>0.338199999999995</c:v>
                </c:pt>
                <c:pt idx="1691">
                  <c:v>0.33839999999999498</c:v>
                </c:pt>
                <c:pt idx="1692">
                  <c:v>0.33859999999999502</c:v>
                </c:pt>
                <c:pt idx="1693">
                  <c:v>0.33879999999999499</c:v>
                </c:pt>
                <c:pt idx="1694">
                  <c:v>0.33899999999999503</c:v>
                </c:pt>
                <c:pt idx="1695">
                  <c:v>0.33919999999999501</c:v>
                </c:pt>
                <c:pt idx="1696">
                  <c:v>0.33939999999999498</c:v>
                </c:pt>
                <c:pt idx="1697">
                  <c:v>0.33959999999999502</c:v>
                </c:pt>
                <c:pt idx="1698">
                  <c:v>0.33979999999999499</c:v>
                </c:pt>
                <c:pt idx="1699">
                  <c:v>0.33999999999999497</c:v>
                </c:pt>
                <c:pt idx="1700">
                  <c:v>0.34019999999999501</c:v>
                </c:pt>
                <c:pt idx="1701">
                  <c:v>0.34039999999999498</c:v>
                </c:pt>
                <c:pt idx="1702">
                  <c:v>0.34059999999999502</c:v>
                </c:pt>
                <c:pt idx="1703">
                  <c:v>0.340799999999995</c:v>
                </c:pt>
                <c:pt idx="1704">
                  <c:v>0.34099999999999497</c:v>
                </c:pt>
                <c:pt idx="1705">
                  <c:v>0.34119999999999501</c:v>
                </c:pt>
                <c:pt idx="1706">
                  <c:v>0.34139999999999499</c:v>
                </c:pt>
                <c:pt idx="1707">
                  <c:v>0.34159999999999502</c:v>
                </c:pt>
                <c:pt idx="1708">
                  <c:v>0.341799999999995</c:v>
                </c:pt>
                <c:pt idx="1709">
                  <c:v>0.34199999999999497</c:v>
                </c:pt>
                <c:pt idx="1710">
                  <c:v>0.34219999999999501</c:v>
                </c:pt>
                <c:pt idx="1711">
                  <c:v>0.34239999999999499</c:v>
                </c:pt>
                <c:pt idx="1712">
                  <c:v>0.34259999999999502</c:v>
                </c:pt>
                <c:pt idx="1713">
                  <c:v>0.342799999999995</c:v>
                </c:pt>
                <c:pt idx="1714">
                  <c:v>0.34299999999999498</c:v>
                </c:pt>
                <c:pt idx="1715">
                  <c:v>0.34319999999999501</c:v>
                </c:pt>
                <c:pt idx="1716">
                  <c:v>0.34339999999999499</c:v>
                </c:pt>
                <c:pt idx="1717">
                  <c:v>0.34359999999999502</c:v>
                </c:pt>
                <c:pt idx="1718">
                  <c:v>0.343799999999995</c:v>
                </c:pt>
                <c:pt idx="1719">
                  <c:v>0.34399999999999498</c:v>
                </c:pt>
                <c:pt idx="1720">
                  <c:v>0.34419999999999501</c:v>
                </c:pt>
                <c:pt idx="1721">
                  <c:v>0.34439999999999499</c:v>
                </c:pt>
                <c:pt idx="1722">
                  <c:v>0.34459999999999502</c:v>
                </c:pt>
                <c:pt idx="1723">
                  <c:v>0.344799999999995</c:v>
                </c:pt>
                <c:pt idx="1724">
                  <c:v>0.34499999999999498</c:v>
                </c:pt>
                <c:pt idx="1725">
                  <c:v>0.34519999999999501</c:v>
                </c:pt>
                <c:pt idx="1726">
                  <c:v>0.34539999999999499</c:v>
                </c:pt>
                <c:pt idx="1727">
                  <c:v>0.34559999999999502</c:v>
                </c:pt>
                <c:pt idx="1728">
                  <c:v>0.345799999999995</c:v>
                </c:pt>
                <c:pt idx="1729">
                  <c:v>0.34599999999999498</c:v>
                </c:pt>
                <c:pt idx="1730">
                  <c:v>0.34619999999999501</c:v>
                </c:pt>
                <c:pt idx="1731">
                  <c:v>0.34639999999999399</c:v>
                </c:pt>
                <c:pt idx="1732">
                  <c:v>0.34659999999999402</c:v>
                </c:pt>
                <c:pt idx="1733">
                  <c:v>0.346799999999994</c:v>
                </c:pt>
                <c:pt idx="1734">
                  <c:v>0.34699999999999398</c:v>
                </c:pt>
                <c:pt idx="1735">
                  <c:v>0.34719999999999401</c:v>
                </c:pt>
                <c:pt idx="1736">
                  <c:v>0.34739999999999399</c:v>
                </c:pt>
                <c:pt idx="1737">
                  <c:v>0.34759999999999402</c:v>
                </c:pt>
                <c:pt idx="1738">
                  <c:v>0.347799999999994</c:v>
                </c:pt>
                <c:pt idx="1739">
                  <c:v>0.34799999999999398</c:v>
                </c:pt>
                <c:pt idx="1740">
                  <c:v>0.34819999999999401</c:v>
                </c:pt>
                <c:pt idx="1741">
                  <c:v>0.34839999999999399</c:v>
                </c:pt>
                <c:pt idx="1742">
                  <c:v>0.34859999999999403</c:v>
                </c:pt>
                <c:pt idx="1743">
                  <c:v>0.348799999999994</c:v>
                </c:pt>
                <c:pt idx="1744">
                  <c:v>0.34899999999999398</c:v>
                </c:pt>
                <c:pt idx="1745">
                  <c:v>0.34919999999999402</c:v>
                </c:pt>
                <c:pt idx="1746">
                  <c:v>0.34939999999999399</c:v>
                </c:pt>
                <c:pt idx="1747">
                  <c:v>0.34959999999999403</c:v>
                </c:pt>
                <c:pt idx="1748">
                  <c:v>0.349799999999994</c:v>
                </c:pt>
                <c:pt idx="1749">
                  <c:v>0.34999999999999398</c:v>
                </c:pt>
                <c:pt idx="1750">
                  <c:v>0.35019999999999402</c:v>
                </c:pt>
                <c:pt idx="1751">
                  <c:v>0.35039999999999399</c:v>
                </c:pt>
                <c:pt idx="1752">
                  <c:v>0.35059999999999403</c:v>
                </c:pt>
                <c:pt idx="1753">
                  <c:v>0.35079999999999401</c:v>
                </c:pt>
                <c:pt idx="1754">
                  <c:v>0.35099999999999398</c:v>
                </c:pt>
                <c:pt idx="1755">
                  <c:v>0.35119999999999402</c:v>
                </c:pt>
                <c:pt idx="1756">
                  <c:v>0.35139999999999399</c:v>
                </c:pt>
                <c:pt idx="1757">
                  <c:v>0.35159999999999397</c:v>
                </c:pt>
                <c:pt idx="1758">
                  <c:v>0.35179999999999401</c:v>
                </c:pt>
                <c:pt idx="1759">
                  <c:v>0.35199999999999398</c:v>
                </c:pt>
                <c:pt idx="1760">
                  <c:v>0.35219999999999402</c:v>
                </c:pt>
                <c:pt idx="1761">
                  <c:v>0.352399999999994</c:v>
                </c:pt>
                <c:pt idx="1762">
                  <c:v>0.35259999999999397</c:v>
                </c:pt>
                <c:pt idx="1763">
                  <c:v>0.35279999999999401</c:v>
                </c:pt>
                <c:pt idx="1764">
                  <c:v>0.35299999999999399</c:v>
                </c:pt>
                <c:pt idx="1765">
                  <c:v>0.35319999999999402</c:v>
                </c:pt>
                <c:pt idx="1766">
                  <c:v>0.353399999999994</c:v>
                </c:pt>
                <c:pt idx="1767">
                  <c:v>0.35359999999999397</c:v>
                </c:pt>
                <c:pt idx="1768">
                  <c:v>0.35379999999999401</c:v>
                </c:pt>
                <c:pt idx="1769">
                  <c:v>0.35399999999999399</c:v>
                </c:pt>
                <c:pt idx="1770">
                  <c:v>0.35419999999999402</c:v>
                </c:pt>
                <c:pt idx="1771">
                  <c:v>0.354399999999994</c:v>
                </c:pt>
                <c:pt idx="1772">
                  <c:v>0.35459999999999398</c:v>
                </c:pt>
                <c:pt idx="1773">
                  <c:v>0.35479999999999401</c:v>
                </c:pt>
                <c:pt idx="1774">
                  <c:v>0.35499999999999399</c:v>
                </c:pt>
                <c:pt idx="1775">
                  <c:v>0.35519999999999402</c:v>
                </c:pt>
                <c:pt idx="1776">
                  <c:v>0.355399999999993</c:v>
                </c:pt>
                <c:pt idx="1777">
                  <c:v>0.35559999999999298</c:v>
                </c:pt>
                <c:pt idx="1778">
                  <c:v>0.35579999999999301</c:v>
                </c:pt>
                <c:pt idx="1779">
                  <c:v>0.35599999999999299</c:v>
                </c:pt>
                <c:pt idx="1780">
                  <c:v>0.35619999999999302</c:v>
                </c:pt>
                <c:pt idx="1781">
                  <c:v>0.356399999999993</c:v>
                </c:pt>
                <c:pt idx="1782">
                  <c:v>0.35659999999999298</c:v>
                </c:pt>
                <c:pt idx="1783">
                  <c:v>0.35679999999999301</c:v>
                </c:pt>
                <c:pt idx="1784">
                  <c:v>0.35699999999999299</c:v>
                </c:pt>
                <c:pt idx="1785">
                  <c:v>0.35719999999999302</c:v>
                </c:pt>
                <c:pt idx="1786">
                  <c:v>0.357399999999993</c:v>
                </c:pt>
                <c:pt idx="1787">
                  <c:v>0.35759999999999298</c:v>
                </c:pt>
                <c:pt idx="1788">
                  <c:v>0.35779999999999301</c:v>
                </c:pt>
                <c:pt idx="1789">
                  <c:v>0.35799999999999299</c:v>
                </c:pt>
                <c:pt idx="1790">
                  <c:v>0.35819999999999302</c:v>
                </c:pt>
                <c:pt idx="1791">
                  <c:v>0.358399999999993</c:v>
                </c:pt>
                <c:pt idx="1792">
                  <c:v>0.35859999999999298</c:v>
                </c:pt>
                <c:pt idx="1793">
                  <c:v>0.35879999999999301</c:v>
                </c:pt>
                <c:pt idx="1794">
                  <c:v>0.35899999999999299</c:v>
                </c:pt>
                <c:pt idx="1795">
                  <c:v>0.35919999999999302</c:v>
                </c:pt>
                <c:pt idx="1796">
                  <c:v>0.359399999999993</c:v>
                </c:pt>
                <c:pt idx="1797">
                  <c:v>0.35959999999999298</c:v>
                </c:pt>
                <c:pt idx="1798">
                  <c:v>0.35979999999999301</c:v>
                </c:pt>
                <c:pt idx="1799">
                  <c:v>0.35999999999999299</c:v>
                </c:pt>
                <c:pt idx="1800">
                  <c:v>0.36019999999999303</c:v>
                </c:pt>
                <c:pt idx="1801">
                  <c:v>0.360399999999993</c:v>
                </c:pt>
                <c:pt idx="1802">
                  <c:v>0.36059999999999298</c:v>
                </c:pt>
                <c:pt idx="1803">
                  <c:v>0.36079999999999302</c:v>
                </c:pt>
                <c:pt idx="1804">
                  <c:v>0.36099999999999299</c:v>
                </c:pt>
                <c:pt idx="1805">
                  <c:v>0.36119999999999303</c:v>
                </c:pt>
                <c:pt idx="1806">
                  <c:v>0.361399999999993</c:v>
                </c:pt>
                <c:pt idx="1807">
                  <c:v>0.36159999999999298</c:v>
                </c:pt>
                <c:pt idx="1808">
                  <c:v>0.36179999999999302</c:v>
                </c:pt>
                <c:pt idx="1809">
                  <c:v>0.36199999999999299</c:v>
                </c:pt>
                <c:pt idx="1810">
                  <c:v>0.36219999999999303</c:v>
                </c:pt>
                <c:pt idx="1811">
                  <c:v>0.36239999999999301</c:v>
                </c:pt>
                <c:pt idx="1812">
                  <c:v>0.36259999999999298</c:v>
                </c:pt>
                <c:pt idx="1813">
                  <c:v>0.36279999999999302</c:v>
                </c:pt>
                <c:pt idx="1814">
                  <c:v>0.36299999999999299</c:v>
                </c:pt>
                <c:pt idx="1815">
                  <c:v>0.36319999999999297</c:v>
                </c:pt>
                <c:pt idx="1816">
                  <c:v>0.36339999999999301</c:v>
                </c:pt>
                <c:pt idx="1817">
                  <c:v>0.36359999999999298</c:v>
                </c:pt>
                <c:pt idx="1818">
                  <c:v>0.36379999999999302</c:v>
                </c:pt>
                <c:pt idx="1819">
                  <c:v>0.363999999999993</c:v>
                </c:pt>
                <c:pt idx="1820">
                  <c:v>0.36419999999999297</c:v>
                </c:pt>
                <c:pt idx="1821">
                  <c:v>0.36439999999999301</c:v>
                </c:pt>
                <c:pt idx="1822">
                  <c:v>0.36459999999999199</c:v>
                </c:pt>
                <c:pt idx="1823">
                  <c:v>0.36479999999999202</c:v>
                </c:pt>
                <c:pt idx="1824">
                  <c:v>0.364999999999992</c:v>
                </c:pt>
                <c:pt idx="1825">
                  <c:v>0.36519999999999198</c:v>
                </c:pt>
                <c:pt idx="1826">
                  <c:v>0.36539999999999201</c:v>
                </c:pt>
                <c:pt idx="1827">
                  <c:v>0.36559999999999199</c:v>
                </c:pt>
                <c:pt idx="1828">
                  <c:v>0.36579999999999202</c:v>
                </c:pt>
                <c:pt idx="1829">
                  <c:v>0.365999999999992</c:v>
                </c:pt>
                <c:pt idx="1830">
                  <c:v>0.36619999999999198</c:v>
                </c:pt>
                <c:pt idx="1831">
                  <c:v>0.36639999999999201</c:v>
                </c:pt>
                <c:pt idx="1832">
                  <c:v>0.36659999999999199</c:v>
                </c:pt>
                <c:pt idx="1833">
                  <c:v>0.36679999999999202</c:v>
                </c:pt>
                <c:pt idx="1834">
                  <c:v>0.366999999999992</c:v>
                </c:pt>
                <c:pt idx="1835">
                  <c:v>0.36719999999999198</c:v>
                </c:pt>
                <c:pt idx="1836">
                  <c:v>0.36739999999999201</c:v>
                </c:pt>
                <c:pt idx="1837">
                  <c:v>0.36759999999999199</c:v>
                </c:pt>
                <c:pt idx="1838">
                  <c:v>0.36779999999999202</c:v>
                </c:pt>
                <c:pt idx="1839">
                  <c:v>0.367999999999992</c:v>
                </c:pt>
                <c:pt idx="1840">
                  <c:v>0.36819999999999198</c:v>
                </c:pt>
                <c:pt idx="1841">
                  <c:v>0.36839999999999201</c:v>
                </c:pt>
                <c:pt idx="1842">
                  <c:v>0.36859999999999199</c:v>
                </c:pt>
                <c:pt idx="1843">
                  <c:v>0.36879999999999202</c:v>
                </c:pt>
                <c:pt idx="1844">
                  <c:v>0.368999999999992</c:v>
                </c:pt>
                <c:pt idx="1845">
                  <c:v>0.36919999999999198</c:v>
                </c:pt>
                <c:pt idx="1846">
                  <c:v>0.36939999999999201</c:v>
                </c:pt>
                <c:pt idx="1847">
                  <c:v>0.36959999999999199</c:v>
                </c:pt>
                <c:pt idx="1848">
                  <c:v>0.36979999999999202</c:v>
                </c:pt>
                <c:pt idx="1849">
                  <c:v>0.369999999999992</c:v>
                </c:pt>
                <c:pt idx="1850">
                  <c:v>0.37019999999999198</c:v>
                </c:pt>
                <c:pt idx="1851">
                  <c:v>0.37039999999999201</c:v>
                </c:pt>
                <c:pt idx="1852">
                  <c:v>0.37059999999999199</c:v>
                </c:pt>
                <c:pt idx="1853">
                  <c:v>0.37079999999999202</c:v>
                </c:pt>
                <c:pt idx="1854">
                  <c:v>0.370999999999992</c:v>
                </c:pt>
                <c:pt idx="1855">
                  <c:v>0.37119999999999198</c:v>
                </c:pt>
                <c:pt idx="1856">
                  <c:v>0.37139999999999201</c:v>
                </c:pt>
                <c:pt idx="1857">
                  <c:v>0.37159999999999199</c:v>
                </c:pt>
                <c:pt idx="1858">
                  <c:v>0.37179999999999203</c:v>
                </c:pt>
                <c:pt idx="1859">
                  <c:v>0.371999999999992</c:v>
                </c:pt>
                <c:pt idx="1860">
                  <c:v>0.37219999999999198</c:v>
                </c:pt>
                <c:pt idx="1861">
                  <c:v>0.37239999999999202</c:v>
                </c:pt>
                <c:pt idx="1862">
                  <c:v>0.37259999999999199</c:v>
                </c:pt>
                <c:pt idx="1863">
                  <c:v>0.37279999999999203</c:v>
                </c:pt>
                <c:pt idx="1864">
                  <c:v>0.372999999999992</c:v>
                </c:pt>
                <c:pt idx="1865">
                  <c:v>0.37319999999999198</c:v>
                </c:pt>
                <c:pt idx="1866">
                  <c:v>0.37339999999999202</c:v>
                </c:pt>
                <c:pt idx="1867">
                  <c:v>0.37359999999999099</c:v>
                </c:pt>
                <c:pt idx="1868">
                  <c:v>0.37379999999999097</c:v>
                </c:pt>
                <c:pt idx="1869">
                  <c:v>0.37399999999999101</c:v>
                </c:pt>
                <c:pt idx="1870">
                  <c:v>0.37419999999999098</c:v>
                </c:pt>
                <c:pt idx="1871">
                  <c:v>0.37439999999999102</c:v>
                </c:pt>
                <c:pt idx="1872">
                  <c:v>0.374599999999991</c:v>
                </c:pt>
                <c:pt idx="1873">
                  <c:v>0.37479999999999097</c:v>
                </c:pt>
                <c:pt idx="1874">
                  <c:v>0.37499999999999101</c:v>
                </c:pt>
                <c:pt idx="1875">
                  <c:v>0.37519999999999099</c:v>
                </c:pt>
                <c:pt idx="1876">
                  <c:v>0.37539999999999102</c:v>
                </c:pt>
                <c:pt idx="1877">
                  <c:v>0.375599999999991</c:v>
                </c:pt>
                <c:pt idx="1878">
                  <c:v>0.37579999999999097</c:v>
                </c:pt>
                <c:pt idx="1879">
                  <c:v>0.37599999999999101</c:v>
                </c:pt>
                <c:pt idx="1880">
                  <c:v>0.37619999999999099</c:v>
                </c:pt>
                <c:pt idx="1881">
                  <c:v>0.37639999999999102</c:v>
                </c:pt>
                <c:pt idx="1882">
                  <c:v>0.376599999999991</c:v>
                </c:pt>
                <c:pt idx="1883">
                  <c:v>0.37679999999999098</c:v>
                </c:pt>
                <c:pt idx="1884">
                  <c:v>0.37699999999999101</c:v>
                </c:pt>
                <c:pt idx="1885">
                  <c:v>0.37719999999999099</c:v>
                </c:pt>
                <c:pt idx="1886">
                  <c:v>0.37739999999999102</c:v>
                </c:pt>
                <c:pt idx="1887">
                  <c:v>0.377599999999991</c:v>
                </c:pt>
                <c:pt idx="1888">
                  <c:v>0.37779999999999098</c:v>
                </c:pt>
                <c:pt idx="1889">
                  <c:v>0.37799999999999101</c:v>
                </c:pt>
                <c:pt idx="1890">
                  <c:v>0.37819999999999099</c:v>
                </c:pt>
                <c:pt idx="1891">
                  <c:v>0.37839999999999102</c:v>
                </c:pt>
                <c:pt idx="1892">
                  <c:v>0.378599999999991</c:v>
                </c:pt>
                <c:pt idx="1893">
                  <c:v>0.37879999999999098</c:v>
                </c:pt>
                <c:pt idx="1894">
                  <c:v>0.37899999999999101</c:v>
                </c:pt>
                <c:pt idx="1895">
                  <c:v>0.37919999999999099</c:v>
                </c:pt>
                <c:pt idx="1896">
                  <c:v>0.37939999999999102</c:v>
                </c:pt>
                <c:pt idx="1897">
                  <c:v>0.379599999999991</c:v>
                </c:pt>
                <c:pt idx="1898">
                  <c:v>0.37979999999999098</c:v>
                </c:pt>
                <c:pt idx="1899">
                  <c:v>0.37999999999999101</c:v>
                </c:pt>
                <c:pt idx="1900">
                  <c:v>0.38019999999999099</c:v>
                </c:pt>
                <c:pt idx="1901">
                  <c:v>0.38039999999999102</c:v>
                </c:pt>
                <c:pt idx="1902">
                  <c:v>0.380599999999991</c:v>
                </c:pt>
                <c:pt idx="1903">
                  <c:v>0.38079999999999098</c:v>
                </c:pt>
                <c:pt idx="1904">
                  <c:v>0.38099999999999101</c:v>
                </c:pt>
                <c:pt idx="1905">
                  <c:v>0.38119999999999099</c:v>
                </c:pt>
                <c:pt idx="1906">
                  <c:v>0.38139999999999102</c:v>
                </c:pt>
                <c:pt idx="1907">
                  <c:v>0.381599999999991</c:v>
                </c:pt>
                <c:pt idx="1908">
                  <c:v>0.38179999999999098</c:v>
                </c:pt>
                <c:pt idx="1909">
                  <c:v>0.38199999999999101</c:v>
                </c:pt>
                <c:pt idx="1910">
                  <c:v>0.38219999999999099</c:v>
                </c:pt>
                <c:pt idx="1911">
                  <c:v>0.38239999999999102</c:v>
                </c:pt>
                <c:pt idx="1912">
                  <c:v>0.382599999999991</c:v>
                </c:pt>
                <c:pt idx="1913">
                  <c:v>0.38279999999998998</c:v>
                </c:pt>
                <c:pt idx="1914">
                  <c:v>0.38299999999999002</c:v>
                </c:pt>
                <c:pt idx="1915">
                  <c:v>0.38319999999998999</c:v>
                </c:pt>
                <c:pt idx="1916">
                  <c:v>0.38339999999999003</c:v>
                </c:pt>
                <c:pt idx="1917">
                  <c:v>0.38359999999999</c:v>
                </c:pt>
                <c:pt idx="1918">
                  <c:v>0.38379999999998998</c:v>
                </c:pt>
                <c:pt idx="1919">
                  <c:v>0.38399999999999002</c:v>
                </c:pt>
                <c:pt idx="1920">
                  <c:v>0.38419999999998999</c:v>
                </c:pt>
                <c:pt idx="1921">
                  <c:v>0.38439999999999003</c:v>
                </c:pt>
                <c:pt idx="1922">
                  <c:v>0.38459999999999001</c:v>
                </c:pt>
                <c:pt idx="1923">
                  <c:v>0.38479999999998998</c:v>
                </c:pt>
                <c:pt idx="1924">
                  <c:v>0.38499999999999002</c:v>
                </c:pt>
                <c:pt idx="1925">
                  <c:v>0.38519999999998999</c:v>
                </c:pt>
                <c:pt idx="1926">
                  <c:v>0.38539999999998997</c:v>
                </c:pt>
                <c:pt idx="1927">
                  <c:v>0.38559999999999001</c:v>
                </c:pt>
                <c:pt idx="1928">
                  <c:v>0.38579999999998998</c:v>
                </c:pt>
                <c:pt idx="1929">
                  <c:v>0.38599999999999002</c:v>
                </c:pt>
                <c:pt idx="1930">
                  <c:v>0.38619999999999</c:v>
                </c:pt>
                <c:pt idx="1931">
                  <c:v>0.38639999999998997</c:v>
                </c:pt>
                <c:pt idx="1932">
                  <c:v>0.38659999999999001</c:v>
                </c:pt>
                <c:pt idx="1933">
                  <c:v>0.38679999999998999</c:v>
                </c:pt>
                <c:pt idx="1934">
                  <c:v>0.38699999999999002</c:v>
                </c:pt>
                <c:pt idx="1935">
                  <c:v>0.38719999999999</c:v>
                </c:pt>
                <c:pt idx="1936">
                  <c:v>0.38739999999998997</c:v>
                </c:pt>
                <c:pt idx="1937">
                  <c:v>0.38759999999999001</c:v>
                </c:pt>
                <c:pt idx="1938">
                  <c:v>0.38779999999998999</c:v>
                </c:pt>
                <c:pt idx="1939">
                  <c:v>0.38799999999999002</c:v>
                </c:pt>
                <c:pt idx="1940">
                  <c:v>0.38819999999999</c:v>
                </c:pt>
                <c:pt idx="1941">
                  <c:v>0.38839999999998998</c:v>
                </c:pt>
                <c:pt idx="1942">
                  <c:v>0.38859999999999001</c:v>
                </c:pt>
                <c:pt idx="1943">
                  <c:v>0.38879999999998999</c:v>
                </c:pt>
                <c:pt idx="1944">
                  <c:v>0.38899999999999002</c:v>
                </c:pt>
                <c:pt idx="1945">
                  <c:v>0.38919999999999</c:v>
                </c:pt>
                <c:pt idx="1946">
                  <c:v>0.38939999999998998</c:v>
                </c:pt>
                <c:pt idx="1947">
                  <c:v>0.38959999999999001</c:v>
                </c:pt>
                <c:pt idx="1948">
                  <c:v>0.38979999999998999</c:v>
                </c:pt>
                <c:pt idx="1949">
                  <c:v>0.38999999999999002</c:v>
                </c:pt>
                <c:pt idx="1950">
                  <c:v>0.39019999999999</c:v>
                </c:pt>
                <c:pt idx="1951">
                  <c:v>0.39039999999998998</c:v>
                </c:pt>
                <c:pt idx="1952">
                  <c:v>0.39059999999999001</c:v>
                </c:pt>
                <c:pt idx="1953">
                  <c:v>0.39079999999998999</c:v>
                </c:pt>
                <c:pt idx="1954">
                  <c:v>0.39099999999999002</c:v>
                </c:pt>
                <c:pt idx="1955">
                  <c:v>0.39119999999999</c:v>
                </c:pt>
                <c:pt idx="1956">
                  <c:v>0.39139999999998998</c:v>
                </c:pt>
                <c:pt idx="1957">
                  <c:v>0.39159999999999001</c:v>
                </c:pt>
                <c:pt idx="1958">
                  <c:v>0.39179999999998899</c:v>
                </c:pt>
                <c:pt idx="1959">
                  <c:v>0.39199999999998902</c:v>
                </c:pt>
                <c:pt idx="1960">
                  <c:v>0.392199999999989</c:v>
                </c:pt>
                <c:pt idx="1961">
                  <c:v>0.39239999999998898</c:v>
                </c:pt>
                <c:pt idx="1962">
                  <c:v>0.39259999999998901</c:v>
                </c:pt>
                <c:pt idx="1963">
                  <c:v>0.39279999999998899</c:v>
                </c:pt>
                <c:pt idx="1964">
                  <c:v>0.39299999999998902</c:v>
                </c:pt>
                <c:pt idx="1965">
                  <c:v>0.393199999999989</c:v>
                </c:pt>
                <c:pt idx="1966">
                  <c:v>0.39339999999998898</c:v>
                </c:pt>
                <c:pt idx="1967">
                  <c:v>0.39359999999998901</c:v>
                </c:pt>
                <c:pt idx="1968">
                  <c:v>0.39379999999998899</c:v>
                </c:pt>
                <c:pt idx="1969">
                  <c:v>0.39399999999998903</c:v>
                </c:pt>
                <c:pt idx="1970">
                  <c:v>0.394199999999989</c:v>
                </c:pt>
                <c:pt idx="1971">
                  <c:v>0.39439999999998898</c:v>
                </c:pt>
                <c:pt idx="1972">
                  <c:v>0.39459999999998902</c:v>
                </c:pt>
                <c:pt idx="1973">
                  <c:v>0.39479999999998899</c:v>
                </c:pt>
                <c:pt idx="1974">
                  <c:v>0.39499999999998903</c:v>
                </c:pt>
                <c:pt idx="1975">
                  <c:v>0.395199999999989</c:v>
                </c:pt>
                <c:pt idx="1976">
                  <c:v>0.39539999999998898</c:v>
                </c:pt>
                <c:pt idx="1977">
                  <c:v>0.39559999999998902</c:v>
                </c:pt>
                <c:pt idx="1978">
                  <c:v>0.39579999999998899</c:v>
                </c:pt>
                <c:pt idx="1979">
                  <c:v>0.39599999999998903</c:v>
                </c:pt>
                <c:pt idx="1980">
                  <c:v>0.39619999999998901</c:v>
                </c:pt>
                <c:pt idx="1981">
                  <c:v>0.39639999999998898</c:v>
                </c:pt>
                <c:pt idx="1982">
                  <c:v>0.39659999999998902</c:v>
                </c:pt>
                <c:pt idx="1983">
                  <c:v>0.39679999999998899</c:v>
                </c:pt>
                <c:pt idx="1984">
                  <c:v>0.39699999999998897</c:v>
                </c:pt>
                <c:pt idx="1985">
                  <c:v>0.39719999999998901</c:v>
                </c:pt>
                <c:pt idx="1986">
                  <c:v>0.39739999999998898</c:v>
                </c:pt>
                <c:pt idx="1987">
                  <c:v>0.39759999999998902</c:v>
                </c:pt>
                <c:pt idx="1988">
                  <c:v>0.397799999999989</c:v>
                </c:pt>
                <c:pt idx="1989">
                  <c:v>0.39799999999998897</c:v>
                </c:pt>
                <c:pt idx="1990">
                  <c:v>0.39819999999998901</c:v>
                </c:pt>
                <c:pt idx="1991">
                  <c:v>0.39839999999998899</c:v>
                </c:pt>
                <c:pt idx="1992">
                  <c:v>0.39859999999998902</c:v>
                </c:pt>
                <c:pt idx="1993">
                  <c:v>0.398799999999989</c:v>
                </c:pt>
                <c:pt idx="1994">
                  <c:v>0.39899999999998897</c:v>
                </c:pt>
                <c:pt idx="1995">
                  <c:v>0.39919999999998901</c:v>
                </c:pt>
                <c:pt idx="1996">
                  <c:v>0.39939999999998899</c:v>
                </c:pt>
                <c:pt idx="1997">
                  <c:v>0.39959999999998902</c:v>
                </c:pt>
                <c:pt idx="1998">
                  <c:v>0.399799999999989</c:v>
                </c:pt>
                <c:pt idx="1999">
                  <c:v>0.39999999999998898</c:v>
                </c:pt>
                <c:pt idx="2000">
                  <c:v>0.40019999999998901</c:v>
                </c:pt>
                <c:pt idx="2001">
                  <c:v>0.40039999999998899</c:v>
                </c:pt>
                <c:pt idx="2002">
                  <c:v>0.40059999999998902</c:v>
                </c:pt>
                <c:pt idx="2003">
                  <c:v>0.400799999999988</c:v>
                </c:pt>
                <c:pt idx="2004">
                  <c:v>0.40099999999998798</c:v>
                </c:pt>
                <c:pt idx="2005">
                  <c:v>0.40119999999998801</c:v>
                </c:pt>
                <c:pt idx="2006">
                  <c:v>0.40139999999998799</c:v>
                </c:pt>
                <c:pt idx="2007">
                  <c:v>0.40159999999998802</c:v>
                </c:pt>
                <c:pt idx="2008">
                  <c:v>0.401799999999988</c:v>
                </c:pt>
                <c:pt idx="2009">
                  <c:v>0.40199999999998798</c:v>
                </c:pt>
                <c:pt idx="2010">
                  <c:v>0.40219999999998801</c:v>
                </c:pt>
                <c:pt idx="2011">
                  <c:v>0.40239999999998799</c:v>
                </c:pt>
                <c:pt idx="2012">
                  <c:v>0.40259999999998802</c:v>
                </c:pt>
                <c:pt idx="2013">
                  <c:v>0.402799999999988</c:v>
                </c:pt>
                <c:pt idx="2014">
                  <c:v>0.40299999999998798</c:v>
                </c:pt>
                <c:pt idx="2015">
                  <c:v>0.40319999999998801</c:v>
                </c:pt>
                <c:pt idx="2016">
                  <c:v>0.40339999999998799</c:v>
                </c:pt>
                <c:pt idx="2017">
                  <c:v>0.40359999999998802</c:v>
                </c:pt>
                <c:pt idx="2018">
                  <c:v>0.403799999999988</c:v>
                </c:pt>
                <c:pt idx="2019">
                  <c:v>0.40399999999998798</c:v>
                </c:pt>
                <c:pt idx="2020">
                  <c:v>0.40419999999998801</c:v>
                </c:pt>
                <c:pt idx="2021">
                  <c:v>0.40439999999998799</c:v>
                </c:pt>
                <c:pt idx="2022">
                  <c:v>0.40459999999998802</c:v>
                </c:pt>
                <c:pt idx="2023">
                  <c:v>0.404799999999988</c:v>
                </c:pt>
                <c:pt idx="2024">
                  <c:v>0.40499999999998798</c:v>
                </c:pt>
                <c:pt idx="2025">
                  <c:v>0.40519999999998801</c:v>
                </c:pt>
                <c:pt idx="2026">
                  <c:v>0.40539999999998799</c:v>
                </c:pt>
                <c:pt idx="2027">
                  <c:v>0.40559999999998803</c:v>
                </c:pt>
                <c:pt idx="2028">
                  <c:v>0.405799999999988</c:v>
                </c:pt>
                <c:pt idx="2029">
                  <c:v>0.40599999999998798</c:v>
                </c:pt>
                <c:pt idx="2030">
                  <c:v>0.40619999999998802</c:v>
                </c:pt>
                <c:pt idx="2031">
                  <c:v>0.40639999999998799</c:v>
                </c:pt>
                <c:pt idx="2032">
                  <c:v>0.40659999999998803</c:v>
                </c:pt>
                <c:pt idx="2033">
                  <c:v>0.406799999999988</c:v>
                </c:pt>
                <c:pt idx="2034">
                  <c:v>0.40699999999998798</c:v>
                </c:pt>
                <c:pt idx="2035">
                  <c:v>0.40719999999998802</c:v>
                </c:pt>
                <c:pt idx="2036">
                  <c:v>0.40739999999998799</c:v>
                </c:pt>
                <c:pt idx="2037">
                  <c:v>0.40759999999998803</c:v>
                </c:pt>
                <c:pt idx="2038">
                  <c:v>0.40779999999998801</c:v>
                </c:pt>
                <c:pt idx="2039">
                  <c:v>0.40799999999998798</c:v>
                </c:pt>
                <c:pt idx="2040">
                  <c:v>0.40819999999998802</c:v>
                </c:pt>
                <c:pt idx="2041">
                  <c:v>0.40839999999998799</c:v>
                </c:pt>
                <c:pt idx="2042">
                  <c:v>0.40859999999998797</c:v>
                </c:pt>
                <c:pt idx="2043">
                  <c:v>0.40879999999998801</c:v>
                </c:pt>
                <c:pt idx="2044">
                  <c:v>0.40899999999998798</c:v>
                </c:pt>
                <c:pt idx="2045">
                  <c:v>0.40919999999998802</c:v>
                </c:pt>
                <c:pt idx="2046">
                  <c:v>0.409399999999988</c:v>
                </c:pt>
                <c:pt idx="2047">
                  <c:v>0.40959999999998797</c:v>
                </c:pt>
                <c:pt idx="2048">
                  <c:v>0.40979999999998801</c:v>
                </c:pt>
                <c:pt idx="2049">
                  <c:v>0.40999999999998699</c:v>
                </c:pt>
                <c:pt idx="2050">
                  <c:v>0.41019999999998702</c:v>
                </c:pt>
                <c:pt idx="2051">
                  <c:v>0.410399999999987</c:v>
                </c:pt>
                <c:pt idx="2052">
                  <c:v>0.41059999999998698</c:v>
                </c:pt>
                <c:pt idx="2053">
                  <c:v>0.41079999999998701</c:v>
                </c:pt>
                <c:pt idx="2054">
                  <c:v>0.41099999999998699</c:v>
                </c:pt>
                <c:pt idx="2055">
                  <c:v>0.41119999999998702</c:v>
                </c:pt>
                <c:pt idx="2056">
                  <c:v>0.411399999999987</c:v>
                </c:pt>
                <c:pt idx="2057">
                  <c:v>0.41159999999998698</c:v>
                </c:pt>
                <c:pt idx="2058">
                  <c:v>0.41179999999998701</c:v>
                </c:pt>
                <c:pt idx="2059">
                  <c:v>0.41199999999998699</c:v>
                </c:pt>
                <c:pt idx="2060">
                  <c:v>0.41219999999998702</c:v>
                </c:pt>
                <c:pt idx="2061">
                  <c:v>0.412399999999987</c:v>
                </c:pt>
                <c:pt idx="2062">
                  <c:v>0.41259999999998698</c:v>
                </c:pt>
                <c:pt idx="2063">
                  <c:v>0.41279999999998701</c:v>
                </c:pt>
                <c:pt idx="2064">
                  <c:v>0.41299999999998699</c:v>
                </c:pt>
                <c:pt idx="2065">
                  <c:v>0.41319999999998702</c:v>
                </c:pt>
                <c:pt idx="2066">
                  <c:v>0.413399999999987</c:v>
                </c:pt>
                <c:pt idx="2067">
                  <c:v>0.41359999999998698</c:v>
                </c:pt>
                <c:pt idx="2068">
                  <c:v>0.41379999999998701</c:v>
                </c:pt>
                <c:pt idx="2069">
                  <c:v>0.41399999999998699</c:v>
                </c:pt>
                <c:pt idx="2070">
                  <c:v>0.41419999999998702</c:v>
                </c:pt>
                <c:pt idx="2071">
                  <c:v>0.414399999999987</c:v>
                </c:pt>
                <c:pt idx="2072">
                  <c:v>0.41459999999998698</c:v>
                </c:pt>
                <c:pt idx="2073">
                  <c:v>0.41479999999998701</c:v>
                </c:pt>
                <c:pt idx="2074">
                  <c:v>0.41499999999998699</c:v>
                </c:pt>
                <c:pt idx="2075">
                  <c:v>0.41519999999998702</c:v>
                </c:pt>
                <c:pt idx="2076">
                  <c:v>0.415399999999987</c:v>
                </c:pt>
                <c:pt idx="2077">
                  <c:v>0.41559999999998698</c:v>
                </c:pt>
                <c:pt idx="2078">
                  <c:v>0.41579999999998701</c:v>
                </c:pt>
                <c:pt idx="2079">
                  <c:v>0.41599999999998699</c:v>
                </c:pt>
                <c:pt idx="2080">
                  <c:v>0.41619999999998702</c:v>
                </c:pt>
                <c:pt idx="2081">
                  <c:v>0.416399999999987</c:v>
                </c:pt>
                <c:pt idx="2082">
                  <c:v>0.41659999999998698</c:v>
                </c:pt>
                <c:pt idx="2083">
                  <c:v>0.41679999999998701</c:v>
                </c:pt>
                <c:pt idx="2084">
                  <c:v>0.41699999999998699</c:v>
                </c:pt>
                <c:pt idx="2085">
                  <c:v>0.41719999999998703</c:v>
                </c:pt>
                <c:pt idx="2086">
                  <c:v>0.417399999999987</c:v>
                </c:pt>
                <c:pt idx="2087">
                  <c:v>0.41759999999998698</c:v>
                </c:pt>
                <c:pt idx="2088">
                  <c:v>0.41779999999998702</c:v>
                </c:pt>
                <c:pt idx="2089">
                  <c:v>0.41799999999998699</c:v>
                </c:pt>
                <c:pt idx="2090">
                  <c:v>0.41819999999998703</c:v>
                </c:pt>
                <c:pt idx="2091">
                  <c:v>0.418399999999987</c:v>
                </c:pt>
                <c:pt idx="2092">
                  <c:v>0.41859999999998698</c:v>
                </c:pt>
                <c:pt idx="2093">
                  <c:v>0.41879999999998702</c:v>
                </c:pt>
                <c:pt idx="2094">
                  <c:v>0.41899999999998599</c:v>
                </c:pt>
                <c:pt idx="2095">
                  <c:v>0.41919999999998597</c:v>
                </c:pt>
                <c:pt idx="2096">
                  <c:v>0.41939999999998601</c:v>
                </c:pt>
                <c:pt idx="2097">
                  <c:v>0.41959999999998598</c:v>
                </c:pt>
                <c:pt idx="2098">
                  <c:v>0.41979999999998602</c:v>
                </c:pt>
                <c:pt idx="2099">
                  <c:v>0.419999999999986</c:v>
                </c:pt>
                <c:pt idx="2100">
                  <c:v>0.42019999999998597</c:v>
                </c:pt>
                <c:pt idx="2101">
                  <c:v>0.42039999999998601</c:v>
                </c:pt>
                <c:pt idx="2102">
                  <c:v>0.42059999999998599</c:v>
                </c:pt>
                <c:pt idx="2103">
                  <c:v>0.42079999999998602</c:v>
                </c:pt>
                <c:pt idx="2104">
                  <c:v>0.420999999999986</c:v>
                </c:pt>
                <c:pt idx="2105">
                  <c:v>0.42119999999998597</c:v>
                </c:pt>
                <c:pt idx="2106">
                  <c:v>0.42139999999998601</c:v>
                </c:pt>
                <c:pt idx="2107">
                  <c:v>0.42159999999998599</c:v>
                </c:pt>
                <c:pt idx="2108">
                  <c:v>0.42179999999998602</c:v>
                </c:pt>
                <c:pt idx="2109">
                  <c:v>0.421999999999986</c:v>
                </c:pt>
                <c:pt idx="2110">
                  <c:v>0.42219999999998598</c:v>
                </c:pt>
                <c:pt idx="2111">
                  <c:v>0.42239999999998601</c:v>
                </c:pt>
                <c:pt idx="2112">
                  <c:v>0.42259999999998599</c:v>
                </c:pt>
                <c:pt idx="2113">
                  <c:v>0.42279999999998602</c:v>
                </c:pt>
                <c:pt idx="2114">
                  <c:v>0.422999999999986</c:v>
                </c:pt>
                <c:pt idx="2115">
                  <c:v>0.42319999999998598</c:v>
                </c:pt>
                <c:pt idx="2116">
                  <c:v>0.42339999999998601</c:v>
                </c:pt>
                <c:pt idx="2117">
                  <c:v>0.42359999999998599</c:v>
                </c:pt>
                <c:pt idx="2118">
                  <c:v>0.42379999999998602</c:v>
                </c:pt>
                <c:pt idx="2119">
                  <c:v>0.423999999999986</c:v>
                </c:pt>
                <c:pt idx="2120">
                  <c:v>0.42419999999998598</c:v>
                </c:pt>
                <c:pt idx="2121">
                  <c:v>0.42439999999998601</c:v>
                </c:pt>
                <c:pt idx="2122">
                  <c:v>0.42459999999998599</c:v>
                </c:pt>
                <c:pt idx="2123">
                  <c:v>0.42479999999998602</c:v>
                </c:pt>
                <c:pt idx="2124">
                  <c:v>0.424999999999986</c:v>
                </c:pt>
                <c:pt idx="2125">
                  <c:v>0.42519999999998598</c:v>
                </c:pt>
                <c:pt idx="2126">
                  <c:v>0.42539999999998601</c:v>
                </c:pt>
                <c:pt idx="2127">
                  <c:v>0.42559999999998599</c:v>
                </c:pt>
                <c:pt idx="2128">
                  <c:v>0.42579999999998602</c:v>
                </c:pt>
                <c:pt idx="2129">
                  <c:v>0.425999999999986</c:v>
                </c:pt>
                <c:pt idx="2130">
                  <c:v>0.42619999999998598</c:v>
                </c:pt>
                <c:pt idx="2131">
                  <c:v>0.42639999999998601</c:v>
                </c:pt>
                <c:pt idx="2132">
                  <c:v>0.42659999999998599</c:v>
                </c:pt>
                <c:pt idx="2133">
                  <c:v>0.42679999999998602</c:v>
                </c:pt>
                <c:pt idx="2134">
                  <c:v>0.426999999999986</c:v>
                </c:pt>
                <c:pt idx="2135">
                  <c:v>0.42719999999998598</c:v>
                </c:pt>
                <c:pt idx="2136">
                  <c:v>0.42739999999998601</c:v>
                </c:pt>
                <c:pt idx="2137">
                  <c:v>0.42759999999998599</c:v>
                </c:pt>
                <c:pt idx="2138">
                  <c:v>0.42779999999998602</c:v>
                </c:pt>
                <c:pt idx="2139">
                  <c:v>0.427999999999986</c:v>
                </c:pt>
                <c:pt idx="2140">
                  <c:v>0.42819999999998498</c:v>
                </c:pt>
                <c:pt idx="2141">
                  <c:v>0.42839999999998502</c:v>
                </c:pt>
                <c:pt idx="2142">
                  <c:v>0.42859999999998499</c:v>
                </c:pt>
                <c:pt idx="2143">
                  <c:v>0.42879999999998503</c:v>
                </c:pt>
                <c:pt idx="2144">
                  <c:v>0.428999999999985</c:v>
                </c:pt>
                <c:pt idx="2145">
                  <c:v>0.42919999999998498</c:v>
                </c:pt>
                <c:pt idx="2146">
                  <c:v>0.42939999999998502</c:v>
                </c:pt>
                <c:pt idx="2147">
                  <c:v>0.42959999999998499</c:v>
                </c:pt>
                <c:pt idx="2148">
                  <c:v>0.42979999999998503</c:v>
                </c:pt>
                <c:pt idx="2149">
                  <c:v>0.42999999999998501</c:v>
                </c:pt>
                <c:pt idx="2150">
                  <c:v>0.43019999999998498</c:v>
                </c:pt>
                <c:pt idx="2151">
                  <c:v>0.43039999999998502</c:v>
                </c:pt>
                <c:pt idx="2152">
                  <c:v>0.43059999999998499</c:v>
                </c:pt>
                <c:pt idx="2153">
                  <c:v>0.43079999999998497</c:v>
                </c:pt>
                <c:pt idx="2154">
                  <c:v>0.43099999999998501</c:v>
                </c:pt>
                <c:pt idx="2155">
                  <c:v>0.43119999999998498</c:v>
                </c:pt>
                <c:pt idx="2156">
                  <c:v>0.43139999999998502</c:v>
                </c:pt>
                <c:pt idx="2157">
                  <c:v>0.431599999999985</c:v>
                </c:pt>
                <c:pt idx="2158">
                  <c:v>0.43179999999998497</c:v>
                </c:pt>
                <c:pt idx="2159">
                  <c:v>0.43199999999998501</c:v>
                </c:pt>
                <c:pt idx="2160">
                  <c:v>0.43219999999998499</c:v>
                </c:pt>
                <c:pt idx="2161">
                  <c:v>0.43239999999998502</c:v>
                </c:pt>
                <c:pt idx="2162">
                  <c:v>0.432599999999985</c:v>
                </c:pt>
                <c:pt idx="2163">
                  <c:v>0.43279999999998497</c:v>
                </c:pt>
                <c:pt idx="2164">
                  <c:v>0.43299999999998501</c:v>
                </c:pt>
                <c:pt idx="2165">
                  <c:v>0.43319999999998499</c:v>
                </c:pt>
                <c:pt idx="2166">
                  <c:v>0.43339999999998502</c:v>
                </c:pt>
                <c:pt idx="2167">
                  <c:v>0.433599999999985</c:v>
                </c:pt>
                <c:pt idx="2168">
                  <c:v>0.43379999999998498</c:v>
                </c:pt>
                <c:pt idx="2169">
                  <c:v>0.43399999999998501</c:v>
                </c:pt>
                <c:pt idx="2170">
                  <c:v>0.43419999999998499</c:v>
                </c:pt>
                <c:pt idx="2171">
                  <c:v>0.43439999999998502</c:v>
                </c:pt>
                <c:pt idx="2172">
                  <c:v>0.434599999999985</c:v>
                </c:pt>
                <c:pt idx="2173">
                  <c:v>0.43479999999998498</c:v>
                </c:pt>
                <c:pt idx="2174">
                  <c:v>0.43499999999998501</c:v>
                </c:pt>
                <c:pt idx="2175">
                  <c:v>0.43519999999998499</c:v>
                </c:pt>
                <c:pt idx="2176">
                  <c:v>0.43539999999998502</c:v>
                </c:pt>
                <c:pt idx="2177">
                  <c:v>0.435599999999985</c:v>
                </c:pt>
                <c:pt idx="2178">
                  <c:v>0.43579999999998498</c:v>
                </c:pt>
                <c:pt idx="2179">
                  <c:v>0.43599999999998501</c:v>
                </c:pt>
                <c:pt idx="2180">
                  <c:v>0.43619999999998499</c:v>
                </c:pt>
                <c:pt idx="2181">
                  <c:v>0.43639999999998502</c:v>
                </c:pt>
                <c:pt idx="2182">
                  <c:v>0.436599999999985</c:v>
                </c:pt>
                <c:pt idx="2183">
                  <c:v>0.43679999999998498</c:v>
                </c:pt>
                <c:pt idx="2184">
                  <c:v>0.43699999999998501</c:v>
                </c:pt>
                <c:pt idx="2185">
                  <c:v>0.43719999999998399</c:v>
                </c:pt>
                <c:pt idx="2186">
                  <c:v>0.43739999999998402</c:v>
                </c:pt>
                <c:pt idx="2187">
                  <c:v>0.437599999999984</c:v>
                </c:pt>
                <c:pt idx="2188">
                  <c:v>0.43779999999998398</c:v>
                </c:pt>
                <c:pt idx="2189">
                  <c:v>0.43799999999998401</c:v>
                </c:pt>
                <c:pt idx="2190">
                  <c:v>0.43819999999998399</c:v>
                </c:pt>
                <c:pt idx="2191">
                  <c:v>0.43839999999998402</c:v>
                </c:pt>
                <c:pt idx="2192">
                  <c:v>0.438599999999984</c:v>
                </c:pt>
                <c:pt idx="2193">
                  <c:v>0.43879999999998398</c:v>
                </c:pt>
                <c:pt idx="2194">
                  <c:v>0.43899999999998401</c:v>
                </c:pt>
                <c:pt idx="2195">
                  <c:v>0.43919999999998399</c:v>
                </c:pt>
                <c:pt idx="2196">
                  <c:v>0.43939999999998403</c:v>
                </c:pt>
                <c:pt idx="2197">
                  <c:v>0.439599999999984</c:v>
                </c:pt>
                <c:pt idx="2198">
                  <c:v>0.43979999999998398</c:v>
                </c:pt>
                <c:pt idx="2199">
                  <c:v>0.43999999999998402</c:v>
                </c:pt>
                <c:pt idx="2200">
                  <c:v>0.44019999999998399</c:v>
                </c:pt>
                <c:pt idx="2201">
                  <c:v>0.44039999999998403</c:v>
                </c:pt>
                <c:pt idx="2202">
                  <c:v>0.440599999999984</c:v>
                </c:pt>
                <c:pt idx="2203">
                  <c:v>0.44079999999998398</c:v>
                </c:pt>
                <c:pt idx="2204">
                  <c:v>0.44099999999998402</c:v>
                </c:pt>
                <c:pt idx="2205">
                  <c:v>0.44119999999998399</c:v>
                </c:pt>
                <c:pt idx="2206">
                  <c:v>0.44139999999998403</c:v>
                </c:pt>
                <c:pt idx="2207">
                  <c:v>0.44159999999998401</c:v>
                </c:pt>
                <c:pt idx="2208">
                  <c:v>0.44179999999998398</c:v>
                </c:pt>
                <c:pt idx="2209">
                  <c:v>0.44199999999998402</c:v>
                </c:pt>
                <c:pt idx="2210">
                  <c:v>0.44219999999998399</c:v>
                </c:pt>
                <c:pt idx="2211">
                  <c:v>0.44239999999998397</c:v>
                </c:pt>
                <c:pt idx="2212">
                  <c:v>0.44259999999998401</c:v>
                </c:pt>
                <c:pt idx="2213">
                  <c:v>0.44279999999998398</c:v>
                </c:pt>
                <c:pt idx="2214">
                  <c:v>0.44299999999998402</c:v>
                </c:pt>
                <c:pt idx="2215">
                  <c:v>0.443199999999984</c:v>
                </c:pt>
                <c:pt idx="2216">
                  <c:v>0.44339999999998397</c:v>
                </c:pt>
                <c:pt idx="2217">
                  <c:v>0.44359999999998401</c:v>
                </c:pt>
                <c:pt idx="2218">
                  <c:v>0.44379999999998399</c:v>
                </c:pt>
                <c:pt idx="2219">
                  <c:v>0.44399999999998402</c:v>
                </c:pt>
                <c:pt idx="2220">
                  <c:v>0.444199999999984</c:v>
                </c:pt>
                <c:pt idx="2221">
                  <c:v>0.44439999999998397</c:v>
                </c:pt>
                <c:pt idx="2222">
                  <c:v>0.44459999999998401</c:v>
                </c:pt>
                <c:pt idx="2223">
                  <c:v>0.44479999999998399</c:v>
                </c:pt>
                <c:pt idx="2224">
                  <c:v>0.44499999999998402</c:v>
                </c:pt>
                <c:pt idx="2225">
                  <c:v>0.445199999999984</c:v>
                </c:pt>
                <c:pt idx="2226">
                  <c:v>0.44539999999998398</c:v>
                </c:pt>
                <c:pt idx="2227">
                  <c:v>0.44559999999998401</c:v>
                </c:pt>
                <c:pt idx="2228">
                  <c:v>0.44579999999998399</c:v>
                </c:pt>
                <c:pt idx="2229">
                  <c:v>0.44599999999998402</c:v>
                </c:pt>
                <c:pt idx="2230">
                  <c:v>0.446199999999983</c:v>
                </c:pt>
                <c:pt idx="2231">
                  <c:v>0.44639999999998298</c:v>
                </c:pt>
                <c:pt idx="2232">
                  <c:v>0.44659999999998301</c:v>
                </c:pt>
                <c:pt idx="2233">
                  <c:v>0.44679999999998299</c:v>
                </c:pt>
                <c:pt idx="2234">
                  <c:v>0.44699999999998302</c:v>
                </c:pt>
                <c:pt idx="2235">
                  <c:v>0.447199999999983</c:v>
                </c:pt>
                <c:pt idx="2236">
                  <c:v>0.44739999999998298</c:v>
                </c:pt>
                <c:pt idx="2237">
                  <c:v>0.44759999999998301</c:v>
                </c:pt>
                <c:pt idx="2238">
                  <c:v>0.44779999999998299</c:v>
                </c:pt>
                <c:pt idx="2239">
                  <c:v>0.44799999999998302</c:v>
                </c:pt>
                <c:pt idx="2240">
                  <c:v>0.448199999999983</c:v>
                </c:pt>
                <c:pt idx="2241">
                  <c:v>0.44839999999998298</c:v>
                </c:pt>
                <c:pt idx="2242">
                  <c:v>0.44859999999998301</c:v>
                </c:pt>
                <c:pt idx="2243">
                  <c:v>0.44879999999998299</c:v>
                </c:pt>
                <c:pt idx="2244">
                  <c:v>0.44899999999998302</c:v>
                </c:pt>
                <c:pt idx="2245">
                  <c:v>0.449199999999983</c:v>
                </c:pt>
                <c:pt idx="2246">
                  <c:v>0.44939999999998298</c:v>
                </c:pt>
                <c:pt idx="2247">
                  <c:v>0.44959999999998301</c:v>
                </c:pt>
                <c:pt idx="2248">
                  <c:v>0.44979999999998299</c:v>
                </c:pt>
                <c:pt idx="2249">
                  <c:v>0.44999999999998302</c:v>
                </c:pt>
                <c:pt idx="2250">
                  <c:v>0.450199999999983</c:v>
                </c:pt>
                <c:pt idx="2251">
                  <c:v>0.45039999999998298</c:v>
                </c:pt>
                <c:pt idx="2252">
                  <c:v>0.45059999999998301</c:v>
                </c:pt>
                <c:pt idx="2253">
                  <c:v>0.45079999999998299</c:v>
                </c:pt>
                <c:pt idx="2254">
                  <c:v>0.45099999999998303</c:v>
                </c:pt>
                <c:pt idx="2255">
                  <c:v>0.451199999999983</c:v>
                </c:pt>
                <c:pt idx="2256">
                  <c:v>0.45139999999998298</c:v>
                </c:pt>
                <c:pt idx="2257">
                  <c:v>0.45159999999998302</c:v>
                </c:pt>
                <c:pt idx="2258">
                  <c:v>0.45179999999998299</c:v>
                </c:pt>
                <c:pt idx="2259">
                  <c:v>0.45199999999998303</c:v>
                </c:pt>
                <c:pt idx="2260">
                  <c:v>0.452199999999983</c:v>
                </c:pt>
                <c:pt idx="2261">
                  <c:v>0.45239999999998298</c:v>
                </c:pt>
                <c:pt idx="2262">
                  <c:v>0.45259999999998302</c:v>
                </c:pt>
                <c:pt idx="2263">
                  <c:v>0.45279999999998299</c:v>
                </c:pt>
                <c:pt idx="2264">
                  <c:v>0.45299999999998303</c:v>
                </c:pt>
                <c:pt idx="2265">
                  <c:v>0.45319999999998301</c:v>
                </c:pt>
                <c:pt idx="2266">
                  <c:v>0.45339999999998298</c:v>
                </c:pt>
                <c:pt idx="2267">
                  <c:v>0.45359999999998302</c:v>
                </c:pt>
                <c:pt idx="2268">
                  <c:v>0.45379999999998299</c:v>
                </c:pt>
                <c:pt idx="2269">
                  <c:v>0.45399999999998297</c:v>
                </c:pt>
                <c:pt idx="2270">
                  <c:v>0.45419999999998301</c:v>
                </c:pt>
                <c:pt idx="2271">
                  <c:v>0.45439999999998298</c:v>
                </c:pt>
                <c:pt idx="2272">
                  <c:v>0.45459999999998302</c:v>
                </c:pt>
                <c:pt idx="2273">
                  <c:v>0.454799999999983</c:v>
                </c:pt>
                <c:pt idx="2274">
                  <c:v>0.45499999999998297</c:v>
                </c:pt>
                <c:pt idx="2275">
                  <c:v>0.45519999999998301</c:v>
                </c:pt>
                <c:pt idx="2276">
                  <c:v>0.45539999999998199</c:v>
                </c:pt>
                <c:pt idx="2277">
                  <c:v>0.45559999999998202</c:v>
                </c:pt>
                <c:pt idx="2278">
                  <c:v>0.455799999999982</c:v>
                </c:pt>
                <c:pt idx="2279">
                  <c:v>0.45599999999998198</c:v>
                </c:pt>
                <c:pt idx="2280">
                  <c:v>0.45619999999998201</c:v>
                </c:pt>
                <c:pt idx="2281">
                  <c:v>0.45639999999998199</c:v>
                </c:pt>
                <c:pt idx="2282">
                  <c:v>0.45659999999998202</c:v>
                </c:pt>
                <c:pt idx="2283">
                  <c:v>0.456799999999982</c:v>
                </c:pt>
                <c:pt idx="2284">
                  <c:v>0.45699999999998198</c:v>
                </c:pt>
                <c:pt idx="2285">
                  <c:v>0.45719999999998201</c:v>
                </c:pt>
                <c:pt idx="2286">
                  <c:v>0.45739999999998199</c:v>
                </c:pt>
                <c:pt idx="2287">
                  <c:v>0.45759999999998202</c:v>
                </c:pt>
                <c:pt idx="2288">
                  <c:v>0.457799999999982</c:v>
                </c:pt>
                <c:pt idx="2289">
                  <c:v>0.45799999999998198</c:v>
                </c:pt>
                <c:pt idx="2290">
                  <c:v>0.45819999999998201</c:v>
                </c:pt>
                <c:pt idx="2291">
                  <c:v>0.45839999999998199</c:v>
                </c:pt>
                <c:pt idx="2292">
                  <c:v>0.45859999999998202</c:v>
                </c:pt>
                <c:pt idx="2293">
                  <c:v>0.458799999999982</c:v>
                </c:pt>
                <c:pt idx="2294">
                  <c:v>0.45899999999998198</c:v>
                </c:pt>
                <c:pt idx="2295">
                  <c:v>0.45919999999998201</c:v>
                </c:pt>
                <c:pt idx="2296">
                  <c:v>0.45939999999998199</c:v>
                </c:pt>
                <c:pt idx="2297">
                  <c:v>0.45959999999998202</c:v>
                </c:pt>
                <c:pt idx="2298">
                  <c:v>0.459799999999982</c:v>
                </c:pt>
                <c:pt idx="2299">
                  <c:v>0.45999999999998198</c:v>
                </c:pt>
                <c:pt idx="2300">
                  <c:v>0.46019999999998201</c:v>
                </c:pt>
                <c:pt idx="2301">
                  <c:v>0.46039999999998199</c:v>
                </c:pt>
                <c:pt idx="2302">
                  <c:v>0.46059999999998202</c:v>
                </c:pt>
                <c:pt idx="2303">
                  <c:v>0.460799999999982</c:v>
                </c:pt>
                <c:pt idx="2304">
                  <c:v>0.46099999999998198</c:v>
                </c:pt>
                <c:pt idx="2305">
                  <c:v>0.46119999999998201</c:v>
                </c:pt>
                <c:pt idx="2306">
                  <c:v>0.46139999999998199</c:v>
                </c:pt>
                <c:pt idx="2307">
                  <c:v>0.46159999999998202</c:v>
                </c:pt>
                <c:pt idx="2308">
                  <c:v>0.461799999999982</c:v>
                </c:pt>
                <c:pt idx="2309">
                  <c:v>0.46199999999998198</c:v>
                </c:pt>
                <c:pt idx="2310">
                  <c:v>0.46219999999998201</c:v>
                </c:pt>
                <c:pt idx="2311">
                  <c:v>0.46239999999998199</c:v>
                </c:pt>
                <c:pt idx="2312">
                  <c:v>0.46259999999998203</c:v>
                </c:pt>
                <c:pt idx="2313">
                  <c:v>0.462799999999982</c:v>
                </c:pt>
                <c:pt idx="2314">
                  <c:v>0.46299999999998198</c:v>
                </c:pt>
                <c:pt idx="2315">
                  <c:v>0.46319999999998202</c:v>
                </c:pt>
                <c:pt idx="2316">
                  <c:v>0.46339999999998199</c:v>
                </c:pt>
                <c:pt idx="2317">
                  <c:v>0.46359999999998203</c:v>
                </c:pt>
                <c:pt idx="2318">
                  <c:v>0.463799999999982</c:v>
                </c:pt>
                <c:pt idx="2319">
                  <c:v>0.46399999999998198</c:v>
                </c:pt>
                <c:pt idx="2320">
                  <c:v>0.46419999999998202</c:v>
                </c:pt>
                <c:pt idx="2321">
                  <c:v>0.46439999999998099</c:v>
                </c:pt>
                <c:pt idx="2322">
                  <c:v>0.46459999999998097</c:v>
                </c:pt>
                <c:pt idx="2323">
                  <c:v>0.46479999999998101</c:v>
                </c:pt>
                <c:pt idx="2324">
                  <c:v>0.46499999999998098</c:v>
                </c:pt>
                <c:pt idx="2325">
                  <c:v>0.46519999999998102</c:v>
                </c:pt>
                <c:pt idx="2326">
                  <c:v>0.465399999999981</c:v>
                </c:pt>
                <c:pt idx="2327">
                  <c:v>0.46559999999998097</c:v>
                </c:pt>
                <c:pt idx="2328">
                  <c:v>0.46579999999998101</c:v>
                </c:pt>
                <c:pt idx="2329">
                  <c:v>0.46599999999998098</c:v>
                </c:pt>
                <c:pt idx="2330">
                  <c:v>0.46619999999998102</c:v>
                </c:pt>
                <c:pt idx="2331">
                  <c:v>0.466399999999981</c:v>
                </c:pt>
                <c:pt idx="2332">
                  <c:v>0.46659999999998097</c:v>
                </c:pt>
                <c:pt idx="2333">
                  <c:v>0.46679999999998101</c:v>
                </c:pt>
                <c:pt idx="2334">
                  <c:v>0.46699999999998099</c:v>
                </c:pt>
                <c:pt idx="2335">
                  <c:v>0.46719999999998102</c:v>
                </c:pt>
                <c:pt idx="2336">
                  <c:v>0.467399999999981</c:v>
                </c:pt>
                <c:pt idx="2337">
                  <c:v>0.46759999999998098</c:v>
                </c:pt>
                <c:pt idx="2338">
                  <c:v>0.46779999999998101</c:v>
                </c:pt>
                <c:pt idx="2339">
                  <c:v>0.46799999999998099</c:v>
                </c:pt>
                <c:pt idx="2340">
                  <c:v>0.46819999999998102</c:v>
                </c:pt>
                <c:pt idx="2341">
                  <c:v>0.468399999999981</c:v>
                </c:pt>
                <c:pt idx="2342">
                  <c:v>0.46859999999998098</c:v>
                </c:pt>
                <c:pt idx="2343">
                  <c:v>0.46879999999998101</c:v>
                </c:pt>
                <c:pt idx="2344">
                  <c:v>0.46899999999998099</c:v>
                </c:pt>
                <c:pt idx="2345">
                  <c:v>0.46919999999998102</c:v>
                </c:pt>
                <c:pt idx="2346">
                  <c:v>0.469399999999981</c:v>
                </c:pt>
                <c:pt idx="2347">
                  <c:v>0.46959999999998098</c:v>
                </c:pt>
                <c:pt idx="2348">
                  <c:v>0.46979999999998101</c:v>
                </c:pt>
                <c:pt idx="2349">
                  <c:v>0.46999999999998099</c:v>
                </c:pt>
                <c:pt idx="2350">
                  <c:v>0.47019999999998102</c:v>
                </c:pt>
                <c:pt idx="2351">
                  <c:v>0.470399999999981</c:v>
                </c:pt>
                <c:pt idx="2352">
                  <c:v>0.47059999999998098</c:v>
                </c:pt>
                <c:pt idx="2353">
                  <c:v>0.47079999999998101</c:v>
                </c:pt>
                <c:pt idx="2354">
                  <c:v>0.47099999999998099</c:v>
                </c:pt>
                <c:pt idx="2355">
                  <c:v>0.47119999999998102</c:v>
                </c:pt>
                <c:pt idx="2356">
                  <c:v>0.471399999999981</c:v>
                </c:pt>
                <c:pt idx="2357">
                  <c:v>0.47159999999998098</c:v>
                </c:pt>
                <c:pt idx="2358">
                  <c:v>0.47179999999998101</c:v>
                </c:pt>
                <c:pt idx="2359">
                  <c:v>0.47199999999998099</c:v>
                </c:pt>
                <c:pt idx="2360">
                  <c:v>0.47219999999998102</c:v>
                </c:pt>
                <c:pt idx="2361">
                  <c:v>0.472399999999981</c:v>
                </c:pt>
                <c:pt idx="2362">
                  <c:v>0.47259999999998098</c:v>
                </c:pt>
                <c:pt idx="2363">
                  <c:v>0.47279999999998101</c:v>
                </c:pt>
                <c:pt idx="2364">
                  <c:v>0.47299999999998099</c:v>
                </c:pt>
                <c:pt idx="2365">
                  <c:v>0.47319999999998102</c:v>
                </c:pt>
                <c:pt idx="2366">
                  <c:v>0.473399999999981</c:v>
                </c:pt>
                <c:pt idx="2367">
                  <c:v>0.47359999999997998</c:v>
                </c:pt>
                <c:pt idx="2368">
                  <c:v>0.47379999999998001</c:v>
                </c:pt>
                <c:pt idx="2369">
                  <c:v>0.47399999999997999</c:v>
                </c:pt>
                <c:pt idx="2370">
                  <c:v>0.47419999999998003</c:v>
                </c:pt>
                <c:pt idx="2371">
                  <c:v>0.47439999999998</c:v>
                </c:pt>
                <c:pt idx="2372">
                  <c:v>0.47459999999997998</c:v>
                </c:pt>
                <c:pt idx="2373">
                  <c:v>0.47479999999998002</c:v>
                </c:pt>
                <c:pt idx="2374">
                  <c:v>0.47499999999997999</c:v>
                </c:pt>
                <c:pt idx="2375">
                  <c:v>0.47519999999998003</c:v>
                </c:pt>
                <c:pt idx="2376">
                  <c:v>0.47539999999998001</c:v>
                </c:pt>
                <c:pt idx="2377">
                  <c:v>0.47559999999997998</c:v>
                </c:pt>
                <c:pt idx="2378">
                  <c:v>0.47579999999998002</c:v>
                </c:pt>
                <c:pt idx="2379">
                  <c:v>0.47599999999997999</c:v>
                </c:pt>
                <c:pt idx="2380">
                  <c:v>0.47619999999997997</c:v>
                </c:pt>
                <c:pt idx="2381">
                  <c:v>0.47639999999998001</c:v>
                </c:pt>
                <c:pt idx="2382">
                  <c:v>0.47659999999997998</c:v>
                </c:pt>
                <c:pt idx="2383">
                  <c:v>0.47679999999998002</c:v>
                </c:pt>
                <c:pt idx="2384">
                  <c:v>0.47699999999998</c:v>
                </c:pt>
                <c:pt idx="2385">
                  <c:v>0.47719999999997997</c:v>
                </c:pt>
                <c:pt idx="2386">
                  <c:v>0.47739999999998001</c:v>
                </c:pt>
                <c:pt idx="2387">
                  <c:v>0.47759999999997998</c:v>
                </c:pt>
                <c:pt idx="2388">
                  <c:v>0.47779999999998002</c:v>
                </c:pt>
                <c:pt idx="2389">
                  <c:v>0.47799999999998</c:v>
                </c:pt>
                <c:pt idx="2390">
                  <c:v>0.47819999999997997</c:v>
                </c:pt>
                <c:pt idx="2391">
                  <c:v>0.47839999999998001</c:v>
                </c:pt>
                <c:pt idx="2392">
                  <c:v>0.47859999999997999</c:v>
                </c:pt>
                <c:pt idx="2393">
                  <c:v>0.47879999999998002</c:v>
                </c:pt>
                <c:pt idx="2394">
                  <c:v>0.47899999999998</c:v>
                </c:pt>
                <c:pt idx="2395">
                  <c:v>0.47919999999997998</c:v>
                </c:pt>
                <c:pt idx="2396">
                  <c:v>0.47939999999998001</c:v>
                </c:pt>
                <c:pt idx="2397">
                  <c:v>0.47959999999997999</c:v>
                </c:pt>
                <c:pt idx="2398">
                  <c:v>0.47979999999998002</c:v>
                </c:pt>
                <c:pt idx="2399">
                  <c:v>0.47999999999998</c:v>
                </c:pt>
                <c:pt idx="2400">
                  <c:v>0.48019999999997998</c:v>
                </c:pt>
                <c:pt idx="2401">
                  <c:v>0.48039999999998001</c:v>
                </c:pt>
                <c:pt idx="2402">
                  <c:v>0.48059999999997999</c:v>
                </c:pt>
                <c:pt idx="2403">
                  <c:v>0.48079999999998002</c:v>
                </c:pt>
                <c:pt idx="2404">
                  <c:v>0.48099999999998</c:v>
                </c:pt>
                <c:pt idx="2405">
                  <c:v>0.48119999999997998</c:v>
                </c:pt>
                <c:pt idx="2406">
                  <c:v>0.48139999999998001</c:v>
                </c:pt>
                <c:pt idx="2407">
                  <c:v>0.48159999999997999</c:v>
                </c:pt>
                <c:pt idx="2408">
                  <c:v>0.48179999999998002</c:v>
                </c:pt>
                <c:pt idx="2409">
                  <c:v>0.48199999999998</c:v>
                </c:pt>
                <c:pt idx="2410">
                  <c:v>0.48219999999997998</c:v>
                </c:pt>
                <c:pt idx="2411">
                  <c:v>0.48239999999998001</c:v>
                </c:pt>
                <c:pt idx="2412">
                  <c:v>0.48259999999997899</c:v>
                </c:pt>
                <c:pt idx="2413">
                  <c:v>0.48279999999997902</c:v>
                </c:pt>
                <c:pt idx="2414">
                  <c:v>0.482999999999979</c:v>
                </c:pt>
                <c:pt idx="2415">
                  <c:v>0.48319999999997898</c:v>
                </c:pt>
                <c:pt idx="2416">
                  <c:v>0.48339999999997901</c:v>
                </c:pt>
                <c:pt idx="2417">
                  <c:v>0.48359999999997899</c:v>
                </c:pt>
                <c:pt idx="2418">
                  <c:v>0.48379999999997902</c:v>
                </c:pt>
                <c:pt idx="2419">
                  <c:v>0.483999999999979</c:v>
                </c:pt>
                <c:pt idx="2420">
                  <c:v>0.48419999999997898</c:v>
                </c:pt>
                <c:pt idx="2421">
                  <c:v>0.48439999999997901</c:v>
                </c:pt>
                <c:pt idx="2422">
                  <c:v>0.48459999999997899</c:v>
                </c:pt>
                <c:pt idx="2423">
                  <c:v>0.48479999999997903</c:v>
                </c:pt>
                <c:pt idx="2424">
                  <c:v>0.484999999999979</c:v>
                </c:pt>
                <c:pt idx="2425">
                  <c:v>0.48519999999997898</c:v>
                </c:pt>
                <c:pt idx="2426">
                  <c:v>0.48539999999997901</c:v>
                </c:pt>
                <c:pt idx="2427">
                  <c:v>0.48559999999997899</c:v>
                </c:pt>
                <c:pt idx="2428">
                  <c:v>0.48579999999997903</c:v>
                </c:pt>
                <c:pt idx="2429">
                  <c:v>0.485999999999979</c:v>
                </c:pt>
                <c:pt idx="2430">
                  <c:v>0.48619999999997898</c:v>
                </c:pt>
                <c:pt idx="2431">
                  <c:v>0.48639999999997902</c:v>
                </c:pt>
                <c:pt idx="2432">
                  <c:v>0.48659999999997899</c:v>
                </c:pt>
                <c:pt idx="2433">
                  <c:v>0.48679999999997903</c:v>
                </c:pt>
                <c:pt idx="2434">
                  <c:v>0.48699999999997901</c:v>
                </c:pt>
                <c:pt idx="2435">
                  <c:v>0.48719999999997898</c:v>
                </c:pt>
                <c:pt idx="2436">
                  <c:v>0.48739999999997902</c:v>
                </c:pt>
                <c:pt idx="2437">
                  <c:v>0.48759999999997899</c:v>
                </c:pt>
                <c:pt idx="2438">
                  <c:v>0.48779999999997897</c:v>
                </c:pt>
                <c:pt idx="2439">
                  <c:v>0.48799999999997901</c:v>
                </c:pt>
                <c:pt idx="2440">
                  <c:v>0.48819999999997898</c:v>
                </c:pt>
                <c:pt idx="2441">
                  <c:v>0.48839999999997902</c:v>
                </c:pt>
                <c:pt idx="2442">
                  <c:v>0.488599999999979</c:v>
                </c:pt>
                <c:pt idx="2443">
                  <c:v>0.48879999999997897</c:v>
                </c:pt>
                <c:pt idx="2444">
                  <c:v>0.48899999999997901</c:v>
                </c:pt>
                <c:pt idx="2445">
                  <c:v>0.48919999999997898</c:v>
                </c:pt>
                <c:pt idx="2446">
                  <c:v>0.48939999999997902</c:v>
                </c:pt>
                <c:pt idx="2447">
                  <c:v>0.489599999999979</c:v>
                </c:pt>
                <c:pt idx="2448">
                  <c:v>0.48979999999997897</c:v>
                </c:pt>
                <c:pt idx="2449">
                  <c:v>0.48999999999997901</c:v>
                </c:pt>
                <c:pt idx="2450">
                  <c:v>0.49019999999997899</c:v>
                </c:pt>
                <c:pt idx="2451">
                  <c:v>0.49039999999997902</c:v>
                </c:pt>
                <c:pt idx="2452">
                  <c:v>0.490599999999979</c:v>
                </c:pt>
                <c:pt idx="2453">
                  <c:v>0.49079999999997898</c:v>
                </c:pt>
                <c:pt idx="2454">
                  <c:v>0.49099999999997901</c:v>
                </c:pt>
                <c:pt idx="2455">
                  <c:v>0.49119999999997899</c:v>
                </c:pt>
                <c:pt idx="2456">
                  <c:v>0.49139999999997902</c:v>
                </c:pt>
                <c:pt idx="2457">
                  <c:v>0.491599999999978</c:v>
                </c:pt>
                <c:pt idx="2458">
                  <c:v>0.49179999999997798</c:v>
                </c:pt>
                <c:pt idx="2459">
                  <c:v>0.49199999999997801</c:v>
                </c:pt>
                <c:pt idx="2460">
                  <c:v>0.49219999999997799</c:v>
                </c:pt>
                <c:pt idx="2461">
                  <c:v>0.49239999999997802</c:v>
                </c:pt>
                <c:pt idx="2462">
                  <c:v>0.492599999999978</c:v>
                </c:pt>
                <c:pt idx="2463">
                  <c:v>0.49279999999997798</c:v>
                </c:pt>
                <c:pt idx="2464">
                  <c:v>0.49299999999997801</c:v>
                </c:pt>
                <c:pt idx="2465">
                  <c:v>0.49319999999997799</c:v>
                </c:pt>
                <c:pt idx="2466">
                  <c:v>0.49339999999997802</c:v>
                </c:pt>
                <c:pt idx="2467">
                  <c:v>0.493599999999978</c:v>
                </c:pt>
                <c:pt idx="2468">
                  <c:v>0.49379999999997798</c:v>
                </c:pt>
                <c:pt idx="2469">
                  <c:v>0.49399999999997801</c:v>
                </c:pt>
                <c:pt idx="2470">
                  <c:v>0.49419999999997799</c:v>
                </c:pt>
                <c:pt idx="2471">
                  <c:v>0.49439999999997802</c:v>
                </c:pt>
                <c:pt idx="2472">
                  <c:v>0.494599999999978</c:v>
                </c:pt>
                <c:pt idx="2473">
                  <c:v>0.49479999999997798</c:v>
                </c:pt>
                <c:pt idx="2474">
                  <c:v>0.49499999999997801</c:v>
                </c:pt>
                <c:pt idx="2475">
                  <c:v>0.49519999999997799</c:v>
                </c:pt>
                <c:pt idx="2476">
                  <c:v>0.49539999999997802</c:v>
                </c:pt>
                <c:pt idx="2477">
                  <c:v>0.495599999999978</c:v>
                </c:pt>
                <c:pt idx="2478">
                  <c:v>0.49579999999997798</c:v>
                </c:pt>
                <c:pt idx="2479">
                  <c:v>0.49599999999997801</c:v>
                </c:pt>
                <c:pt idx="2480">
                  <c:v>0.49619999999997799</c:v>
                </c:pt>
                <c:pt idx="2481">
                  <c:v>0.49639999999997803</c:v>
                </c:pt>
                <c:pt idx="2482">
                  <c:v>0.496599999999978</c:v>
                </c:pt>
                <c:pt idx="2483">
                  <c:v>0.49679999999997798</c:v>
                </c:pt>
                <c:pt idx="2484">
                  <c:v>0.49699999999997801</c:v>
                </c:pt>
                <c:pt idx="2485">
                  <c:v>0.49719999999997799</c:v>
                </c:pt>
                <c:pt idx="2486">
                  <c:v>0.49739999999997803</c:v>
                </c:pt>
                <c:pt idx="2487">
                  <c:v>0.497599999999978</c:v>
                </c:pt>
                <c:pt idx="2488">
                  <c:v>0.49779999999997798</c:v>
                </c:pt>
                <c:pt idx="2489">
                  <c:v>0.49799999999997802</c:v>
                </c:pt>
                <c:pt idx="2490">
                  <c:v>0.49819999999997799</c:v>
                </c:pt>
                <c:pt idx="2491">
                  <c:v>0.49839999999997803</c:v>
                </c:pt>
                <c:pt idx="2492">
                  <c:v>0.49859999999997801</c:v>
                </c:pt>
                <c:pt idx="2493">
                  <c:v>0.49879999999997798</c:v>
                </c:pt>
                <c:pt idx="2494">
                  <c:v>0.49899999999997802</c:v>
                </c:pt>
                <c:pt idx="2495">
                  <c:v>0.49919999999997799</c:v>
                </c:pt>
                <c:pt idx="2496">
                  <c:v>0.49939999999997797</c:v>
                </c:pt>
                <c:pt idx="2497">
                  <c:v>0.49959999999997801</c:v>
                </c:pt>
                <c:pt idx="2498">
                  <c:v>0.49979999999997798</c:v>
                </c:pt>
                <c:pt idx="2499">
                  <c:v>0.49999999999997802</c:v>
                </c:pt>
                <c:pt idx="2500">
                  <c:v>0.500199999999978</c:v>
                </c:pt>
                <c:pt idx="2501">
                  <c:v>0.50039999999997797</c:v>
                </c:pt>
                <c:pt idx="2502">
                  <c:v>0.50059999999997795</c:v>
                </c:pt>
                <c:pt idx="2503">
                  <c:v>0.50079999999997704</c:v>
                </c:pt>
                <c:pt idx="2504">
                  <c:v>0.50099999999997702</c:v>
                </c:pt>
                <c:pt idx="2505">
                  <c:v>0.501199999999977</c:v>
                </c:pt>
                <c:pt idx="2506">
                  <c:v>0.50139999999997698</c:v>
                </c:pt>
                <c:pt idx="2507">
                  <c:v>0.50159999999997695</c:v>
                </c:pt>
                <c:pt idx="2508">
                  <c:v>0.50179999999997704</c:v>
                </c:pt>
                <c:pt idx="2509">
                  <c:v>0.50199999999997702</c:v>
                </c:pt>
                <c:pt idx="2510">
                  <c:v>0.502199999999977</c:v>
                </c:pt>
                <c:pt idx="2511">
                  <c:v>0.50239999999997698</c:v>
                </c:pt>
                <c:pt idx="2512">
                  <c:v>0.50259999999997695</c:v>
                </c:pt>
                <c:pt idx="2513">
                  <c:v>0.50279999999997704</c:v>
                </c:pt>
                <c:pt idx="2514">
                  <c:v>0.50299999999997702</c:v>
                </c:pt>
                <c:pt idx="2515">
                  <c:v>0.503199999999977</c:v>
                </c:pt>
                <c:pt idx="2516">
                  <c:v>0.50339999999997698</c:v>
                </c:pt>
                <c:pt idx="2517">
                  <c:v>0.50359999999997695</c:v>
                </c:pt>
                <c:pt idx="2518">
                  <c:v>0.50379999999997704</c:v>
                </c:pt>
                <c:pt idx="2519">
                  <c:v>0.50399999999997702</c:v>
                </c:pt>
                <c:pt idx="2520">
                  <c:v>0.504199999999977</c:v>
                </c:pt>
                <c:pt idx="2521">
                  <c:v>0.50439999999997698</c:v>
                </c:pt>
                <c:pt idx="2522">
                  <c:v>0.50459999999997696</c:v>
                </c:pt>
                <c:pt idx="2523">
                  <c:v>0.50479999999997704</c:v>
                </c:pt>
                <c:pt idx="2524">
                  <c:v>0.50499999999997702</c:v>
                </c:pt>
                <c:pt idx="2525">
                  <c:v>0.505199999999977</c:v>
                </c:pt>
                <c:pt idx="2526">
                  <c:v>0.50539999999997698</c:v>
                </c:pt>
                <c:pt idx="2527">
                  <c:v>0.50559999999997696</c:v>
                </c:pt>
                <c:pt idx="2528">
                  <c:v>0.50579999999997705</c:v>
                </c:pt>
                <c:pt idx="2529">
                  <c:v>0.50599999999997702</c:v>
                </c:pt>
                <c:pt idx="2530">
                  <c:v>0.506199999999977</c:v>
                </c:pt>
                <c:pt idx="2531">
                  <c:v>0.50639999999997698</c:v>
                </c:pt>
                <c:pt idx="2532">
                  <c:v>0.50659999999997696</c:v>
                </c:pt>
                <c:pt idx="2533">
                  <c:v>0.50679999999997705</c:v>
                </c:pt>
                <c:pt idx="2534">
                  <c:v>0.50699999999997702</c:v>
                </c:pt>
                <c:pt idx="2535">
                  <c:v>0.507199999999977</c:v>
                </c:pt>
                <c:pt idx="2536">
                  <c:v>0.50739999999997698</c:v>
                </c:pt>
                <c:pt idx="2537">
                  <c:v>0.50759999999997696</c:v>
                </c:pt>
                <c:pt idx="2538">
                  <c:v>0.50779999999997705</c:v>
                </c:pt>
                <c:pt idx="2539">
                  <c:v>0.50799999999997703</c:v>
                </c:pt>
                <c:pt idx="2540">
                  <c:v>0.508199999999977</c:v>
                </c:pt>
                <c:pt idx="2541">
                  <c:v>0.50839999999997698</c:v>
                </c:pt>
                <c:pt idx="2542">
                  <c:v>0.50859999999997696</c:v>
                </c:pt>
                <c:pt idx="2543">
                  <c:v>0.50879999999997705</c:v>
                </c:pt>
                <c:pt idx="2544">
                  <c:v>0.50899999999997703</c:v>
                </c:pt>
                <c:pt idx="2545">
                  <c:v>0.509199999999977</c:v>
                </c:pt>
                <c:pt idx="2546">
                  <c:v>0.50939999999997698</c:v>
                </c:pt>
                <c:pt idx="2547">
                  <c:v>0.50959999999997696</c:v>
                </c:pt>
                <c:pt idx="2548">
                  <c:v>0.50979999999997605</c:v>
                </c:pt>
                <c:pt idx="2549">
                  <c:v>0.50999999999997603</c:v>
                </c:pt>
                <c:pt idx="2550">
                  <c:v>0.51019999999997601</c:v>
                </c:pt>
                <c:pt idx="2551">
                  <c:v>0.51039999999997598</c:v>
                </c:pt>
                <c:pt idx="2552">
                  <c:v>0.51059999999997596</c:v>
                </c:pt>
                <c:pt idx="2553">
                  <c:v>0.51079999999997605</c:v>
                </c:pt>
                <c:pt idx="2554">
                  <c:v>0.51099999999997603</c:v>
                </c:pt>
                <c:pt idx="2555">
                  <c:v>0.51119999999997601</c:v>
                </c:pt>
                <c:pt idx="2556">
                  <c:v>0.51139999999997598</c:v>
                </c:pt>
                <c:pt idx="2557">
                  <c:v>0.51159999999997596</c:v>
                </c:pt>
                <c:pt idx="2558">
                  <c:v>0.51179999999997605</c:v>
                </c:pt>
                <c:pt idx="2559">
                  <c:v>0.51199999999997603</c:v>
                </c:pt>
                <c:pt idx="2560">
                  <c:v>0.51219999999997601</c:v>
                </c:pt>
                <c:pt idx="2561">
                  <c:v>0.51239999999997599</c:v>
                </c:pt>
                <c:pt idx="2562">
                  <c:v>0.51259999999997596</c:v>
                </c:pt>
                <c:pt idx="2563">
                  <c:v>0.51279999999997605</c:v>
                </c:pt>
                <c:pt idx="2564">
                  <c:v>0.51299999999997603</c:v>
                </c:pt>
                <c:pt idx="2565">
                  <c:v>0.51319999999997601</c:v>
                </c:pt>
                <c:pt idx="2566">
                  <c:v>0.51339999999997599</c:v>
                </c:pt>
                <c:pt idx="2567">
                  <c:v>0.51359999999997596</c:v>
                </c:pt>
                <c:pt idx="2568">
                  <c:v>0.51379999999997605</c:v>
                </c:pt>
                <c:pt idx="2569">
                  <c:v>0.51399999999997603</c:v>
                </c:pt>
                <c:pt idx="2570">
                  <c:v>0.51419999999997601</c:v>
                </c:pt>
                <c:pt idx="2571">
                  <c:v>0.51439999999997599</c:v>
                </c:pt>
                <c:pt idx="2572">
                  <c:v>0.51459999999997597</c:v>
                </c:pt>
                <c:pt idx="2573">
                  <c:v>0.51479999999997605</c:v>
                </c:pt>
                <c:pt idx="2574">
                  <c:v>0.51499999999997603</c:v>
                </c:pt>
                <c:pt idx="2575">
                  <c:v>0.51519999999997601</c:v>
                </c:pt>
                <c:pt idx="2576">
                  <c:v>0.51539999999997599</c:v>
                </c:pt>
                <c:pt idx="2577">
                  <c:v>0.51559999999997597</c:v>
                </c:pt>
                <c:pt idx="2578">
                  <c:v>0.51579999999997606</c:v>
                </c:pt>
                <c:pt idx="2579">
                  <c:v>0.51599999999997603</c:v>
                </c:pt>
                <c:pt idx="2580">
                  <c:v>0.51619999999997601</c:v>
                </c:pt>
                <c:pt idx="2581">
                  <c:v>0.51639999999997599</c:v>
                </c:pt>
                <c:pt idx="2582">
                  <c:v>0.51659999999997597</c:v>
                </c:pt>
                <c:pt idx="2583">
                  <c:v>0.51679999999997595</c:v>
                </c:pt>
                <c:pt idx="2584">
                  <c:v>0.51699999999997603</c:v>
                </c:pt>
                <c:pt idx="2585">
                  <c:v>0.51719999999997601</c:v>
                </c:pt>
                <c:pt idx="2586">
                  <c:v>0.51739999999997599</c:v>
                </c:pt>
                <c:pt idx="2587">
                  <c:v>0.51759999999997597</c:v>
                </c:pt>
                <c:pt idx="2588">
                  <c:v>0.51779999999997595</c:v>
                </c:pt>
                <c:pt idx="2589">
                  <c:v>0.51799999999997604</c:v>
                </c:pt>
                <c:pt idx="2590">
                  <c:v>0.51819999999997601</c:v>
                </c:pt>
                <c:pt idx="2591">
                  <c:v>0.51839999999997599</c:v>
                </c:pt>
                <c:pt idx="2592">
                  <c:v>0.51859999999997597</c:v>
                </c:pt>
                <c:pt idx="2593">
                  <c:v>0.51879999999997595</c:v>
                </c:pt>
                <c:pt idx="2594">
                  <c:v>0.51899999999997504</c:v>
                </c:pt>
                <c:pt idx="2595">
                  <c:v>0.51919999999997501</c:v>
                </c:pt>
                <c:pt idx="2596">
                  <c:v>0.51939999999997499</c:v>
                </c:pt>
                <c:pt idx="2597">
                  <c:v>0.51959999999997497</c:v>
                </c:pt>
                <c:pt idx="2598">
                  <c:v>0.51979999999997495</c:v>
                </c:pt>
                <c:pt idx="2599">
                  <c:v>0.51999999999997504</c:v>
                </c:pt>
                <c:pt idx="2600">
                  <c:v>0.52019999999997502</c:v>
                </c:pt>
                <c:pt idx="2601">
                  <c:v>0.52039999999997499</c:v>
                </c:pt>
                <c:pt idx="2602">
                  <c:v>0.52059999999997497</c:v>
                </c:pt>
                <c:pt idx="2603">
                  <c:v>0.52079999999997495</c:v>
                </c:pt>
                <c:pt idx="2604">
                  <c:v>0.52099999999997504</c:v>
                </c:pt>
                <c:pt idx="2605">
                  <c:v>0.52119999999997502</c:v>
                </c:pt>
                <c:pt idx="2606">
                  <c:v>0.52139999999997499</c:v>
                </c:pt>
                <c:pt idx="2607">
                  <c:v>0.52159999999997497</c:v>
                </c:pt>
                <c:pt idx="2608">
                  <c:v>0.52179999999997495</c:v>
                </c:pt>
                <c:pt idx="2609">
                  <c:v>0.52199999999997504</c:v>
                </c:pt>
                <c:pt idx="2610">
                  <c:v>0.52219999999997502</c:v>
                </c:pt>
                <c:pt idx="2611">
                  <c:v>0.522399999999975</c:v>
                </c:pt>
                <c:pt idx="2612">
                  <c:v>0.52259999999997497</c:v>
                </c:pt>
                <c:pt idx="2613">
                  <c:v>0.52279999999997495</c:v>
                </c:pt>
                <c:pt idx="2614">
                  <c:v>0.52299999999997504</c:v>
                </c:pt>
                <c:pt idx="2615">
                  <c:v>0.52319999999997502</c:v>
                </c:pt>
                <c:pt idx="2616">
                  <c:v>0.523399999999975</c:v>
                </c:pt>
                <c:pt idx="2617">
                  <c:v>0.52359999999997497</c:v>
                </c:pt>
                <c:pt idx="2618">
                  <c:v>0.52379999999997495</c:v>
                </c:pt>
                <c:pt idx="2619">
                  <c:v>0.52399999999997504</c:v>
                </c:pt>
                <c:pt idx="2620">
                  <c:v>0.52419999999997502</c:v>
                </c:pt>
                <c:pt idx="2621">
                  <c:v>0.524399999999975</c:v>
                </c:pt>
                <c:pt idx="2622">
                  <c:v>0.52459999999997498</c:v>
                </c:pt>
                <c:pt idx="2623">
                  <c:v>0.52479999999997495</c:v>
                </c:pt>
                <c:pt idx="2624">
                  <c:v>0.52499999999997504</c:v>
                </c:pt>
                <c:pt idx="2625">
                  <c:v>0.52519999999997502</c:v>
                </c:pt>
                <c:pt idx="2626">
                  <c:v>0.525399999999975</c:v>
                </c:pt>
                <c:pt idx="2627">
                  <c:v>0.52559999999997498</c:v>
                </c:pt>
                <c:pt idx="2628">
                  <c:v>0.52579999999997495</c:v>
                </c:pt>
                <c:pt idx="2629">
                  <c:v>0.52599999999997504</c:v>
                </c:pt>
                <c:pt idx="2630">
                  <c:v>0.52619999999997502</c:v>
                </c:pt>
                <c:pt idx="2631">
                  <c:v>0.526399999999975</c:v>
                </c:pt>
                <c:pt idx="2632">
                  <c:v>0.52659999999997498</c:v>
                </c:pt>
                <c:pt idx="2633">
                  <c:v>0.52679999999997495</c:v>
                </c:pt>
                <c:pt idx="2634">
                  <c:v>0.52699999999997504</c:v>
                </c:pt>
                <c:pt idx="2635">
                  <c:v>0.52719999999997502</c:v>
                </c:pt>
                <c:pt idx="2636">
                  <c:v>0.527399999999975</c:v>
                </c:pt>
                <c:pt idx="2637">
                  <c:v>0.52759999999997498</c:v>
                </c:pt>
                <c:pt idx="2638">
                  <c:v>0.52779999999997496</c:v>
                </c:pt>
                <c:pt idx="2639">
                  <c:v>0.52799999999997405</c:v>
                </c:pt>
                <c:pt idx="2640">
                  <c:v>0.52819999999997402</c:v>
                </c:pt>
                <c:pt idx="2641">
                  <c:v>0.528399999999974</c:v>
                </c:pt>
                <c:pt idx="2642">
                  <c:v>0.52859999999997398</c:v>
                </c:pt>
                <c:pt idx="2643">
                  <c:v>0.52879999999997396</c:v>
                </c:pt>
                <c:pt idx="2644">
                  <c:v>0.52899999999997405</c:v>
                </c:pt>
                <c:pt idx="2645">
                  <c:v>0.52919999999997402</c:v>
                </c:pt>
                <c:pt idx="2646">
                  <c:v>0.529399999999974</c:v>
                </c:pt>
                <c:pt idx="2647">
                  <c:v>0.52959999999997398</c:v>
                </c:pt>
                <c:pt idx="2648">
                  <c:v>0.52979999999997396</c:v>
                </c:pt>
                <c:pt idx="2649">
                  <c:v>0.52999999999997405</c:v>
                </c:pt>
                <c:pt idx="2650">
                  <c:v>0.53019999999997403</c:v>
                </c:pt>
                <c:pt idx="2651">
                  <c:v>0.530399999999974</c:v>
                </c:pt>
                <c:pt idx="2652">
                  <c:v>0.53059999999997398</c:v>
                </c:pt>
                <c:pt idx="2653">
                  <c:v>0.53079999999997396</c:v>
                </c:pt>
                <c:pt idx="2654">
                  <c:v>0.53099999999997405</c:v>
                </c:pt>
                <c:pt idx="2655">
                  <c:v>0.53119999999997403</c:v>
                </c:pt>
                <c:pt idx="2656">
                  <c:v>0.531399999999974</c:v>
                </c:pt>
                <c:pt idx="2657">
                  <c:v>0.53159999999997398</c:v>
                </c:pt>
                <c:pt idx="2658">
                  <c:v>0.53179999999997396</c:v>
                </c:pt>
                <c:pt idx="2659">
                  <c:v>0.53199999999997405</c:v>
                </c:pt>
                <c:pt idx="2660">
                  <c:v>0.53219999999997403</c:v>
                </c:pt>
                <c:pt idx="2661">
                  <c:v>0.53239999999997401</c:v>
                </c:pt>
                <c:pt idx="2662">
                  <c:v>0.53259999999997398</c:v>
                </c:pt>
                <c:pt idx="2663">
                  <c:v>0.53279999999997396</c:v>
                </c:pt>
                <c:pt idx="2664">
                  <c:v>0.53299999999997405</c:v>
                </c:pt>
                <c:pt idx="2665">
                  <c:v>0.53319999999997403</c:v>
                </c:pt>
                <c:pt idx="2666">
                  <c:v>0.53339999999997401</c:v>
                </c:pt>
                <c:pt idx="2667">
                  <c:v>0.53359999999997398</c:v>
                </c:pt>
                <c:pt idx="2668">
                  <c:v>0.53379999999997396</c:v>
                </c:pt>
                <c:pt idx="2669">
                  <c:v>0.53399999999997405</c:v>
                </c:pt>
                <c:pt idx="2670">
                  <c:v>0.53419999999997403</c:v>
                </c:pt>
                <c:pt idx="2671">
                  <c:v>0.53439999999997401</c:v>
                </c:pt>
                <c:pt idx="2672">
                  <c:v>0.53459999999997398</c:v>
                </c:pt>
                <c:pt idx="2673">
                  <c:v>0.53479999999997396</c:v>
                </c:pt>
                <c:pt idx="2674">
                  <c:v>0.53499999999997405</c:v>
                </c:pt>
                <c:pt idx="2675">
                  <c:v>0.53519999999997403</c:v>
                </c:pt>
                <c:pt idx="2676">
                  <c:v>0.53539999999997401</c:v>
                </c:pt>
                <c:pt idx="2677">
                  <c:v>0.53559999999997399</c:v>
                </c:pt>
                <c:pt idx="2678">
                  <c:v>0.53579999999997396</c:v>
                </c:pt>
                <c:pt idx="2679">
                  <c:v>0.53599999999997405</c:v>
                </c:pt>
                <c:pt idx="2680">
                  <c:v>0.53619999999997403</c:v>
                </c:pt>
                <c:pt idx="2681">
                  <c:v>0.53639999999997401</c:v>
                </c:pt>
                <c:pt idx="2682">
                  <c:v>0.53659999999997399</c:v>
                </c:pt>
                <c:pt idx="2683">
                  <c:v>0.53679999999997396</c:v>
                </c:pt>
                <c:pt idx="2684">
                  <c:v>0.53699999999997305</c:v>
                </c:pt>
                <c:pt idx="2685">
                  <c:v>0.53719999999997303</c:v>
                </c:pt>
                <c:pt idx="2686">
                  <c:v>0.53739999999997301</c:v>
                </c:pt>
                <c:pt idx="2687">
                  <c:v>0.53759999999997299</c:v>
                </c:pt>
                <c:pt idx="2688">
                  <c:v>0.53779999999997297</c:v>
                </c:pt>
                <c:pt idx="2689">
                  <c:v>0.53799999999997306</c:v>
                </c:pt>
                <c:pt idx="2690">
                  <c:v>0.53819999999997303</c:v>
                </c:pt>
                <c:pt idx="2691">
                  <c:v>0.53839999999997301</c:v>
                </c:pt>
                <c:pt idx="2692">
                  <c:v>0.53859999999997299</c:v>
                </c:pt>
                <c:pt idx="2693">
                  <c:v>0.53879999999997297</c:v>
                </c:pt>
                <c:pt idx="2694">
                  <c:v>0.53899999999997295</c:v>
                </c:pt>
                <c:pt idx="2695">
                  <c:v>0.53919999999997303</c:v>
                </c:pt>
                <c:pt idx="2696">
                  <c:v>0.53939999999997301</c:v>
                </c:pt>
                <c:pt idx="2697">
                  <c:v>0.53959999999997299</c:v>
                </c:pt>
                <c:pt idx="2698">
                  <c:v>0.53979999999997297</c:v>
                </c:pt>
                <c:pt idx="2699">
                  <c:v>0.53999999999997295</c:v>
                </c:pt>
                <c:pt idx="2700">
                  <c:v>0.54019999999997304</c:v>
                </c:pt>
                <c:pt idx="2701">
                  <c:v>0.54039999999997301</c:v>
                </c:pt>
                <c:pt idx="2702">
                  <c:v>0.54059999999997299</c:v>
                </c:pt>
                <c:pt idx="2703">
                  <c:v>0.54079999999997297</c:v>
                </c:pt>
                <c:pt idx="2704">
                  <c:v>0.54099999999997295</c:v>
                </c:pt>
                <c:pt idx="2705">
                  <c:v>0.54119999999997304</c:v>
                </c:pt>
                <c:pt idx="2706">
                  <c:v>0.54139999999997301</c:v>
                </c:pt>
                <c:pt idx="2707">
                  <c:v>0.54159999999997299</c:v>
                </c:pt>
                <c:pt idx="2708">
                  <c:v>0.54179999999997297</c:v>
                </c:pt>
                <c:pt idx="2709">
                  <c:v>0.54199999999997295</c:v>
                </c:pt>
                <c:pt idx="2710">
                  <c:v>0.54219999999997304</c:v>
                </c:pt>
                <c:pt idx="2711">
                  <c:v>0.54239999999997301</c:v>
                </c:pt>
                <c:pt idx="2712">
                  <c:v>0.54259999999997299</c:v>
                </c:pt>
                <c:pt idx="2713">
                  <c:v>0.54279999999997297</c:v>
                </c:pt>
                <c:pt idx="2714">
                  <c:v>0.54299999999997295</c:v>
                </c:pt>
                <c:pt idx="2715">
                  <c:v>0.54319999999997304</c:v>
                </c:pt>
                <c:pt idx="2716">
                  <c:v>0.54339999999997302</c:v>
                </c:pt>
                <c:pt idx="2717">
                  <c:v>0.54359999999997299</c:v>
                </c:pt>
                <c:pt idx="2718">
                  <c:v>0.54379999999997297</c:v>
                </c:pt>
                <c:pt idx="2719">
                  <c:v>0.54399999999997295</c:v>
                </c:pt>
                <c:pt idx="2720">
                  <c:v>0.54419999999997304</c:v>
                </c:pt>
                <c:pt idx="2721">
                  <c:v>0.54439999999997302</c:v>
                </c:pt>
                <c:pt idx="2722">
                  <c:v>0.54459999999997299</c:v>
                </c:pt>
                <c:pt idx="2723">
                  <c:v>0.54479999999997297</c:v>
                </c:pt>
                <c:pt idx="2724">
                  <c:v>0.54499999999997295</c:v>
                </c:pt>
                <c:pt idx="2725">
                  <c:v>0.54519999999997304</c:v>
                </c:pt>
                <c:pt idx="2726">
                  <c:v>0.54539999999997302</c:v>
                </c:pt>
                <c:pt idx="2727">
                  <c:v>0.545599999999973</c:v>
                </c:pt>
                <c:pt idx="2728">
                  <c:v>0.54579999999997297</c:v>
                </c:pt>
                <c:pt idx="2729">
                  <c:v>0.54599999999997295</c:v>
                </c:pt>
                <c:pt idx="2730">
                  <c:v>0.54619999999997204</c:v>
                </c:pt>
                <c:pt idx="2731">
                  <c:v>0.54639999999997202</c:v>
                </c:pt>
                <c:pt idx="2732">
                  <c:v>0.546599999999972</c:v>
                </c:pt>
                <c:pt idx="2733">
                  <c:v>0.54679999999997198</c:v>
                </c:pt>
                <c:pt idx="2734">
                  <c:v>0.54699999999997195</c:v>
                </c:pt>
                <c:pt idx="2735">
                  <c:v>0.54719999999997204</c:v>
                </c:pt>
                <c:pt idx="2736">
                  <c:v>0.54739999999997202</c:v>
                </c:pt>
                <c:pt idx="2737">
                  <c:v>0.547599999999972</c:v>
                </c:pt>
                <c:pt idx="2738">
                  <c:v>0.54779999999997198</c:v>
                </c:pt>
                <c:pt idx="2739">
                  <c:v>0.54799999999997195</c:v>
                </c:pt>
                <c:pt idx="2740">
                  <c:v>0.54819999999997204</c:v>
                </c:pt>
                <c:pt idx="2741">
                  <c:v>0.54839999999997202</c:v>
                </c:pt>
                <c:pt idx="2742">
                  <c:v>0.548599999999972</c:v>
                </c:pt>
                <c:pt idx="2743">
                  <c:v>0.54879999999997198</c:v>
                </c:pt>
                <c:pt idx="2744">
                  <c:v>0.54899999999997195</c:v>
                </c:pt>
                <c:pt idx="2745">
                  <c:v>0.54919999999997204</c:v>
                </c:pt>
                <c:pt idx="2746">
                  <c:v>0.54939999999997202</c:v>
                </c:pt>
                <c:pt idx="2747">
                  <c:v>0.549599999999972</c:v>
                </c:pt>
                <c:pt idx="2748">
                  <c:v>0.54979999999997198</c:v>
                </c:pt>
                <c:pt idx="2749">
                  <c:v>0.54999999999997196</c:v>
                </c:pt>
                <c:pt idx="2750">
                  <c:v>0.55019999999997204</c:v>
                </c:pt>
                <c:pt idx="2751">
                  <c:v>0.55039999999997202</c:v>
                </c:pt>
                <c:pt idx="2752">
                  <c:v>0.550599999999972</c:v>
                </c:pt>
                <c:pt idx="2753">
                  <c:v>0.55079999999997198</c:v>
                </c:pt>
                <c:pt idx="2754">
                  <c:v>0.55099999999997196</c:v>
                </c:pt>
                <c:pt idx="2755">
                  <c:v>0.55119999999997205</c:v>
                </c:pt>
                <c:pt idx="2756">
                  <c:v>0.55139999999997202</c:v>
                </c:pt>
                <c:pt idx="2757">
                  <c:v>0.551599999999972</c:v>
                </c:pt>
                <c:pt idx="2758">
                  <c:v>0.55179999999997198</c:v>
                </c:pt>
                <c:pt idx="2759">
                  <c:v>0.55199999999997196</c:v>
                </c:pt>
                <c:pt idx="2760">
                  <c:v>0.55219999999997205</c:v>
                </c:pt>
                <c:pt idx="2761">
                  <c:v>0.55239999999997202</c:v>
                </c:pt>
                <c:pt idx="2762">
                  <c:v>0.552599999999972</c:v>
                </c:pt>
                <c:pt idx="2763">
                  <c:v>0.55279999999997198</c:v>
                </c:pt>
                <c:pt idx="2764">
                  <c:v>0.55299999999997196</c:v>
                </c:pt>
                <c:pt idx="2765">
                  <c:v>0.55319999999997205</c:v>
                </c:pt>
                <c:pt idx="2766">
                  <c:v>0.55339999999997203</c:v>
                </c:pt>
                <c:pt idx="2767">
                  <c:v>0.553599999999972</c:v>
                </c:pt>
                <c:pt idx="2768">
                  <c:v>0.55379999999997198</c:v>
                </c:pt>
                <c:pt idx="2769">
                  <c:v>0.55399999999997196</c:v>
                </c:pt>
                <c:pt idx="2770">
                  <c:v>0.55419999999997205</c:v>
                </c:pt>
                <c:pt idx="2771">
                  <c:v>0.55439999999997203</c:v>
                </c:pt>
                <c:pt idx="2772">
                  <c:v>0.554599999999972</c:v>
                </c:pt>
                <c:pt idx="2773">
                  <c:v>0.55479999999997198</c:v>
                </c:pt>
                <c:pt idx="2774">
                  <c:v>0.55499999999997196</c:v>
                </c:pt>
                <c:pt idx="2775">
                  <c:v>0.55519999999997105</c:v>
                </c:pt>
                <c:pt idx="2776">
                  <c:v>0.55539999999997103</c:v>
                </c:pt>
                <c:pt idx="2777">
                  <c:v>0.55559999999997101</c:v>
                </c:pt>
                <c:pt idx="2778">
                  <c:v>0.55579999999997098</c:v>
                </c:pt>
                <c:pt idx="2779">
                  <c:v>0.55599999999997096</c:v>
                </c:pt>
                <c:pt idx="2780">
                  <c:v>0.55619999999997105</c:v>
                </c:pt>
                <c:pt idx="2781">
                  <c:v>0.55639999999997103</c:v>
                </c:pt>
                <c:pt idx="2782">
                  <c:v>0.55659999999997101</c:v>
                </c:pt>
                <c:pt idx="2783">
                  <c:v>0.55679999999997098</c:v>
                </c:pt>
                <c:pt idx="2784">
                  <c:v>0.55699999999997096</c:v>
                </c:pt>
                <c:pt idx="2785">
                  <c:v>0.55719999999997105</c:v>
                </c:pt>
                <c:pt idx="2786">
                  <c:v>0.55739999999997103</c:v>
                </c:pt>
                <c:pt idx="2787">
                  <c:v>0.55759999999997101</c:v>
                </c:pt>
                <c:pt idx="2788">
                  <c:v>0.55779999999997099</c:v>
                </c:pt>
                <c:pt idx="2789">
                  <c:v>0.55799999999997096</c:v>
                </c:pt>
                <c:pt idx="2790">
                  <c:v>0.55819999999997105</c:v>
                </c:pt>
                <c:pt idx="2791">
                  <c:v>0.55839999999997103</c:v>
                </c:pt>
                <c:pt idx="2792">
                  <c:v>0.55859999999997101</c:v>
                </c:pt>
                <c:pt idx="2793">
                  <c:v>0.55879999999997099</c:v>
                </c:pt>
                <c:pt idx="2794">
                  <c:v>0.55899999999997096</c:v>
                </c:pt>
                <c:pt idx="2795">
                  <c:v>0.55919999999997105</c:v>
                </c:pt>
                <c:pt idx="2796">
                  <c:v>0.55939999999997103</c:v>
                </c:pt>
                <c:pt idx="2797">
                  <c:v>0.55959999999997101</c:v>
                </c:pt>
                <c:pt idx="2798">
                  <c:v>0.55979999999997099</c:v>
                </c:pt>
                <c:pt idx="2799">
                  <c:v>0.55999999999997097</c:v>
                </c:pt>
                <c:pt idx="2800">
                  <c:v>0.56019999999997105</c:v>
                </c:pt>
                <c:pt idx="2801">
                  <c:v>0.56039999999997103</c:v>
                </c:pt>
                <c:pt idx="2802">
                  <c:v>0.56059999999997101</c:v>
                </c:pt>
                <c:pt idx="2803">
                  <c:v>0.56079999999997099</c:v>
                </c:pt>
                <c:pt idx="2804">
                  <c:v>0.56099999999997097</c:v>
                </c:pt>
                <c:pt idx="2805">
                  <c:v>0.56119999999997106</c:v>
                </c:pt>
                <c:pt idx="2806">
                  <c:v>0.56139999999997103</c:v>
                </c:pt>
                <c:pt idx="2807">
                  <c:v>0.56159999999997101</c:v>
                </c:pt>
                <c:pt idx="2808">
                  <c:v>0.56179999999997099</c:v>
                </c:pt>
                <c:pt idx="2809">
                  <c:v>0.56199999999997097</c:v>
                </c:pt>
                <c:pt idx="2810">
                  <c:v>0.56219999999997095</c:v>
                </c:pt>
                <c:pt idx="2811">
                  <c:v>0.56239999999997103</c:v>
                </c:pt>
                <c:pt idx="2812">
                  <c:v>0.56259999999997101</c:v>
                </c:pt>
                <c:pt idx="2813">
                  <c:v>0.56279999999997099</c:v>
                </c:pt>
                <c:pt idx="2814">
                  <c:v>0.56299999999997097</c:v>
                </c:pt>
                <c:pt idx="2815">
                  <c:v>0.56319999999997095</c:v>
                </c:pt>
                <c:pt idx="2816">
                  <c:v>0.56339999999997104</c:v>
                </c:pt>
                <c:pt idx="2817">
                  <c:v>0.56359999999997101</c:v>
                </c:pt>
                <c:pt idx="2818">
                  <c:v>0.56379999999997099</c:v>
                </c:pt>
                <c:pt idx="2819">
                  <c:v>0.56399999999997097</c:v>
                </c:pt>
                <c:pt idx="2820">
                  <c:v>0.56419999999997095</c:v>
                </c:pt>
                <c:pt idx="2821">
                  <c:v>0.56439999999997004</c:v>
                </c:pt>
                <c:pt idx="2822">
                  <c:v>0.56459999999997001</c:v>
                </c:pt>
                <c:pt idx="2823">
                  <c:v>0.56479999999996999</c:v>
                </c:pt>
                <c:pt idx="2824">
                  <c:v>0.56499999999996997</c:v>
                </c:pt>
                <c:pt idx="2825">
                  <c:v>0.56519999999996995</c:v>
                </c:pt>
                <c:pt idx="2826">
                  <c:v>0.56539999999997004</c:v>
                </c:pt>
                <c:pt idx="2827">
                  <c:v>0.56559999999997002</c:v>
                </c:pt>
                <c:pt idx="2828">
                  <c:v>0.56579999999996999</c:v>
                </c:pt>
                <c:pt idx="2829">
                  <c:v>0.56599999999996997</c:v>
                </c:pt>
                <c:pt idx="2830">
                  <c:v>0.56619999999996995</c:v>
                </c:pt>
                <c:pt idx="2831">
                  <c:v>0.56639999999997004</c:v>
                </c:pt>
                <c:pt idx="2832">
                  <c:v>0.56659999999997002</c:v>
                </c:pt>
                <c:pt idx="2833">
                  <c:v>0.56679999999996999</c:v>
                </c:pt>
                <c:pt idx="2834">
                  <c:v>0.56699999999996997</c:v>
                </c:pt>
                <c:pt idx="2835">
                  <c:v>0.56719999999996995</c:v>
                </c:pt>
                <c:pt idx="2836">
                  <c:v>0.56739999999997004</c:v>
                </c:pt>
                <c:pt idx="2837">
                  <c:v>0.56759999999997002</c:v>
                </c:pt>
                <c:pt idx="2838">
                  <c:v>0.56779999999997</c:v>
                </c:pt>
                <c:pt idx="2839">
                  <c:v>0.56799999999996997</c:v>
                </c:pt>
                <c:pt idx="2840">
                  <c:v>0.56819999999996995</c:v>
                </c:pt>
                <c:pt idx="2841">
                  <c:v>0.56839999999997004</c:v>
                </c:pt>
                <c:pt idx="2842">
                  <c:v>0.56859999999997002</c:v>
                </c:pt>
                <c:pt idx="2843">
                  <c:v>0.56879999999997</c:v>
                </c:pt>
                <c:pt idx="2844">
                  <c:v>0.56899999999996997</c:v>
                </c:pt>
                <c:pt idx="2845">
                  <c:v>0.56919999999996995</c:v>
                </c:pt>
                <c:pt idx="2846">
                  <c:v>0.56939999999997004</c:v>
                </c:pt>
                <c:pt idx="2847">
                  <c:v>0.56959999999997002</c:v>
                </c:pt>
                <c:pt idx="2848">
                  <c:v>0.56979999999997</c:v>
                </c:pt>
                <c:pt idx="2849">
                  <c:v>0.56999999999996998</c:v>
                </c:pt>
                <c:pt idx="2850">
                  <c:v>0.57019999999996995</c:v>
                </c:pt>
                <c:pt idx="2851">
                  <c:v>0.57039999999997004</c:v>
                </c:pt>
                <c:pt idx="2852">
                  <c:v>0.57059999999997002</c:v>
                </c:pt>
                <c:pt idx="2853">
                  <c:v>0.57079999999997</c:v>
                </c:pt>
                <c:pt idx="2854">
                  <c:v>0.57099999999996998</c:v>
                </c:pt>
                <c:pt idx="2855">
                  <c:v>0.57119999999996995</c:v>
                </c:pt>
                <c:pt idx="2856">
                  <c:v>0.57139999999997004</c:v>
                </c:pt>
                <c:pt idx="2857">
                  <c:v>0.57159999999997002</c:v>
                </c:pt>
                <c:pt idx="2858">
                  <c:v>0.57179999999997</c:v>
                </c:pt>
                <c:pt idx="2859">
                  <c:v>0.57199999999996998</c:v>
                </c:pt>
                <c:pt idx="2860">
                  <c:v>0.57219999999996995</c:v>
                </c:pt>
                <c:pt idx="2861">
                  <c:v>0.57239999999997004</c:v>
                </c:pt>
                <c:pt idx="2862">
                  <c:v>0.57259999999997002</c:v>
                </c:pt>
                <c:pt idx="2863">
                  <c:v>0.57279999999997</c:v>
                </c:pt>
                <c:pt idx="2864">
                  <c:v>0.57299999999996998</c:v>
                </c:pt>
                <c:pt idx="2865">
                  <c:v>0.57319999999996996</c:v>
                </c:pt>
                <c:pt idx="2866">
                  <c:v>0.57339999999996905</c:v>
                </c:pt>
                <c:pt idx="2867">
                  <c:v>0.57359999999996902</c:v>
                </c:pt>
                <c:pt idx="2868">
                  <c:v>0.573799999999969</c:v>
                </c:pt>
                <c:pt idx="2869">
                  <c:v>0.57399999999996898</c:v>
                </c:pt>
                <c:pt idx="2870">
                  <c:v>0.57419999999996896</c:v>
                </c:pt>
                <c:pt idx="2871">
                  <c:v>0.57439999999996905</c:v>
                </c:pt>
                <c:pt idx="2872">
                  <c:v>0.57459999999996902</c:v>
                </c:pt>
                <c:pt idx="2873">
                  <c:v>0.574799999999969</c:v>
                </c:pt>
                <c:pt idx="2874">
                  <c:v>0.57499999999996898</c:v>
                </c:pt>
                <c:pt idx="2875">
                  <c:v>0.57519999999996896</c:v>
                </c:pt>
                <c:pt idx="2876">
                  <c:v>0.57539999999996905</c:v>
                </c:pt>
                <c:pt idx="2877">
                  <c:v>0.57559999999996903</c:v>
                </c:pt>
                <c:pt idx="2878">
                  <c:v>0.575799999999969</c:v>
                </c:pt>
                <c:pt idx="2879">
                  <c:v>0.57599999999996898</c:v>
                </c:pt>
                <c:pt idx="2880">
                  <c:v>0.57619999999996896</c:v>
                </c:pt>
                <c:pt idx="2881">
                  <c:v>0.57639999999996905</c:v>
                </c:pt>
                <c:pt idx="2882">
                  <c:v>0.57659999999996903</c:v>
                </c:pt>
                <c:pt idx="2883">
                  <c:v>0.576799999999969</c:v>
                </c:pt>
                <c:pt idx="2884">
                  <c:v>0.57699999999996898</c:v>
                </c:pt>
                <c:pt idx="2885">
                  <c:v>0.57719999999996896</c:v>
                </c:pt>
                <c:pt idx="2886">
                  <c:v>0.57739999999996905</c:v>
                </c:pt>
                <c:pt idx="2887">
                  <c:v>0.57759999999996903</c:v>
                </c:pt>
                <c:pt idx="2888">
                  <c:v>0.57779999999996901</c:v>
                </c:pt>
                <c:pt idx="2889">
                  <c:v>0.57799999999996898</c:v>
                </c:pt>
                <c:pt idx="2890">
                  <c:v>0.57819999999996896</c:v>
                </c:pt>
                <c:pt idx="2891">
                  <c:v>0.57839999999996905</c:v>
                </c:pt>
                <c:pt idx="2892">
                  <c:v>0.57859999999996903</c:v>
                </c:pt>
                <c:pt idx="2893">
                  <c:v>0.57879999999996901</c:v>
                </c:pt>
                <c:pt idx="2894">
                  <c:v>0.57899999999996898</c:v>
                </c:pt>
                <c:pt idx="2895">
                  <c:v>0.57919999999996896</c:v>
                </c:pt>
                <c:pt idx="2896">
                  <c:v>0.57939999999996905</c:v>
                </c:pt>
                <c:pt idx="2897">
                  <c:v>0.57959999999996903</c:v>
                </c:pt>
                <c:pt idx="2898">
                  <c:v>0.57979999999996901</c:v>
                </c:pt>
                <c:pt idx="2899">
                  <c:v>0.57999999999996898</c:v>
                </c:pt>
                <c:pt idx="2900">
                  <c:v>0.58019999999996896</c:v>
                </c:pt>
                <c:pt idx="2901">
                  <c:v>0.58039999999996905</c:v>
                </c:pt>
                <c:pt idx="2902">
                  <c:v>0.58059999999996903</c:v>
                </c:pt>
                <c:pt idx="2903">
                  <c:v>0.58079999999996901</c:v>
                </c:pt>
                <c:pt idx="2904">
                  <c:v>0.58099999999996899</c:v>
                </c:pt>
                <c:pt idx="2905">
                  <c:v>0.58119999999996896</c:v>
                </c:pt>
                <c:pt idx="2906">
                  <c:v>0.58139999999996905</c:v>
                </c:pt>
                <c:pt idx="2907">
                  <c:v>0.58159999999996903</c:v>
                </c:pt>
                <c:pt idx="2908">
                  <c:v>0.58179999999996901</c:v>
                </c:pt>
                <c:pt idx="2909">
                  <c:v>0.58199999999996899</c:v>
                </c:pt>
                <c:pt idx="2910">
                  <c:v>0.58219999999996896</c:v>
                </c:pt>
                <c:pt idx="2911">
                  <c:v>0.58239999999996805</c:v>
                </c:pt>
                <c:pt idx="2912">
                  <c:v>0.58259999999996803</c:v>
                </c:pt>
                <c:pt idx="2913">
                  <c:v>0.58279999999996801</c:v>
                </c:pt>
                <c:pt idx="2914">
                  <c:v>0.58299999999996799</c:v>
                </c:pt>
                <c:pt idx="2915">
                  <c:v>0.58319999999996797</c:v>
                </c:pt>
                <c:pt idx="2916">
                  <c:v>0.58339999999996806</c:v>
                </c:pt>
                <c:pt idx="2917">
                  <c:v>0.58359999999996803</c:v>
                </c:pt>
                <c:pt idx="2918">
                  <c:v>0.58379999999996801</c:v>
                </c:pt>
                <c:pt idx="2919">
                  <c:v>0.58399999999996799</c:v>
                </c:pt>
                <c:pt idx="2920">
                  <c:v>0.58419999999996797</c:v>
                </c:pt>
                <c:pt idx="2921">
                  <c:v>0.58439999999996795</c:v>
                </c:pt>
                <c:pt idx="2922">
                  <c:v>0.58459999999996803</c:v>
                </c:pt>
                <c:pt idx="2923">
                  <c:v>0.58479999999996801</c:v>
                </c:pt>
                <c:pt idx="2924">
                  <c:v>0.58499999999996799</c:v>
                </c:pt>
                <c:pt idx="2925">
                  <c:v>0.58519999999996797</c:v>
                </c:pt>
                <c:pt idx="2926">
                  <c:v>0.58539999999996795</c:v>
                </c:pt>
                <c:pt idx="2927">
                  <c:v>0.58559999999996803</c:v>
                </c:pt>
                <c:pt idx="2928">
                  <c:v>0.58579999999996801</c:v>
                </c:pt>
                <c:pt idx="2929">
                  <c:v>0.58599999999996799</c:v>
                </c:pt>
                <c:pt idx="2930">
                  <c:v>0.58619999999996797</c:v>
                </c:pt>
                <c:pt idx="2931">
                  <c:v>0.58639999999996795</c:v>
                </c:pt>
                <c:pt idx="2932">
                  <c:v>0.58659999999996804</c:v>
                </c:pt>
                <c:pt idx="2933">
                  <c:v>0.58679999999996801</c:v>
                </c:pt>
                <c:pt idx="2934">
                  <c:v>0.58699999999996799</c:v>
                </c:pt>
                <c:pt idx="2935">
                  <c:v>0.58719999999996797</c:v>
                </c:pt>
                <c:pt idx="2936">
                  <c:v>0.58739999999996795</c:v>
                </c:pt>
                <c:pt idx="2937">
                  <c:v>0.58759999999996804</c:v>
                </c:pt>
                <c:pt idx="2938">
                  <c:v>0.58779999999996801</c:v>
                </c:pt>
                <c:pt idx="2939">
                  <c:v>0.58799999999996799</c:v>
                </c:pt>
                <c:pt idx="2940">
                  <c:v>0.58819999999996797</c:v>
                </c:pt>
                <c:pt idx="2941">
                  <c:v>0.58839999999996795</c:v>
                </c:pt>
                <c:pt idx="2942">
                  <c:v>0.58859999999996804</c:v>
                </c:pt>
                <c:pt idx="2943">
                  <c:v>0.58879999999996802</c:v>
                </c:pt>
                <c:pt idx="2944">
                  <c:v>0.58899999999996799</c:v>
                </c:pt>
                <c:pt idx="2945">
                  <c:v>0.58919999999996797</c:v>
                </c:pt>
                <c:pt idx="2946">
                  <c:v>0.58939999999996795</c:v>
                </c:pt>
                <c:pt idx="2947">
                  <c:v>0.58959999999996804</c:v>
                </c:pt>
                <c:pt idx="2948">
                  <c:v>0.58979999999996802</c:v>
                </c:pt>
                <c:pt idx="2949">
                  <c:v>0.58999999999996799</c:v>
                </c:pt>
                <c:pt idx="2950">
                  <c:v>0.59019999999996797</c:v>
                </c:pt>
                <c:pt idx="2951">
                  <c:v>0.59039999999996795</c:v>
                </c:pt>
                <c:pt idx="2952">
                  <c:v>0.59059999999996804</c:v>
                </c:pt>
                <c:pt idx="2953">
                  <c:v>0.59079999999996802</c:v>
                </c:pt>
                <c:pt idx="2954">
                  <c:v>0.590999999999968</c:v>
                </c:pt>
                <c:pt idx="2955">
                  <c:v>0.59119999999996797</c:v>
                </c:pt>
                <c:pt idx="2956">
                  <c:v>0.59139999999996795</c:v>
                </c:pt>
                <c:pt idx="2957">
                  <c:v>0.59159999999996704</c:v>
                </c:pt>
                <c:pt idx="2958">
                  <c:v>0.59179999999996702</c:v>
                </c:pt>
                <c:pt idx="2959">
                  <c:v>0.591999999999967</c:v>
                </c:pt>
                <c:pt idx="2960">
                  <c:v>0.59219999999996698</c:v>
                </c:pt>
                <c:pt idx="2961">
                  <c:v>0.59239999999996695</c:v>
                </c:pt>
                <c:pt idx="2962">
                  <c:v>0.59259999999996704</c:v>
                </c:pt>
                <c:pt idx="2963">
                  <c:v>0.59279999999996702</c:v>
                </c:pt>
                <c:pt idx="2964">
                  <c:v>0.592999999999967</c:v>
                </c:pt>
                <c:pt idx="2965">
                  <c:v>0.59319999999996698</c:v>
                </c:pt>
                <c:pt idx="2966">
                  <c:v>0.59339999999996695</c:v>
                </c:pt>
                <c:pt idx="2967">
                  <c:v>0.59359999999996704</c:v>
                </c:pt>
                <c:pt idx="2968">
                  <c:v>0.59379999999996702</c:v>
                </c:pt>
                <c:pt idx="2969">
                  <c:v>0.593999999999967</c:v>
                </c:pt>
                <c:pt idx="2970">
                  <c:v>0.59419999999996698</c:v>
                </c:pt>
                <c:pt idx="2971">
                  <c:v>0.59439999999996695</c:v>
                </c:pt>
                <c:pt idx="2972">
                  <c:v>0.59459999999996704</c:v>
                </c:pt>
                <c:pt idx="2973">
                  <c:v>0.59479999999996702</c:v>
                </c:pt>
                <c:pt idx="2974">
                  <c:v>0.594999999999967</c:v>
                </c:pt>
                <c:pt idx="2975">
                  <c:v>0.59519999999996698</c:v>
                </c:pt>
                <c:pt idx="2976">
                  <c:v>0.59539999999996696</c:v>
                </c:pt>
                <c:pt idx="2977">
                  <c:v>0.59559999999996704</c:v>
                </c:pt>
                <c:pt idx="2978">
                  <c:v>0.59579999999996702</c:v>
                </c:pt>
                <c:pt idx="2979">
                  <c:v>0.595999999999967</c:v>
                </c:pt>
                <c:pt idx="2980">
                  <c:v>0.59619999999996698</c:v>
                </c:pt>
                <c:pt idx="2981">
                  <c:v>0.59639999999996696</c:v>
                </c:pt>
                <c:pt idx="2982">
                  <c:v>0.59659999999996705</c:v>
                </c:pt>
                <c:pt idx="2983">
                  <c:v>0.59679999999996702</c:v>
                </c:pt>
                <c:pt idx="2984">
                  <c:v>0.596999999999967</c:v>
                </c:pt>
                <c:pt idx="2985">
                  <c:v>0.59719999999996698</c:v>
                </c:pt>
                <c:pt idx="2986">
                  <c:v>0.59739999999996696</c:v>
                </c:pt>
                <c:pt idx="2987">
                  <c:v>0.59759999999996705</c:v>
                </c:pt>
                <c:pt idx="2988">
                  <c:v>0.59779999999996702</c:v>
                </c:pt>
                <c:pt idx="2989">
                  <c:v>0.597999999999967</c:v>
                </c:pt>
                <c:pt idx="2990">
                  <c:v>0.59819999999996698</c:v>
                </c:pt>
                <c:pt idx="2991">
                  <c:v>0.59839999999996696</c:v>
                </c:pt>
                <c:pt idx="2992">
                  <c:v>0.59859999999996705</c:v>
                </c:pt>
                <c:pt idx="2993">
                  <c:v>0.59879999999996703</c:v>
                </c:pt>
                <c:pt idx="2994">
                  <c:v>0.598999999999967</c:v>
                </c:pt>
                <c:pt idx="2995">
                  <c:v>0.59919999999996698</c:v>
                </c:pt>
                <c:pt idx="2996">
                  <c:v>0.59939999999996696</c:v>
                </c:pt>
                <c:pt idx="2997">
                  <c:v>0.59959999999996705</c:v>
                </c:pt>
                <c:pt idx="2998">
                  <c:v>0.59979999999996703</c:v>
                </c:pt>
                <c:pt idx="2999">
                  <c:v>0.599999999999967</c:v>
                </c:pt>
                <c:pt idx="3000">
                  <c:v>0.60019999999996698</c:v>
                </c:pt>
                <c:pt idx="3001">
                  <c:v>0.60039999999996696</c:v>
                </c:pt>
                <c:pt idx="3002">
                  <c:v>0.60059999999996605</c:v>
                </c:pt>
                <c:pt idx="3003">
                  <c:v>0.60079999999996603</c:v>
                </c:pt>
                <c:pt idx="3004">
                  <c:v>0.60099999999996601</c:v>
                </c:pt>
                <c:pt idx="3005">
                  <c:v>0.60119999999996598</c:v>
                </c:pt>
                <c:pt idx="3006">
                  <c:v>0.60139999999996596</c:v>
                </c:pt>
                <c:pt idx="3007">
                  <c:v>0.60159999999996605</c:v>
                </c:pt>
                <c:pt idx="3008">
                  <c:v>0.60179999999996603</c:v>
                </c:pt>
                <c:pt idx="3009">
                  <c:v>0.60199999999996601</c:v>
                </c:pt>
                <c:pt idx="3010">
                  <c:v>0.60219999999996598</c:v>
                </c:pt>
                <c:pt idx="3011">
                  <c:v>0.60239999999996596</c:v>
                </c:pt>
                <c:pt idx="3012">
                  <c:v>0.60259999999996605</c:v>
                </c:pt>
                <c:pt idx="3013">
                  <c:v>0.60279999999996603</c:v>
                </c:pt>
                <c:pt idx="3014">
                  <c:v>0.60299999999996601</c:v>
                </c:pt>
                <c:pt idx="3015">
                  <c:v>0.60319999999996599</c:v>
                </c:pt>
                <c:pt idx="3016">
                  <c:v>0.60339999999996596</c:v>
                </c:pt>
                <c:pt idx="3017">
                  <c:v>0.60359999999996605</c:v>
                </c:pt>
                <c:pt idx="3018">
                  <c:v>0.60379999999996603</c:v>
                </c:pt>
                <c:pt idx="3019">
                  <c:v>0.60399999999996601</c:v>
                </c:pt>
                <c:pt idx="3020">
                  <c:v>0.60419999999996599</c:v>
                </c:pt>
                <c:pt idx="3021">
                  <c:v>0.60439999999996596</c:v>
                </c:pt>
                <c:pt idx="3022">
                  <c:v>0.60459999999996605</c:v>
                </c:pt>
                <c:pt idx="3023">
                  <c:v>0.60479999999996603</c:v>
                </c:pt>
                <c:pt idx="3024">
                  <c:v>0.60499999999996601</c:v>
                </c:pt>
                <c:pt idx="3025">
                  <c:v>0.60519999999996599</c:v>
                </c:pt>
                <c:pt idx="3026">
                  <c:v>0.60539999999996597</c:v>
                </c:pt>
                <c:pt idx="3027">
                  <c:v>0.60559999999996605</c:v>
                </c:pt>
                <c:pt idx="3028">
                  <c:v>0.60579999999996603</c:v>
                </c:pt>
                <c:pt idx="3029">
                  <c:v>0.60599999999996601</c:v>
                </c:pt>
                <c:pt idx="3030">
                  <c:v>0.60619999999996599</c:v>
                </c:pt>
                <c:pt idx="3031">
                  <c:v>0.60639999999996597</c:v>
                </c:pt>
                <c:pt idx="3032">
                  <c:v>0.60659999999996606</c:v>
                </c:pt>
                <c:pt idx="3033">
                  <c:v>0.60679999999996603</c:v>
                </c:pt>
                <c:pt idx="3034">
                  <c:v>0.60699999999996601</c:v>
                </c:pt>
                <c:pt idx="3035">
                  <c:v>0.60719999999996599</c:v>
                </c:pt>
                <c:pt idx="3036">
                  <c:v>0.60739999999996597</c:v>
                </c:pt>
                <c:pt idx="3037">
                  <c:v>0.60759999999996595</c:v>
                </c:pt>
                <c:pt idx="3038">
                  <c:v>0.60779999999996603</c:v>
                </c:pt>
                <c:pt idx="3039">
                  <c:v>0.60799999999996601</c:v>
                </c:pt>
                <c:pt idx="3040">
                  <c:v>0.60819999999996599</c:v>
                </c:pt>
                <c:pt idx="3041">
                  <c:v>0.60839999999996597</c:v>
                </c:pt>
                <c:pt idx="3042">
                  <c:v>0.60859999999996595</c:v>
                </c:pt>
                <c:pt idx="3043">
                  <c:v>0.60879999999996603</c:v>
                </c:pt>
                <c:pt idx="3044">
                  <c:v>0.60899999999996601</c:v>
                </c:pt>
                <c:pt idx="3045">
                  <c:v>0.60919999999996599</c:v>
                </c:pt>
                <c:pt idx="3046">
                  <c:v>0.60939999999996597</c:v>
                </c:pt>
                <c:pt idx="3047">
                  <c:v>0.60959999999996595</c:v>
                </c:pt>
                <c:pt idx="3048">
                  <c:v>0.60979999999996504</c:v>
                </c:pt>
                <c:pt idx="3049">
                  <c:v>0.60999999999996501</c:v>
                </c:pt>
                <c:pt idx="3050">
                  <c:v>0.61019999999996499</c:v>
                </c:pt>
                <c:pt idx="3051">
                  <c:v>0.61039999999996497</c:v>
                </c:pt>
                <c:pt idx="3052">
                  <c:v>0.61059999999996495</c:v>
                </c:pt>
                <c:pt idx="3053">
                  <c:v>0.61079999999996504</c:v>
                </c:pt>
                <c:pt idx="3054">
                  <c:v>0.61099999999996502</c:v>
                </c:pt>
                <c:pt idx="3055">
                  <c:v>0.61119999999996499</c:v>
                </c:pt>
                <c:pt idx="3056">
                  <c:v>0.61139999999996497</c:v>
                </c:pt>
                <c:pt idx="3057">
                  <c:v>0.61159999999996495</c:v>
                </c:pt>
                <c:pt idx="3058">
                  <c:v>0.61179999999996504</c:v>
                </c:pt>
                <c:pt idx="3059">
                  <c:v>0.61199999999996502</c:v>
                </c:pt>
                <c:pt idx="3060">
                  <c:v>0.61219999999996499</c:v>
                </c:pt>
                <c:pt idx="3061">
                  <c:v>0.61239999999996497</c:v>
                </c:pt>
                <c:pt idx="3062">
                  <c:v>0.61259999999996495</c:v>
                </c:pt>
                <c:pt idx="3063">
                  <c:v>0.61279999999996504</c:v>
                </c:pt>
                <c:pt idx="3064">
                  <c:v>0.61299999999996502</c:v>
                </c:pt>
                <c:pt idx="3065">
                  <c:v>0.613199999999965</c:v>
                </c:pt>
                <c:pt idx="3066">
                  <c:v>0.61339999999996497</c:v>
                </c:pt>
                <c:pt idx="3067">
                  <c:v>0.61359999999996495</c:v>
                </c:pt>
                <c:pt idx="3068">
                  <c:v>0.61379999999996504</c:v>
                </c:pt>
                <c:pt idx="3069">
                  <c:v>0.61399999999996502</c:v>
                </c:pt>
                <c:pt idx="3070">
                  <c:v>0.614199999999965</c:v>
                </c:pt>
                <c:pt idx="3071">
                  <c:v>0.61439999999996497</c:v>
                </c:pt>
                <c:pt idx="3072">
                  <c:v>0.61459999999996495</c:v>
                </c:pt>
                <c:pt idx="3073">
                  <c:v>0.61479999999996504</c:v>
                </c:pt>
                <c:pt idx="3074">
                  <c:v>0.61499999999996502</c:v>
                </c:pt>
                <c:pt idx="3075">
                  <c:v>0.615199999999965</c:v>
                </c:pt>
                <c:pt idx="3076">
                  <c:v>0.61539999999996498</c:v>
                </c:pt>
                <c:pt idx="3077">
                  <c:v>0.61559999999996495</c:v>
                </c:pt>
                <c:pt idx="3078">
                  <c:v>0.61579999999996504</c:v>
                </c:pt>
                <c:pt idx="3079">
                  <c:v>0.61599999999996502</c:v>
                </c:pt>
                <c:pt idx="3080">
                  <c:v>0.616199999999965</c:v>
                </c:pt>
                <c:pt idx="3081">
                  <c:v>0.61639999999996498</c:v>
                </c:pt>
                <c:pt idx="3082">
                  <c:v>0.61659999999996495</c:v>
                </c:pt>
                <c:pt idx="3083">
                  <c:v>0.61679999999996504</c:v>
                </c:pt>
                <c:pt idx="3084">
                  <c:v>0.61699999999996502</c:v>
                </c:pt>
                <c:pt idx="3085">
                  <c:v>0.617199999999965</c:v>
                </c:pt>
                <c:pt idx="3086">
                  <c:v>0.61739999999996498</c:v>
                </c:pt>
                <c:pt idx="3087">
                  <c:v>0.61759999999996495</c:v>
                </c:pt>
                <c:pt idx="3088">
                  <c:v>0.61779999999996504</c:v>
                </c:pt>
                <c:pt idx="3089">
                  <c:v>0.61799999999996502</c:v>
                </c:pt>
                <c:pt idx="3090">
                  <c:v>0.618199999999965</c:v>
                </c:pt>
                <c:pt idx="3091">
                  <c:v>0.61839999999996498</c:v>
                </c:pt>
                <c:pt idx="3092">
                  <c:v>0.61859999999996496</c:v>
                </c:pt>
                <c:pt idx="3093">
                  <c:v>0.61879999999996405</c:v>
                </c:pt>
                <c:pt idx="3094">
                  <c:v>0.61899999999996402</c:v>
                </c:pt>
                <c:pt idx="3095">
                  <c:v>0.619199999999964</c:v>
                </c:pt>
                <c:pt idx="3096">
                  <c:v>0.61939999999996398</c:v>
                </c:pt>
                <c:pt idx="3097">
                  <c:v>0.61959999999996396</c:v>
                </c:pt>
                <c:pt idx="3098">
                  <c:v>0.61979999999996405</c:v>
                </c:pt>
                <c:pt idx="3099">
                  <c:v>0.61999999999996402</c:v>
                </c:pt>
                <c:pt idx="3100">
                  <c:v>0.620199999999964</c:v>
                </c:pt>
                <c:pt idx="3101">
                  <c:v>0.62039999999996398</c:v>
                </c:pt>
                <c:pt idx="3102">
                  <c:v>0.62059999999996396</c:v>
                </c:pt>
                <c:pt idx="3103">
                  <c:v>0.62079999999996405</c:v>
                </c:pt>
                <c:pt idx="3104">
                  <c:v>0.62099999999996403</c:v>
                </c:pt>
                <c:pt idx="3105">
                  <c:v>0.621199999999964</c:v>
                </c:pt>
                <c:pt idx="3106">
                  <c:v>0.62139999999996398</c:v>
                </c:pt>
                <c:pt idx="3107">
                  <c:v>0.62159999999996396</c:v>
                </c:pt>
                <c:pt idx="3108">
                  <c:v>0.62179999999996405</c:v>
                </c:pt>
                <c:pt idx="3109">
                  <c:v>0.62199999999996403</c:v>
                </c:pt>
                <c:pt idx="3110">
                  <c:v>0.622199999999964</c:v>
                </c:pt>
                <c:pt idx="3111">
                  <c:v>0.62239999999996398</c:v>
                </c:pt>
                <c:pt idx="3112">
                  <c:v>0.62259999999996396</c:v>
                </c:pt>
                <c:pt idx="3113">
                  <c:v>0.62279999999996405</c:v>
                </c:pt>
                <c:pt idx="3114">
                  <c:v>0.62299999999996403</c:v>
                </c:pt>
                <c:pt idx="3115">
                  <c:v>0.623199999999964</c:v>
                </c:pt>
                <c:pt idx="3116">
                  <c:v>0.62339999999996398</c:v>
                </c:pt>
                <c:pt idx="3117">
                  <c:v>0.62359999999996396</c:v>
                </c:pt>
                <c:pt idx="3118">
                  <c:v>0.62379999999996405</c:v>
                </c:pt>
                <c:pt idx="3119">
                  <c:v>0.62399999999996403</c:v>
                </c:pt>
                <c:pt idx="3120">
                  <c:v>0.62419999999996401</c:v>
                </c:pt>
                <c:pt idx="3121">
                  <c:v>0.62439999999996398</c:v>
                </c:pt>
                <c:pt idx="3122">
                  <c:v>0.62459999999996396</c:v>
                </c:pt>
                <c:pt idx="3123">
                  <c:v>0.62479999999996405</c:v>
                </c:pt>
                <c:pt idx="3124">
                  <c:v>0.62499999999996403</c:v>
                </c:pt>
                <c:pt idx="3125">
                  <c:v>0.62519999999996401</c:v>
                </c:pt>
                <c:pt idx="3126">
                  <c:v>0.62539999999996398</c:v>
                </c:pt>
                <c:pt idx="3127">
                  <c:v>0.62559999999996396</c:v>
                </c:pt>
                <c:pt idx="3128">
                  <c:v>0.62579999999996405</c:v>
                </c:pt>
                <c:pt idx="3129">
                  <c:v>0.62599999999996403</c:v>
                </c:pt>
                <c:pt idx="3130">
                  <c:v>0.62619999999996401</c:v>
                </c:pt>
                <c:pt idx="3131">
                  <c:v>0.62639999999996399</c:v>
                </c:pt>
                <c:pt idx="3132">
                  <c:v>0.62659999999996396</c:v>
                </c:pt>
                <c:pt idx="3133">
                  <c:v>0.62679999999996405</c:v>
                </c:pt>
                <c:pt idx="3134">
                  <c:v>0.62699999999996403</c:v>
                </c:pt>
                <c:pt idx="3135">
                  <c:v>0.62719999999996401</c:v>
                </c:pt>
                <c:pt idx="3136">
                  <c:v>0.62739999999996399</c:v>
                </c:pt>
                <c:pt idx="3137">
                  <c:v>0.62759999999996396</c:v>
                </c:pt>
                <c:pt idx="3138">
                  <c:v>0.62779999999996305</c:v>
                </c:pt>
                <c:pt idx="3139">
                  <c:v>0.62799999999996303</c:v>
                </c:pt>
                <c:pt idx="3140">
                  <c:v>0.62819999999996301</c:v>
                </c:pt>
                <c:pt idx="3141">
                  <c:v>0.62839999999996299</c:v>
                </c:pt>
                <c:pt idx="3142">
                  <c:v>0.62859999999996297</c:v>
                </c:pt>
                <c:pt idx="3143">
                  <c:v>0.62879999999996306</c:v>
                </c:pt>
                <c:pt idx="3144">
                  <c:v>0.62899999999996303</c:v>
                </c:pt>
                <c:pt idx="3145">
                  <c:v>0.62919999999996301</c:v>
                </c:pt>
                <c:pt idx="3146">
                  <c:v>0.62939999999996299</c:v>
                </c:pt>
                <c:pt idx="3147">
                  <c:v>0.62959999999996297</c:v>
                </c:pt>
                <c:pt idx="3148">
                  <c:v>0.62979999999996295</c:v>
                </c:pt>
                <c:pt idx="3149">
                  <c:v>0.62999999999996303</c:v>
                </c:pt>
                <c:pt idx="3150">
                  <c:v>0.63019999999996301</c:v>
                </c:pt>
                <c:pt idx="3151">
                  <c:v>0.63039999999996299</c:v>
                </c:pt>
                <c:pt idx="3152">
                  <c:v>0.63059999999996297</c:v>
                </c:pt>
                <c:pt idx="3153">
                  <c:v>0.63079999999996295</c:v>
                </c:pt>
                <c:pt idx="3154">
                  <c:v>0.63099999999996303</c:v>
                </c:pt>
                <c:pt idx="3155">
                  <c:v>0.63119999999996301</c:v>
                </c:pt>
                <c:pt idx="3156">
                  <c:v>0.63139999999996299</c:v>
                </c:pt>
                <c:pt idx="3157">
                  <c:v>0.63159999999996297</c:v>
                </c:pt>
                <c:pt idx="3158">
                  <c:v>0.63179999999996295</c:v>
                </c:pt>
                <c:pt idx="3159">
                  <c:v>0.63199999999996304</c:v>
                </c:pt>
                <c:pt idx="3160">
                  <c:v>0.63219999999996301</c:v>
                </c:pt>
                <c:pt idx="3161">
                  <c:v>0.63239999999996299</c:v>
                </c:pt>
                <c:pt idx="3162">
                  <c:v>0.63259999999996297</c:v>
                </c:pt>
                <c:pt idx="3163">
                  <c:v>0.63279999999996295</c:v>
                </c:pt>
                <c:pt idx="3164">
                  <c:v>0.63299999999996304</c:v>
                </c:pt>
                <c:pt idx="3165">
                  <c:v>0.63319999999996301</c:v>
                </c:pt>
                <c:pt idx="3166">
                  <c:v>0.63339999999996299</c:v>
                </c:pt>
                <c:pt idx="3167">
                  <c:v>0.63359999999996297</c:v>
                </c:pt>
                <c:pt idx="3168">
                  <c:v>0.63379999999996295</c:v>
                </c:pt>
                <c:pt idx="3169">
                  <c:v>0.63399999999996304</c:v>
                </c:pt>
                <c:pt idx="3170">
                  <c:v>0.63419999999996302</c:v>
                </c:pt>
                <c:pt idx="3171">
                  <c:v>0.63439999999996299</c:v>
                </c:pt>
                <c:pt idx="3172">
                  <c:v>0.63459999999996297</c:v>
                </c:pt>
                <c:pt idx="3173">
                  <c:v>0.63479999999996295</c:v>
                </c:pt>
                <c:pt idx="3174">
                  <c:v>0.63499999999996304</c:v>
                </c:pt>
                <c:pt idx="3175">
                  <c:v>0.63519999999996302</c:v>
                </c:pt>
                <c:pt idx="3176">
                  <c:v>0.63539999999996299</c:v>
                </c:pt>
                <c:pt idx="3177">
                  <c:v>0.63559999999996297</c:v>
                </c:pt>
                <c:pt idx="3178">
                  <c:v>0.63579999999996295</c:v>
                </c:pt>
                <c:pt idx="3179">
                  <c:v>0.63599999999996304</c:v>
                </c:pt>
                <c:pt idx="3180">
                  <c:v>0.63619999999996302</c:v>
                </c:pt>
                <c:pt idx="3181">
                  <c:v>0.636399999999963</c:v>
                </c:pt>
                <c:pt idx="3182">
                  <c:v>0.63659999999996297</c:v>
                </c:pt>
                <c:pt idx="3183">
                  <c:v>0.63679999999996295</c:v>
                </c:pt>
                <c:pt idx="3184">
                  <c:v>0.63699999999996204</c:v>
                </c:pt>
                <c:pt idx="3185">
                  <c:v>0.63719999999996202</c:v>
                </c:pt>
                <c:pt idx="3186">
                  <c:v>0.637399999999962</c:v>
                </c:pt>
                <c:pt idx="3187">
                  <c:v>0.63759999999996197</c:v>
                </c:pt>
                <c:pt idx="3188">
                  <c:v>0.63779999999996195</c:v>
                </c:pt>
                <c:pt idx="3189">
                  <c:v>0.63799999999996204</c:v>
                </c:pt>
                <c:pt idx="3190">
                  <c:v>0.63819999999996202</c:v>
                </c:pt>
                <c:pt idx="3191">
                  <c:v>0.638399999999962</c:v>
                </c:pt>
                <c:pt idx="3192">
                  <c:v>0.63859999999996198</c:v>
                </c:pt>
                <c:pt idx="3193">
                  <c:v>0.63879999999996195</c:v>
                </c:pt>
                <c:pt idx="3194">
                  <c:v>0.63899999999996204</c:v>
                </c:pt>
                <c:pt idx="3195">
                  <c:v>0.63919999999996202</c:v>
                </c:pt>
                <c:pt idx="3196">
                  <c:v>0.639399999999962</c:v>
                </c:pt>
                <c:pt idx="3197">
                  <c:v>0.63959999999996198</c:v>
                </c:pt>
                <c:pt idx="3198">
                  <c:v>0.63979999999996195</c:v>
                </c:pt>
                <c:pt idx="3199">
                  <c:v>0.63999999999996204</c:v>
                </c:pt>
                <c:pt idx="3200">
                  <c:v>0.64019999999996202</c:v>
                </c:pt>
                <c:pt idx="3201">
                  <c:v>0.640399999999962</c:v>
                </c:pt>
                <c:pt idx="3202">
                  <c:v>0.64059999999996198</c:v>
                </c:pt>
                <c:pt idx="3203">
                  <c:v>0.64079999999996196</c:v>
                </c:pt>
                <c:pt idx="3204">
                  <c:v>0.64099999999996204</c:v>
                </c:pt>
                <c:pt idx="3205">
                  <c:v>0.64119999999996202</c:v>
                </c:pt>
                <c:pt idx="3206">
                  <c:v>0.641399999999962</c:v>
                </c:pt>
                <c:pt idx="3207">
                  <c:v>0.64159999999996198</c:v>
                </c:pt>
                <c:pt idx="3208">
                  <c:v>0.64179999999996196</c:v>
                </c:pt>
                <c:pt idx="3209">
                  <c:v>0.64199999999996205</c:v>
                </c:pt>
                <c:pt idx="3210">
                  <c:v>0.64219999999996202</c:v>
                </c:pt>
                <c:pt idx="3211">
                  <c:v>0.642399999999962</c:v>
                </c:pt>
                <c:pt idx="3212">
                  <c:v>0.64259999999996198</c:v>
                </c:pt>
                <c:pt idx="3213">
                  <c:v>0.64279999999996196</c:v>
                </c:pt>
                <c:pt idx="3214">
                  <c:v>0.64299999999996205</c:v>
                </c:pt>
                <c:pt idx="3215">
                  <c:v>0.64319999999996202</c:v>
                </c:pt>
                <c:pt idx="3216">
                  <c:v>0.643399999999962</c:v>
                </c:pt>
                <c:pt idx="3217">
                  <c:v>0.64359999999996198</c:v>
                </c:pt>
                <c:pt idx="3218">
                  <c:v>0.64379999999996196</c:v>
                </c:pt>
                <c:pt idx="3219">
                  <c:v>0.64399999999996205</c:v>
                </c:pt>
                <c:pt idx="3220">
                  <c:v>0.64419999999996203</c:v>
                </c:pt>
                <c:pt idx="3221">
                  <c:v>0.644399999999962</c:v>
                </c:pt>
                <c:pt idx="3222">
                  <c:v>0.64459999999996198</c:v>
                </c:pt>
                <c:pt idx="3223">
                  <c:v>0.64479999999996196</c:v>
                </c:pt>
                <c:pt idx="3224">
                  <c:v>0.64499999999996205</c:v>
                </c:pt>
                <c:pt idx="3225">
                  <c:v>0.64519999999996203</c:v>
                </c:pt>
                <c:pt idx="3226">
                  <c:v>0.645399999999962</c:v>
                </c:pt>
                <c:pt idx="3227">
                  <c:v>0.64559999999996198</c:v>
                </c:pt>
                <c:pt idx="3228">
                  <c:v>0.64579999999996196</c:v>
                </c:pt>
                <c:pt idx="3229">
                  <c:v>0.64599999999996105</c:v>
                </c:pt>
                <c:pt idx="3230">
                  <c:v>0.64619999999996103</c:v>
                </c:pt>
                <c:pt idx="3231">
                  <c:v>0.64639999999996101</c:v>
                </c:pt>
                <c:pt idx="3232">
                  <c:v>0.64659999999996098</c:v>
                </c:pt>
                <c:pt idx="3233">
                  <c:v>0.64679999999996096</c:v>
                </c:pt>
                <c:pt idx="3234">
                  <c:v>0.64699999999996105</c:v>
                </c:pt>
                <c:pt idx="3235">
                  <c:v>0.64719999999996103</c:v>
                </c:pt>
                <c:pt idx="3236">
                  <c:v>0.64739999999996101</c:v>
                </c:pt>
                <c:pt idx="3237">
                  <c:v>0.64759999999996098</c:v>
                </c:pt>
                <c:pt idx="3238">
                  <c:v>0.64779999999996096</c:v>
                </c:pt>
                <c:pt idx="3239">
                  <c:v>0.64799999999996105</c:v>
                </c:pt>
                <c:pt idx="3240">
                  <c:v>0.64819999999996103</c:v>
                </c:pt>
                <c:pt idx="3241">
                  <c:v>0.64839999999996101</c:v>
                </c:pt>
                <c:pt idx="3242">
                  <c:v>0.64859999999996099</c:v>
                </c:pt>
                <c:pt idx="3243">
                  <c:v>0.64879999999996096</c:v>
                </c:pt>
                <c:pt idx="3244">
                  <c:v>0.64899999999996105</c:v>
                </c:pt>
                <c:pt idx="3245">
                  <c:v>0.64919999999996103</c:v>
                </c:pt>
                <c:pt idx="3246">
                  <c:v>0.64939999999996101</c:v>
                </c:pt>
                <c:pt idx="3247">
                  <c:v>0.64959999999996099</c:v>
                </c:pt>
                <c:pt idx="3248">
                  <c:v>0.64979999999996096</c:v>
                </c:pt>
                <c:pt idx="3249">
                  <c:v>0.64999999999996105</c:v>
                </c:pt>
                <c:pt idx="3250">
                  <c:v>0.65019999999996103</c:v>
                </c:pt>
                <c:pt idx="3251">
                  <c:v>0.65039999999996101</c:v>
                </c:pt>
                <c:pt idx="3252">
                  <c:v>0.65059999999996099</c:v>
                </c:pt>
                <c:pt idx="3253">
                  <c:v>0.65079999999996097</c:v>
                </c:pt>
                <c:pt idx="3254">
                  <c:v>0.65099999999996105</c:v>
                </c:pt>
                <c:pt idx="3255">
                  <c:v>0.65119999999996103</c:v>
                </c:pt>
                <c:pt idx="3256">
                  <c:v>0.65139999999996101</c:v>
                </c:pt>
                <c:pt idx="3257">
                  <c:v>0.65159999999996099</c:v>
                </c:pt>
                <c:pt idx="3258">
                  <c:v>0.65179999999996097</c:v>
                </c:pt>
                <c:pt idx="3259">
                  <c:v>0.65199999999996106</c:v>
                </c:pt>
                <c:pt idx="3260">
                  <c:v>0.65219999999996103</c:v>
                </c:pt>
                <c:pt idx="3261">
                  <c:v>0.65239999999996101</c:v>
                </c:pt>
                <c:pt idx="3262">
                  <c:v>0.65259999999996099</c:v>
                </c:pt>
                <c:pt idx="3263">
                  <c:v>0.65279999999996097</c:v>
                </c:pt>
                <c:pt idx="3264">
                  <c:v>0.65299999999996095</c:v>
                </c:pt>
                <c:pt idx="3265">
                  <c:v>0.65319999999996103</c:v>
                </c:pt>
                <c:pt idx="3266">
                  <c:v>0.65339999999996101</c:v>
                </c:pt>
                <c:pt idx="3267">
                  <c:v>0.65359999999996099</c:v>
                </c:pt>
                <c:pt idx="3268">
                  <c:v>0.65379999999996097</c:v>
                </c:pt>
                <c:pt idx="3269">
                  <c:v>0.65399999999996095</c:v>
                </c:pt>
                <c:pt idx="3270">
                  <c:v>0.65419999999996103</c:v>
                </c:pt>
                <c:pt idx="3271">
                  <c:v>0.65439999999996101</c:v>
                </c:pt>
                <c:pt idx="3272">
                  <c:v>0.65459999999996099</c:v>
                </c:pt>
                <c:pt idx="3273">
                  <c:v>0.65479999999996097</c:v>
                </c:pt>
                <c:pt idx="3274">
                  <c:v>0.65499999999996095</c:v>
                </c:pt>
                <c:pt idx="3275">
                  <c:v>0.65519999999996004</c:v>
                </c:pt>
                <c:pt idx="3276">
                  <c:v>0.65539999999996001</c:v>
                </c:pt>
                <c:pt idx="3277">
                  <c:v>0.65559999999995999</c:v>
                </c:pt>
                <c:pt idx="3278">
                  <c:v>0.65579999999995997</c:v>
                </c:pt>
                <c:pt idx="3279">
                  <c:v>0.65599999999995995</c:v>
                </c:pt>
                <c:pt idx="3280">
                  <c:v>0.65619999999996004</c:v>
                </c:pt>
                <c:pt idx="3281">
                  <c:v>0.65639999999996002</c:v>
                </c:pt>
                <c:pt idx="3282">
                  <c:v>0.65659999999995999</c:v>
                </c:pt>
                <c:pt idx="3283">
                  <c:v>0.65679999999995997</c:v>
                </c:pt>
                <c:pt idx="3284">
                  <c:v>0.65699999999995995</c:v>
                </c:pt>
                <c:pt idx="3285">
                  <c:v>0.65719999999996004</c:v>
                </c:pt>
                <c:pt idx="3286">
                  <c:v>0.65739999999996002</c:v>
                </c:pt>
                <c:pt idx="3287">
                  <c:v>0.65759999999995999</c:v>
                </c:pt>
                <c:pt idx="3288">
                  <c:v>0.65779999999995997</c:v>
                </c:pt>
                <c:pt idx="3289">
                  <c:v>0.65799999999995995</c:v>
                </c:pt>
                <c:pt idx="3290">
                  <c:v>0.65819999999996004</c:v>
                </c:pt>
                <c:pt idx="3291">
                  <c:v>0.65839999999996002</c:v>
                </c:pt>
                <c:pt idx="3292">
                  <c:v>0.65859999999996</c:v>
                </c:pt>
                <c:pt idx="3293">
                  <c:v>0.65879999999995997</c:v>
                </c:pt>
                <c:pt idx="3294">
                  <c:v>0.65899999999995995</c:v>
                </c:pt>
                <c:pt idx="3295">
                  <c:v>0.65919999999996004</c:v>
                </c:pt>
                <c:pt idx="3296">
                  <c:v>0.65939999999996002</c:v>
                </c:pt>
                <c:pt idx="3297">
                  <c:v>0.65959999999996</c:v>
                </c:pt>
                <c:pt idx="3298">
                  <c:v>0.65979999999995997</c:v>
                </c:pt>
                <c:pt idx="3299">
                  <c:v>0.65999999999995995</c:v>
                </c:pt>
                <c:pt idx="3300">
                  <c:v>0.66019999999996004</c:v>
                </c:pt>
                <c:pt idx="3301">
                  <c:v>0.66039999999996002</c:v>
                </c:pt>
                <c:pt idx="3302">
                  <c:v>0.66059999999996</c:v>
                </c:pt>
                <c:pt idx="3303">
                  <c:v>0.66079999999995997</c:v>
                </c:pt>
                <c:pt idx="3304">
                  <c:v>0.66099999999995995</c:v>
                </c:pt>
                <c:pt idx="3305">
                  <c:v>0.66119999999996004</c:v>
                </c:pt>
                <c:pt idx="3306">
                  <c:v>0.66139999999996002</c:v>
                </c:pt>
                <c:pt idx="3307">
                  <c:v>0.66159999999996</c:v>
                </c:pt>
                <c:pt idx="3308">
                  <c:v>0.66179999999995998</c:v>
                </c:pt>
                <c:pt idx="3309">
                  <c:v>0.66199999999995995</c:v>
                </c:pt>
                <c:pt idx="3310">
                  <c:v>0.66219999999996004</c:v>
                </c:pt>
                <c:pt idx="3311">
                  <c:v>0.66239999999996002</c:v>
                </c:pt>
                <c:pt idx="3312">
                  <c:v>0.66259999999996</c:v>
                </c:pt>
                <c:pt idx="3313">
                  <c:v>0.66279999999995998</c:v>
                </c:pt>
                <c:pt idx="3314">
                  <c:v>0.66299999999995995</c:v>
                </c:pt>
                <c:pt idx="3315">
                  <c:v>0.66319999999996004</c:v>
                </c:pt>
                <c:pt idx="3316">
                  <c:v>0.66339999999996002</c:v>
                </c:pt>
                <c:pt idx="3317">
                  <c:v>0.66359999999996</c:v>
                </c:pt>
                <c:pt idx="3318">
                  <c:v>0.66379999999995998</c:v>
                </c:pt>
                <c:pt idx="3319">
                  <c:v>0.66399999999995996</c:v>
                </c:pt>
                <c:pt idx="3320">
                  <c:v>0.66419999999995905</c:v>
                </c:pt>
                <c:pt idx="3321">
                  <c:v>0.66439999999995902</c:v>
                </c:pt>
                <c:pt idx="3322">
                  <c:v>0.664599999999959</c:v>
                </c:pt>
                <c:pt idx="3323">
                  <c:v>0.66479999999995898</c:v>
                </c:pt>
                <c:pt idx="3324">
                  <c:v>0.66499999999995896</c:v>
                </c:pt>
                <c:pt idx="3325">
                  <c:v>0.66519999999995905</c:v>
                </c:pt>
                <c:pt idx="3326">
                  <c:v>0.66539999999995902</c:v>
                </c:pt>
                <c:pt idx="3327">
                  <c:v>0.665599999999959</c:v>
                </c:pt>
                <c:pt idx="3328">
                  <c:v>0.66579999999995898</c:v>
                </c:pt>
                <c:pt idx="3329">
                  <c:v>0.66599999999995896</c:v>
                </c:pt>
                <c:pt idx="3330">
                  <c:v>0.66619999999995905</c:v>
                </c:pt>
                <c:pt idx="3331">
                  <c:v>0.66639999999995903</c:v>
                </c:pt>
                <c:pt idx="3332">
                  <c:v>0.666599999999959</c:v>
                </c:pt>
                <c:pt idx="3333">
                  <c:v>0.66679999999995898</c:v>
                </c:pt>
                <c:pt idx="3334">
                  <c:v>0.66699999999995896</c:v>
                </c:pt>
                <c:pt idx="3335">
                  <c:v>0.66719999999995905</c:v>
                </c:pt>
                <c:pt idx="3336">
                  <c:v>0.66739999999995903</c:v>
                </c:pt>
                <c:pt idx="3337">
                  <c:v>0.667599999999959</c:v>
                </c:pt>
                <c:pt idx="3338">
                  <c:v>0.66779999999995898</c:v>
                </c:pt>
                <c:pt idx="3339">
                  <c:v>0.66799999999995896</c:v>
                </c:pt>
                <c:pt idx="3340">
                  <c:v>0.66819999999995905</c:v>
                </c:pt>
                <c:pt idx="3341">
                  <c:v>0.66839999999995903</c:v>
                </c:pt>
                <c:pt idx="3342">
                  <c:v>0.668599999999959</c:v>
                </c:pt>
                <c:pt idx="3343">
                  <c:v>0.66879999999995898</c:v>
                </c:pt>
                <c:pt idx="3344">
                  <c:v>0.66899999999995896</c:v>
                </c:pt>
                <c:pt idx="3345">
                  <c:v>0.66919999999995905</c:v>
                </c:pt>
                <c:pt idx="3346">
                  <c:v>0.66939999999995903</c:v>
                </c:pt>
                <c:pt idx="3347">
                  <c:v>0.66959999999995901</c:v>
                </c:pt>
                <c:pt idx="3348">
                  <c:v>0.66979999999995898</c:v>
                </c:pt>
                <c:pt idx="3349">
                  <c:v>0.66999999999995896</c:v>
                </c:pt>
                <c:pt idx="3350">
                  <c:v>0.67019999999995905</c:v>
                </c:pt>
                <c:pt idx="3351">
                  <c:v>0.67039999999995903</c:v>
                </c:pt>
                <c:pt idx="3352">
                  <c:v>0.67059999999995901</c:v>
                </c:pt>
                <c:pt idx="3353">
                  <c:v>0.67079999999995898</c:v>
                </c:pt>
                <c:pt idx="3354">
                  <c:v>0.67099999999995896</c:v>
                </c:pt>
                <c:pt idx="3355">
                  <c:v>0.67119999999995905</c:v>
                </c:pt>
                <c:pt idx="3356">
                  <c:v>0.67139999999995903</c:v>
                </c:pt>
                <c:pt idx="3357">
                  <c:v>0.67159999999995901</c:v>
                </c:pt>
                <c:pt idx="3358">
                  <c:v>0.67179999999995899</c:v>
                </c:pt>
                <c:pt idx="3359">
                  <c:v>0.67199999999995896</c:v>
                </c:pt>
                <c:pt idx="3360">
                  <c:v>0.67219999999995905</c:v>
                </c:pt>
                <c:pt idx="3361">
                  <c:v>0.67239999999995903</c:v>
                </c:pt>
                <c:pt idx="3362">
                  <c:v>0.67259999999995901</c:v>
                </c:pt>
                <c:pt idx="3363">
                  <c:v>0.67279999999995899</c:v>
                </c:pt>
                <c:pt idx="3364">
                  <c:v>0.67299999999995896</c:v>
                </c:pt>
                <c:pt idx="3365">
                  <c:v>0.67319999999995805</c:v>
                </c:pt>
                <c:pt idx="3366">
                  <c:v>0.67339999999995803</c:v>
                </c:pt>
                <c:pt idx="3367">
                  <c:v>0.67359999999995801</c:v>
                </c:pt>
                <c:pt idx="3368">
                  <c:v>0.67379999999995799</c:v>
                </c:pt>
                <c:pt idx="3369">
                  <c:v>0.67399999999995797</c:v>
                </c:pt>
                <c:pt idx="3370">
                  <c:v>0.67419999999995806</c:v>
                </c:pt>
                <c:pt idx="3371">
                  <c:v>0.67439999999995803</c:v>
                </c:pt>
                <c:pt idx="3372">
                  <c:v>0.67459999999995801</c:v>
                </c:pt>
                <c:pt idx="3373">
                  <c:v>0.67479999999995799</c:v>
                </c:pt>
                <c:pt idx="3374">
                  <c:v>0.67499999999995797</c:v>
                </c:pt>
                <c:pt idx="3375">
                  <c:v>0.67519999999995794</c:v>
                </c:pt>
                <c:pt idx="3376">
                  <c:v>0.67539999999995803</c:v>
                </c:pt>
                <c:pt idx="3377">
                  <c:v>0.67559999999995801</c:v>
                </c:pt>
                <c:pt idx="3378">
                  <c:v>0.67579999999995799</c:v>
                </c:pt>
                <c:pt idx="3379">
                  <c:v>0.67599999999995797</c:v>
                </c:pt>
                <c:pt idx="3380">
                  <c:v>0.67619999999995795</c:v>
                </c:pt>
                <c:pt idx="3381">
                  <c:v>0.67639999999995803</c:v>
                </c:pt>
                <c:pt idx="3382">
                  <c:v>0.67659999999995801</c:v>
                </c:pt>
                <c:pt idx="3383">
                  <c:v>0.67679999999995799</c:v>
                </c:pt>
                <c:pt idx="3384">
                  <c:v>0.67699999999995797</c:v>
                </c:pt>
                <c:pt idx="3385">
                  <c:v>0.67719999999995795</c:v>
                </c:pt>
                <c:pt idx="3386">
                  <c:v>0.67739999999995804</c:v>
                </c:pt>
                <c:pt idx="3387">
                  <c:v>0.67759999999995801</c:v>
                </c:pt>
                <c:pt idx="3388">
                  <c:v>0.67779999999995799</c:v>
                </c:pt>
                <c:pt idx="3389">
                  <c:v>0.67799999999995797</c:v>
                </c:pt>
                <c:pt idx="3390">
                  <c:v>0.67819999999995795</c:v>
                </c:pt>
                <c:pt idx="3391">
                  <c:v>0.67839999999995804</c:v>
                </c:pt>
                <c:pt idx="3392">
                  <c:v>0.67859999999995801</c:v>
                </c:pt>
                <c:pt idx="3393">
                  <c:v>0.67879999999995799</c:v>
                </c:pt>
                <c:pt idx="3394">
                  <c:v>0.67899999999995797</c:v>
                </c:pt>
                <c:pt idx="3395">
                  <c:v>0.67919999999995795</c:v>
                </c:pt>
                <c:pt idx="3396">
                  <c:v>0.67939999999995804</c:v>
                </c:pt>
                <c:pt idx="3397">
                  <c:v>0.67959999999995802</c:v>
                </c:pt>
                <c:pt idx="3398">
                  <c:v>0.67979999999995799</c:v>
                </c:pt>
                <c:pt idx="3399">
                  <c:v>0.67999999999995797</c:v>
                </c:pt>
                <c:pt idx="3400">
                  <c:v>0.68019999999995795</c:v>
                </c:pt>
                <c:pt idx="3401">
                  <c:v>0.68039999999995804</c:v>
                </c:pt>
                <c:pt idx="3402">
                  <c:v>0.68059999999995802</c:v>
                </c:pt>
                <c:pt idx="3403">
                  <c:v>0.68079999999995799</c:v>
                </c:pt>
                <c:pt idx="3404">
                  <c:v>0.68099999999995797</c:v>
                </c:pt>
                <c:pt idx="3405">
                  <c:v>0.68119999999995795</c:v>
                </c:pt>
                <c:pt idx="3406">
                  <c:v>0.68139999999995804</c:v>
                </c:pt>
                <c:pt idx="3407">
                  <c:v>0.68159999999995802</c:v>
                </c:pt>
                <c:pt idx="3408">
                  <c:v>0.681799999999958</c:v>
                </c:pt>
                <c:pt idx="3409">
                  <c:v>0.68199999999995797</c:v>
                </c:pt>
                <c:pt idx="3410">
                  <c:v>0.68219999999995795</c:v>
                </c:pt>
                <c:pt idx="3411">
                  <c:v>0.68239999999995704</c:v>
                </c:pt>
                <c:pt idx="3412">
                  <c:v>0.68259999999995702</c:v>
                </c:pt>
                <c:pt idx="3413">
                  <c:v>0.682799999999957</c:v>
                </c:pt>
                <c:pt idx="3414">
                  <c:v>0.68299999999995697</c:v>
                </c:pt>
                <c:pt idx="3415">
                  <c:v>0.68319999999995695</c:v>
                </c:pt>
                <c:pt idx="3416">
                  <c:v>0.68339999999995704</c:v>
                </c:pt>
                <c:pt idx="3417">
                  <c:v>0.68359999999995702</c:v>
                </c:pt>
                <c:pt idx="3418">
                  <c:v>0.683799999999957</c:v>
                </c:pt>
                <c:pt idx="3419">
                  <c:v>0.68399999999995698</c:v>
                </c:pt>
                <c:pt idx="3420">
                  <c:v>0.68419999999995695</c:v>
                </c:pt>
                <c:pt idx="3421">
                  <c:v>0.68439999999995704</c:v>
                </c:pt>
                <c:pt idx="3422">
                  <c:v>0.68459999999995702</c:v>
                </c:pt>
                <c:pt idx="3423">
                  <c:v>0.684799999999957</c:v>
                </c:pt>
                <c:pt idx="3424">
                  <c:v>0.68499999999995698</c:v>
                </c:pt>
                <c:pt idx="3425">
                  <c:v>0.68519999999995695</c:v>
                </c:pt>
                <c:pt idx="3426">
                  <c:v>0.68539999999995704</c:v>
                </c:pt>
                <c:pt idx="3427">
                  <c:v>0.68559999999995702</c:v>
                </c:pt>
                <c:pt idx="3428">
                  <c:v>0.685799999999957</c:v>
                </c:pt>
                <c:pt idx="3429">
                  <c:v>0.68599999999995698</c:v>
                </c:pt>
                <c:pt idx="3430">
                  <c:v>0.68619999999995696</c:v>
                </c:pt>
                <c:pt idx="3431">
                  <c:v>0.68639999999995704</c:v>
                </c:pt>
                <c:pt idx="3432">
                  <c:v>0.68659999999995702</c:v>
                </c:pt>
                <c:pt idx="3433">
                  <c:v>0.686799999999957</c:v>
                </c:pt>
                <c:pt idx="3434">
                  <c:v>0.68699999999995698</c:v>
                </c:pt>
                <c:pt idx="3435">
                  <c:v>0.68719999999995696</c:v>
                </c:pt>
                <c:pt idx="3436">
                  <c:v>0.68739999999995705</c:v>
                </c:pt>
                <c:pt idx="3437">
                  <c:v>0.68759999999995702</c:v>
                </c:pt>
                <c:pt idx="3438">
                  <c:v>0.687799999999957</c:v>
                </c:pt>
                <c:pt idx="3439">
                  <c:v>0.68799999999995698</c:v>
                </c:pt>
                <c:pt idx="3440">
                  <c:v>0.68819999999995696</c:v>
                </c:pt>
                <c:pt idx="3441">
                  <c:v>0.68839999999995705</c:v>
                </c:pt>
                <c:pt idx="3442">
                  <c:v>0.68859999999995702</c:v>
                </c:pt>
                <c:pt idx="3443">
                  <c:v>0.688799999999957</c:v>
                </c:pt>
                <c:pt idx="3444">
                  <c:v>0.68899999999995698</c:v>
                </c:pt>
                <c:pt idx="3445">
                  <c:v>0.68919999999995696</c:v>
                </c:pt>
                <c:pt idx="3446">
                  <c:v>0.68939999999995705</c:v>
                </c:pt>
                <c:pt idx="3447">
                  <c:v>0.68959999999995703</c:v>
                </c:pt>
                <c:pt idx="3448">
                  <c:v>0.689799999999957</c:v>
                </c:pt>
                <c:pt idx="3449">
                  <c:v>0.68999999999995698</c:v>
                </c:pt>
                <c:pt idx="3450">
                  <c:v>0.69019999999995696</c:v>
                </c:pt>
                <c:pt idx="3451">
                  <c:v>0.69039999999995705</c:v>
                </c:pt>
                <c:pt idx="3452">
                  <c:v>0.69059999999995703</c:v>
                </c:pt>
                <c:pt idx="3453">
                  <c:v>0.690799999999957</c:v>
                </c:pt>
                <c:pt idx="3454">
                  <c:v>0.69099999999995698</c:v>
                </c:pt>
                <c:pt idx="3455">
                  <c:v>0.69119999999995696</c:v>
                </c:pt>
                <c:pt idx="3456">
                  <c:v>0.69139999999995605</c:v>
                </c:pt>
                <c:pt idx="3457">
                  <c:v>0.69159999999995603</c:v>
                </c:pt>
                <c:pt idx="3458">
                  <c:v>0.69179999999995601</c:v>
                </c:pt>
                <c:pt idx="3459">
                  <c:v>0.69199999999995598</c:v>
                </c:pt>
                <c:pt idx="3460">
                  <c:v>0.69219999999995596</c:v>
                </c:pt>
                <c:pt idx="3461">
                  <c:v>0.69239999999995605</c:v>
                </c:pt>
                <c:pt idx="3462">
                  <c:v>0.69259999999995603</c:v>
                </c:pt>
                <c:pt idx="3463">
                  <c:v>0.69279999999995601</c:v>
                </c:pt>
                <c:pt idx="3464">
                  <c:v>0.69299999999995598</c:v>
                </c:pt>
                <c:pt idx="3465">
                  <c:v>0.69319999999995596</c:v>
                </c:pt>
                <c:pt idx="3466">
                  <c:v>0.69339999999995605</c:v>
                </c:pt>
                <c:pt idx="3467">
                  <c:v>0.69359999999995603</c:v>
                </c:pt>
                <c:pt idx="3468">
                  <c:v>0.69379999999995601</c:v>
                </c:pt>
                <c:pt idx="3469">
                  <c:v>0.69399999999995599</c:v>
                </c:pt>
                <c:pt idx="3470">
                  <c:v>0.69419999999995596</c:v>
                </c:pt>
                <c:pt idx="3471">
                  <c:v>0.69439999999995605</c:v>
                </c:pt>
                <c:pt idx="3472">
                  <c:v>0.69459999999995603</c:v>
                </c:pt>
                <c:pt idx="3473">
                  <c:v>0.69479999999995601</c:v>
                </c:pt>
                <c:pt idx="3474">
                  <c:v>0.69499999999995599</c:v>
                </c:pt>
                <c:pt idx="3475">
                  <c:v>0.69519999999995596</c:v>
                </c:pt>
                <c:pt idx="3476">
                  <c:v>0.69539999999995605</c:v>
                </c:pt>
                <c:pt idx="3477">
                  <c:v>0.69559999999995603</c:v>
                </c:pt>
                <c:pt idx="3478">
                  <c:v>0.69579999999995601</c:v>
                </c:pt>
                <c:pt idx="3479">
                  <c:v>0.69599999999995599</c:v>
                </c:pt>
                <c:pt idx="3480">
                  <c:v>0.69619999999995597</c:v>
                </c:pt>
                <c:pt idx="3481">
                  <c:v>0.69639999999995605</c:v>
                </c:pt>
                <c:pt idx="3482">
                  <c:v>0.69659999999995603</c:v>
                </c:pt>
                <c:pt idx="3483">
                  <c:v>0.69679999999995601</c:v>
                </c:pt>
                <c:pt idx="3484">
                  <c:v>0.69699999999995599</c:v>
                </c:pt>
                <c:pt idx="3485">
                  <c:v>0.69719999999995597</c:v>
                </c:pt>
                <c:pt idx="3486">
                  <c:v>0.69739999999995606</c:v>
                </c:pt>
                <c:pt idx="3487">
                  <c:v>0.69759999999995603</c:v>
                </c:pt>
                <c:pt idx="3488">
                  <c:v>0.69779999999995601</c:v>
                </c:pt>
                <c:pt idx="3489">
                  <c:v>0.69799999999995599</c:v>
                </c:pt>
                <c:pt idx="3490">
                  <c:v>0.69819999999995597</c:v>
                </c:pt>
                <c:pt idx="3491">
                  <c:v>0.69839999999995594</c:v>
                </c:pt>
                <c:pt idx="3492">
                  <c:v>0.69859999999995603</c:v>
                </c:pt>
                <c:pt idx="3493">
                  <c:v>0.69879999999995601</c:v>
                </c:pt>
                <c:pt idx="3494">
                  <c:v>0.69899999999995599</c:v>
                </c:pt>
                <c:pt idx="3495">
                  <c:v>0.69919999999995597</c:v>
                </c:pt>
                <c:pt idx="3496">
                  <c:v>0.69939999999995595</c:v>
                </c:pt>
                <c:pt idx="3497">
                  <c:v>0.69959999999995603</c:v>
                </c:pt>
                <c:pt idx="3498">
                  <c:v>0.69979999999995601</c:v>
                </c:pt>
                <c:pt idx="3499">
                  <c:v>0.69999999999995599</c:v>
                </c:pt>
                <c:pt idx="3500">
                  <c:v>0.70019999999995597</c:v>
                </c:pt>
                <c:pt idx="3501">
                  <c:v>0.70039999999995595</c:v>
                </c:pt>
                <c:pt idx="3502">
                  <c:v>0.70059999999995504</c:v>
                </c:pt>
                <c:pt idx="3503">
                  <c:v>0.70079999999995501</c:v>
                </c:pt>
                <c:pt idx="3504">
                  <c:v>0.70099999999995499</c:v>
                </c:pt>
                <c:pt idx="3505">
                  <c:v>0.70119999999995497</c:v>
                </c:pt>
                <c:pt idx="3506">
                  <c:v>0.70139999999995495</c:v>
                </c:pt>
                <c:pt idx="3507">
                  <c:v>0.70159999999995504</c:v>
                </c:pt>
                <c:pt idx="3508">
                  <c:v>0.70179999999995502</c:v>
                </c:pt>
                <c:pt idx="3509">
                  <c:v>0.70199999999995499</c:v>
                </c:pt>
                <c:pt idx="3510">
                  <c:v>0.70219999999995497</c:v>
                </c:pt>
                <c:pt idx="3511">
                  <c:v>0.70239999999995495</c:v>
                </c:pt>
                <c:pt idx="3512">
                  <c:v>0.70259999999995504</c:v>
                </c:pt>
                <c:pt idx="3513">
                  <c:v>0.70279999999995502</c:v>
                </c:pt>
                <c:pt idx="3514">
                  <c:v>0.70299999999995499</c:v>
                </c:pt>
                <c:pt idx="3515">
                  <c:v>0.70319999999995497</c:v>
                </c:pt>
                <c:pt idx="3516">
                  <c:v>0.70339999999995495</c:v>
                </c:pt>
                <c:pt idx="3517">
                  <c:v>0.70359999999995504</c:v>
                </c:pt>
                <c:pt idx="3518">
                  <c:v>0.70379999999995502</c:v>
                </c:pt>
                <c:pt idx="3519">
                  <c:v>0.703999999999955</c:v>
                </c:pt>
                <c:pt idx="3520">
                  <c:v>0.70419999999995497</c:v>
                </c:pt>
                <c:pt idx="3521">
                  <c:v>0.70439999999995495</c:v>
                </c:pt>
                <c:pt idx="3522">
                  <c:v>0.70459999999995504</c:v>
                </c:pt>
                <c:pt idx="3523">
                  <c:v>0.70479999999995502</c:v>
                </c:pt>
                <c:pt idx="3524">
                  <c:v>0.704999999999955</c:v>
                </c:pt>
                <c:pt idx="3525">
                  <c:v>0.70519999999995497</c:v>
                </c:pt>
                <c:pt idx="3526">
                  <c:v>0.70539999999995495</c:v>
                </c:pt>
                <c:pt idx="3527">
                  <c:v>0.70559999999995504</c:v>
                </c:pt>
                <c:pt idx="3528">
                  <c:v>0.70579999999995502</c:v>
                </c:pt>
                <c:pt idx="3529">
                  <c:v>0.705999999999955</c:v>
                </c:pt>
                <c:pt idx="3530">
                  <c:v>0.70619999999995497</c:v>
                </c:pt>
                <c:pt idx="3531">
                  <c:v>0.70639999999995495</c:v>
                </c:pt>
                <c:pt idx="3532">
                  <c:v>0.70659999999995504</c:v>
                </c:pt>
                <c:pt idx="3533">
                  <c:v>0.70679999999995502</c:v>
                </c:pt>
                <c:pt idx="3534">
                  <c:v>0.706999999999955</c:v>
                </c:pt>
                <c:pt idx="3535">
                  <c:v>0.70719999999995498</c:v>
                </c:pt>
                <c:pt idx="3536">
                  <c:v>0.70739999999995495</c:v>
                </c:pt>
                <c:pt idx="3537">
                  <c:v>0.70759999999995504</c:v>
                </c:pt>
                <c:pt idx="3538">
                  <c:v>0.70779999999995502</c:v>
                </c:pt>
                <c:pt idx="3539">
                  <c:v>0.707999999999955</c:v>
                </c:pt>
                <c:pt idx="3540">
                  <c:v>0.70819999999995498</c:v>
                </c:pt>
                <c:pt idx="3541">
                  <c:v>0.70839999999995495</c:v>
                </c:pt>
                <c:pt idx="3542">
                  <c:v>0.70859999999995504</c:v>
                </c:pt>
                <c:pt idx="3543">
                  <c:v>0.70879999999995502</c:v>
                </c:pt>
                <c:pt idx="3544">
                  <c:v>0.708999999999955</c:v>
                </c:pt>
                <c:pt idx="3545">
                  <c:v>0.70919999999995498</c:v>
                </c:pt>
                <c:pt idx="3546">
                  <c:v>0.70939999999995496</c:v>
                </c:pt>
                <c:pt idx="3547">
                  <c:v>0.70959999999995405</c:v>
                </c:pt>
                <c:pt idx="3548">
                  <c:v>0.70979999999995402</c:v>
                </c:pt>
                <c:pt idx="3549">
                  <c:v>0.709999999999954</c:v>
                </c:pt>
                <c:pt idx="3550">
                  <c:v>0.71019999999995398</c:v>
                </c:pt>
                <c:pt idx="3551">
                  <c:v>0.71039999999995396</c:v>
                </c:pt>
                <c:pt idx="3552">
                  <c:v>0.71059999999995405</c:v>
                </c:pt>
                <c:pt idx="3553">
                  <c:v>0.71079999999995402</c:v>
                </c:pt>
                <c:pt idx="3554">
                  <c:v>0.710999999999954</c:v>
                </c:pt>
                <c:pt idx="3555">
                  <c:v>0.71119999999995398</c:v>
                </c:pt>
                <c:pt idx="3556">
                  <c:v>0.71139999999995396</c:v>
                </c:pt>
                <c:pt idx="3557">
                  <c:v>0.71159999999995405</c:v>
                </c:pt>
                <c:pt idx="3558">
                  <c:v>0.71179999999995403</c:v>
                </c:pt>
                <c:pt idx="3559">
                  <c:v>0.711999999999954</c:v>
                </c:pt>
                <c:pt idx="3560">
                  <c:v>0.71219999999995398</c:v>
                </c:pt>
                <c:pt idx="3561">
                  <c:v>0.71239999999995396</c:v>
                </c:pt>
                <c:pt idx="3562">
                  <c:v>0.71259999999995405</c:v>
                </c:pt>
                <c:pt idx="3563">
                  <c:v>0.71279999999995403</c:v>
                </c:pt>
                <c:pt idx="3564">
                  <c:v>0.712999999999954</c:v>
                </c:pt>
                <c:pt idx="3565">
                  <c:v>0.71319999999995398</c:v>
                </c:pt>
                <c:pt idx="3566">
                  <c:v>0.71339999999995396</c:v>
                </c:pt>
                <c:pt idx="3567">
                  <c:v>0.71359999999995405</c:v>
                </c:pt>
                <c:pt idx="3568">
                  <c:v>0.71379999999995403</c:v>
                </c:pt>
                <c:pt idx="3569">
                  <c:v>0.713999999999954</c:v>
                </c:pt>
                <c:pt idx="3570">
                  <c:v>0.71419999999995398</c:v>
                </c:pt>
                <c:pt idx="3571">
                  <c:v>0.71439999999995396</c:v>
                </c:pt>
                <c:pt idx="3572">
                  <c:v>0.71459999999995405</c:v>
                </c:pt>
                <c:pt idx="3573">
                  <c:v>0.71479999999995403</c:v>
                </c:pt>
                <c:pt idx="3574">
                  <c:v>0.71499999999995401</c:v>
                </c:pt>
                <c:pt idx="3575">
                  <c:v>0.71519999999995398</c:v>
                </c:pt>
                <c:pt idx="3576">
                  <c:v>0.71539999999995396</c:v>
                </c:pt>
                <c:pt idx="3577">
                  <c:v>0.71559999999995405</c:v>
                </c:pt>
                <c:pt idx="3578">
                  <c:v>0.71579999999995403</c:v>
                </c:pt>
                <c:pt idx="3579">
                  <c:v>0.71599999999995401</c:v>
                </c:pt>
                <c:pt idx="3580">
                  <c:v>0.71619999999995398</c:v>
                </c:pt>
                <c:pt idx="3581">
                  <c:v>0.71639999999995396</c:v>
                </c:pt>
                <c:pt idx="3582">
                  <c:v>0.71659999999995405</c:v>
                </c:pt>
                <c:pt idx="3583">
                  <c:v>0.71679999999995403</c:v>
                </c:pt>
                <c:pt idx="3584">
                  <c:v>0.71699999999995401</c:v>
                </c:pt>
                <c:pt idx="3585">
                  <c:v>0.71719999999995399</c:v>
                </c:pt>
                <c:pt idx="3586">
                  <c:v>0.71739999999995396</c:v>
                </c:pt>
                <c:pt idx="3587">
                  <c:v>0.71759999999995405</c:v>
                </c:pt>
                <c:pt idx="3588">
                  <c:v>0.71779999999995403</c:v>
                </c:pt>
                <c:pt idx="3589">
                  <c:v>0.71799999999995401</c:v>
                </c:pt>
                <c:pt idx="3590">
                  <c:v>0.71819999999995399</c:v>
                </c:pt>
                <c:pt idx="3591">
                  <c:v>0.71839999999995396</c:v>
                </c:pt>
                <c:pt idx="3592">
                  <c:v>0.71859999999995305</c:v>
                </c:pt>
                <c:pt idx="3593">
                  <c:v>0.71879999999995303</c:v>
                </c:pt>
                <c:pt idx="3594">
                  <c:v>0.71899999999995301</c:v>
                </c:pt>
                <c:pt idx="3595">
                  <c:v>0.71919999999995299</c:v>
                </c:pt>
                <c:pt idx="3596">
                  <c:v>0.71939999999995297</c:v>
                </c:pt>
                <c:pt idx="3597">
                  <c:v>0.71959999999995305</c:v>
                </c:pt>
                <c:pt idx="3598">
                  <c:v>0.71979999999995303</c:v>
                </c:pt>
                <c:pt idx="3599">
                  <c:v>0.71999999999995301</c:v>
                </c:pt>
                <c:pt idx="3600">
                  <c:v>0.72019999999995299</c:v>
                </c:pt>
                <c:pt idx="3601">
                  <c:v>0.72039999999995297</c:v>
                </c:pt>
                <c:pt idx="3602">
                  <c:v>0.72059999999995294</c:v>
                </c:pt>
                <c:pt idx="3603">
                  <c:v>0.72079999999995303</c:v>
                </c:pt>
                <c:pt idx="3604">
                  <c:v>0.72099999999995301</c:v>
                </c:pt>
                <c:pt idx="3605">
                  <c:v>0.72119999999995299</c:v>
                </c:pt>
                <c:pt idx="3606">
                  <c:v>0.72139999999995297</c:v>
                </c:pt>
                <c:pt idx="3607">
                  <c:v>0.72159999999995295</c:v>
                </c:pt>
                <c:pt idx="3608">
                  <c:v>0.72179999999995303</c:v>
                </c:pt>
                <c:pt idx="3609">
                  <c:v>0.72199999999995301</c:v>
                </c:pt>
                <c:pt idx="3610">
                  <c:v>0.72219999999995299</c:v>
                </c:pt>
                <c:pt idx="3611">
                  <c:v>0.72239999999995297</c:v>
                </c:pt>
                <c:pt idx="3612">
                  <c:v>0.72259999999995295</c:v>
                </c:pt>
                <c:pt idx="3613">
                  <c:v>0.72279999999995304</c:v>
                </c:pt>
                <c:pt idx="3614">
                  <c:v>0.72299999999995301</c:v>
                </c:pt>
                <c:pt idx="3615">
                  <c:v>0.72319999999995299</c:v>
                </c:pt>
                <c:pt idx="3616">
                  <c:v>0.72339999999995297</c:v>
                </c:pt>
                <c:pt idx="3617">
                  <c:v>0.72359999999995295</c:v>
                </c:pt>
                <c:pt idx="3618">
                  <c:v>0.72379999999995304</c:v>
                </c:pt>
                <c:pt idx="3619">
                  <c:v>0.72399999999995301</c:v>
                </c:pt>
                <c:pt idx="3620">
                  <c:v>0.72419999999995299</c:v>
                </c:pt>
                <c:pt idx="3621">
                  <c:v>0.72439999999995297</c:v>
                </c:pt>
                <c:pt idx="3622">
                  <c:v>0.72459999999995295</c:v>
                </c:pt>
                <c:pt idx="3623">
                  <c:v>0.72479999999995304</c:v>
                </c:pt>
                <c:pt idx="3624">
                  <c:v>0.72499999999995302</c:v>
                </c:pt>
                <c:pt idx="3625">
                  <c:v>0.72519999999995299</c:v>
                </c:pt>
                <c:pt idx="3626">
                  <c:v>0.72539999999995297</c:v>
                </c:pt>
                <c:pt idx="3627">
                  <c:v>0.72559999999995295</c:v>
                </c:pt>
                <c:pt idx="3628">
                  <c:v>0.72579999999995304</c:v>
                </c:pt>
                <c:pt idx="3629">
                  <c:v>0.72599999999995302</c:v>
                </c:pt>
                <c:pt idx="3630">
                  <c:v>0.72619999999995299</c:v>
                </c:pt>
                <c:pt idx="3631">
                  <c:v>0.72639999999995297</c:v>
                </c:pt>
                <c:pt idx="3632">
                  <c:v>0.72659999999995295</c:v>
                </c:pt>
                <c:pt idx="3633">
                  <c:v>0.72679999999995304</c:v>
                </c:pt>
                <c:pt idx="3634">
                  <c:v>0.72699999999995302</c:v>
                </c:pt>
                <c:pt idx="3635">
                  <c:v>0.727199999999953</c:v>
                </c:pt>
                <c:pt idx="3636">
                  <c:v>0.72739999999995297</c:v>
                </c:pt>
                <c:pt idx="3637">
                  <c:v>0.72759999999995295</c:v>
                </c:pt>
                <c:pt idx="3638">
                  <c:v>0.72779999999995204</c:v>
                </c:pt>
                <c:pt idx="3639">
                  <c:v>0.72799999999995202</c:v>
                </c:pt>
                <c:pt idx="3640">
                  <c:v>0.728199999999952</c:v>
                </c:pt>
                <c:pt idx="3641">
                  <c:v>0.72839999999995197</c:v>
                </c:pt>
                <c:pt idx="3642">
                  <c:v>0.72859999999995195</c:v>
                </c:pt>
                <c:pt idx="3643">
                  <c:v>0.72879999999995204</c:v>
                </c:pt>
                <c:pt idx="3644">
                  <c:v>0.72899999999995202</c:v>
                </c:pt>
                <c:pt idx="3645">
                  <c:v>0.729199999999952</c:v>
                </c:pt>
                <c:pt idx="3646">
                  <c:v>0.72939999999995198</c:v>
                </c:pt>
                <c:pt idx="3647">
                  <c:v>0.72959999999995195</c:v>
                </c:pt>
                <c:pt idx="3648">
                  <c:v>0.72979999999995204</c:v>
                </c:pt>
                <c:pt idx="3649">
                  <c:v>0.72999999999995202</c:v>
                </c:pt>
                <c:pt idx="3650">
                  <c:v>0.730199999999952</c:v>
                </c:pt>
                <c:pt idx="3651">
                  <c:v>0.73039999999995198</c:v>
                </c:pt>
                <c:pt idx="3652">
                  <c:v>0.73059999999995195</c:v>
                </c:pt>
                <c:pt idx="3653">
                  <c:v>0.73079999999995204</c:v>
                </c:pt>
                <c:pt idx="3654">
                  <c:v>0.73099999999995202</c:v>
                </c:pt>
                <c:pt idx="3655">
                  <c:v>0.731199999999952</c:v>
                </c:pt>
                <c:pt idx="3656">
                  <c:v>0.73139999999995198</c:v>
                </c:pt>
                <c:pt idx="3657">
                  <c:v>0.73159999999995196</c:v>
                </c:pt>
                <c:pt idx="3658">
                  <c:v>0.73179999999995204</c:v>
                </c:pt>
                <c:pt idx="3659">
                  <c:v>0.73199999999995202</c:v>
                </c:pt>
                <c:pt idx="3660">
                  <c:v>0.732199999999952</c:v>
                </c:pt>
                <c:pt idx="3661">
                  <c:v>0.73239999999995198</c:v>
                </c:pt>
                <c:pt idx="3662">
                  <c:v>0.73259999999995196</c:v>
                </c:pt>
                <c:pt idx="3663">
                  <c:v>0.73279999999995205</c:v>
                </c:pt>
                <c:pt idx="3664">
                  <c:v>0.73299999999995202</c:v>
                </c:pt>
                <c:pt idx="3665">
                  <c:v>0.733199999999952</c:v>
                </c:pt>
                <c:pt idx="3666">
                  <c:v>0.73339999999995198</c:v>
                </c:pt>
                <c:pt idx="3667">
                  <c:v>0.73359999999995196</c:v>
                </c:pt>
                <c:pt idx="3668">
                  <c:v>0.73379999999995205</c:v>
                </c:pt>
                <c:pt idx="3669">
                  <c:v>0.73399999999995202</c:v>
                </c:pt>
                <c:pt idx="3670">
                  <c:v>0.734199999999952</c:v>
                </c:pt>
                <c:pt idx="3671">
                  <c:v>0.73439999999995198</c:v>
                </c:pt>
                <c:pt idx="3672">
                  <c:v>0.73459999999995196</c:v>
                </c:pt>
                <c:pt idx="3673">
                  <c:v>0.73479999999995205</c:v>
                </c:pt>
                <c:pt idx="3674">
                  <c:v>0.73499999999995203</c:v>
                </c:pt>
                <c:pt idx="3675">
                  <c:v>0.735199999999952</c:v>
                </c:pt>
                <c:pt idx="3676">
                  <c:v>0.73539999999995198</c:v>
                </c:pt>
                <c:pt idx="3677">
                  <c:v>0.73559999999995196</c:v>
                </c:pt>
                <c:pt idx="3678">
                  <c:v>0.73579999999995205</c:v>
                </c:pt>
                <c:pt idx="3679">
                  <c:v>0.73599999999995203</c:v>
                </c:pt>
                <c:pt idx="3680">
                  <c:v>0.736199999999952</c:v>
                </c:pt>
                <c:pt idx="3681">
                  <c:v>0.73639999999995198</c:v>
                </c:pt>
                <c:pt idx="3682">
                  <c:v>0.73659999999995196</c:v>
                </c:pt>
                <c:pt idx="3683">
                  <c:v>0.73679999999995105</c:v>
                </c:pt>
                <c:pt idx="3684">
                  <c:v>0.73699999999995103</c:v>
                </c:pt>
                <c:pt idx="3685">
                  <c:v>0.73719999999995101</c:v>
                </c:pt>
                <c:pt idx="3686">
                  <c:v>0.73739999999995098</c:v>
                </c:pt>
                <c:pt idx="3687">
                  <c:v>0.73759999999995096</c:v>
                </c:pt>
                <c:pt idx="3688">
                  <c:v>0.73779999999995105</c:v>
                </c:pt>
                <c:pt idx="3689">
                  <c:v>0.73799999999995103</c:v>
                </c:pt>
                <c:pt idx="3690">
                  <c:v>0.73819999999995101</c:v>
                </c:pt>
                <c:pt idx="3691">
                  <c:v>0.73839999999995098</c:v>
                </c:pt>
                <c:pt idx="3692">
                  <c:v>0.73859999999995096</c:v>
                </c:pt>
                <c:pt idx="3693">
                  <c:v>0.73879999999995105</c:v>
                </c:pt>
                <c:pt idx="3694">
                  <c:v>0.73899999999995103</c:v>
                </c:pt>
                <c:pt idx="3695">
                  <c:v>0.73919999999995101</c:v>
                </c:pt>
                <c:pt idx="3696">
                  <c:v>0.73939999999995099</c:v>
                </c:pt>
                <c:pt idx="3697">
                  <c:v>0.73959999999995096</c:v>
                </c:pt>
                <c:pt idx="3698">
                  <c:v>0.73979999999995105</c:v>
                </c:pt>
                <c:pt idx="3699">
                  <c:v>0.73999999999995103</c:v>
                </c:pt>
                <c:pt idx="3700">
                  <c:v>0.74019999999995101</c:v>
                </c:pt>
                <c:pt idx="3701">
                  <c:v>0.74039999999995099</c:v>
                </c:pt>
                <c:pt idx="3702">
                  <c:v>0.74059999999995096</c:v>
                </c:pt>
                <c:pt idx="3703">
                  <c:v>0.74079999999995105</c:v>
                </c:pt>
                <c:pt idx="3704">
                  <c:v>0.74099999999995103</c:v>
                </c:pt>
                <c:pt idx="3705">
                  <c:v>0.74119999999995101</c:v>
                </c:pt>
                <c:pt idx="3706">
                  <c:v>0.74139999999995099</c:v>
                </c:pt>
                <c:pt idx="3707">
                  <c:v>0.74159999999995097</c:v>
                </c:pt>
                <c:pt idx="3708">
                  <c:v>0.74179999999995105</c:v>
                </c:pt>
                <c:pt idx="3709">
                  <c:v>0.74199999999995103</c:v>
                </c:pt>
                <c:pt idx="3710">
                  <c:v>0.74219999999995101</c:v>
                </c:pt>
                <c:pt idx="3711">
                  <c:v>0.74239999999995099</c:v>
                </c:pt>
                <c:pt idx="3712">
                  <c:v>0.74259999999995097</c:v>
                </c:pt>
                <c:pt idx="3713">
                  <c:v>0.74279999999995105</c:v>
                </c:pt>
                <c:pt idx="3714">
                  <c:v>0.74299999999995103</c:v>
                </c:pt>
                <c:pt idx="3715">
                  <c:v>0.74319999999995101</c:v>
                </c:pt>
                <c:pt idx="3716">
                  <c:v>0.74339999999995099</c:v>
                </c:pt>
                <c:pt idx="3717">
                  <c:v>0.74359999999995097</c:v>
                </c:pt>
                <c:pt idx="3718">
                  <c:v>0.74379999999995094</c:v>
                </c:pt>
                <c:pt idx="3719">
                  <c:v>0.74399999999995103</c:v>
                </c:pt>
                <c:pt idx="3720">
                  <c:v>0.74419999999995101</c:v>
                </c:pt>
                <c:pt idx="3721">
                  <c:v>0.74439999999995099</c:v>
                </c:pt>
                <c:pt idx="3722">
                  <c:v>0.74459999999995097</c:v>
                </c:pt>
                <c:pt idx="3723">
                  <c:v>0.74479999999995095</c:v>
                </c:pt>
                <c:pt idx="3724">
                  <c:v>0.74499999999995103</c:v>
                </c:pt>
                <c:pt idx="3725">
                  <c:v>0.74519999999995101</c:v>
                </c:pt>
                <c:pt idx="3726">
                  <c:v>0.74539999999995099</c:v>
                </c:pt>
                <c:pt idx="3727">
                  <c:v>0.74559999999995097</c:v>
                </c:pt>
                <c:pt idx="3728">
                  <c:v>0.74579999999995095</c:v>
                </c:pt>
                <c:pt idx="3729">
                  <c:v>0.74599999999995004</c:v>
                </c:pt>
                <c:pt idx="3730">
                  <c:v>0.74619999999995001</c:v>
                </c:pt>
                <c:pt idx="3731">
                  <c:v>0.74639999999994999</c:v>
                </c:pt>
                <c:pt idx="3732">
                  <c:v>0.74659999999994997</c:v>
                </c:pt>
                <c:pt idx="3733">
                  <c:v>0.74679999999994995</c:v>
                </c:pt>
                <c:pt idx="3734">
                  <c:v>0.74699999999995004</c:v>
                </c:pt>
                <c:pt idx="3735">
                  <c:v>0.74719999999995002</c:v>
                </c:pt>
                <c:pt idx="3736">
                  <c:v>0.74739999999994999</c:v>
                </c:pt>
                <c:pt idx="3737">
                  <c:v>0.74759999999994997</c:v>
                </c:pt>
                <c:pt idx="3738">
                  <c:v>0.74779999999994995</c:v>
                </c:pt>
                <c:pt idx="3739">
                  <c:v>0.74799999999995004</c:v>
                </c:pt>
                <c:pt idx="3740">
                  <c:v>0.74819999999995002</c:v>
                </c:pt>
                <c:pt idx="3741">
                  <c:v>0.74839999999994999</c:v>
                </c:pt>
                <c:pt idx="3742">
                  <c:v>0.74859999999994997</c:v>
                </c:pt>
                <c:pt idx="3743">
                  <c:v>0.74879999999994995</c:v>
                </c:pt>
                <c:pt idx="3744">
                  <c:v>0.74899999999995004</c:v>
                </c:pt>
                <c:pt idx="3745">
                  <c:v>0.74919999999995002</c:v>
                </c:pt>
                <c:pt idx="3746">
                  <c:v>0.74939999999995</c:v>
                </c:pt>
                <c:pt idx="3747">
                  <c:v>0.74959999999994997</c:v>
                </c:pt>
                <c:pt idx="3748">
                  <c:v>0.74979999999994995</c:v>
                </c:pt>
                <c:pt idx="3749">
                  <c:v>0.74999999999995004</c:v>
                </c:pt>
                <c:pt idx="3750">
                  <c:v>0.75019999999995002</c:v>
                </c:pt>
                <c:pt idx="3751">
                  <c:v>0.75039999999995</c:v>
                </c:pt>
                <c:pt idx="3752">
                  <c:v>0.75059999999994997</c:v>
                </c:pt>
                <c:pt idx="3753">
                  <c:v>0.75079999999994995</c:v>
                </c:pt>
                <c:pt idx="3754">
                  <c:v>0.75099999999995004</c:v>
                </c:pt>
                <c:pt idx="3755">
                  <c:v>0.75119999999995002</c:v>
                </c:pt>
                <c:pt idx="3756">
                  <c:v>0.75139999999995</c:v>
                </c:pt>
                <c:pt idx="3757">
                  <c:v>0.75159999999994997</c:v>
                </c:pt>
                <c:pt idx="3758">
                  <c:v>0.75179999999994995</c:v>
                </c:pt>
                <c:pt idx="3759">
                  <c:v>0.75199999999995004</c:v>
                </c:pt>
                <c:pt idx="3760">
                  <c:v>0.75219999999995002</c:v>
                </c:pt>
                <c:pt idx="3761">
                  <c:v>0.75239999999995</c:v>
                </c:pt>
                <c:pt idx="3762">
                  <c:v>0.75259999999994998</c:v>
                </c:pt>
                <c:pt idx="3763">
                  <c:v>0.75279999999994995</c:v>
                </c:pt>
                <c:pt idx="3764">
                  <c:v>0.75299999999995004</c:v>
                </c:pt>
                <c:pt idx="3765">
                  <c:v>0.75319999999995002</c:v>
                </c:pt>
                <c:pt idx="3766">
                  <c:v>0.75339999999995</c:v>
                </c:pt>
                <c:pt idx="3767">
                  <c:v>0.75359999999994998</c:v>
                </c:pt>
                <c:pt idx="3768">
                  <c:v>0.75379999999994995</c:v>
                </c:pt>
                <c:pt idx="3769">
                  <c:v>0.75399999999995004</c:v>
                </c:pt>
                <c:pt idx="3770">
                  <c:v>0.75419999999995002</c:v>
                </c:pt>
                <c:pt idx="3771">
                  <c:v>0.75439999999995</c:v>
                </c:pt>
                <c:pt idx="3772">
                  <c:v>0.75459999999994998</c:v>
                </c:pt>
                <c:pt idx="3773">
                  <c:v>0.75479999999994996</c:v>
                </c:pt>
                <c:pt idx="3774">
                  <c:v>0.75499999999994905</c:v>
                </c:pt>
                <c:pt idx="3775">
                  <c:v>0.75519999999994902</c:v>
                </c:pt>
                <c:pt idx="3776">
                  <c:v>0.755399999999949</c:v>
                </c:pt>
                <c:pt idx="3777">
                  <c:v>0.75559999999994898</c:v>
                </c:pt>
                <c:pt idx="3778">
                  <c:v>0.75579999999994896</c:v>
                </c:pt>
                <c:pt idx="3779">
                  <c:v>0.75599999999994905</c:v>
                </c:pt>
                <c:pt idx="3780">
                  <c:v>0.75619999999994902</c:v>
                </c:pt>
                <c:pt idx="3781">
                  <c:v>0.756399999999949</c:v>
                </c:pt>
                <c:pt idx="3782">
                  <c:v>0.75659999999994898</c:v>
                </c:pt>
                <c:pt idx="3783">
                  <c:v>0.75679999999994896</c:v>
                </c:pt>
                <c:pt idx="3784">
                  <c:v>0.75699999999994905</c:v>
                </c:pt>
                <c:pt idx="3785">
                  <c:v>0.75719999999994902</c:v>
                </c:pt>
                <c:pt idx="3786">
                  <c:v>0.757399999999949</c:v>
                </c:pt>
                <c:pt idx="3787">
                  <c:v>0.75759999999994898</c:v>
                </c:pt>
                <c:pt idx="3788">
                  <c:v>0.75779999999994896</c:v>
                </c:pt>
                <c:pt idx="3789">
                  <c:v>0.75799999999994905</c:v>
                </c:pt>
                <c:pt idx="3790">
                  <c:v>0.75819999999994903</c:v>
                </c:pt>
                <c:pt idx="3791">
                  <c:v>0.758399999999949</c:v>
                </c:pt>
                <c:pt idx="3792">
                  <c:v>0.75859999999994898</c:v>
                </c:pt>
                <c:pt idx="3793">
                  <c:v>0.75879999999994896</c:v>
                </c:pt>
                <c:pt idx="3794">
                  <c:v>0.75899999999994905</c:v>
                </c:pt>
                <c:pt idx="3795">
                  <c:v>0.75919999999994903</c:v>
                </c:pt>
                <c:pt idx="3796">
                  <c:v>0.759399999999949</c:v>
                </c:pt>
                <c:pt idx="3797">
                  <c:v>0.75959999999994898</c:v>
                </c:pt>
                <c:pt idx="3798">
                  <c:v>0.75979999999994896</c:v>
                </c:pt>
                <c:pt idx="3799">
                  <c:v>0.75999999999994905</c:v>
                </c:pt>
                <c:pt idx="3800">
                  <c:v>0.76019999999994903</c:v>
                </c:pt>
                <c:pt idx="3801">
                  <c:v>0.76039999999994901</c:v>
                </c:pt>
                <c:pt idx="3802">
                  <c:v>0.76059999999994898</c:v>
                </c:pt>
                <c:pt idx="3803">
                  <c:v>0.76079999999994896</c:v>
                </c:pt>
                <c:pt idx="3804">
                  <c:v>0.76099999999994905</c:v>
                </c:pt>
                <c:pt idx="3805">
                  <c:v>0.76119999999994903</c:v>
                </c:pt>
                <c:pt idx="3806">
                  <c:v>0.76139999999994901</c:v>
                </c:pt>
                <c:pt idx="3807">
                  <c:v>0.76159999999994898</c:v>
                </c:pt>
                <c:pt idx="3808">
                  <c:v>0.76179999999994896</c:v>
                </c:pt>
                <c:pt idx="3809">
                  <c:v>0.76199999999994905</c:v>
                </c:pt>
                <c:pt idx="3810">
                  <c:v>0.76219999999994903</c:v>
                </c:pt>
                <c:pt idx="3811">
                  <c:v>0.76239999999994901</c:v>
                </c:pt>
                <c:pt idx="3812">
                  <c:v>0.76259999999994899</c:v>
                </c:pt>
                <c:pt idx="3813">
                  <c:v>0.76279999999994896</c:v>
                </c:pt>
                <c:pt idx="3814">
                  <c:v>0.76299999999994905</c:v>
                </c:pt>
                <c:pt idx="3815">
                  <c:v>0.76319999999994903</c:v>
                </c:pt>
                <c:pt idx="3816">
                  <c:v>0.76339999999994901</c:v>
                </c:pt>
                <c:pt idx="3817">
                  <c:v>0.76359999999994899</c:v>
                </c:pt>
                <c:pt idx="3818">
                  <c:v>0.76379999999994896</c:v>
                </c:pt>
                <c:pt idx="3819">
                  <c:v>0.76399999999994805</c:v>
                </c:pt>
                <c:pt idx="3820">
                  <c:v>0.76419999999994803</c:v>
                </c:pt>
                <c:pt idx="3821">
                  <c:v>0.76439999999994801</c:v>
                </c:pt>
                <c:pt idx="3822">
                  <c:v>0.76459999999994799</c:v>
                </c:pt>
                <c:pt idx="3823">
                  <c:v>0.76479999999994797</c:v>
                </c:pt>
                <c:pt idx="3824">
                  <c:v>0.76499999999994805</c:v>
                </c:pt>
                <c:pt idx="3825">
                  <c:v>0.76519999999994803</c:v>
                </c:pt>
                <c:pt idx="3826">
                  <c:v>0.76539999999994801</c:v>
                </c:pt>
                <c:pt idx="3827">
                  <c:v>0.76559999999994799</c:v>
                </c:pt>
                <c:pt idx="3828">
                  <c:v>0.76579999999994797</c:v>
                </c:pt>
                <c:pt idx="3829">
                  <c:v>0.76599999999994794</c:v>
                </c:pt>
                <c:pt idx="3830">
                  <c:v>0.76619999999994803</c:v>
                </c:pt>
                <c:pt idx="3831">
                  <c:v>0.76639999999994801</c:v>
                </c:pt>
                <c:pt idx="3832">
                  <c:v>0.76659999999994799</c:v>
                </c:pt>
                <c:pt idx="3833">
                  <c:v>0.76679999999994797</c:v>
                </c:pt>
                <c:pt idx="3834">
                  <c:v>0.76699999999994795</c:v>
                </c:pt>
                <c:pt idx="3835">
                  <c:v>0.76719999999994803</c:v>
                </c:pt>
                <c:pt idx="3836">
                  <c:v>0.76739999999994801</c:v>
                </c:pt>
                <c:pt idx="3837">
                  <c:v>0.76759999999994799</c:v>
                </c:pt>
                <c:pt idx="3838">
                  <c:v>0.76779999999994797</c:v>
                </c:pt>
                <c:pt idx="3839">
                  <c:v>0.76799999999994795</c:v>
                </c:pt>
                <c:pt idx="3840">
                  <c:v>0.76819999999994804</c:v>
                </c:pt>
                <c:pt idx="3841">
                  <c:v>0.76839999999994801</c:v>
                </c:pt>
                <c:pt idx="3842">
                  <c:v>0.76859999999994799</c:v>
                </c:pt>
                <c:pt idx="3843">
                  <c:v>0.76879999999994797</c:v>
                </c:pt>
                <c:pt idx="3844">
                  <c:v>0.76899999999994795</c:v>
                </c:pt>
                <c:pt idx="3845">
                  <c:v>0.76919999999994804</c:v>
                </c:pt>
                <c:pt idx="3846">
                  <c:v>0.76939999999994801</c:v>
                </c:pt>
                <c:pt idx="3847">
                  <c:v>0.76959999999994799</c:v>
                </c:pt>
                <c:pt idx="3848">
                  <c:v>0.76979999999994797</c:v>
                </c:pt>
                <c:pt idx="3849">
                  <c:v>0.76999999999994795</c:v>
                </c:pt>
                <c:pt idx="3850">
                  <c:v>0.77019999999994804</c:v>
                </c:pt>
                <c:pt idx="3851">
                  <c:v>0.77039999999994802</c:v>
                </c:pt>
                <c:pt idx="3852">
                  <c:v>0.77059999999994799</c:v>
                </c:pt>
                <c:pt idx="3853">
                  <c:v>0.77079999999994797</c:v>
                </c:pt>
                <c:pt idx="3854">
                  <c:v>0.77099999999994795</c:v>
                </c:pt>
                <c:pt idx="3855">
                  <c:v>0.77119999999994804</c:v>
                </c:pt>
                <c:pt idx="3856">
                  <c:v>0.77139999999994802</c:v>
                </c:pt>
                <c:pt idx="3857">
                  <c:v>0.77159999999994799</c:v>
                </c:pt>
                <c:pt idx="3858">
                  <c:v>0.77179999999994797</c:v>
                </c:pt>
                <c:pt idx="3859">
                  <c:v>0.77199999999994795</c:v>
                </c:pt>
                <c:pt idx="3860">
                  <c:v>0.77219999999994804</c:v>
                </c:pt>
                <c:pt idx="3861">
                  <c:v>0.77239999999994802</c:v>
                </c:pt>
                <c:pt idx="3862">
                  <c:v>0.772599999999948</c:v>
                </c:pt>
                <c:pt idx="3863">
                  <c:v>0.77279999999994797</c:v>
                </c:pt>
                <c:pt idx="3864">
                  <c:v>0.77299999999994795</c:v>
                </c:pt>
                <c:pt idx="3865">
                  <c:v>0.77319999999994704</c:v>
                </c:pt>
                <c:pt idx="3866">
                  <c:v>0.77339999999994702</c:v>
                </c:pt>
                <c:pt idx="3867">
                  <c:v>0.773599999999947</c:v>
                </c:pt>
                <c:pt idx="3868">
                  <c:v>0.77379999999994697</c:v>
                </c:pt>
                <c:pt idx="3869">
                  <c:v>0.77399999999994695</c:v>
                </c:pt>
                <c:pt idx="3870">
                  <c:v>0.77419999999994704</c:v>
                </c:pt>
                <c:pt idx="3871">
                  <c:v>0.77439999999994702</c:v>
                </c:pt>
                <c:pt idx="3872">
                  <c:v>0.774599999999947</c:v>
                </c:pt>
                <c:pt idx="3873">
                  <c:v>0.77479999999994698</c:v>
                </c:pt>
                <c:pt idx="3874">
                  <c:v>0.77499999999994695</c:v>
                </c:pt>
                <c:pt idx="3875">
                  <c:v>0.77519999999994704</c:v>
                </c:pt>
                <c:pt idx="3876">
                  <c:v>0.77539999999994702</c:v>
                </c:pt>
                <c:pt idx="3877">
                  <c:v>0.775599999999947</c:v>
                </c:pt>
                <c:pt idx="3878">
                  <c:v>0.77579999999994698</c:v>
                </c:pt>
                <c:pt idx="3879">
                  <c:v>0.77599999999994695</c:v>
                </c:pt>
                <c:pt idx="3880">
                  <c:v>0.77619999999994704</c:v>
                </c:pt>
                <c:pt idx="3881">
                  <c:v>0.77639999999994702</c:v>
                </c:pt>
                <c:pt idx="3882">
                  <c:v>0.776599999999947</c:v>
                </c:pt>
                <c:pt idx="3883">
                  <c:v>0.77679999999994698</c:v>
                </c:pt>
                <c:pt idx="3884">
                  <c:v>0.77699999999994696</c:v>
                </c:pt>
                <c:pt idx="3885">
                  <c:v>0.77719999999994704</c:v>
                </c:pt>
                <c:pt idx="3886">
                  <c:v>0.77739999999994702</c:v>
                </c:pt>
                <c:pt idx="3887">
                  <c:v>0.777599999999947</c:v>
                </c:pt>
                <c:pt idx="3888">
                  <c:v>0.77779999999994698</c:v>
                </c:pt>
                <c:pt idx="3889">
                  <c:v>0.77799999999994696</c:v>
                </c:pt>
                <c:pt idx="3890">
                  <c:v>0.77819999999994705</c:v>
                </c:pt>
                <c:pt idx="3891">
                  <c:v>0.77839999999994702</c:v>
                </c:pt>
                <c:pt idx="3892">
                  <c:v>0.778599999999947</c:v>
                </c:pt>
                <c:pt idx="3893">
                  <c:v>0.77879999999994698</c:v>
                </c:pt>
                <c:pt idx="3894">
                  <c:v>0.77899999999994696</c:v>
                </c:pt>
                <c:pt idx="3895">
                  <c:v>0.77919999999994705</c:v>
                </c:pt>
                <c:pt idx="3896">
                  <c:v>0.77939999999994702</c:v>
                </c:pt>
                <c:pt idx="3897">
                  <c:v>0.779599999999947</c:v>
                </c:pt>
                <c:pt idx="3898">
                  <c:v>0.77979999999994698</c:v>
                </c:pt>
                <c:pt idx="3899">
                  <c:v>0.77999999999994696</c:v>
                </c:pt>
                <c:pt idx="3900">
                  <c:v>0.78019999999994705</c:v>
                </c:pt>
                <c:pt idx="3901">
                  <c:v>0.78039999999994702</c:v>
                </c:pt>
                <c:pt idx="3902">
                  <c:v>0.780599999999947</c:v>
                </c:pt>
                <c:pt idx="3903">
                  <c:v>0.78079999999994698</c:v>
                </c:pt>
                <c:pt idx="3904">
                  <c:v>0.78099999999994696</c:v>
                </c:pt>
                <c:pt idx="3905">
                  <c:v>0.78119999999994705</c:v>
                </c:pt>
                <c:pt idx="3906">
                  <c:v>0.78139999999994703</c:v>
                </c:pt>
                <c:pt idx="3907">
                  <c:v>0.781599999999947</c:v>
                </c:pt>
                <c:pt idx="3908">
                  <c:v>0.78179999999994698</c:v>
                </c:pt>
                <c:pt idx="3909">
                  <c:v>0.78199999999994696</c:v>
                </c:pt>
                <c:pt idx="3910">
                  <c:v>0.78219999999994605</c:v>
                </c:pt>
                <c:pt idx="3911">
                  <c:v>0.78239999999994603</c:v>
                </c:pt>
                <c:pt idx="3912">
                  <c:v>0.78259999999994601</c:v>
                </c:pt>
                <c:pt idx="3913">
                  <c:v>0.78279999999994598</c:v>
                </c:pt>
                <c:pt idx="3914">
                  <c:v>0.78299999999994596</c:v>
                </c:pt>
                <c:pt idx="3915">
                  <c:v>0.78319999999994605</c:v>
                </c:pt>
                <c:pt idx="3916">
                  <c:v>0.78339999999994603</c:v>
                </c:pt>
                <c:pt idx="3917">
                  <c:v>0.78359999999994601</c:v>
                </c:pt>
                <c:pt idx="3918">
                  <c:v>0.78379999999994598</c:v>
                </c:pt>
                <c:pt idx="3919">
                  <c:v>0.78399999999994596</c:v>
                </c:pt>
                <c:pt idx="3920">
                  <c:v>0.78419999999994605</c:v>
                </c:pt>
                <c:pt idx="3921">
                  <c:v>0.78439999999994603</c:v>
                </c:pt>
                <c:pt idx="3922">
                  <c:v>0.78459999999994601</c:v>
                </c:pt>
                <c:pt idx="3923">
                  <c:v>0.78479999999994599</c:v>
                </c:pt>
                <c:pt idx="3924">
                  <c:v>0.78499999999994596</c:v>
                </c:pt>
                <c:pt idx="3925">
                  <c:v>0.78519999999994605</c:v>
                </c:pt>
                <c:pt idx="3926">
                  <c:v>0.78539999999994603</c:v>
                </c:pt>
                <c:pt idx="3927">
                  <c:v>0.78559999999994601</c:v>
                </c:pt>
                <c:pt idx="3928">
                  <c:v>0.78579999999994599</c:v>
                </c:pt>
                <c:pt idx="3929">
                  <c:v>0.78599999999994596</c:v>
                </c:pt>
                <c:pt idx="3930">
                  <c:v>0.78619999999994605</c:v>
                </c:pt>
                <c:pt idx="3931">
                  <c:v>0.78639999999994603</c:v>
                </c:pt>
                <c:pt idx="3932">
                  <c:v>0.78659999999994601</c:v>
                </c:pt>
                <c:pt idx="3933">
                  <c:v>0.78679999999994599</c:v>
                </c:pt>
                <c:pt idx="3934">
                  <c:v>0.78699999999994597</c:v>
                </c:pt>
                <c:pt idx="3935">
                  <c:v>0.78719999999994605</c:v>
                </c:pt>
                <c:pt idx="3936">
                  <c:v>0.78739999999994603</c:v>
                </c:pt>
                <c:pt idx="3937">
                  <c:v>0.78759999999994601</c:v>
                </c:pt>
                <c:pt idx="3938">
                  <c:v>0.78779999999994599</c:v>
                </c:pt>
                <c:pt idx="3939">
                  <c:v>0.78799999999994597</c:v>
                </c:pt>
                <c:pt idx="3940">
                  <c:v>0.78819999999994605</c:v>
                </c:pt>
                <c:pt idx="3941">
                  <c:v>0.78839999999994603</c:v>
                </c:pt>
                <c:pt idx="3942">
                  <c:v>0.78859999999994601</c:v>
                </c:pt>
                <c:pt idx="3943">
                  <c:v>0.78879999999994599</c:v>
                </c:pt>
                <c:pt idx="3944">
                  <c:v>0.78899999999994597</c:v>
                </c:pt>
                <c:pt idx="3945">
                  <c:v>0.78919999999994594</c:v>
                </c:pt>
                <c:pt idx="3946">
                  <c:v>0.78939999999994603</c:v>
                </c:pt>
                <c:pt idx="3947">
                  <c:v>0.78959999999994601</c:v>
                </c:pt>
                <c:pt idx="3948">
                  <c:v>0.78979999999994599</c:v>
                </c:pt>
                <c:pt idx="3949">
                  <c:v>0.78999999999994597</c:v>
                </c:pt>
                <c:pt idx="3950">
                  <c:v>0.79019999999994595</c:v>
                </c:pt>
                <c:pt idx="3951">
                  <c:v>0.79039999999994603</c:v>
                </c:pt>
                <c:pt idx="3952">
                  <c:v>0.79059999999994601</c:v>
                </c:pt>
                <c:pt idx="3953">
                  <c:v>0.79079999999994599</c:v>
                </c:pt>
                <c:pt idx="3954">
                  <c:v>0.79099999999994597</c:v>
                </c:pt>
                <c:pt idx="3955">
                  <c:v>0.79119999999994595</c:v>
                </c:pt>
                <c:pt idx="3956">
                  <c:v>0.79139999999994504</c:v>
                </c:pt>
                <c:pt idx="3957">
                  <c:v>0.79159999999994501</c:v>
                </c:pt>
                <c:pt idx="3958">
                  <c:v>0.79179999999994499</c:v>
                </c:pt>
                <c:pt idx="3959">
                  <c:v>0.79199999999994497</c:v>
                </c:pt>
                <c:pt idx="3960">
                  <c:v>0.79219999999994495</c:v>
                </c:pt>
                <c:pt idx="3961">
                  <c:v>0.79239999999994504</c:v>
                </c:pt>
                <c:pt idx="3962">
                  <c:v>0.79259999999994502</c:v>
                </c:pt>
                <c:pt idx="3963">
                  <c:v>0.79279999999994499</c:v>
                </c:pt>
                <c:pt idx="3964">
                  <c:v>0.79299999999994497</c:v>
                </c:pt>
                <c:pt idx="3965">
                  <c:v>0.79319999999994495</c:v>
                </c:pt>
                <c:pt idx="3966">
                  <c:v>0.79339999999994504</c:v>
                </c:pt>
                <c:pt idx="3967">
                  <c:v>0.79359999999994502</c:v>
                </c:pt>
                <c:pt idx="3968">
                  <c:v>0.79379999999994499</c:v>
                </c:pt>
                <c:pt idx="3969">
                  <c:v>0.79399999999994497</c:v>
                </c:pt>
                <c:pt idx="3970">
                  <c:v>0.79419999999994495</c:v>
                </c:pt>
                <c:pt idx="3971">
                  <c:v>0.79439999999994504</c:v>
                </c:pt>
                <c:pt idx="3972">
                  <c:v>0.79459999999994502</c:v>
                </c:pt>
                <c:pt idx="3973">
                  <c:v>0.79479999999994499</c:v>
                </c:pt>
                <c:pt idx="3974">
                  <c:v>0.79499999999994497</c:v>
                </c:pt>
                <c:pt idx="3975">
                  <c:v>0.79519999999994495</c:v>
                </c:pt>
                <c:pt idx="3976">
                  <c:v>0.79539999999994504</c:v>
                </c:pt>
                <c:pt idx="3977">
                  <c:v>0.79559999999994502</c:v>
                </c:pt>
                <c:pt idx="3978">
                  <c:v>0.795799999999945</c:v>
                </c:pt>
                <c:pt idx="3979">
                  <c:v>0.79599999999994497</c:v>
                </c:pt>
                <c:pt idx="3980">
                  <c:v>0.79619999999994495</c:v>
                </c:pt>
                <c:pt idx="3981">
                  <c:v>0.79639999999994504</c:v>
                </c:pt>
                <c:pt idx="3982">
                  <c:v>0.79659999999994502</c:v>
                </c:pt>
                <c:pt idx="3983">
                  <c:v>0.796799999999945</c:v>
                </c:pt>
                <c:pt idx="3984">
                  <c:v>0.79699999999994497</c:v>
                </c:pt>
                <c:pt idx="3985">
                  <c:v>0.79719999999994495</c:v>
                </c:pt>
                <c:pt idx="3986">
                  <c:v>0.79739999999994504</c:v>
                </c:pt>
                <c:pt idx="3987">
                  <c:v>0.79759999999994502</c:v>
                </c:pt>
                <c:pt idx="3988">
                  <c:v>0.797799999999945</c:v>
                </c:pt>
                <c:pt idx="3989">
                  <c:v>0.79799999999994498</c:v>
                </c:pt>
                <c:pt idx="3990">
                  <c:v>0.79819999999994495</c:v>
                </c:pt>
                <c:pt idx="3991">
                  <c:v>0.79839999999994504</c:v>
                </c:pt>
                <c:pt idx="3992">
                  <c:v>0.79859999999994502</c:v>
                </c:pt>
                <c:pt idx="3993">
                  <c:v>0.798799999999945</c:v>
                </c:pt>
                <c:pt idx="3994">
                  <c:v>0.79899999999994498</c:v>
                </c:pt>
                <c:pt idx="3995">
                  <c:v>0.79919999999994495</c:v>
                </c:pt>
                <c:pt idx="3996">
                  <c:v>0.79939999999994504</c:v>
                </c:pt>
                <c:pt idx="3997">
                  <c:v>0.79959999999994502</c:v>
                </c:pt>
                <c:pt idx="3998">
                  <c:v>0.799799999999945</c:v>
                </c:pt>
                <c:pt idx="3999">
                  <c:v>0.79999999999994498</c:v>
                </c:pt>
                <c:pt idx="4000">
                  <c:v>0.80019999999994496</c:v>
                </c:pt>
                <c:pt idx="4001">
                  <c:v>0.80039999999994405</c:v>
                </c:pt>
                <c:pt idx="4002">
                  <c:v>0.80059999999994402</c:v>
                </c:pt>
                <c:pt idx="4003">
                  <c:v>0.800799999999944</c:v>
                </c:pt>
                <c:pt idx="4004">
                  <c:v>0.80099999999994398</c:v>
                </c:pt>
                <c:pt idx="4005">
                  <c:v>0.80119999999994396</c:v>
                </c:pt>
                <c:pt idx="4006">
                  <c:v>0.80139999999994405</c:v>
                </c:pt>
                <c:pt idx="4007">
                  <c:v>0.80159999999994402</c:v>
                </c:pt>
                <c:pt idx="4008">
                  <c:v>0.801799999999944</c:v>
                </c:pt>
                <c:pt idx="4009">
                  <c:v>0.80199999999994398</c:v>
                </c:pt>
                <c:pt idx="4010">
                  <c:v>0.80219999999994396</c:v>
                </c:pt>
                <c:pt idx="4011">
                  <c:v>0.80239999999994405</c:v>
                </c:pt>
                <c:pt idx="4012">
                  <c:v>0.80259999999994402</c:v>
                </c:pt>
                <c:pt idx="4013">
                  <c:v>0.802799999999944</c:v>
                </c:pt>
                <c:pt idx="4014">
                  <c:v>0.80299999999994398</c:v>
                </c:pt>
                <c:pt idx="4015">
                  <c:v>0.80319999999994396</c:v>
                </c:pt>
                <c:pt idx="4016">
                  <c:v>0.80339999999994405</c:v>
                </c:pt>
                <c:pt idx="4017">
                  <c:v>0.80359999999994403</c:v>
                </c:pt>
                <c:pt idx="4018">
                  <c:v>0.803799999999944</c:v>
                </c:pt>
                <c:pt idx="4019">
                  <c:v>0.80399999999994398</c:v>
                </c:pt>
                <c:pt idx="4020">
                  <c:v>0.80419999999994396</c:v>
                </c:pt>
                <c:pt idx="4021">
                  <c:v>0.80439999999994405</c:v>
                </c:pt>
                <c:pt idx="4022">
                  <c:v>0.80459999999994403</c:v>
                </c:pt>
                <c:pt idx="4023">
                  <c:v>0.804799999999944</c:v>
                </c:pt>
                <c:pt idx="4024">
                  <c:v>0.80499999999994398</c:v>
                </c:pt>
                <c:pt idx="4025">
                  <c:v>0.80519999999994396</c:v>
                </c:pt>
                <c:pt idx="4026">
                  <c:v>0.80539999999994405</c:v>
                </c:pt>
                <c:pt idx="4027">
                  <c:v>0.80559999999994403</c:v>
                </c:pt>
                <c:pt idx="4028">
                  <c:v>0.80579999999994401</c:v>
                </c:pt>
                <c:pt idx="4029">
                  <c:v>0.80599999999994398</c:v>
                </c:pt>
                <c:pt idx="4030">
                  <c:v>0.80619999999994396</c:v>
                </c:pt>
                <c:pt idx="4031">
                  <c:v>0.80639999999994405</c:v>
                </c:pt>
                <c:pt idx="4032">
                  <c:v>0.80659999999994403</c:v>
                </c:pt>
                <c:pt idx="4033">
                  <c:v>0.80679999999994401</c:v>
                </c:pt>
                <c:pt idx="4034">
                  <c:v>0.80699999999994398</c:v>
                </c:pt>
                <c:pt idx="4035">
                  <c:v>0.80719999999994396</c:v>
                </c:pt>
                <c:pt idx="4036">
                  <c:v>0.80739999999994405</c:v>
                </c:pt>
                <c:pt idx="4037">
                  <c:v>0.80759999999994403</c:v>
                </c:pt>
                <c:pt idx="4038">
                  <c:v>0.80779999999994401</c:v>
                </c:pt>
                <c:pt idx="4039">
                  <c:v>0.80799999999994399</c:v>
                </c:pt>
                <c:pt idx="4040">
                  <c:v>0.80819999999994396</c:v>
                </c:pt>
                <c:pt idx="4041">
                  <c:v>0.80839999999994405</c:v>
                </c:pt>
                <c:pt idx="4042">
                  <c:v>0.80859999999994403</c:v>
                </c:pt>
                <c:pt idx="4043">
                  <c:v>0.80879999999994401</c:v>
                </c:pt>
                <c:pt idx="4044">
                  <c:v>0.80899999999994399</c:v>
                </c:pt>
                <c:pt idx="4045">
                  <c:v>0.80919999999994396</c:v>
                </c:pt>
                <c:pt idx="4046">
                  <c:v>0.80939999999994305</c:v>
                </c:pt>
                <c:pt idx="4047">
                  <c:v>0.80959999999994303</c:v>
                </c:pt>
                <c:pt idx="4048">
                  <c:v>0.80979999999994301</c:v>
                </c:pt>
                <c:pt idx="4049">
                  <c:v>0.80999999999994299</c:v>
                </c:pt>
                <c:pt idx="4050">
                  <c:v>0.81019999999994297</c:v>
                </c:pt>
                <c:pt idx="4051">
                  <c:v>0.81039999999994305</c:v>
                </c:pt>
                <c:pt idx="4052">
                  <c:v>0.81059999999994303</c:v>
                </c:pt>
                <c:pt idx="4053">
                  <c:v>0.81079999999994301</c:v>
                </c:pt>
                <c:pt idx="4054">
                  <c:v>0.81099999999994299</c:v>
                </c:pt>
                <c:pt idx="4055">
                  <c:v>0.81119999999994297</c:v>
                </c:pt>
                <c:pt idx="4056">
                  <c:v>0.81139999999994294</c:v>
                </c:pt>
                <c:pt idx="4057">
                  <c:v>0.81159999999994303</c:v>
                </c:pt>
                <c:pt idx="4058">
                  <c:v>0.81179999999994301</c:v>
                </c:pt>
                <c:pt idx="4059">
                  <c:v>0.81199999999994299</c:v>
                </c:pt>
                <c:pt idx="4060">
                  <c:v>0.81219999999994297</c:v>
                </c:pt>
                <c:pt idx="4061">
                  <c:v>0.81239999999994295</c:v>
                </c:pt>
                <c:pt idx="4062">
                  <c:v>0.81259999999994303</c:v>
                </c:pt>
                <c:pt idx="4063">
                  <c:v>0.81279999999994301</c:v>
                </c:pt>
                <c:pt idx="4064">
                  <c:v>0.81299999999994299</c:v>
                </c:pt>
                <c:pt idx="4065">
                  <c:v>0.81319999999994297</c:v>
                </c:pt>
                <c:pt idx="4066">
                  <c:v>0.81339999999994295</c:v>
                </c:pt>
                <c:pt idx="4067">
                  <c:v>0.81359999999994304</c:v>
                </c:pt>
                <c:pt idx="4068">
                  <c:v>0.81379999999994301</c:v>
                </c:pt>
                <c:pt idx="4069">
                  <c:v>0.81399999999994299</c:v>
                </c:pt>
                <c:pt idx="4070">
                  <c:v>0.81419999999994297</c:v>
                </c:pt>
                <c:pt idx="4071">
                  <c:v>0.81439999999994295</c:v>
                </c:pt>
                <c:pt idx="4072">
                  <c:v>0.81459999999994304</c:v>
                </c:pt>
                <c:pt idx="4073">
                  <c:v>0.81479999999994301</c:v>
                </c:pt>
                <c:pt idx="4074">
                  <c:v>0.81499999999994299</c:v>
                </c:pt>
                <c:pt idx="4075">
                  <c:v>0.81519999999994297</c:v>
                </c:pt>
                <c:pt idx="4076">
                  <c:v>0.81539999999994295</c:v>
                </c:pt>
                <c:pt idx="4077">
                  <c:v>0.81559999999994304</c:v>
                </c:pt>
                <c:pt idx="4078">
                  <c:v>0.81579999999994302</c:v>
                </c:pt>
                <c:pt idx="4079">
                  <c:v>0.81599999999994299</c:v>
                </c:pt>
                <c:pt idx="4080">
                  <c:v>0.81619999999994297</c:v>
                </c:pt>
                <c:pt idx="4081">
                  <c:v>0.81639999999994295</c:v>
                </c:pt>
                <c:pt idx="4082">
                  <c:v>0.81659999999994304</c:v>
                </c:pt>
                <c:pt idx="4083">
                  <c:v>0.81679999999994302</c:v>
                </c:pt>
                <c:pt idx="4084">
                  <c:v>0.81699999999994299</c:v>
                </c:pt>
                <c:pt idx="4085">
                  <c:v>0.81719999999994297</c:v>
                </c:pt>
                <c:pt idx="4086">
                  <c:v>0.81739999999994295</c:v>
                </c:pt>
                <c:pt idx="4087">
                  <c:v>0.81759999999994304</c:v>
                </c:pt>
                <c:pt idx="4088">
                  <c:v>0.81779999999994302</c:v>
                </c:pt>
                <c:pt idx="4089">
                  <c:v>0.81799999999994299</c:v>
                </c:pt>
                <c:pt idx="4090">
                  <c:v>0.81819999999994297</c:v>
                </c:pt>
                <c:pt idx="4091">
                  <c:v>0.81839999999994295</c:v>
                </c:pt>
                <c:pt idx="4092">
                  <c:v>0.81859999999994204</c:v>
                </c:pt>
                <c:pt idx="4093">
                  <c:v>0.81879999999994202</c:v>
                </c:pt>
                <c:pt idx="4094">
                  <c:v>0.818999999999942</c:v>
                </c:pt>
                <c:pt idx="4095">
                  <c:v>0.81919999999994197</c:v>
                </c:pt>
                <c:pt idx="4096">
                  <c:v>0.81939999999994195</c:v>
                </c:pt>
                <c:pt idx="4097">
                  <c:v>0.81959999999994204</c:v>
                </c:pt>
                <c:pt idx="4098">
                  <c:v>0.81979999999994202</c:v>
                </c:pt>
                <c:pt idx="4099">
                  <c:v>0.819999999999942</c:v>
                </c:pt>
                <c:pt idx="4100">
                  <c:v>0.82019999999994198</c:v>
                </c:pt>
                <c:pt idx="4101">
                  <c:v>0.82039999999994195</c:v>
                </c:pt>
                <c:pt idx="4102">
                  <c:v>0.82059999999994204</c:v>
                </c:pt>
                <c:pt idx="4103">
                  <c:v>0.82079999999994202</c:v>
                </c:pt>
                <c:pt idx="4104">
                  <c:v>0.820999999999942</c:v>
                </c:pt>
                <c:pt idx="4105">
                  <c:v>0.82119999999994198</c:v>
                </c:pt>
                <c:pt idx="4106">
                  <c:v>0.82139999999994195</c:v>
                </c:pt>
                <c:pt idx="4107">
                  <c:v>0.82159999999994204</c:v>
                </c:pt>
                <c:pt idx="4108">
                  <c:v>0.82179999999994202</c:v>
                </c:pt>
                <c:pt idx="4109">
                  <c:v>0.821999999999942</c:v>
                </c:pt>
                <c:pt idx="4110">
                  <c:v>0.82219999999994198</c:v>
                </c:pt>
                <c:pt idx="4111">
                  <c:v>0.82239999999994196</c:v>
                </c:pt>
                <c:pt idx="4112">
                  <c:v>0.82259999999994204</c:v>
                </c:pt>
                <c:pt idx="4113">
                  <c:v>0.82279999999994202</c:v>
                </c:pt>
                <c:pt idx="4114">
                  <c:v>0.822999999999942</c:v>
                </c:pt>
                <c:pt idx="4115">
                  <c:v>0.82319999999994198</c:v>
                </c:pt>
                <c:pt idx="4116">
                  <c:v>0.82339999999994196</c:v>
                </c:pt>
                <c:pt idx="4117">
                  <c:v>0.82359999999994205</c:v>
                </c:pt>
                <c:pt idx="4118">
                  <c:v>0.82379999999994202</c:v>
                </c:pt>
                <c:pt idx="4119">
                  <c:v>0.823999999999942</c:v>
                </c:pt>
                <c:pt idx="4120">
                  <c:v>0.82419999999994198</c:v>
                </c:pt>
                <c:pt idx="4121">
                  <c:v>0.82439999999994196</c:v>
                </c:pt>
                <c:pt idx="4122">
                  <c:v>0.82459999999994205</c:v>
                </c:pt>
                <c:pt idx="4123">
                  <c:v>0.82479999999994202</c:v>
                </c:pt>
                <c:pt idx="4124">
                  <c:v>0.824999999999942</c:v>
                </c:pt>
                <c:pt idx="4125">
                  <c:v>0.82519999999994198</c:v>
                </c:pt>
                <c:pt idx="4126">
                  <c:v>0.82539999999994196</c:v>
                </c:pt>
                <c:pt idx="4127">
                  <c:v>0.82559999999994205</c:v>
                </c:pt>
                <c:pt idx="4128">
                  <c:v>0.82579999999994202</c:v>
                </c:pt>
                <c:pt idx="4129">
                  <c:v>0.825999999999942</c:v>
                </c:pt>
                <c:pt idx="4130">
                  <c:v>0.82619999999994198</c:v>
                </c:pt>
                <c:pt idx="4131">
                  <c:v>0.82639999999994196</c:v>
                </c:pt>
                <c:pt idx="4132">
                  <c:v>0.82659999999994205</c:v>
                </c:pt>
                <c:pt idx="4133">
                  <c:v>0.82679999999994203</c:v>
                </c:pt>
                <c:pt idx="4134">
                  <c:v>0.826999999999942</c:v>
                </c:pt>
                <c:pt idx="4135">
                  <c:v>0.82719999999994198</c:v>
                </c:pt>
                <c:pt idx="4136">
                  <c:v>0.82739999999994196</c:v>
                </c:pt>
                <c:pt idx="4137">
                  <c:v>0.82759999999994105</c:v>
                </c:pt>
                <c:pt idx="4138">
                  <c:v>0.82779999999994103</c:v>
                </c:pt>
                <c:pt idx="4139">
                  <c:v>0.82799999999994101</c:v>
                </c:pt>
                <c:pt idx="4140">
                  <c:v>0.82819999999994098</c:v>
                </c:pt>
                <c:pt idx="4141">
                  <c:v>0.82839999999994096</c:v>
                </c:pt>
                <c:pt idx="4142">
                  <c:v>0.82859999999994105</c:v>
                </c:pt>
                <c:pt idx="4143">
                  <c:v>0.82879999999994103</c:v>
                </c:pt>
                <c:pt idx="4144">
                  <c:v>0.82899999999994101</c:v>
                </c:pt>
                <c:pt idx="4145">
                  <c:v>0.82919999999994098</c:v>
                </c:pt>
                <c:pt idx="4146">
                  <c:v>0.82939999999994096</c:v>
                </c:pt>
                <c:pt idx="4147">
                  <c:v>0.82959999999994105</c:v>
                </c:pt>
                <c:pt idx="4148">
                  <c:v>0.82979999999994103</c:v>
                </c:pt>
                <c:pt idx="4149">
                  <c:v>0.82999999999994101</c:v>
                </c:pt>
                <c:pt idx="4150">
                  <c:v>0.83019999999994099</c:v>
                </c:pt>
                <c:pt idx="4151">
                  <c:v>0.83039999999994096</c:v>
                </c:pt>
                <c:pt idx="4152">
                  <c:v>0.83059999999994105</c:v>
                </c:pt>
                <c:pt idx="4153">
                  <c:v>0.83079999999994103</c:v>
                </c:pt>
                <c:pt idx="4154">
                  <c:v>0.83099999999994101</c:v>
                </c:pt>
                <c:pt idx="4155">
                  <c:v>0.83119999999994099</c:v>
                </c:pt>
                <c:pt idx="4156">
                  <c:v>0.83139999999994096</c:v>
                </c:pt>
                <c:pt idx="4157">
                  <c:v>0.83159999999994105</c:v>
                </c:pt>
                <c:pt idx="4158">
                  <c:v>0.83179999999994103</c:v>
                </c:pt>
                <c:pt idx="4159">
                  <c:v>0.83199999999994101</c:v>
                </c:pt>
                <c:pt idx="4160">
                  <c:v>0.83219999999994099</c:v>
                </c:pt>
                <c:pt idx="4161">
                  <c:v>0.83239999999994096</c:v>
                </c:pt>
                <c:pt idx="4162">
                  <c:v>0.83259999999994105</c:v>
                </c:pt>
                <c:pt idx="4163">
                  <c:v>0.83279999999994103</c:v>
                </c:pt>
                <c:pt idx="4164">
                  <c:v>0.83299999999994101</c:v>
                </c:pt>
                <c:pt idx="4165">
                  <c:v>0.83319999999994099</c:v>
                </c:pt>
                <c:pt idx="4166">
                  <c:v>0.83339999999994097</c:v>
                </c:pt>
                <c:pt idx="4167">
                  <c:v>0.83359999999994105</c:v>
                </c:pt>
                <c:pt idx="4168">
                  <c:v>0.83379999999994103</c:v>
                </c:pt>
                <c:pt idx="4169">
                  <c:v>0.83399999999994101</c:v>
                </c:pt>
                <c:pt idx="4170">
                  <c:v>0.83419999999994099</c:v>
                </c:pt>
                <c:pt idx="4171">
                  <c:v>0.83439999999994097</c:v>
                </c:pt>
                <c:pt idx="4172">
                  <c:v>0.83459999999994094</c:v>
                </c:pt>
                <c:pt idx="4173">
                  <c:v>0.83479999999994103</c:v>
                </c:pt>
                <c:pt idx="4174">
                  <c:v>0.83499999999994101</c:v>
                </c:pt>
                <c:pt idx="4175">
                  <c:v>0.83519999999994099</c:v>
                </c:pt>
                <c:pt idx="4176">
                  <c:v>0.83539999999994097</c:v>
                </c:pt>
                <c:pt idx="4177">
                  <c:v>0.83559999999994095</c:v>
                </c:pt>
                <c:pt idx="4178">
                  <c:v>0.83579999999994103</c:v>
                </c:pt>
                <c:pt idx="4179">
                  <c:v>0.83599999999994101</c:v>
                </c:pt>
                <c:pt idx="4180">
                  <c:v>0.83619999999994099</c:v>
                </c:pt>
                <c:pt idx="4181">
                  <c:v>0.83639999999994097</c:v>
                </c:pt>
                <c:pt idx="4182">
                  <c:v>0.83659999999994095</c:v>
                </c:pt>
                <c:pt idx="4183">
                  <c:v>0.83679999999994004</c:v>
                </c:pt>
                <c:pt idx="4184">
                  <c:v>0.83699999999994001</c:v>
                </c:pt>
                <c:pt idx="4185">
                  <c:v>0.83719999999993999</c:v>
                </c:pt>
                <c:pt idx="4186">
                  <c:v>0.83739999999993997</c:v>
                </c:pt>
                <c:pt idx="4187">
                  <c:v>0.83759999999993995</c:v>
                </c:pt>
                <c:pt idx="4188">
                  <c:v>0.83779999999994004</c:v>
                </c:pt>
                <c:pt idx="4189">
                  <c:v>0.83799999999994002</c:v>
                </c:pt>
                <c:pt idx="4190">
                  <c:v>0.83819999999993999</c:v>
                </c:pt>
                <c:pt idx="4191">
                  <c:v>0.83839999999993997</c:v>
                </c:pt>
                <c:pt idx="4192">
                  <c:v>0.83859999999993995</c:v>
                </c:pt>
                <c:pt idx="4193">
                  <c:v>0.83879999999994004</c:v>
                </c:pt>
                <c:pt idx="4194">
                  <c:v>0.83899999999994002</c:v>
                </c:pt>
                <c:pt idx="4195">
                  <c:v>0.83919999999993999</c:v>
                </c:pt>
                <c:pt idx="4196">
                  <c:v>0.83939999999993997</c:v>
                </c:pt>
                <c:pt idx="4197">
                  <c:v>0.83959999999993995</c:v>
                </c:pt>
                <c:pt idx="4198">
                  <c:v>0.83979999999994004</c:v>
                </c:pt>
                <c:pt idx="4199">
                  <c:v>0.83999999999994002</c:v>
                </c:pt>
                <c:pt idx="4200">
                  <c:v>0.84019999999993999</c:v>
                </c:pt>
                <c:pt idx="4201">
                  <c:v>0.84039999999993997</c:v>
                </c:pt>
                <c:pt idx="4202">
                  <c:v>0.84059999999993995</c:v>
                </c:pt>
                <c:pt idx="4203">
                  <c:v>0.84079999999994004</c:v>
                </c:pt>
                <c:pt idx="4204">
                  <c:v>0.84099999999994002</c:v>
                </c:pt>
                <c:pt idx="4205">
                  <c:v>0.84119999999994</c:v>
                </c:pt>
                <c:pt idx="4206">
                  <c:v>0.84139999999993997</c:v>
                </c:pt>
                <c:pt idx="4207">
                  <c:v>0.84159999999993995</c:v>
                </c:pt>
                <c:pt idx="4208">
                  <c:v>0.84179999999994004</c:v>
                </c:pt>
                <c:pt idx="4209">
                  <c:v>0.84199999999994002</c:v>
                </c:pt>
                <c:pt idx="4210">
                  <c:v>0.84219999999994</c:v>
                </c:pt>
                <c:pt idx="4211">
                  <c:v>0.84239999999993997</c:v>
                </c:pt>
                <c:pt idx="4212">
                  <c:v>0.84259999999993995</c:v>
                </c:pt>
                <c:pt idx="4213">
                  <c:v>0.84279999999994004</c:v>
                </c:pt>
                <c:pt idx="4214">
                  <c:v>0.84299999999994002</c:v>
                </c:pt>
                <c:pt idx="4215">
                  <c:v>0.84319999999994</c:v>
                </c:pt>
                <c:pt idx="4216">
                  <c:v>0.84339999999993998</c:v>
                </c:pt>
                <c:pt idx="4217">
                  <c:v>0.84359999999993995</c:v>
                </c:pt>
                <c:pt idx="4218">
                  <c:v>0.84379999999994004</c:v>
                </c:pt>
                <c:pt idx="4219">
                  <c:v>0.84399999999994002</c:v>
                </c:pt>
                <c:pt idx="4220">
                  <c:v>0.84419999999994</c:v>
                </c:pt>
                <c:pt idx="4221">
                  <c:v>0.84439999999993998</c:v>
                </c:pt>
                <c:pt idx="4222">
                  <c:v>0.84459999999993995</c:v>
                </c:pt>
                <c:pt idx="4223">
                  <c:v>0.84479999999994004</c:v>
                </c:pt>
                <c:pt idx="4224">
                  <c:v>0.84499999999994002</c:v>
                </c:pt>
                <c:pt idx="4225">
                  <c:v>0.84519999999994</c:v>
                </c:pt>
                <c:pt idx="4226">
                  <c:v>0.84539999999993998</c:v>
                </c:pt>
                <c:pt idx="4227">
                  <c:v>0.84559999999993996</c:v>
                </c:pt>
                <c:pt idx="4228">
                  <c:v>0.84579999999993905</c:v>
                </c:pt>
                <c:pt idx="4229">
                  <c:v>0.84599999999993902</c:v>
                </c:pt>
                <c:pt idx="4230">
                  <c:v>0.846199999999939</c:v>
                </c:pt>
                <c:pt idx="4231">
                  <c:v>0.84639999999993898</c:v>
                </c:pt>
                <c:pt idx="4232">
                  <c:v>0.84659999999993896</c:v>
                </c:pt>
                <c:pt idx="4233">
                  <c:v>0.84679999999993905</c:v>
                </c:pt>
                <c:pt idx="4234">
                  <c:v>0.84699999999993902</c:v>
                </c:pt>
                <c:pt idx="4235">
                  <c:v>0.847199999999939</c:v>
                </c:pt>
                <c:pt idx="4236">
                  <c:v>0.84739999999993898</c:v>
                </c:pt>
                <c:pt idx="4237">
                  <c:v>0.84759999999993896</c:v>
                </c:pt>
                <c:pt idx="4238">
                  <c:v>0.84779999999993905</c:v>
                </c:pt>
                <c:pt idx="4239">
                  <c:v>0.84799999999993902</c:v>
                </c:pt>
                <c:pt idx="4240">
                  <c:v>0.848199999999939</c:v>
                </c:pt>
                <c:pt idx="4241">
                  <c:v>0.84839999999993898</c:v>
                </c:pt>
                <c:pt idx="4242">
                  <c:v>0.84859999999993896</c:v>
                </c:pt>
                <c:pt idx="4243">
                  <c:v>0.84879999999993905</c:v>
                </c:pt>
                <c:pt idx="4244">
                  <c:v>0.84899999999993903</c:v>
                </c:pt>
                <c:pt idx="4245">
                  <c:v>0.849199999999939</c:v>
                </c:pt>
                <c:pt idx="4246">
                  <c:v>0.84939999999993898</c:v>
                </c:pt>
                <c:pt idx="4247">
                  <c:v>0.84959999999993896</c:v>
                </c:pt>
                <c:pt idx="4248">
                  <c:v>0.84979999999993905</c:v>
                </c:pt>
                <c:pt idx="4249">
                  <c:v>0.84999999999993903</c:v>
                </c:pt>
                <c:pt idx="4250">
                  <c:v>0.850199999999939</c:v>
                </c:pt>
                <c:pt idx="4251">
                  <c:v>0.85039999999993898</c:v>
                </c:pt>
                <c:pt idx="4252">
                  <c:v>0.85059999999993896</c:v>
                </c:pt>
                <c:pt idx="4253">
                  <c:v>0.85079999999993905</c:v>
                </c:pt>
                <c:pt idx="4254">
                  <c:v>0.85099999999993903</c:v>
                </c:pt>
                <c:pt idx="4255">
                  <c:v>0.85119999999993901</c:v>
                </c:pt>
                <c:pt idx="4256">
                  <c:v>0.85139999999993898</c:v>
                </c:pt>
                <c:pt idx="4257">
                  <c:v>0.85159999999993896</c:v>
                </c:pt>
                <c:pt idx="4258">
                  <c:v>0.85179999999993905</c:v>
                </c:pt>
                <c:pt idx="4259">
                  <c:v>0.85199999999993903</c:v>
                </c:pt>
                <c:pt idx="4260">
                  <c:v>0.85219999999993901</c:v>
                </c:pt>
                <c:pt idx="4261">
                  <c:v>0.85239999999993898</c:v>
                </c:pt>
                <c:pt idx="4262">
                  <c:v>0.85259999999993896</c:v>
                </c:pt>
                <c:pt idx="4263">
                  <c:v>0.85279999999993905</c:v>
                </c:pt>
                <c:pt idx="4264">
                  <c:v>0.85299999999993903</c:v>
                </c:pt>
                <c:pt idx="4265">
                  <c:v>0.85319999999993901</c:v>
                </c:pt>
                <c:pt idx="4266">
                  <c:v>0.85339999999993899</c:v>
                </c:pt>
                <c:pt idx="4267">
                  <c:v>0.85359999999993896</c:v>
                </c:pt>
                <c:pt idx="4268">
                  <c:v>0.85379999999993905</c:v>
                </c:pt>
                <c:pt idx="4269">
                  <c:v>0.85399999999993903</c:v>
                </c:pt>
                <c:pt idx="4270">
                  <c:v>0.85419999999993901</c:v>
                </c:pt>
                <c:pt idx="4271">
                  <c:v>0.85439999999993899</c:v>
                </c:pt>
                <c:pt idx="4272">
                  <c:v>0.85459999999993896</c:v>
                </c:pt>
                <c:pt idx="4273">
                  <c:v>0.85479999999993805</c:v>
                </c:pt>
                <c:pt idx="4274">
                  <c:v>0.85499999999993803</c:v>
                </c:pt>
                <c:pt idx="4275">
                  <c:v>0.85519999999993801</c:v>
                </c:pt>
                <c:pt idx="4276">
                  <c:v>0.85539999999993799</c:v>
                </c:pt>
                <c:pt idx="4277">
                  <c:v>0.85559999999993797</c:v>
                </c:pt>
                <c:pt idx="4278">
                  <c:v>0.85579999999993805</c:v>
                </c:pt>
                <c:pt idx="4279">
                  <c:v>0.85599999999993803</c:v>
                </c:pt>
                <c:pt idx="4280">
                  <c:v>0.85619999999993801</c:v>
                </c:pt>
                <c:pt idx="4281">
                  <c:v>0.85639999999993799</c:v>
                </c:pt>
                <c:pt idx="4282">
                  <c:v>0.85659999999993797</c:v>
                </c:pt>
                <c:pt idx="4283">
                  <c:v>0.85679999999993794</c:v>
                </c:pt>
                <c:pt idx="4284">
                  <c:v>0.85699999999993803</c:v>
                </c:pt>
                <c:pt idx="4285">
                  <c:v>0.85719999999993801</c:v>
                </c:pt>
                <c:pt idx="4286">
                  <c:v>0.85739999999993799</c:v>
                </c:pt>
                <c:pt idx="4287">
                  <c:v>0.85759999999993797</c:v>
                </c:pt>
                <c:pt idx="4288">
                  <c:v>0.85779999999993795</c:v>
                </c:pt>
                <c:pt idx="4289">
                  <c:v>0.85799999999993803</c:v>
                </c:pt>
                <c:pt idx="4290">
                  <c:v>0.85819999999993801</c:v>
                </c:pt>
                <c:pt idx="4291">
                  <c:v>0.85839999999993799</c:v>
                </c:pt>
                <c:pt idx="4292">
                  <c:v>0.85859999999993797</c:v>
                </c:pt>
                <c:pt idx="4293">
                  <c:v>0.85879999999993795</c:v>
                </c:pt>
                <c:pt idx="4294">
                  <c:v>0.85899999999993804</c:v>
                </c:pt>
                <c:pt idx="4295">
                  <c:v>0.85919999999993801</c:v>
                </c:pt>
                <c:pt idx="4296">
                  <c:v>0.85939999999993799</c:v>
                </c:pt>
                <c:pt idx="4297">
                  <c:v>0.85959999999993797</c:v>
                </c:pt>
                <c:pt idx="4298">
                  <c:v>0.85979999999993795</c:v>
                </c:pt>
                <c:pt idx="4299">
                  <c:v>0.85999999999993804</c:v>
                </c:pt>
                <c:pt idx="4300">
                  <c:v>0.86019999999993801</c:v>
                </c:pt>
                <c:pt idx="4301">
                  <c:v>0.86039999999993799</c:v>
                </c:pt>
                <c:pt idx="4302">
                  <c:v>0.86059999999993797</c:v>
                </c:pt>
                <c:pt idx="4303">
                  <c:v>0.86079999999993795</c:v>
                </c:pt>
                <c:pt idx="4304">
                  <c:v>0.86099999999993804</c:v>
                </c:pt>
                <c:pt idx="4305">
                  <c:v>0.86119999999993802</c:v>
                </c:pt>
                <c:pt idx="4306">
                  <c:v>0.86139999999993799</c:v>
                </c:pt>
                <c:pt idx="4307">
                  <c:v>0.86159999999993797</c:v>
                </c:pt>
                <c:pt idx="4308">
                  <c:v>0.86179999999993795</c:v>
                </c:pt>
                <c:pt idx="4309">
                  <c:v>0.86199999999993804</c:v>
                </c:pt>
                <c:pt idx="4310">
                  <c:v>0.86219999999993802</c:v>
                </c:pt>
                <c:pt idx="4311">
                  <c:v>0.86239999999993799</c:v>
                </c:pt>
                <c:pt idx="4312">
                  <c:v>0.86259999999993797</c:v>
                </c:pt>
                <c:pt idx="4313">
                  <c:v>0.86279999999993795</c:v>
                </c:pt>
                <c:pt idx="4314">
                  <c:v>0.86299999999993804</c:v>
                </c:pt>
                <c:pt idx="4315">
                  <c:v>0.86319999999993802</c:v>
                </c:pt>
                <c:pt idx="4316">
                  <c:v>0.86339999999993799</c:v>
                </c:pt>
                <c:pt idx="4317">
                  <c:v>0.86359999999993797</c:v>
                </c:pt>
                <c:pt idx="4318">
                  <c:v>0.86379999999993795</c:v>
                </c:pt>
                <c:pt idx="4319">
                  <c:v>0.86399999999993704</c:v>
                </c:pt>
                <c:pt idx="4320">
                  <c:v>0.86419999999993702</c:v>
                </c:pt>
                <c:pt idx="4321">
                  <c:v>0.864399999999937</c:v>
                </c:pt>
                <c:pt idx="4322">
                  <c:v>0.86459999999993697</c:v>
                </c:pt>
                <c:pt idx="4323">
                  <c:v>0.86479999999993695</c:v>
                </c:pt>
                <c:pt idx="4324">
                  <c:v>0.86499999999993704</c:v>
                </c:pt>
                <c:pt idx="4325">
                  <c:v>0.86519999999993702</c:v>
                </c:pt>
                <c:pt idx="4326">
                  <c:v>0.865399999999937</c:v>
                </c:pt>
                <c:pt idx="4327">
                  <c:v>0.86559999999993698</c:v>
                </c:pt>
                <c:pt idx="4328">
                  <c:v>0.86579999999993695</c:v>
                </c:pt>
                <c:pt idx="4329">
                  <c:v>0.86599999999993704</c:v>
                </c:pt>
                <c:pt idx="4330">
                  <c:v>0.86619999999993702</c:v>
                </c:pt>
                <c:pt idx="4331">
                  <c:v>0.866399999999937</c:v>
                </c:pt>
                <c:pt idx="4332">
                  <c:v>0.86659999999993698</c:v>
                </c:pt>
                <c:pt idx="4333">
                  <c:v>0.86679999999993695</c:v>
                </c:pt>
                <c:pt idx="4334">
                  <c:v>0.86699999999993704</c:v>
                </c:pt>
                <c:pt idx="4335">
                  <c:v>0.86719999999993702</c:v>
                </c:pt>
                <c:pt idx="4336">
                  <c:v>0.867399999999937</c:v>
                </c:pt>
                <c:pt idx="4337">
                  <c:v>0.86759999999993698</c:v>
                </c:pt>
                <c:pt idx="4338">
                  <c:v>0.86779999999993696</c:v>
                </c:pt>
                <c:pt idx="4339">
                  <c:v>0.86799999999993704</c:v>
                </c:pt>
                <c:pt idx="4340">
                  <c:v>0.86819999999993702</c:v>
                </c:pt>
                <c:pt idx="4341">
                  <c:v>0.868399999999937</c:v>
                </c:pt>
                <c:pt idx="4342">
                  <c:v>0.86859999999993698</c:v>
                </c:pt>
                <c:pt idx="4343">
                  <c:v>0.86879999999993696</c:v>
                </c:pt>
                <c:pt idx="4344">
                  <c:v>0.86899999999993705</c:v>
                </c:pt>
                <c:pt idx="4345">
                  <c:v>0.86919999999993702</c:v>
                </c:pt>
                <c:pt idx="4346">
                  <c:v>0.869399999999937</c:v>
                </c:pt>
                <c:pt idx="4347">
                  <c:v>0.86959999999993698</c:v>
                </c:pt>
                <c:pt idx="4348">
                  <c:v>0.86979999999993696</c:v>
                </c:pt>
                <c:pt idx="4349">
                  <c:v>0.86999999999993705</c:v>
                </c:pt>
                <c:pt idx="4350">
                  <c:v>0.87019999999993702</c:v>
                </c:pt>
                <c:pt idx="4351">
                  <c:v>0.870399999999937</c:v>
                </c:pt>
                <c:pt idx="4352">
                  <c:v>0.87059999999993698</c:v>
                </c:pt>
                <c:pt idx="4353">
                  <c:v>0.87079999999993696</c:v>
                </c:pt>
                <c:pt idx="4354">
                  <c:v>0.87099999999993705</c:v>
                </c:pt>
                <c:pt idx="4355">
                  <c:v>0.87119999999993702</c:v>
                </c:pt>
                <c:pt idx="4356">
                  <c:v>0.871399999999937</c:v>
                </c:pt>
                <c:pt idx="4357">
                  <c:v>0.87159999999993698</c:v>
                </c:pt>
                <c:pt idx="4358">
                  <c:v>0.87179999999993696</c:v>
                </c:pt>
                <c:pt idx="4359">
                  <c:v>0.87199999999993705</c:v>
                </c:pt>
                <c:pt idx="4360">
                  <c:v>0.87219999999993703</c:v>
                </c:pt>
                <c:pt idx="4361">
                  <c:v>0.872399999999937</c:v>
                </c:pt>
                <c:pt idx="4362">
                  <c:v>0.87259999999993698</c:v>
                </c:pt>
                <c:pt idx="4363">
                  <c:v>0.87279999999993696</c:v>
                </c:pt>
                <c:pt idx="4364">
                  <c:v>0.87299999999993605</c:v>
                </c:pt>
                <c:pt idx="4365">
                  <c:v>0.87319999999993603</c:v>
                </c:pt>
                <c:pt idx="4366">
                  <c:v>0.87339999999993601</c:v>
                </c:pt>
                <c:pt idx="4367">
                  <c:v>0.87359999999993598</c:v>
                </c:pt>
                <c:pt idx="4368">
                  <c:v>0.87379999999993596</c:v>
                </c:pt>
                <c:pt idx="4369">
                  <c:v>0.87399999999993605</c:v>
                </c:pt>
                <c:pt idx="4370">
                  <c:v>0.87419999999993603</c:v>
                </c:pt>
                <c:pt idx="4371">
                  <c:v>0.87439999999993601</c:v>
                </c:pt>
                <c:pt idx="4372">
                  <c:v>0.87459999999993598</c:v>
                </c:pt>
                <c:pt idx="4373">
                  <c:v>0.87479999999993596</c:v>
                </c:pt>
                <c:pt idx="4374">
                  <c:v>0.87499999999993605</c:v>
                </c:pt>
                <c:pt idx="4375">
                  <c:v>0.87519999999993603</c:v>
                </c:pt>
                <c:pt idx="4376">
                  <c:v>0.87539999999993601</c:v>
                </c:pt>
                <c:pt idx="4377">
                  <c:v>0.87559999999993599</c:v>
                </c:pt>
                <c:pt idx="4378">
                  <c:v>0.87579999999993596</c:v>
                </c:pt>
                <c:pt idx="4379">
                  <c:v>0.87599999999993605</c:v>
                </c:pt>
                <c:pt idx="4380">
                  <c:v>0.87619999999993603</c:v>
                </c:pt>
                <c:pt idx="4381">
                  <c:v>0.87639999999993601</c:v>
                </c:pt>
                <c:pt idx="4382">
                  <c:v>0.87659999999993599</c:v>
                </c:pt>
                <c:pt idx="4383">
                  <c:v>0.87679999999993596</c:v>
                </c:pt>
                <c:pt idx="4384">
                  <c:v>0.87699999999993605</c:v>
                </c:pt>
                <c:pt idx="4385">
                  <c:v>0.87719999999993603</c:v>
                </c:pt>
                <c:pt idx="4386">
                  <c:v>0.87739999999993601</c:v>
                </c:pt>
                <c:pt idx="4387">
                  <c:v>0.87759999999993599</c:v>
                </c:pt>
                <c:pt idx="4388">
                  <c:v>0.87779999999993596</c:v>
                </c:pt>
                <c:pt idx="4389">
                  <c:v>0.87799999999993605</c:v>
                </c:pt>
                <c:pt idx="4390">
                  <c:v>0.87819999999993603</c:v>
                </c:pt>
                <c:pt idx="4391">
                  <c:v>0.87839999999993601</c:v>
                </c:pt>
                <c:pt idx="4392">
                  <c:v>0.87859999999993599</c:v>
                </c:pt>
                <c:pt idx="4393">
                  <c:v>0.87879999999993597</c:v>
                </c:pt>
                <c:pt idx="4394">
                  <c:v>0.87899999999993605</c:v>
                </c:pt>
                <c:pt idx="4395">
                  <c:v>0.87919999999993603</c:v>
                </c:pt>
                <c:pt idx="4396">
                  <c:v>0.87939999999993601</c:v>
                </c:pt>
                <c:pt idx="4397">
                  <c:v>0.87959999999993599</c:v>
                </c:pt>
                <c:pt idx="4398">
                  <c:v>0.87979999999993597</c:v>
                </c:pt>
                <c:pt idx="4399">
                  <c:v>0.87999999999993594</c:v>
                </c:pt>
                <c:pt idx="4400">
                  <c:v>0.88019999999993603</c:v>
                </c:pt>
                <c:pt idx="4401">
                  <c:v>0.88039999999993601</c:v>
                </c:pt>
                <c:pt idx="4402">
                  <c:v>0.88059999999993599</c:v>
                </c:pt>
                <c:pt idx="4403">
                  <c:v>0.88079999999993597</c:v>
                </c:pt>
                <c:pt idx="4404">
                  <c:v>0.88099999999993595</c:v>
                </c:pt>
                <c:pt idx="4405">
                  <c:v>0.88119999999993603</c:v>
                </c:pt>
                <c:pt idx="4406">
                  <c:v>0.88139999999993601</c:v>
                </c:pt>
                <c:pt idx="4407">
                  <c:v>0.88159999999993599</c:v>
                </c:pt>
                <c:pt idx="4408">
                  <c:v>0.88179999999993597</c:v>
                </c:pt>
                <c:pt idx="4409">
                  <c:v>0.88199999999993595</c:v>
                </c:pt>
                <c:pt idx="4410">
                  <c:v>0.88219999999993504</c:v>
                </c:pt>
                <c:pt idx="4411">
                  <c:v>0.88239999999993501</c:v>
                </c:pt>
                <c:pt idx="4412">
                  <c:v>0.88259999999993499</c:v>
                </c:pt>
                <c:pt idx="4413">
                  <c:v>0.88279999999993497</c:v>
                </c:pt>
                <c:pt idx="4414">
                  <c:v>0.88299999999993495</c:v>
                </c:pt>
                <c:pt idx="4415">
                  <c:v>0.88319999999993504</c:v>
                </c:pt>
                <c:pt idx="4416">
                  <c:v>0.88339999999993502</c:v>
                </c:pt>
                <c:pt idx="4417">
                  <c:v>0.88359999999993499</c:v>
                </c:pt>
                <c:pt idx="4418">
                  <c:v>0.88379999999993497</c:v>
                </c:pt>
                <c:pt idx="4419">
                  <c:v>0.88399999999993495</c:v>
                </c:pt>
                <c:pt idx="4420">
                  <c:v>0.88419999999993504</c:v>
                </c:pt>
                <c:pt idx="4421">
                  <c:v>0.88439999999993502</c:v>
                </c:pt>
                <c:pt idx="4422">
                  <c:v>0.88459999999993499</c:v>
                </c:pt>
                <c:pt idx="4423">
                  <c:v>0.88479999999993497</c:v>
                </c:pt>
                <c:pt idx="4424">
                  <c:v>0.88499999999993495</c:v>
                </c:pt>
                <c:pt idx="4425">
                  <c:v>0.88519999999993504</c:v>
                </c:pt>
                <c:pt idx="4426">
                  <c:v>0.88539999999993502</c:v>
                </c:pt>
                <c:pt idx="4427">
                  <c:v>0.88559999999993499</c:v>
                </c:pt>
                <c:pt idx="4428">
                  <c:v>0.88579999999993497</c:v>
                </c:pt>
                <c:pt idx="4429">
                  <c:v>0.88599999999993495</c:v>
                </c:pt>
                <c:pt idx="4430">
                  <c:v>0.88619999999993504</c:v>
                </c:pt>
                <c:pt idx="4431">
                  <c:v>0.88639999999993502</c:v>
                </c:pt>
                <c:pt idx="4432">
                  <c:v>0.886599999999935</c:v>
                </c:pt>
                <c:pt idx="4433">
                  <c:v>0.88679999999993497</c:v>
                </c:pt>
                <c:pt idx="4434">
                  <c:v>0.88699999999993495</c:v>
                </c:pt>
                <c:pt idx="4435">
                  <c:v>0.88719999999993504</c:v>
                </c:pt>
                <c:pt idx="4436">
                  <c:v>0.88739999999993502</c:v>
                </c:pt>
                <c:pt idx="4437">
                  <c:v>0.887599999999935</c:v>
                </c:pt>
                <c:pt idx="4438">
                  <c:v>0.88779999999993497</c:v>
                </c:pt>
                <c:pt idx="4439">
                  <c:v>0.88799999999993495</c:v>
                </c:pt>
                <c:pt idx="4440">
                  <c:v>0.88819999999993504</c:v>
                </c:pt>
                <c:pt idx="4441">
                  <c:v>0.88839999999993502</c:v>
                </c:pt>
                <c:pt idx="4442">
                  <c:v>0.888599999999935</c:v>
                </c:pt>
                <c:pt idx="4443">
                  <c:v>0.88879999999993498</c:v>
                </c:pt>
                <c:pt idx="4444">
                  <c:v>0.88899999999993495</c:v>
                </c:pt>
                <c:pt idx="4445">
                  <c:v>0.88919999999993504</c:v>
                </c:pt>
                <c:pt idx="4446">
                  <c:v>0.88939999999993502</c:v>
                </c:pt>
                <c:pt idx="4447">
                  <c:v>0.889599999999935</c:v>
                </c:pt>
                <c:pt idx="4448">
                  <c:v>0.88979999999993498</c:v>
                </c:pt>
                <c:pt idx="4449">
                  <c:v>0.88999999999993495</c:v>
                </c:pt>
                <c:pt idx="4450">
                  <c:v>0.89019999999993504</c:v>
                </c:pt>
                <c:pt idx="4451">
                  <c:v>0.89039999999993502</c:v>
                </c:pt>
                <c:pt idx="4452">
                  <c:v>0.890599999999935</c:v>
                </c:pt>
                <c:pt idx="4453">
                  <c:v>0.89079999999993498</c:v>
                </c:pt>
                <c:pt idx="4454">
                  <c:v>0.89099999999993496</c:v>
                </c:pt>
                <c:pt idx="4455">
                  <c:v>0.89119999999993404</c:v>
                </c:pt>
                <c:pt idx="4456">
                  <c:v>0.89139999999993402</c:v>
                </c:pt>
                <c:pt idx="4457">
                  <c:v>0.891599999999934</c:v>
                </c:pt>
                <c:pt idx="4458">
                  <c:v>0.89179999999993398</c:v>
                </c:pt>
                <c:pt idx="4459">
                  <c:v>0.89199999999993396</c:v>
                </c:pt>
                <c:pt idx="4460">
                  <c:v>0.89219999999993405</c:v>
                </c:pt>
                <c:pt idx="4461">
                  <c:v>0.89239999999993402</c:v>
                </c:pt>
                <c:pt idx="4462">
                  <c:v>0.892599999999934</c:v>
                </c:pt>
                <c:pt idx="4463">
                  <c:v>0.89279999999993398</c:v>
                </c:pt>
                <c:pt idx="4464">
                  <c:v>0.89299999999993396</c:v>
                </c:pt>
                <c:pt idx="4465">
                  <c:v>0.89319999999993405</c:v>
                </c:pt>
                <c:pt idx="4466">
                  <c:v>0.89339999999993402</c:v>
                </c:pt>
                <c:pt idx="4467">
                  <c:v>0.893599999999934</c:v>
                </c:pt>
                <c:pt idx="4468">
                  <c:v>0.89379999999993398</c:v>
                </c:pt>
                <c:pt idx="4469">
                  <c:v>0.89399999999993396</c:v>
                </c:pt>
                <c:pt idx="4470">
                  <c:v>0.89419999999993405</c:v>
                </c:pt>
                <c:pt idx="4471">
                  <c:v>0.89439999999993403</c:v>
                </c:pt>
                <c:pt idx="4472">
                  <c:v>0.894599999999934</c:v>
                </c:pt>
                <c:pt idx="4473">
                  <c:v>0.89479999999993398</c:v>
                </c:pt>
                <c:pt idx="4474">
                  <c:v>0.89499999999993396</c:v>
                </c:pt>
                <c:pt idx="4475">
                  <c:v>0.89519999999993405</c:v>
                </c:pt>
                <c:pt idx="4476">
                  <c:v>0.89539999999993403</c:v>
                </c:pt>
                <c:pt idx="4477">
                  <c:v>0.895599999999934</c:v>
                </c:pt>
                <c:pt idx="4478">
                  <c:v>0.89579999999993398</c:v>
                </c:pt>
                <c:pt idx="4479">
                  <c:v>0.89599999999993396</c:v>
                </c:pt>
                <c:pt idx="4480">
                  <c:v>0.89619999999993405</c:v>
                </c:pt>
                <c:pt idx="4481">
                  <c:v>0.89639999999993403</c:v>
                </c:pt>
                <c:pt idx="4482">
                  <c:v>0.89659999999993401</c:v>
                </c:pt>
                <c:pt idx="4483">
                  <c:v>0.89679999999993398</c:v>
                </c:pt>
                <c:pt idx="4484">
                  <c:v>0.89699999999993396</c:v>
                </c:pt>
                <c:pt idx="4485">
                  <c:v>0.89719999999993405</c:v>
                </c:pt>
                <c:pt idx="4486">
                  <c:v>0.89739999999993403</c:v>
                </c:pt>
                <c:pt idx="4487">
                  <c:v>0.89759999999993401</c:v>
                </c:pt>
                <c:pt idx="4488">
                  <c:v>0.89779999999993398</c:v>
                </c:pt>
                <c:pt idx="4489">
                  <c:v>0.89799999999993396</c:v>
                </c:pt>
                <c:pt idx="4490">
                  <c:v>0.89819999999993405</c:v>
                </c:pt>
                <c:pt idx="4491">
                  <c:v>0.89839999999993403</c:v>
                </c:pt>
                <c:pt idx="4492">
                  <c:v>0.89859999999993401</c:v>
                </c:pt>
                <c:pt idx="4493">
                  <c:v>0.89879999999993399</c:v>
                </c:pt>
                <c:pt idx="4494">
                  <c:v>0.89899999999993396</c:v>
                </c:pt>
                <c:pt idx="4495">
                  <c:v>0.89919999999993405</c:v>
                </c:pt>
                <c:pt idx="4496">
                  <c:v>0.89939999999993403</c:v>
                </c:pt>
                <c:pt idx="4497">
                  <c:v>0.89959999999993401</c:v>
                </c:pt>
                <c:pt idx="4498">
                  <c:v>0.89979999999993399</c:v>
                </c:pt>
                <c:pt idx="4499">
                  <c:v>0.89999999999993396</c:v>
                </c:pt>
                <c:pt idx="4500">
                  <c:v>0.90019999999993305</c:v>
                </c:pt>
                <c:pt idx="4501">
                  <c:v>0.90039999999993303</c:v>
                </c:pt>
                <c:pt idx="4502">
                  <c:v>0.90059999999993301</c:v>
                </c:pt>
                <c:pt idx="4503">
                  <c:v>0.90079999999993299</c:v>
                </c:pt>
                <c:pt idx="4504">
                  <c:v>0.90099999999993297</c:v>
                </c:pt>
                <c:pt idx="4505">
                  <c:v>0.90119999999993305</c:v>
                </c:pt>
                <c:pt idx="4506">
                  <c:v>0.90139999999993303</c:v>
                </c:pt>
                <c:pt idx="4507">
                  <c:v>0.90159999999993301</c:v>
                </c:pt>
                <c:pt idx="4508">
                  <c:v>0.90179999999993299</c:v>
                </c:pt>
                <c:pt idx="4509">
                  <c:v>0.90199999999993297</c:v>
                </c:pt>
                <c:pt idx="4510">
                  <c:v>0.90219999999993306</c:v>
                </c:pt>
                <c:pt idx="4511">
                  <c:v>0.90239999999993303</c:v>
                </c:pt>
                <c:pt idx="4512">
                  <c:v>0.90259999999993301</c:v>
                </c:pt>
                <c:pt idx="4513">
                  <c:v>0.90279999999993299</c:v>
                </c:pt>
                <c:pt idx="4514">
                  <c:v>0.90299999999993297</c:v>
                </c:pt>
                <c:pt idx="4515">
                  <c:v>0.90319999999993295</c:v>
                </c:pt>
                <c:pt idx="4516">
                  <c:v>0.90339999999993303</c:v>
                </c:pt>
                <c:pt idx="4517">
                  <c:v>0.90359999999993301</c:v>
                </c:pt>
                <c:pt idx="4518">
                  <c:v>0.90379999999993299</c:v>
                </c:pt>
                <c:pt idx="4519">
                  <c:v>0.90399999999993297</c:v>
                </c:pt>
                <c:pt idx="4520">
                  <c:v>0.90419999999993295</c:v>
                </c:pt>
                <c:pt idx="4521">
                  <c:v>0.90439999999993304</c:v>
                </c:pt>
                <c:pt idx="4522">
                  <c:v>0.90459999999993301</c:v>
                </c:pt>
                <c:pt idx="4523">
                  <c:v>0.90479999999993299</c:v>
                </c:pt>
                <c:pt idx="4524">
                  <c:v>0.90499999999993297</c:v>
                </c:pt>
                <c:pt idx="4525">
                  <c:v>0.90519999999993295</c:v>
                </c:pt>
                <c:pt idx="4526">
                  <c:v>0.90539999999993304</c:v>
                </c:pt>
                <c:pt idx="4527">
                  <c:v>0.90559999999993301</c:v>
                </c:pt>
                <c:pt idx="4528">
                  <c:v>0.90579999999993299</c:v>
                </c:pt>
                <c:pt idx="4529">
                  <c:v>0.90599999999993297</c:v>
                </c:pt>
                <c:pt idx="4530">
                  <c:v>0.90619999999993295</c:v>
                </c:pt>
                <c:pt idx="4531">
                  <c:v>0.90639999999993304</c:v>
                </c:pt>
                <c:pt idx="4532">
                  <c:v>0.90659999999993302</c:v>
                </c:pt>
                <c:pt idx="4533">
                  <c:v>0.90679999999993299</c:v>
                </c:pt>
                <c:pt idx="4534">
                  <c:v>0.90699999999993297</c:v>
                </c:pt>
                <c:pt idx="4535">
                  <c:v>0.90719999999993295</c:v>
                </c:pt>
                <c:pt idx="4536">
                  <c:v>0.90739999999993304</c:v>
                </c:pt>
                <c:pt idx="4537">
                  <c:v>0.90759999999993302</c:v>
                </c:pt>
                <c:pt idx="4538">
                  <c:v>0.90779999999993299</c:v>
                </c:pt>
                <c:pt idx="4539">
                  <c:v>0.90799999999993297</c:v>
                </c:pt>
                <c:pt idx="4540">
                  <c:v>0.90819999999993295</c:v>
                </c:pt>
                <c:pt idx="4541">
                  <c:v>0.90839999999993304</c:v>
                </c:pt>
                <c:pt idx="4542">
                  <c:v>0.90859999999993302</c:v>
                </c:pt>
                <c:pt idx="4543">
                  <c:v>0.90879999999993299</c:v>
                </c:pt>
                <c:pt idx="4544">
                  <c:v>0.90899999999993297</c:v>
                </c:pt>
                <c:pt idx="4545">
                  <c:v>0.90919999999993295</c:v>
                </c:pt>
                <c:pt idx="4546">
                  <c:v>0.90939999999993204</c:v>
                </c:pt>
                <c:pt idx="4547">
                  <c:v>0.90959999999993202</c:v>
                </c:pt>
                <c:pt idx="4548">
                  <c:v>0.909799999999932</c:v>
                </c:pt>
                <c:pt idx="4549">
                  <c:v>0.90999999999993197</c:v>
                </c:pt>
                <c:pt idx="4550">
                  <c:v>0.91019999999993195</c:v>
                </c:pt>
                <c:pt idx="4551">
                  <c:v>0.91039999999993204</c:v>
                </c:pt>
                <c:pt idx="4552">
                  <c:v>0.91059999999993202</c:v>
                </c:pt>
                <c:pt idx="4553">
                  <c:v>0.910799999999932</c:v>
                </c:pt>
                <c:pt idx="4554">
                  <c:v>0.91099999999993198</c:v>
                </c:pt>
                <c:pt idx="4555">
                  <c:v>0.91119999999993195</c:v>
                </c:pt>
                <c:pt idx="4556">
                  <c:v>0.91139999999993204</c:v>
                </c:pt>
                <c:pt idx="4557">
                  <c:v>0.91159999999993202</c:v>
                </c:pt>
                <c:pt idx="4558">
                  <c:v>0.911799999999932</c:v>
                </c:pt>
                <c:pt idx="4559">
                  <c:v>0.91199999999993198</c:v>
                </c:pt>
                <c:pt idx="4560">
                  <c:v>0.91219999999993195</c:v>
                </c:pt>
                <c:pt idx="4561">
                  <c:v>0.91239999999993204</c:v>
                </c:pt>
                <c:pt idx="4562">
                  <c:v>0.91259999999993202</c:v>
                </c:pt>
                <c:pt idx="4563">
                  <c:v>0.912799999999932</c:v>
                </c:pt>
                <c:pt idx="4564">
                  <c:v>0.91299999999993198</c:v>
                </c:pt>
                <c:pt idx="4565">
                  <c:v>0.91319999999993196</c:v>
                </c:pt>
                <c:pt idx="4566">
                  <c:v>0.91339999999993204</c:v>
                </c:pt>
                <c:pt idx="4567">
                  <c:v>0.91359999999993202</c:v>
                </c:pt>
                <c:pt idx="4568">
                  <c:v>0.913799999999932</c:v>
                </c:pt>
                <c:pt idx="4569">
                  <c:v>0.91399999999993198</c:v>
                </c:pt>
                <c:pt idx="4570">
                  <c:v>0.91419999999993196</c:v>
                </c:pt>
                <c:pt idx="4571">
                  <c:v>0.91439999999993204</c:v>
                </c:pt>
                <c:pt idx="4572">
                  <c:v>0.91459999999993202</c:v>
                </c:pt>
                <c:pt idx="4573">
                  <c:v>0.914799999999932</c:v>
                </c:pt>
                <c:pt idx="4574">
                  <c:v>0.91499999999993198</c:v>
                </c:pt>
                <c:pt idx="4575">
                  <c:v>0.91519999999993196</c:v>
                </c:pt>
                <c:pt idx="4576">
                  <c:v>0.91539999999993205</c:v>
                </c:pt>
                <c:pt idx="4577">
                  <c:v>0.91559999999993202</c:v>
                </c:pt>
                <c:pt idx="4578">
                  <c:v>0.915799999999932</c:v>
                </c:pt>
                <c:pt idx="4579">
                  <c:v>0.91599999999993198</c:v>
                </c:pt>
                <c:pt idx="4580">
                  <c:v>0.91619999999993196</c:v>
                </c:pt>
                <c:pt idx="4581">
                  <c:v>0.91639999999993205</c:v>
                </c:pt>
                <c:pt idx="4582">
                  <c:v>0.91659999999993202</c:v>
                </c:pt>
                <c:pt idx="4583">
                  <c:v>0.916799999999932</c:v>
                </c:pt>
                <c:pt idx="4584">
                  <c:v>0.91699999999993198</c:v>
                </c:pt>
                <c:pt idx="4585">
                  <c:v>0.91719999999993196</c:v>
                </c:pt>
                <c:pt idx="4586">
                  <c:v>0.91739999999993205</c:v>
                </c:pt>
                <c:pt idx="4587">
                  <c:v>0.91759999999993203</c:v>
                </c:pt>
                <c:pt idx="4588">
                  <c:v>0.917799999999932</c:v>
                </c:pt>
                <c:pt idx="4589">
                  <c:v>0.91799999999993198</c:v>
                </c:pt>
                <c:pt idx="4590">
                  <c:v>0.91819999999993196</c:v>
                </c:pt>
                <c:pt idx="4591">
                  <c:v>0.91839999999993105</c:v>
                </c:pt>
                <c:pt idx="4592">
                  <c:v>0.91859999999993103</c:v>
                </c:pt>
                <c:pt idx="4593">
                  <c:v>0.91879999999993101</c:v>
                </c:pt>
                <c:pt idx="4594">
                  <c:v>0.91899999999993098</c:v>
                </c:pt>
                <c:pt idx="4595">
                  <c:v>0.91919999999993096</c:v>
                </c:pt>
                <c:pt idx="4596">
                  <c:v>0.91939999999993105</c:v>
                </c:pt>
                <c:pt idx="4597">
                  <c:v>0.91959999999993103</c:v>
                </c:pt>
                <c:pt idx="4598">
                  <c:v>0.91979999999993101</c:v>
                </c:pt>
                <c:pt idx="4599">
                  <c:v>0.91999999999993098</c:v>
                </c:pt>
                <c:pt idx="4600">
                  <c:v>0.92019999999993096</c:v>
                </c:pt>
                <c:pt idx="4601">
                  <c:v>0.92039999999993105</c:v>
                </c:pt>
                <c:pt idx="4602">
                  <c:v>0.92059999999993103</c:v>
                </c:pt>
                <c:pt idx="4603">
                  <c:v>0.92079999999993101</c:v>
                </c:pt>
                <c:pt idx="4604">
                  <c:v>0.92099999999993098</c:v>
                </c:pt>
                <c:pt idx="4605">
                  <c:v>0.92119999999993096</c:v>
                </c:pt>
                <c:pt idx="4606">
                  <c:v>0.92139999999993105</c:v>
                </c:pt>
                <c:pt idx="4607">
                  <c:v>0.92159999999993103</c:v>
                </c:pt>
                <c:pt idx="4608">
                  <c:v>0.92179999999993101</c:v>
                </c:pt>
                <c:pt idx="4609">
                  <c:v>0.92199999999993099</c:v>
                </c:pt>
                <c:pt idx="4610">
                  <c:v>0.92219999999993096</c:v>
                </c:pt>
                <c:pt idx="4611">
                  <c:v>0.92239999999993105</c:v>
                </c:pt>
                <c:pt idx="4612">
                  <c:v>0.92259999999993103</c:v>
                </c:pt>
                <c:pt idx="4613">
                  <c:v>0.92279999999993101</c:v>
                </c:pt>
                <c:pt idx="4614">
                  <c:v>0.92299999999993099</c:v>
                </c:pt>
                <c:pt idx="4615">
                  <c:v>0.92319999999993096</c:v>
                </c:pt>
                <c:pt idx="4616">
                  <c:v>0.92339999999993105</c:v>
                </c:pt>
                <c:pt idx="4617">
                  <c:v>0.92359999999993103</c:v>
                </c:pt>
                <c:pt idx="4618">
                  <c:v>0.92379999999993101</c:v>
                </c:pt>
                <c:pt idx="4619">
                  <c:v>0.92399999999993099</c:v>
                </c:pt>
                <c:pt idx="4620">
                  <c:v>0.92419999999993097</c:v>
                </c:pt>
                <c:pt idx="4621">
                  <c:v>0.92439999999993105</c:v>
                </c:pt>
                <c:pt idx="4622">
                  <c:v>0.92459999999993103</c:v>
                </c:pt>
                <c:pt idx="4623">
                  <c:v>0.92479999999993101</c:v>
                </c:pt>
                <c:pt idx="4624">
                  <c:v>0.92499999999993099</c:v>
                </c:pt>
                <c:pt idx="4625">
                  <c:v>0.92519999999993097</c:v>
                </c:pt>
                <c:pt idx="4626">
                  <c:v>0.92539999999993106</c:v>
                </c:pt>
                <c:pt idx="4627">
                  <c:v>0.92559999999993103</c:v>
                </c:pt>
                <c:pt idx="4628">
                  <c:v>0.92579999999993101</c:v>
                </c:pt>
                <c:pt idx="4629">
                  <c:v>0.92599999999993099</c:v>
                </c:pt>
                <c:pt idx="4630">
                  <c:v>0.92619999999993097</c:v>
                </c:pt>
                <c:pt idx="4631">
                  <c:v>0.92639999999993095</c:v>
                </c:pt>
                <c:pt idx="4632">
                  <c:v>0.92659999999993103</c:v>
                </c:pt>
                <c:pt idx="4633">
                  <c:v>0.92679999999993101</c:v>
                </c:pt>
                <c:pt idx="4634">
                  <c:v>0.92699999999993099</c:v>
                </c:pt>
                <c:pt idx="4635">
                  <c:v>0.92719999999993097</c:v>
                </c:pt>
                <c:pt idx="4636">
                  <c:v>0.92739999999993095</c:v>
                </c:pt>
                <c:pt idx="4637">
                  <c:v>0.92759999999993004</c:v>
                </c:pt>
                <c:pt idx="4638">
                  <c:v>0.92779999999993001</c:v>
                </c:pt>
                <c:pt idx="4639">
                  <c:v>0.92799999999992999</c:v>
                </c:pt>
                <c:pt idx="4640">
                  <c:v>0.92819999999992997</c:v>
                </c:pt>
                <c:pt idx="4641">
                  <c:v>0.92839999999992995</c:v>
                </c:pt>
                <c:pt idx="4642">
                  <c:v>0.92859999999993004</c:v>
                </c:pt>
                <c:pt idx="4643">
                  <c:v>0.92879999999993001</c:v>
                </c:pt>
                <c:pt idx="4644">
                  <c:v>0.92899999999992999</c:v>
                </c:pt>
                <c:pt idx="4645">
                  <c:v>0.92919999999992997</c:v>
                </c:pt>
                <c:pt idx="4646">
                  <c:v>0.92939999999992995</c:v>
                </c:pt>
                <c:pt idx="4647">
                  <c:v>0.92959999999993004</c:v>
                </c:pt>
                <c:pt idx="4648">
                  <c:v>0.92979999999993002</c:v>
                </c:pt>
                <c:pt idx="4649">
                  <c:v>0.92999999999992999</c:v>
                </c:pt>
                <c:pt idx="4650">
                  <c:v>0.93019999999992997</c:v>
                </c:pt>
                <c:pt idx="4651">
                  <c:v>0.93039999999992995</c:v>
                </c:pt>
                <c:pt idx="4652">
                  <c:v>0.93059999999993004</c:v>
                </c:pt>
                <c:pt idx="4653">
                  <c:v>0.93079999999993002</c:v>
                </c:pt>
                <c:pt idx="4654">
                  <c:v>0.93099999999992999</c:v>
                </c:pt>
                <c:pt idx="4655">
                  <c:v>0.93119999999992997</c:v>
                </c:pt>
                <c:pt idx="4656">
                  <c:v>0.93139999999992995</c:v>
                </c:pt>
                <c:pt idx="4657">
                  <c:v>0.93159999999993004</c:v>
                </c:pt>
                <c:pt idx="4658">
                  <c:v>0.93179999999993002</c:v>
                </c:pt>
                <c:pt idx="4659">
                  <c:v>0.93199999999993</c:v>
                </c:pt>
                <c:pt idx="4660">
                  <c:v>0.93219999999992997</c:v>
                </c:pt>
                <c:pt idx="4661">
                  <c:v>0.93239999999992995</c:v>
                </c:pt>
                <c:pt idx="4662">
                  <c:v>0.93259999999993004</c:v>
                </c:pt>
                <c:pt idx="4663">
                  <c:v>0.93279999999993002</c:v>
                </c:pt>
                <c:pt idx="4664">
                  <c:v>0.93299999999993</c:v>
                </c:pt>
                <c:pt idx="4665">
                  <c:v>0.93319999999992997</c:v>
                </c:pt>
                <c:pt idx="4666">
                  <c:v>0.93339999999992995</c:v>
                </c:pt>
                <c:pt idx="4667">
                  <c:v>0.93359999999993004</c:v>
                </c:pt>
                <c:pt idx="4668">
                  <c:v>0.93379999999993002</c:v>
                </c:pt>
                <c:pt idx="4669">
                  <c:v>0.93399999999993</c:v>
                </c:pt>
                <c:pt idx="4670">
                  <c:v>0.93419999999992998</c:v>
                </c:pt>
                <c:pt idx="4671">
                  <c:v>0.93439999999992995</c:v>
                </c:pt>
                <c:pt idx="4672">
                  <c:v>0.93459999999993004</c:v>
                </c:pt>
                <c:pt idx="4673">
                  <c:v>0.93479999999993002</c:v>
                </c:pt>
                <c:pt idx="4674">
                  <c:v>0.93499999999993</c:v>
                </c:pt>
                <c:pt idx="4675">
                  <c:v>0.93519999999992998</c:v>
                </c:pt>
                <c:pt idx="4676">
                  <c:v>0.93539999999992995</c:v>
                </c:pt>
                <c:pt idx="4677">
                  <c:v>0.93559999999993004</c:v>
                </c:pt>
                <c:pt idx="4678">
                  <c:v>0.93579999999993002</c:v>
                </c:pt>
                <c:pt idx="4679">
                  <c:v>0.93599999999993</c:v>
                </c:pt>
                <c:pt idx="4680">
                  <c:v>0.93619999999992998</c:v>
                </c:pt>
                <c:pt idx="4681">
                  <c:v>0.93639999999992996</c:v>
                </c:pt>
                <c:pt idx="4682">
                  <c:v>0.93659999999992904</c:v>
                </c:pt>
                <c:pt idx="4683">
                  <c:v>0.93679999999992902</c:v>
                </c:pt>
                <c:pt idx="4684">
                  <c:v>0.936999999999929</c:v>
                </c:pt>
                <c:pt idx="4685">
                  <c:v>0.93719999999992898</c:v>
                </c:pt>
                <c:pt idx="4686">
                  <c:v>0.93739999999992896</c:v>
                </c:pt>
                <c:pt idx="4687">
                  <c:v>0.93759999999992905</c:v>
                </c:pt>
                <c:pt idx="4688">
                  <c:v>0.93779999999992902</c:v>
                </c:pt>
                <c:pt idx="4689">
                  <c:v>0.937999999999929</c:v>
                </c:pt>
                <c:pt idx="4690">
                  <c:v>0.93819999999992898</c:v>
                </c:pt>
                <c:pt idx="4691">
                  <c:v>0.93839999999992896</c:v>
                </c:pt>
                <c:pt idx="4692">
                  <c:v>0.93859999999992905</c:v>
                </c:pt>
                <c:pt idx="4693">
                  <c:v>0.93879999999992902</c:v>
                </c:pt>
                <c:pt idx="4694">
                  <c:v>0.938999999999929</c:v>
                </c:pt>
                <c:pt idx="4695">
                  <c:v>0.93919999999992898</c:v>
                </c:pt>
                <c:pt idx="4696">
                  <c:v>0.93939999999992896</c:v>
                </c:pt>
                <c:pt idx="4697">
                  <c:v>0.93959999999992905</c:v>
                </c:pt>
                <c:pt idx="4698">
                  <c:v>0.93979999999992903</c:v>
                </c:pt>
                <c:pt idx="4699">
                  <c:v>0.939999999999929</c:v>
                </c:pt>
                <c:pt idx="4700">
                  <c:v>0.94019999999992898</c:v>
                </c:pt>
                <c:pt idx="4701">
                  <c:v>0.94039999999992896</c:v>
                </c:pt>
                <c:pt idx="4702">
                  <c:v>0.94059999999992905</c:v>
                </c:pt>
                <c:pt idx="4703">
                  <c:v>0.94079999999992903</c:v>
                </c:pt>
                <c:pt idx="4704">
                  <c:v>0.940999999999929</c:v>
                </c:pt>
                <c:pt idx="4705">
                  <c:v>0.94119999999992898</c:v>
                </c:pt>
                <c:pt idx="4706">
                  <c:v>0.94139999999992896</c:v>
                </c:pt>
                <c:pt idx="4707">
                  <c:v>0.94159999999992905</c:v>
                </c:pt>
                <c:pt idx="4708">
                  <c:v>0.94179999999992903</c:v>
                </c:pt>
                <c:pt idx="4709">
                  <c:v>0.94199999999992901</c:v>
                </c:pt>
                <c:pt idx="4710">
                  <c:v>0.94219999999992898</c:v>
                </c:pt>
                <c:pt idx="4711">
                  <c:v>0.94239999999992896</c:v>
                </c:pt>
                <c:pt idx="4712">
                  <c:v>0.94259999999992905</c:v>
                </c:pt>
                <c:pt idx="4713">
                  <c:v>0.94279999999992903</c:v>
                </c:pt>
                <c:pt idx="4714">
                  <c:v>0.94299999999992901</c:v>
                </c:pt>
                <c:pt idx="4715">
                  <c:v>0.94319999999992898</c:v>
                </c:pt>
                <c:pt idx="4716">
                  <c:v>0.94339999999992896</c:v>
                </c:pt>
                <c:pt idx="4717">
                  <c:v>0.94359999999992905</c:v>
                </c:pt>
                <c:pt idx="4718">
                  <c:v>0.94379999999992903</c:v>
                </c:pt>
                <c:pt idx="4719">
                  <c:v>0.94399999999992901</c:v>
                </c:pt>
                <c:pt idx="4720">
                  <c:v>0.94419999999992898</c:v>
                </c:pt>
                <c:pt idx="4721">
                  <c:v>0.94439999999992896</c:v>
                </c:pt>
                <c:pt idx="4722">
                  <c:v>0.94459999999992905</c:v>
                </c:pt>
                <c:pt idx="4723">
                  <c:v>0.94479999999992903</c:v>
                </c:pt>
                <c:pt idx="4724">
                  <c:v>0.94499999999992901</c:v>
                </c:pt>
                <c:pt idx="4725">
                  <c:v>0.94519999999992899</c:v>
                </c:pt>
                <c:pt idx="4726">
                  <c:v>0.94539999999992896</c:v>
                </c:pt>
                <c:pt idx="4727">
                  <c:v>0.94559999999992805</c:v>
                </c:pt>
                <c:pt idx="4728">
                  <c:v>0.94579999999992803</c:v>
                </c:pt>
                <c:pt idx="4729">
                  <c:v>0.94599999999992801</c:v>
                </c:pt>
                <c:pt idx="4730">
                  <c:v>0.94619999999992799</c:v>
                </c:pt>
                <c:pt idx="4731">
                  <c:v>0.94639999999992797</c:v>
                </c:pt>
                <c:pt idx="4732">
                  <c:v>0.94659999999992805</c:v>
                </c:pt>
                <c:pt idx="4733">
                  <c:v>0.94679999999992803</c:v>
                </c:pt>
                <c:pt idx="4734">
                  <c:v>0.94699999999992801</c:v>
                </c:pt>
                <c:pt idx="4735">
                  <c:v>0.94719999999992799</c:v>
                </c:pt>
                <c:pt idx="4736">
                  <c:v>0.94739999999992797</c:v>
                </c:pt>
                <c:pt idx="4737">
                  <c:v>0.94759999999992806</c:v>
                </c:pt>
                <c:pt idx="4738">
                  <c:v>0.94779999999992803</c:v>
                </c:pt>
                <c:pt idx="4739">
                  <c:v>0.94799999999992801</c:v>
                </c:pt>
                <c:pt idx="4740">
                  <c:v>0.94819999999992799</c:v>
                </c:pt>
                <c:pt idx="4741">
                  <c:v>0.94839999999992797</c:v>
                </c:pt>
                <c:pt idx="4742">
                  <c:v>0.94859999999992795</c:v>
                </c:pt>
                <c:pt idx="4743">
                  <c:v>0.94879999999992803</c:v>
                </c:pt>
                <c:pt idx="4744">
                  <c:v>0.94899999999992801</c:v>
                </c:pt>
                <c:pt idx="4745">
                  <c:v>0.94919999999992799</c:v>
                </c:pt>
                <c:pt idx="4746">
                  <c:v>0.94939999999992797</c:v>
                </c:pt>
                <c:pt idx="4747">
                  <c:v>0.94959999999992795</c:v>
                </c:pt>
                <c:pt idx="4748">
                  <c:v>0.94979999999992804</c:v>
                </c:pt>
                <c:pt idx="4749">
                  <c:v>0.94999999999992801</c:v>
                </c:pt>
                <c:pt idx="4750">
                  <c:v>0.95019999999992799</c:v>
                </c:pt>
                <c:pt idx="4751">
                  <c:v>0.95039999999992797</c:v>
                </c:pt>
                <c:pt idx="4752">
                  <c:v>0.95059999999992795</c:v>
                </c:pt>
                <c:pt idx="4753">
                  <c:v>0.95079999999992804</c:v>
                </c:pt>
                <c:pt idx="4754">
                  <c:v>0.95099999999992801</c:v>
                </c:pt>
                <c:pt idx="4755">
                  <c:v>0.95119999999992799</c:v>
                </c:pt>
                <c:pt idx="4756">
                  <c:v>0.95139999999992797</c:v>
                </c:pt>
                <c:pt idx="4757">
                  <c:v>0.95159999999992795</c:v>
                </c:pt>
                <c:pt idx="4758">
                  <c:v>0.95179999999992804</c:v>
                </c:pt>
                <c:pt idx="4759">
                  <c:v>0.95199999999992801</c:v>
                </c:pt>
                <c:pt idx="4760">
                  <c:v>0.95219999999992799</c:v>
                </c:pt>
                <c:pt idx="4761">
                  <c:v>0.95239999999992797</c:v>
                </c:pt>
                <c:pt idx="4762">
                  <c:v>0.95259999999992795</c:v>
                </c:pt>
                <c:pt idx="4763">
                  <c:v>0.95279999999992804</c:v>
                </c:pt>
                <c:pt idx="4764">
                  <c:v>0.95299999999992802</c:v>
                </c:pt>
                <c:pt idx="4765">
                  <c:v>0.95319999999992799</c:v>
                </c:pt>
                <c:pt idx="4766">
                  <c:v>0.95339999999992797</c:v>
                </c:pt>
                <c:pt idx="4767">
                  <c:v>0.95359999999992795</c:v>
                </c:pt>
                <c:pt idx="4768">
                  <c:v>0.95379999999992804</c:v>
                </c:pt>
                <c:pt idx="4769">
                  <c:v>0.95399999999992802</c:v>
                </c:pt>
                <c:pt idx="4770">
                  <c:v>0.95419999999992799</c:v>
                </c:pt>
                <c:pt idx="4771">
                  <c:v>0.95439999999992797</c:v>
                </c:pt>
                <c:pt idx="4772">
                  <c:v>0.95459999999992795</c:v>
                </c:pt>
                <c:pt idx="4773">
                  <c:v>0.95479999999992704</c:v>
                </c:pt>
                <c:pt idx="4774">
                  <c:v>0.95499999999992702</c:v>
                </c:pt>
                <c:pt idx="4775">
                  <c:v>0.955199999999927</c:v>
                </c:pt>
                <c:pt idx="4776">
                  <c:v>0.95539999999992697</c:v>
                </c:pt>
                <c:pt idx="4777">
                  <c:v>0.95559999999992695</c:v>
                </c:pt>
                <c:pt idx="4778">
                  <c:v>0.95579999999992704</c:v>
                </c:pt>
                <c:pt idx="4779">
                  <c:v>0.95599999999992702</c:v>
                </c:pt>
                <c:pt idx="4780">
                  <c:v>0.956199999999927</c:v>
                </c:pt>
                <c:pt idx="4781">
                  <c:v>0.95639999999992698</c:v>
                </c:pt>
                <c:pt idx="4782">
                  <c:v>0.95659999999992695</c:v>
                </c:pt>
                <c:pt idx="4783">
                  <c:v>0.95679999999992704</c:v>
                </c:pt>
                <c:pt idx="4784">
                  <c:v>0.95699999999992702</c:v>
                </c:pt>
                <c:pt idx="4785">
                  <c:v>0.957199999999927</c:v>
                </c:pt>
                <c:pt idx="4786">
                  <c:v>0.95739999999992698</c:v>
                </c:pt>
                <c:pt idx="4787">
                  <c:v>0.95759999999992695</c:v>
                </c:pt>
                <c:pt idx="4788">
                  <c:v>0.95779999999992704</c:v>
                </c:pt>
                <c:pt idx="4789">
                  <c:v>0.95799999999992702</c:v>
                </c:pt>
                <c:pt idx="4790">
                  <c:v>0.958199999999927</c:v>
                </c:pt>
                <c:pt idx="4791">
                  <c:v>0.95839999999992698</c:v>
                </c:pt>
                <c:pt idx="4792">
                  <c:v>0.95859999999992695</c:v>
                </c:pt>
                <c:pt idx="4793">
                  <c:v>0.95879999999992704</c:v>
                </c:pt>
                <c:pt idx="4794">
                  <c:v>0.95899999999992702</c:v>
                </c:pt>
                <c:pt idx="4795">
                  <c:v>0.959199999999927</c:v>
                </c:pt>
                <c:pt idx="4796">
                  <c:v>0.95939999999992698</c:v>
                </c:pt>
                <c:pt idx="4797">
                  <c:v>0.95959999999992696</c:v>
                </c:pt>
                <c:pt idx="4798">
                  <c:v>0.95979999999992704</c:v>
                </c:pt>
                <c:pt idx="4799">
                  <c:v>0.95999999999992702</c:v>
                </c:pt>
                <c:pt idx="4800">
                  <c:v>0.960199999999927</c:v>
                </c:pt>
                <c:pt idx="4801">
                  <c:v>0.96039999999992698</c:v>
                </c:pt>
                <c:pt idx="4802">
                  <c:v>0.96059999999992696</c:v>
                </c:pt>
                <c:pt idx="4803">
                  <c:v>0.96079999999992705</c:v>
                </c:pt>
                <c:pt idx="4804">
                  <c:v>0.96099999999992702</c:v>
                </c:pt>
                <c:pt idx="4805">
                  <c:v>0.961199999999927</c:v>
                </c:pt>
                <c:pt idx="4806">
                  <c:v>0.96139999999992698</c:v>
                </c:pt>
                <c:pt idx="4807">
                  <c:v>0.96159999999992696</c:v>
                </c:pt>
                <c:pt idx="4808">
                  <c:v>0.96179999999992705</c:v>
                </c:pt>
                <c:pt idx="4809">
                  <c:v>0.96199999999992702</c:v>
                </c:pt>
                <c:pt idx="4810">
                  <c:v>0.962199999999927</c:v>
                </c:pt>
                <c:pt idx="4811">
                  <c:v>0.96239999999992698</c:v>
                </c:pt>
                <c:pt idx="4812">
                  <c:v>0.96259999999992696</c:v>
                </c:pt>
                <c:pt idx="4813">
                  <c:v>0.96279999999992705</c:v>
                </c:pt>
                <c:pt idx="4814">
                  <c:v>0.96299999999992703</c:v>
                </c:pt>
                <c:pt idx="4815">
                  <c:v>0.963199999999927</c:v>
                </c:pt>
                <c:pt idx="4816">
                  <c:v>0.96339999999992698</c:v>
                </c:pt>
                <c:pt idx="4817">
                  <c:v>0.96359999999992696</c:v>
                </c:pt>
                <c:pt idx="4818">
                  <c:v>0.96379999999992605</c:v>
                </c:pt>
                <c:pt idx="4819">
                  <c:v>0.96399999999992603</c:v>
                </c:pt>
                <c:pt idx="4820">
                  <c:v>0.96419999999992601</c:v>
                </c:pt>
                <c:pt idx="4821">
                  <c:v>0.96439999999992598</c:v>
                </c:pt>
                <c:pt idx="4822">
                  <c:v>0.96459999999992596</c:v>
                </c:pt>
                <c:pt idx="4823">
                  <c:v>0.96479999999992605</c:v>
                </c:pt>
                <c:pt idx="4824">
                  <c:v>0.96499999999992603</c:v>
                </c:pt>
                <c:pt idx="4825">
                  <c:v>0.96519999999992601</c:v>
                </c:pt>
                <c:pt idx="4826">
                  <c:v>0.96539999999992598</c:v>
                </c:pt>
                <c:pt idx="4827">
                  <c:v>0.96559999999992596</c:v>
                </c:pt>
                <c:pt idx="4828">
                  <c:v>0.96579999999992605</c:v>
                </c:pt>
                <c:pt idx="4829">
                  <c:v>0.96599999999992603</c:v>
                </c:pt>
                <c:pt idx="4830">
                  <c:v>0.96619999999992601</c:v>
                </c:pt>
                <c:pt idx="4831">
                  <c:v>0.96639999999992598</c:v>
                </c:pt>
                <c:pt idx="4832">
                  <c:v>0.96659999999992596</c:v>
                </c:pt>
                <c:pt idx="4833">
                  <c:v>0.96679999999992605</c:v>
                </c:pt>
                <c:pt idx="4834">
                  <c:v>0.96699999999992603</c:v>
                </c:pt>
                <c:pt idx="4835">
                  <c:v>0.96719999999992601</c:v>
                </c:pt>
                <c:pt idx="4836">
                  <c:v>0.96739999999992599</c:v>
                </c:pt>
                <c:pt idx="4837">
                  <c:v>0.96759999999992596</c:v>
                </c:pt>
                <c:pt idx="4838">
                  <c:v>0.96779999999992605</c:v>
                </c:pt>
                <c:pt idx="4839">
                  <c:v>0.96799999999992603</c:v>
                </c:pt>
                <c:pt idx="4840">
                  <c:v>0.96819999999992601</c:v>
                </c:pt>
                <c:pt idx="4841">
                  <c:v>0.96839999999992599</c:v>
                </c:pt>
                <c:pt idx="4842">
                  <c:v>0.96859999999992596</c:v>
                </c:pt>
                <c:pt idx="4843">
                  <c:v>0.96879999999992605</c:v>
                </c:pt>
                <c:pt idx="4844">
                  <c:v>0.96899999999992603</c:v>
                </c:pt>
                <c:pt idx="4845">
                  <c:v>0.96919999999992601</c:v>
                </c:pt>
                <c:pt idx="4846">
                  <c:v>0.96939999999992599</c:v>
                </c:pt>
                <c:pt idx="4847">
                  <c:v>0.96959999999992597</c:v>
                </c:pt>
                <c:pt idx="4848">
                  <c:v>0.96979999999992605</c:v>
                </c:pt>
                <c:pt idx="4849">
                  <c:v>0.96999999999992603</c:v>
                </c:pt>
                <c:pt idx="4850">
                  <c:v>0.97019999999992601</c:v>
                </c:pt>
                <c:pt idx="4851">
                  <c:v>0.97039999999992599</c:v>
                </c:pt>
                <c:pt idx="4852">
                  <c:v>0.97059999999992597</c:v>
                </c:pt>
                <c:pt idx="4853">
                  <c:v>0.97079999999992606</c:v>
                </c:pt>
                <c:pt idx="4854">
                  <c:v>0.97099999999992603</c:v>
                </c:pt>
                <c:pt idx="4855">
                  <c:v>0.97119999999992601</c:v>
                </c:pt>
                <c:pt idx="4856">
                  <c:v>0.97139999999992599</c:v>
                </c:pt>
                <c:pt idx="4857">
                  <c:v>0.97159999999992597</c:v>
                </c:pt>
                <c:pt idx="4858">
                  <c:v>0.97179999999992595</c:v>
                </c:pt>
                <c:pt idx="4859">
                  <c:v>0.97199999999992603</c:v>
                </c:pt>
                <c:pt idx="4860">
                  <c:v>0.97219999999992601</c:v>
                </c:pt>
                <c:pt idx="4861">
                  <c:v>0.97239999999992599</c:v>
                </c:pt>
                <c:pt idx="4862">
                  <c:v>0.97259999999992597</c:v>
                </c:pt>
                <c:pt idx="4863">
                  <c:v>0.97279999999992595</c:v>
                </c:pt>
                <c:pt idx="4864">
                  <c:v>0.97299999999992504</c:v>
                </c:pt>
                <c:pt idx="4865">
                  <c:v>0.97319999999992501</c:v>
                </c:pt>
                <c:pt idx="4866">
                  <c:v>0.97339999999992499</c:v>
                </c:pt>
                <c:pt idx="4867">
                  <c:v>0.97359999999992497</c:v>
                </c:pt>
                <c:pt idx="4868">
                  <c:v>0.97379999999992495</c:v>
                </c:pt>
                <c:pt idx="4869">
                  <c:v>0.97399999999992504</c:v>
                </c:pt>
                <c:pt idx="4870">
                  <c:v>0.97419999999992501</c:v>
                </c:pt>
                <c:pt idx="4871">
                  <c:v>0.97439999999992499</c:v>
                </c:pt>
                <c:pt idx="4872">
                  <c:v>0.97459999999992497</c:v>
                </c:pt>
                <c:pt idx="4873">
                  <c:v>0.97479999999992495</c:v>
                </c:pt>
                <c:pt idx="4874">
                  <c:v>0.97499999999992504</c:v>
                </c:pt>
                <c:pt idx="4875">
                  <c:v>0.97519999999992502</c:v>
                </c:pt>
                <c:pt idx="4876">
                  <c:v>0.97539999999992499</c:v>
                </c:pt>
                <c:pt idx="4877">
                  <c:v>0.97559999999992497</c:v>
                </c:pt>
                <c:pt idx="4878">
                  <c:v>0.97579999999992495</c:v>
                </c:pt>
                <c:pt idx="4879">
                  <c:v>0.97599999999992504</c:v>
                </c:pt>
                <c:pt idx="4880">
                  <c:v>0.97619999999992502</c:v>
                </c:pt>
                <c:pt idx="4881">
                  <c:v>0.97639999999992499</c:v>
                </c:pt>
                <c:pt idx="4882">
                  <c:v>0.97659999999992497</c:v>
                </c:pt>
                <c:pt idx="4883">
                  <c:v>0.97679999999992495</c:v>
                </c:pt>
                <c:pt idx="4884">
                  <c:v>0.97699999999992504</c:v>
                </c:pt>
                <c:pt idx="4885">
                  <c:v>0.97719999999992502</c:v>
                </c:pt>
                <c:pt idx="4886">
                  <c:v>0.977399999999925</c:v>
                </c:pt>
                <c:pt idx="4887">
                  <c:v>0.97759999999992497</c:v>
                </c:pt>
                <c:pt idx="4888">
                  <c:v>0.97779999999992495</c:v>
                </c:pt>
                <c:pt idx="4889">
                  <c:v>0.97799999999992504</c:v>
                </c:pt>
                <c:pt idx="4890">
                  <c:v>0.97819999999992502</c:v>
                </c:pt>
                <c:pt idx="4891">
                  <c:v>0.978399999999925</c:v>
                </c:pt>
                <c:pt idx="4892">
                  <c:v>0.97859999999992497</c:v>
                </c:pt>
                <c:pt idx="4893">
                  <c:v>0.97879999999992495</c:v>
                </c:pt>
                <c:pt idx="4894">
                  <c:v>0.97899999999992504</c:v>
                </c:pt>
                <c:pt idx="4895">
                  <c:v>0.97919999999992502</c:v>
                </c:pt>
                <c:pt idx="4896">
                  <c:v>0.979399999999925</c:v>
                </c:pt>
                <c:pt idx="4897">
                  <c:v>0.97959999999992498</c:v>
                </c:pt>
                <c:pt idx="4898">
                  <c:v>0.97979999999992495</c:v>
                </c:pt>
                <c:pt idx="4899">
                  <c:v>0.97999999999992504</c:v>
                </c:pt>
                <c:pt idx="4900">
                  <c:v>0.98019999999992502</c:v>
                </c:pt>
                <c:pt idx="4901">
                  <c:v>0.980399999999925</c:v>
                </c:pt>
                <c:pt idx="4902">
                  <c:v>0.98059999999992498</c:v>
                </c:pt>
                <c:pt idx="4903">
                  <c:v>0.98079999999992495</c:v>
                </c:pt>
                <c:pt idx="4904">
                  <c:v>0.98099999999992504</c:v>
                </c:pt>
                <c:pt idx="4905">
                  <c:v>0.98119999999992502</c:v>
                </c:pt>
                <c:pt idx="4906">
                  <c:v>0.981399999999925</c:v>
                </c:pt>
                <c:pt idx="4907">
                  <c:v>0.98159999999992498</c:v>
                </c:pt>
                <c:pt idx="4908">
                  <c:v>0.98179999999992495</c:v>
                </c:pt>
                <c:pt idx="4909">
                  <c:v>0.98199999999992404</c:v>
                </c:pt>
                <c:pt idx="4910">
                  <c:v>0.98219999999992402</c:v>
                </c:pt>
                <c:pt idx="4911">
                  <c:v>0.982399999999924</c:v>
                </c:pt>
                <c:pt idx="4912">
                  <c:v>0.98259999999992398</c:v>
                </c:pt>
                <c:pt idx="4913">
                  <c:v>0.98279999999992396</c:v>
                </c:pt>
                <c:pt idx="4914">
                  <c:v>0.98299999999992405</c:v>
                </c:pt>
                <c:pt idx="4915">
                  <c:v>0.98319999999992402</c:v>
                </c:pt>
                <c:pt idx="4916">
                  <c:v>0.983399999999924</c:v>
                </c:pt>
                <c:pt idx="4917">
                  <c:v>0.98359999999992398</c:v>
                </c:pt>
                <c:pt idx="4918">
                  <c:v>0.98379999999992396</c:v>
                </c:pt>
                <c:pt idx="4919">
                  <c:v>0.98399999999992405</c:v>
                </c:pt>
                <c:pt idx="4920">
                  <c:v>0.98419999999992402</c:v>
                </c:pt>
                <c:pt idx="4921">
                  <c:v>0.984399999999924</c:v>
                </c:pt>
                <c:pt idx="4922">
                  <c:v>0.98459999999992398</c:v>
                </c:pt>
                <c:pt idx="4923">
                  <c:v>0.98479999999992396</c:v>
                </c:pt>
                <c:pt idx="4924">
                  <c:v>0.98499999999992405</c:v>
                </c:pt>
                <c:pt idx="4925">
                  <c:v>0.98519999999992403</c:v>
                </c:pt>
                <c:pt idx="4926">
                  <c:v>0.985399999999924</c:v>
                </c:pt>
                <c:pt idx="4927">
                  <c:v>0.98559999999992398</c:v>
                </c:pt>
                <c:pt idx="4928">
                  <c:v>0.98579999999992396</c:v>
                </c:pt>
                <c:pt idx="4929">
                  <c:v>0.98599999999992405</c:v>
                </c:pt>
                <c:pt idx="4930">
                  <c:v>0.98619999999992403</c:v>
                </c:pt>
                <c:pt idx="4931">
                  <c:v>0.986399999999924</c:v>
                </c:pt>
                <c:pt idx="4932">
                  <c:v>0.98659999999992398</c:v>
                </c:pt>
                <c:pt idx="4933">
                  <c:v>0.98679999999992396</c:v>
                </c:pt>
                <c:pt idx="4934">
                  <c:v>0.98699999999992405</c:v>
                </c:pt>
                <c:pt idx="4935">
                  <c:v>0.98719999999992403</c:v>
                </c:pt>
                <c:pt idx="4936">
                  <c:v>0.98739999999992401</c:v>
                </c:pt>
                <c:pt idx="4937">
                  <c:v>0.98759999999992398</c:v>
                </c:pt>
                <c:pt idx="4938">
                  <c:v>0.98779999999992396</c:v>
                </c:pt>
                <c:pt idx="4939">
                  <c:v>0.98799999999992405</c:v>
                </c:pt>
                <c:pt idx="4940">
                  <c:v>0.98819999999992403</c:v>
                </c:pt>
                <c:pt idx="4941">
                  <c:v>0.98839999999992401</c:v>
                </c:pt>
                <c:pt idx="4942">
                  <c:v>0.98859999999992398</c:v>
                </c:pt>
                <c:pt idx="4943">
                  <c:v>0.98879999999992396</c:v>
                </c:pt>
                <c:pt idx="4944">
                  <c:v>0.98899999999992405</c:v>
                </c:pt>
                <c:pt idx="4945">
                  <c:v>0.98919999999992403</c:v>
                </c:pt>
                <c:pt idx="4946">
                  <c:v>0.98939999999992401</c:v>
                </c:pt>
                <c:pt idx="4947">
                  <c:v>0.98959999999992398</c:v>
                </c:pt>
                <c:pt idx="4948">
                  <c:v>0.98979999999992396</c:v>
                </c:pt>
                <c:pt idx="4949">
                  <c:v>0.98999999999992405</c:v>
                </c:pt>
                <c:pt idx="4950">
                  <c:v>0.99019999999992403</c:v>
                </c:pt>
                <c:pt idx="4951">
                  <c:v>0.99039999999992401</c:v>
                </c:pt>
                <c:pt idx="4952">
                  <c:v>0.99059999999992399</c:v>
                </c:pt>
                <c:pt idx="4953">
                  <c:v>0.99079999999992396</c:v>
                </c:pt>
                <c:pt idx="4954">
                  <c:v>0.99099999999992305</c:v>
                </c:pt>
                <c:pt idx="4955">
                  <c:v>0.99119999999992303</c:v>
                </c:pt>
                <c:pt idx="4956">
                  <c:v>0.99139999999992301</c:v>
                </c:pt>
                <c:pt idx="4957">
                  <c:v>0.99159999999992299</c:v>
                </c:pt>
                <c:pt idx="4958">
                  <c:v>0.99179999999992297</c:v>
                </c:pt>
                <c:pt idx="4959">
                  <c:v>0.99199999999992305</c:v>
                </c:pt>
                <c:pt idx="4960">
                  <c:v>0.99219999999992303</c:v>
                </c:pt>
                <c:pt idx="4961">
                  <c:v>0.99239999999992301</c:v>
                </c:pt>
                <c:pt idx="4962">
                  <c:v>0.99259999999992299</c:v>
                </c:pt>
                <c:pt idx="4963">
                  <c:v>0.99279999999992297</c:v>
                </c:pt>
                <c:pt idx="4964">
                  <c:v>0.99299999999992306</c:v>
                </c:pt>
                <c:pt idx="4965">
                  <c:v>0.99319999999992303</c:v>
                </c:pt>
                <c:pt idx="4966">
                  <c:v>0.99339999999992301</c:v>
                </c:pt>
                <c:pt idx="4967">
                  <c:v>0.99359999999992299</c:v>
                </c:pt>
                <c:pt idx="4968">
                  <c:v>0.99379999999992297</c:v>
                </c:pt>
                <c:pt idx="4969">
                  <c:v>0.99399999999992295</c:v>
                </c:pt>
                <c:pt idx="4970">
                  <c:v>0.99419999999992303</c:v>
                </c:pt>
                <c:pt idx="4971">
                  <c:v>0.99439999999992301</c:v>
                </c:pt>
                <c:pt idx="4972">
                  <c:v>0.99459999999992299</c:v>
                </c:pt>
                <c:pt idx="4973">
                  <c:v>0.99479999999992297</c:v>
                </c:pt>
                <c:pt idx="4974">
                  <c:v>0.99499999999992295</c:v>
                </c:pt>
                <c:pt idx="4975">
                  <c:v>0.99519999999992304</c:v>
                </c:pt>
                <c:pt idx="4976">
                  <c:v>0.99539999999992301</c:v>
                </c:pt>
                <c:pt idx="4977">
                  <c:v>0.99559999999992299</c:v>
                </c:pt>
                <c:pt idx="4978">
                  <c:v>0.99579999999992297</c:v>
                </c:pt>
                <c:pt idx="4979">
                  <c:v>0.99599999999992295</c:v>
                </c:pt>
                <c:pt idx="4980">
                  <c:v>0.99619999999992304</c:v>
                </c:pt>
                <c:pt idx="4981">
                  <c:v>0.99639999999992301</c:v>
                </c:pt>
                <c:pt idx="4982">
                  <c:v>0.99659999999992299</c:v>
                </c:pt>
                <c:pt idx="4983">
                  <c:v>0.99679999999992297</c:v>
                </c:pt>
                <c:pt idx="4984">
                  <c:v>0.99699999999992295</c:v>
                </c:pt>
                <c:pt idx="4985">
                  <c:v>0.99719999999992304</c:v>
                </c:pt>
                <c:pt idx="4986">
                  <c:v>0.99739999999992301</c:v>
                </c:pt>
                <c:pt idx="4987">
                  <c:v>0.99759999999992299</c:v>
                </c:pt>
                <c:pt idx="4988">
                  <c:v>0.99779999999992297</c:v>
                </c:pt>
                <c:pt idx="4989">
                  <c:v>0.99799999999992295</c:v>
                </c:pt>
                <c:pt idx="4990">
                  <c:v>0.99819999999992304</c:v>
                </c:pt>
                <c:pt idx="4991">
                  <c:v>0.99839999999992302</c:v>
                </c:pt>
                <c:pt idx="4992">
                  <c:v>0.99859999999992299</c:v>
                </c:pt>
                <c:pt idx="4993">
                  <c:v>0.99879999999992297</c:v>
                </c:pt>
                <c:pt idx="4994">
                  <c:v>0.99899999999992295</c:v>
                </c:pt>
                <c:pt idx="4995">
                  <c:v>0.99919999999992304</c:v>
                </c:pt>
                <c:pt idx="4996">
                  <c:v>0.99939999999992302</c:v>
                </c:pt>
                <c:pt idx="4997">
                  <c:v>0.99959999999992299</c:v>
                </c:pt>
                <c:pt idx="4998">
                  <c:v>0.99979999999992297</c:v>
                </c:pt>
                <c:pt idx="4999">
                  <c:v>0.99999999999992295</c:v>
                </c:pt>
              </c:numCache>
            </c:numRef>
          </c:xVal>
          <c:yVal>
            <c:numRef>
              <c:f>problem2!$K$2:$K$5001</c:f>
              <c:numCache>
                <c:formatCode>General</c:formatCode>
                <c:ptCount val="5000"/>
                <c:pt idx="0">
                  <c:v>42.523499399999999</c:v>
                </c:pt>
                <c:pt idx="1">
                  <c:v>42.523499399999999</c:v>
                </c:pt>
                <c:pt idx="2">
                  <c:v>42.523499399999999</c:v>
                </c:pt>
                <c:pt idx="3">
                  <c:v>42.523499399999999</c:v>
                </c:pt>
                <c:pt idx="4">
                  <c:v>42.523499399999999</c:v>
                </c:pt>
                <c:pt idx="5">
                  <c:v>42.523499399999999</c:v>
                </c:pt>
                <c:pt idx="6">
                  <c:v>42.523499399999999</c:v>
                </c:pt>
                <c:pt idx="7">
                  <c:v>42.523499399999999</c:v>
                </c:pt>
                <c:pt idx="8">
                  <c:v>42.523499399999999</c:v>
                </c:pt>
                <c:pt idx="9">
                  <c:v>42.523499399999999</c:v>
                </c:pt>
                <c:pt idx="10">
                  <c:v>42.523499399999999</c:v>
                </c:pt>
                <c:pt idx="11">
                  <c:v>42.523499399999999</c:v>
                </c:pt>
                <c:pt idx="12">
                  <c:v>42.523499399999999</c:v>
                </c:pt>
                <c:pt idx="13">
                  <c:v>42.523499399999999</c:v>
                </c:pt>
                <c:pt idx="14">
                  <c:v>42.523499399999999</c:v>
                </c:pt>
                <c:pt idx="15">
                  <c:v>42.523499399999999</c:v>
                </c:pt>
                <c:pt idx="16">
                  <c:v>42.523499399999999</c:v>
                </c:pt>
                <c:pt idx="17">
                  <c:v>42.523499399999999</c:v>
                </c:pt>
                <c:pt idx="18">
                  <c:v>42.523499399999999</c:v>
                </c:pt>
                <c:pt idx="19">
                  <c:v>42.523499399999999</c:v>
                </c:pt>
                <c:pt idx="20">
                  <c:v>42.523499399999999</c:v>
                </c:pt>
                <c:pt idx="21">
                  <c:v>42.523499399999999</c:v>
                </c:pt>
                <c:pt idx="22">
                  <c:v>42.523499399999999</c:v>
                </c:pt>
                <c:pt idx="23">
                  <c:v>42.523499399999999</c:v>
                </c:pt>
                <c:pt idx="24">
                  <c:v>42.523499399999999</c:v>
                </c:pt>
                <c:pt idx="25">
                  <c:v>42.523499399999999</c:v>
                </c:pt>
                <c:pt idx="26">
                  <c:v>42.523499399999999</c:v>
                </c:pt>
                <c:pt idx="27">
                  <c:v>42.523499399999999</c:v>
                </c:pt>
                <c:pt idx="28">
                  <c:v>48.3014796</c:v>
                </c:pt>
                <c:pt idx="29">
                  <c:v>48.3014796</c:v>
                </c:pt>
                <c:pt idx="30">
                  <c:v>48.3014796</c:v>
                </c:pt>
                <c:pt idx="31">
                  <c:v>48.3014796</c:v>
                </c:pt>
                <c:pt idx="32">
                  <c:v>48.3014796</c:v>
                </c:pt>
                <c:pt idx="33">
                  <c:v>48.3014796</c:v>
                </c:pt>
                <c:pt idx="34">
                  <c:v>48.3014796</c:v>
                </c:pt>
                <c:pt idx="35">
                  <c:v>48.3014796</c:v>
                </c:pt>
                <c:pt idx="36">
                  <c:v>48.3014796</c:v>
                </c:pt>
                <c:pt idx="37">
                  <c:v>48.3014796</c:v>
                </c:pt>
                <c:pt idx="38">
                  <c:v>48.3014796</c:v>
                </c:pt>
                <c:pt idx="39">
                  <c:v>48.3014796</c:v>
                </c:pt>
                <c:pt idx="40">
                  <c:v>48.3014796</c:v>
                </c:pt>
                <c:pt idx="41">
                  <c:v>48.3014796</c:v>
                </c:pt>
                <c:pt idx="42">
                  <c:v>48.3014796</c:v>
                </c:pt>
                <c:pt idx="43">
                  <c:v>48.3014796</c:v>
                </c:pt>
                <c:pt idx="44">
                  <c:v>48.3014796</c:v>
                </c:pt>
                <c:pt idx="45">
                  <c:v>48.3014796</c:v>
                </c:pt>
                <c:pt idx="46">
                  <c:v>48.3014796</c:v>
                </c:pt>
                <c:pt idx="47">
                  <c:v>48.3014796</c:v>
                </c:pt>
                <c:pt idx="48">
                  <c:v>48.3014796</c:v>
                </c:pt>
                <c:pt idx="49">
                  <c:v>48.3014796</c:v>
                </c:pt>
                <c:pt idx="50">
                  <c:v>48.3014796</c:v>
                </c:pt>
                <c:pt idx="51">
                  <c:v>48.3014796</c:v>
                </c:pt>
                <c:pt idx="52">
                  <c:v>48.3014796</c:v>
                </c:pt>
                <c:pt idx="53">
                  <c:v>48.3014796</c:v>
                </c:pt>
                <c:pt idx="54">
                  <c:v>48.3014796</c:v>
                </c:pt>
                <c:pt idx="55">
                  <c:v>48.3014796</c:v>
                </c:pt>
                <c:pt idx="56">
                  <c:v>48.3014796</c:v>
                </c:pt>
                <c:pt idx="57">
                  <c:v>48.3014796</c:v>
                </c:pt>
                <c:pt idx="58">
                  <c:v>48.3014796</c:v>
                </c:pt>
                <c:pt idx="59">
                  <c:v>48.3014796</c:v>
                </c:pt>
                <c:pt idx="60">
                  <c:v>48.3014796</c:v>
                </c:pt>
                <c:pt idx="61">
                  <c:v>48.3014796</c:v>
                </c:pt>
                <c:pt idx="62">
                  <c:v>48.3014796</c:v>
                </c:pt>
                <c:pt idx="63">
                  <c:v>48.3014796</c:v>
                </c:pt>
                <c:pt idx="64">
                  <c:v>48.3014796</c:v>
                </c:pt>
                <c:pt idx="65">
                  <c:v>48.3014796</c:v>
                </c:pt>
                <c:pt idx="66">
                  <c:v>48.3014796</c:v>
                </c:pt>
                <c:pt idx="67">
                  <c:v>48.3014796</c:v>
                </c:pt>
                <c:pt idx="68">
                  <c:v>48.3014796</c:v>
                </c:pt>
                <c:pt idx="69">
                  <c:v>48.3014796</c:v>
                </c:pt>
                <c:pt idx="70">
                  <c:v>48.3014796</c:v>
                </c:pt>
                <c:pt idx="71">
                  <c:v>48.3014796</c:v>
                </c:pt>
                <c:pt idx="72">
                  <c:v>48.3014796</c:v>
                </c:pt>
                <c:pt idx="73">
                  <c:v>48.3014796</c:v>
                </c:pt>
                <c:pt idx="74">
                  <c:v>48.3014796</c:v>
                </c:pt>
                <c:pt idx="75">
                  <c:v>48.3014796</c:v>
                </c:pt>
                <c:pt idx="76">
                  <c:v>48.3014796</c:v>
                </c:pt>
                <c:pt idx="77">
                  <c:v>48.3014796</c:v>
                </c:pt>
                <c:pt idx="78">
                  <c:v>48.3014796</c:v>
                </c:pt>
                <c:pt idx="79">
                  <c:v>48.3014796</c:v>
                </c:pt>
                <c:pt idx="80">
                  <c:v>48.3014796</c:v>
                </c:pt>
                <c:pt idx="81">
                  <c:v>48.3014796</c:v>
                </c:pt>
                <c:pt idx="82">
                  <c:v>48.3014796</c:v>
                </c:pt>
                <c:pt idx="83">
                  <c:v>48.3014796</c:v>
                </c:pt>
                <c:pt idx="84">
                  <c:v>48.3014796</c:v>
                </c:pt>
                <c:pt idx="85">
                  <c:v>48.3014796</c:v>
                </c:pt>
                <c:pt idx="86">
                  <c:v>48.3014796</c:v>
                </c:pt>
                <c:pt idx="87">
                  <c:v>48.3014796</c:v>
                </c:pt>
                <c:pt idx="88">
                  <c:v>48.3014796</c:v>
                </c:pt>
                <c:pt idx="89">
                  <c:v>48.3014796</c:v>
                </c:pt>
                <c:pt idx="90">
                  <c:v>48.3014796</c:v>
                </c:pt>
                <c:pt idx="91">
                  <c:v>48.3014796</c:v>
                </c:pt>
                <c:pt idx="92">
                  <c:v>48.3014796</c:v>
                </c:pt>
                <c:pt idx="93">
                  <c:v>48.3014796</c:v>
                </c:pt>
                <c:pt idx="94">
                  <c:v>48.3014796</c:v>
                </c:pt>
                <c:pt idx="95">
                  <c:v>48.3014796</c:v>
                </c:pt>
                <c:pt idx="96">
                  <c:v>48.3014796</c:v>
                </c:pt>
                <c:pt idx="97">
                  <c:v>48.3014796</c:v>
                </c:pt>
                <c:pt idx="98">
                  <c:v>48.3014796</c:v>
                </c:pt>
                <c:pt idx="99">
                  <c:v>48.3014796</c:v>
                </c:pt>
                <c:pt idx="100">
                  <c:v>48.3014796</c:v>
                </c:pt>
                <c:pt idx="101">
                  <c:v>48.3014796</c:v>
                </c:pt>
                <c:pt idx="102">
                  <c:v>48.3014796</c:v>
                </c:pt>
                <c:pt idx="103">
                  <c:v>48.3014796</c:v>
                </c:pt>
                <c:pt idx="104">
                  <c:v>48.3014796</c:v>
                </c:pt>
                <c:pt idx="105">
                  <c:v>48.3014796</c:v>
                </c:pt>
                <c:pt idx="106">
                  <c:v>48.3014796</c:v>
                </c:pt>
                <c:pt idx="107">
                  <c:v>48.3014796</c:v>
                </c:pt>
                <c:pt idx="108">
                  <c:v>48.3014796</c:v>
                </c:pt>
                <c:pt idx="109">
                  <c:v>48.3014796</c:v>
                </c:pt>
                <c:pt idx="110">
                  <c:v>48.3014796</c:v>
                </c:pt>
                <c:pt idx="111">
                  <c:v>48.3014796</c:v>
                </c:pt>
                <c:pt idx="112">
                  <c:v>48.3014796</c:v>
                </c:pt>
                <c:pt idx="113">
                  <c:v>48.3014796</c:v>
                </c:pt>
                <c:pt idx="114">
                  <c:v>48.3014796</c:v>
                </c:pt>
                <c:pt idx="115">
                  <c:v>48.3014796</c:v>
                </c:pt>
                <c:pt idx="116">
                  <c:v>48.3014796</c:v>
                </c:pt>
                <c:pt idx="117">
                  <c:v>48.3014796</c:v>
                </c:pt>
                <c:pt idx="118">
                  <c:v>48.3014796</c:v>
                </c:pt>
                <c:pt idx="119">
                  <c:v>48.3014796</c:v>
                </c:pt>
                <c:pt idx="120">
                  <c:v>48.3014796</c:v>
                </c:pt>
                <c:pt idx="121">
                  <c:v>48.3014796</c:v>
                </c:pt>
                <c:pt idx="122">
                  <c:v>48.3014796</c:v>
                </c:pt>
                <c:pt idx="123">
                  <c:v>48.3014796</c:v>
                </c:pt>
                <c:pt idx="124">
                  <c:v>48.3014796</c:v>
                </c:pt>
                <c:pt idx="125">
                  <c:v>48.3014796</c:v>
                </c:pt>
                <c:pt idx="126">
                  <c:v>48.3014796</c:v>
                </c:pt>
                <c:pt idx="127">
                  <c:v>48.3014796</c:v>
                </c:pt>
                <c:pt idx="128">
                  <c:v>48.3014796</c:v>
                </c:pt>
                <c:pt idx="129">
                  <c:v>48.3014796</c:v>
                </c:pt>
                <c:pt idx="130">
                  <c:v>48.3014796</c:v>
                </c:pt>
                <c:pt idx="131">
                  <c:v>48.3014796</c:v>
                </c:pt>
                <c:pt idx="132">
                  <c:v>48.3014796</c:v>
                </c:pt>
                <c:pt idx="133">
                  <c:v>48.3014796</c:v>
                </c:pt>
                <c:pt idx="134">
                  <c:v>48.3014796</c:v>
                </c:pt>
                <c:pt idx="135">
                  <c:v>48.3014796</c:v>
                </c:pt>
                <c:pt idx="136">
                  <c:v>48.3014796</c:v>
                </c:pt>
                <c:pt idx="137">
                  <c:v>48.3014796</c:v>
                </c:pt>
                <c:pt idx="138">
                  <c:v>48.3014796</c:v>
                </c:pt>
                <c:pt idx="139">
                  <c:v>48.3014796</c:v>
                </c:pt>
                <c:pt idx="140">
                  <c:v>48.3014796</c:v>
                </c:pt>
                <c:pt idx="141">
                  <c:v>48.3014796</c:v>
                </c:pt>
                <c:pt idx="142">
                  <c:v>48.3014796</c:v>
                </c:pt>
                <c:pt idx="143">
                  <c:v>48.3014796</c:v>
                </c:pt>
                <c:pt idx="144">
                  <c:v>48.3014796</c:v>
                </c:pt>
                <c:pt idx="145">
                  <c:v>48.3014796</c:v>
                </c:pt>
                <c:pt idx="146">
                  <c:v>48.3014796</c:v>
                </c:pt>
                <c:pt idx="147">
                  <c:v>48.3014796</c:v>
                </c:pt>
                <c:pt idx="148">
                  <c:v>48.3014796</c:v>
                </c:pt>
                <c:pt idx="149">
                  <c:v>48.3014796</c:v>
                </c:pt>
                <c:pt idx="150">
                  <c:v>48.3014796</c:v>
                </c:pt>
                <c:pt idx="151">
                  <c:v>48.3014796</c:v>
                </c:pt>
                <c:pt idx="152">
                  <c:v>48.3014796</c:v>
                </c:pt>
                <c:pt idx="153">
                  <c:v>48.3014796</c:v>
                </c:pt>
                <c:pt idx="154">
                  <c:v>48.3014796</c:v>
                </c:pt>
                <c:pt idx="155">
                  <c:v>48.3014796</c:v>
                </c:pt>
                <c:pt idx="156">
                  <c:v>48.3014796</c:v>
                </c:pt>
                <c:pt idx="157">
                  <c:v>48.3014796</c:v>
                </c:pt>
                <c:pt idx="158">
                  <c:v>48.3014796</c:v>
                </c:pt>
                <c:pt idx="159">
                  <c:v>48.3014796</c:v>
                </c:pt>
                <c:pt idx="160">
                  <c:v>48.3014796</c:v>
                </c:pt>
                <c:pt idx="161">
                  <c:v>48.3014796</c:v>
                </c:pt>
                <c:pt idx="162">
                  <c:v>48.3014796</c:v>
                </c:pt>
                <c:pt idx="163">
                  <c:v>48.3014796</c:v>
                </c:pt>
                <c:pt idx="164">
                  <c:v>48.3014796</c:v>
                </c:pt>
                <c:pt idx="165">
                  <c:v>48.3014796</c:v>
                </c:pt>
                <c:pt idx="166">
                  <c:v>48.3014796</c:v>
                </c:pt>
                <c:pt idx="167">
                  <c:v>48.3014796</c:v>
                </c:pt>
                <c:pt idx="168">
                  <c:v>48.3014796</c:v>
                </c:pt>
                <c:pt idx="169">
                  <c:v>48.3014796</c:v>
                </c:pt>
                <c:pt idx="170">
                  <c:v>48.3014796</c:v>
                </c:pt>
                <c:pt idx="171">
                  <c:v>48.3014796</c:v>
                </c:pt>
                <c:pt idx="172">
                  <c:v>48.3014796</c:v>
                </c:pt>
                <c:pt idx="173">
                  <c:v>48.3014796</c:v>
                </c:pt>
                <c:pt idx="174">
                  <c:v>48.3014796</c:v>
                </c:pt>
                <c:pt idx="175">
                  <c:v>48.3014796</c:v>
                </c:pt>
                <c:pt idx="176">
                  <c:v>48.3014796</c:v>
                </c:pt>
                <c:pt idx="177">
                  <c:v>48.3014796</c:v>
                </c:pt>
                <c:pt idx="178">
                  <c:v>48.3014796</c:v>
                </c:pt>
                <c:pt idx="179">
                  <c:v>48.3014796</c:v>
                </c:pt>
                <c:pt idx="180">
                  <c:v>48.3014796</c:v>
                </c:pt>
                <c:pt idx="181">
                  <c:v>48.3014796</c:v>
                </c:pt>
                <c:pt idx="182">
                  <c:v>48.3014796</c:v>
                </c:pt>
                <c:pt idx="183">
                  <c:v>48.3014796</c:v>
                </c:pt>
                <c:pt idx="184">
                  <c:v>48.3014796</c:v>
                </c:pt>
                <c:pt idx="185">
                  <c:v>48.3014796</c:v>
                </c:pt>
                <c:pt idx="186">
                  <c:v>48.3014796</c:v>
                </c:pt>
                <c:pt idx="187">
                  <c:v>48.3014796</c:v>
                </c:pt>
                <c:pt idx="188">
                  <c:v>48.3014796</c:v>
                </c:pt>
                <c:pt idx="189">
                  <c:v>48.3014796</c:v>
                </c:pt>
                <c:pt idx="190">
                  <c:v>48.3014796</c:v>
                </c:pt>
                <c:pt idx="191">
                  <c:v>48.3014796</c:v>
                </c:pt>
                <c:pt idx="192">
                  <c:v>48.3014796</c:v>
                </c:pt>
                <c:pt idx="193">
                  <c:v>48.3014796</c:v>
                </c:pt>
                <c:pt idx="194">
                  <c:v>48.3014796</c:v>
                </c:pt>
                <c:pt idx="195">
                  <c:v>48.3014796</c:v>
                </c:pt>
                <c:pt idx="196">
                  <c:v>48.3014796</c:v>
                </c:pt>
                <c:pt idx="197">
                  <c:v>48.3014796</c:v>
                </c:pt>
                <c:pt idx="198">
                  <c:v>48.3014796</c:v>
                </c:pt>
                <c:pt idx="199">
                  <c:v>48.3014796</c:v>
                </c:pt>
                <c:pt idx="200">
                  <c:v>48.3014796</c:v>
                </c:pt>
                <c:pt idx="201">
                  <c:v>48.3014796</c:v>
                </c:pt>
                <c:pt idx="202">
                  <c:v>48.3014796</c:v>
                </c:pt>
                <c:pt idx="203">
                  <c:v>48.3014796</c:v>
                </c:pt>
                <c:pt idx="204">
                  <c:v>48.3014796</c:v>
                </c:pt>
                <c:pt idx="205">
                  <c:v>48.3014796</c:v>
                </c:pt>
                <c:pt idx="206">
                  <c:v>48.3014796</c:v>
                </c:pt>
                <c:pt idx="207">
                  <c:v>48.3014796</c:v>
                </c:pt>
                <c:pt idx="208">
                  <c:v>48.3014796</c:v>
                </c:pt>
                <c:pt idx="209">
                  <c:v>48.3014796</c:v>
                </c:pt>
                <c:pt idx="210">
                  <c:v>48.3014796</c:v>
                </c:pt>
                <c:pt idx="211">
                  <c:v>48.3014796</c:v>
                </c:pt>
                <c:pt idx="212">
                  <c:v>48.3014796</c:v>
                </c:pt>
                <c:pt idx="213">
                  <c:v>48.3014796</c:v>
                </c:pt>
                <c:pt idx="214">
                  <c:v>48.3014796</c:v>
                </c:pt>
                <c:pt idx="215">
                  <c:v>48.3014796</c:v>
                </c:pt>
                <c:pt idx="216">
                  <c:v>48.3014796</c:v>
                </c:pt>
                <c:pt idx="217">
                  <c:v>48.3014796</c:v>
                </c:pt>
                <c:pt idx="218">
                  <c:v>48.3014796</c:v>
                </c:pt>
                <c:pt idx="219">
                  <c:v>48.3014796</c:v>
                </c:pt>
                <c:pt idx="220">
                  <c:v>48.3014796</c:v>
                </c:pt>
                <c:pt idx="221">
                  <c:v>48.3014796</c:v>
                </c:pt>
                <c:pt idx="222">
                  <c:v>48.3014796</c:v>
                </c:pt>
                <c:pt idx="223">
                  <c:v>48.3014796</c:v>
                </c:pt>
                <c:pt idx="224">
                  <c:v>48.3014796</c:v>
                </c:pt>
                <c:pt idx="225">
                  <c:v>48.3014796</c:v>
                </c:pt>
                <c:pt idx="226">
                  <c:v>48.3014796</c:v>
                </c:pt>
                <c:pt idx="227">
                  <c:v>48.3014796</c:v>
                </c:pt>
                <c:pt idx="228">
                  <c:v>48.3014796</c:v>
                </c:pt>
                <c:pt idx="229">
                  <c:v>48.3014796</c:v>
                </c:pt>
                <c:pt idx="230">
                  <c:v>48.3014796</c:v>
                </c:pt>
                <c:pt idx="231">
                  <c:v>48.3014796</c:v>
                </c:pt>
                <c:pt idx="232">
                  <c:v>48.3014796</c:v>
                </c:pt>
                <c:pt idx="233">
                  <c:v>48.3014796</c:v>
                </c:pt>
                <c:pt idx="234">
                  <c:v>48.3014796</c:v>
                </c:pt>
                <c:pt idx="235">
                  <c:v>48.3014796</c:v>
                </c:pt>
                <c:pt idx="236">
                  <c:v>48.3014796</c:v>
                </c:pt>
                <c:pt idx="237">
                  <c:v>48.3014796</c:v>
                </c:pt>
                <c:pt idx="238">
                  <c:v>48.3014796</c:v>
                </c:pt>
                <c:pt idx="239">
                  <c:v>48.3014796</c:v>
                </c:pt>
                <c:pt idx="240">
                  <c:v>48.3014796</c:v>
                </c:pt>
                <c:pt idx="241">
                  <c:v>48.3014796</c:v>
                </c:pt>
                <c:pt idx="242">
                  <c:v>48.3014796</c:v>
                </c:pt>
                <c:pt idx="243">
                  <c:v>48.3014796</c:v>
                </c:pt>
                <c:pt idx="244">
                  <c:v>48.3014796</c:v>
                </c:pt>
                <c:pt idx="245">
                  <c:v>48.3014796</c:v>
                </c:pt>
                <c:pt idx="246">
                  <c:v>48.3014796</c:v>
                </c:pt>
                <c:pt idx="247">
                  <c:v>48.3014796</c:v>
                </c:pt>
                <c:pt idx="248">
                  <c:v>48.3014796</c:v>
                </c:pt>
                <c:pt idx="249">
                  <c:v>48.3014796</c:v>
                </c:pt>
                <c:pt idx="250">
                  <c:v>48.3014796</c:v>
                </c:pt>
                <c:pt idx="251">
                  <c:v>48.3014796</c:v>
                </c:pt>
                <c:pt idx="252">
                  <c:v>48.3014796</c:v>
                </c:pt>
                <c:pt idx="253">
                  <c:v>48.3014796</c:v>
                </c:pt>
                <c:pt idx="254">
                  <c:v>48.3014796</c:v>
                </c:pt>
                <c:pt idx="255">
                  <c:v>48.3014796</c:v>
                </c:pt>
                <c:pt idx="256">
                  <c:v>48.3014796</c:v>
                </c:pt>
                <c:pt idx="257">
                  <c:v>48.3014796</c:v>
                </c:pt>
                <c:pt idx="258">
                  <c:v>48.3014796</c:v>
                </c:pt>
                <c:pt idx="259">
                  <c:v>48.3014796</c:v>
                </c:pt>
                <c:pt idx="260">
                  <c:v>48.3014796</c:v>
                </c:pt>
                <c:pt idx="261">
                  <c:v>48.3014796</c:v>
                </c:pt>
                <c:pt idx="262">
                  <c:v>48.3014796</c:v>
                </c:pt>
                <c:pt idx="263">
                  <c:v>48.3014796</c:v>
                </c:pt>
                <c:pt idx="264">
                  <c:v>48.3014796</c:v>
                </c:pt>
                <c:pt idx="265">
                  <c:v>48.3014796</c:v>
                </c:pt>
                <c:pt idx="266">
                  <c:v>48.3014796</c:v>
                </c:pt>
                <c:pt idx="267">
                  <c:v>48.3014796</c:v>
                </c:pt>
                <c:pt idx="268">
                  <c:v>48.3014796</c:v>
                </c:pt>
                <c:pt idx="269">
                  <c:v>48.3014796</c:v>
                </c:pt>
                <c:pt idx="270">
                  <c:v>48.3014796</c:v>
                </c:pt>
                <c:pt idx="271">
                  <c:v>48.3014796</c:v>
                </c:pt>
                <c:pt idx="272">
                  <c:v>48.3014796</c:v>
                </c:pt>
                <c:pt idx="273">
                  <c:v>48.3014796</c:v>
                </c:pt>
                <c:pt idx="274">
                  <c:v>48.3014796</c:v>
                </c:pt>
                <c:pt idx="275">
                  <c:v>48.3014796</c:v>
                </c:pt>
                <c:pt idx="276">
                  <c:v>48.3014796</c:v>
                </c:pt>
                <c:pt idx="277">
                  <c:v>48.3014796</c:v>
                </c:pt>
                <c:pt idx="278">
                  <c:v>48.3014796</c:v>
                </c:pt>
                <c:pt idx="279">
                  <c:v>48.3014796</c:v>
                </c:pt>
                <c:pt idx="280">
                  <c:v>48.3014796</c:v>
                </c:pt>
                <c:pt idx="281">
                  <c:v>48.3014796</c:v>
                </c:pt>
                <c:pt idx="282">
                  <c:v>48.3014796</c:v>
                </c:pt>
                <c:pt idx="283">
                  <c:v>48.3014796</c:v>
                </c:pt>
                <c:pt idx="284">
                  <c:v>48.3014796</c:v>
                </c:pt>
                <c:pt idx="285">
                  <c:v>48.3014796</c:v>
                </c:pt>
                <c:pt idx="286">
                  <c:v>48.3014796</c:v>
                </c:pt>
                <c:pt idx="287">
                  <c:v>48.3014796</c:v>
                </c:pt>
                <c:pt idx="288">
                  <c:v>48.3014796</c:v>
                </c:pt>
                <c:pt idx="289">
                  <c:v>48.3014796</c:v>
                </c:pt>
                <c:pt idx="290">
                  <c:v>48.3014796</c:v>
                </c:pt>
                <c:pt idx="291">
                  <c:v>48.3014796</c:v>
                </c:pt>
                <c:pt idx="292">
                  <c:v>48.3014796</c:v>
                </c:pt>
                <c:pt idx="293">
                  <c:v>48.3014796</c:v>
                </c:pt>
                <c:pt idx="294">
                  <c:v>48.3014796</c:v>
                </c:pt>
                <c:pt idx="295">
                  <c:v>48.3014796</c:v>
                </c:pt>
                <c:pt idx="296">
                  <c:v>48.3014796</c:v>
                </c:pt>
                <c:pt idx="297">
                  <c:v>48.3014796</c:v>
                </c:pt>
                <c:pt idx="298">
                  <c:v>48.3014796</c:v>
                </c:pt>
                <c:pt idx="299">
                  <c:v>48.3014796</c:v>
                </c:pt>
                <c:pt idx="300">
                  <c:v>48.3014796</c:v>
                </c:pt>
                <c:pt idx="301">
                  <c:v>48.3014796</c:v>
                </c:pt>
                <c:pt idx="302">
                  <c:v>48.3014796</c:v>
                </c:pt>
                <c:pt idx="303">
                  <c:v>48.3014796</c:v>
                </c:pt>
                <c:pt idx="304">
                  <c:v>48.3014796</c:v>
                </c:pt>
                <c:pt idx="305">
                  <c:v>48.3014796</c:v>
                </c:pt>
                <c:pt idx="306">
                  <c:v>48.3014796</c:v>
                </c:pt>
                <c:pt idx="307">
                  <c:v>48.3014796</c:v>
                </c:pt>
                <c:pt idx="308">
                  <c:v>48.3014796</c:v>
                </c:pt>
                <c:pt idx="309">
                  <c:v>48.3014796</c:v>
                </c:pt>
                <c:pt idx="310">
                  <c:v>48.3014796</c:v>
                </c:pt>
                <c:pt idx="311">
                  <c:v>48.3014796</c:v>
                </c:pt>
                <c:pt idx="312">
                  <c:v>48.3014796</c:v>
                </c:pt>
                <c:pt idx="313">
                  <c:v>48.3014796</c:v>
                </c:pt>
                <c:pt idx="314">
                  <c:v>48.3014796</c:v>
                </c:pt>
                <c:pt idx="315">
                  <c:v>48.3014796</c:v>
                </c:pt>
                <c:pt idx="316">
                  <c:v>48.3014796</c:v>
                </c:pt>
                <c:pt idx="317">
                  <c:v>48.3014796</c:v>
                </c:pt>
                <c:pt idx="318">
                  <c:v>48.3014796</c:v>
                </c:pt>
                <c:pt idx="319">
                  <c:v>48.3014796</c:v>
                </c:pt>
                <c:pt idx="320">
                  <c:v>48.3014796</c:v>
                </c:pt>
                <c:pt idx="321">
                  <c:v>48.3014796</c:v>
                </c:pt>
                <c:pt idx="322">
                  <c:v>48.3014796</c:v>
                </c:pt>
                <c:pt idx="323">
                  <c:v>48.3014796</c:v>
                </c:pt>
                <c:pt idx="324">
                  <c:v>48.3014796</c:v>
                </c:pt>
                <c:pt idx="325">
                  <c:v>48.3014796</c:v>
                </c:pt>
                <c:pt idx="326">
                  <c:v>48.3014796</c:v>
                </c:pt>
                <c:pt idx="327">
                  <c:v>48.3014796</c:v>
                </c:pt>
                <c:pt idx="328">
                  <c:v>48.3014796</c:v>
                </c:pt>
                <c:pt idx="329">
                  <c:v>48.3014796</c:v>
                </c:pt>
                <c:pt idx="330">
                  <c:v>48.3014796</c:v>
                </c:pt>
                <c:pt idx="331">
                  <c:v>48.3014796</c:v>
                </c:pt>
                <c:pt idx="332">
                  <c:v>48.3014796</c:v>
                </c:pt>
                <c:pt idx="333">
                  <c:v>48.3014796</c:v>
                </c:pt>
                <c:pt idx="334">
                  <c:v>48.3014796</c:v>
                </c:pt>
                <c:pt idx="335">
                  <c:v>48.3014796</c:v>
                </c:pt>
                <c:pt idx="336">
                  <c:v>48.3014796</c:v>
                </c:pt>
                <c:pt idx="337">
                  <c:v>48.3014796</c:v>
                </c:pt>
                <c:pt idx="338">
                  <c:v>48.3014796</c:v>
                </c:pt>
                <c:pt idx="339">
                  <c:v>48.3014796</c:v>
                </c:pt>
                <c:pt idx="340">
                  <c:v>48.3014796</c:v>
                </c:pt>
                <c:pt idx="341">
                  <c:v>48.3014796</c:v>
                </c:pt>
                <c:pt idx="342">
                  <c:v>48.3014796</c:v>
                </c:pt>
                <c:pt idx="343">
                  <c:v>48.3014796</c:v>
                </c:pt>
                <c:pt idx="344">
                  <c:v>48.3014796</c:v>
                </c:pt>
                <c:pt idx="345">
                  <c:v>48.3014796</c:v>
                </c:pt>
                <c:pt idx="346">
                  <c:v>48.3014796</c:v>
                </c:pt>
                <c:pt idx="347">
                  <c:v>48.3014796</c:v>
                </c:pt>
                <c:pt idx="348">
                  <c:v>48.3014796</c:v>
                </c:pt>
                <c:pt idx="349">
                  <c:v>48.3014796</c:v>
                </c:pt>
                <c:pt idx="350">
                  <c:v>48.3014796</c:v>
                </c:pt>
                <c:pt idx="351">
                  <c:v>48.3014796</c:v>
                </c:pt>
                <c:pt idx="352">
                  <c:v>48.3014796</c:v>
                </c:pt>
                <c:pt idx="353">
                  <c:v>48.3014796</c:v>
                </c:pt>
                <c:pt idx="354">
                  <c:v>48.3014796</c:v>
                </c:pt>
                <c:pt idx="355">
                  <c:v>48.3014796</c:v>
                </c:pt>
                <c:pt idx="356">
                  <c:v>48.3014796</c:v>
                </c:pt>
                <c:pt idx="357">
                  <c:v>48.3014796</c:v>
                </c:pt>
                <c:pt idx="358">
                  <c:v>48.3014796</c:v>
                </c:pt>
                <c:pt idx="359">
                  <c:v>48.3014796</c:v>
                </c:pt>
                <c:pt idx="360">
                  <c:v>48.3014796</c:v>
                </c:pt>
                <c:pt idx="361">
                  <c:v>48.3014796</c:v>
                </c:pt>
                <c:pt idx="362">
                  <c:v>48.3014796</c:v>
                </c:pt>
                <c:pt idx="363">
                  <c:v>48.3014796</c:v>
                </c:pt>
                <c:pt idx="364">
                  <c:v>48.3014796</c:v>
                </c:pt>
                <c:pt idx="365">
                  <c:v>48.3014796</c:v>
                </c:pt>
                <c:pt idx="366">
                  <c:v>48.3014796</c:v>
                </c:pt>
                <c:pt idx="367">
                  <c:v>48.3014796</c:v>
                </c:pt>
                <c:pt idx="368">
                  <c:v>48.3014796</c:v>
                </c:pt>
                <c:pt idx="369">
                  <c:v>48.3014796</c:v>
                </c:pt>
                <c:pt idx="370">
                  <c:v>48.3014796</c:v>
                </c:pt>
                <c:pt idx="371">
                  <c:v>48.3014796</c:v>
                </c:pt>
                <c:pt idx="372">
                  <c:v>48.3014796</c:v>
                </c:pt>
                <c:pt idx="373">
                  <c:v>48.3014796</c:v>
                </c:pt>
                <c:pt idx="374">
                  <c:v>48.3014796</c:v>
                </c:pt>
                <c:pt idx="375">
                  <c:v>48.3014796</c:v>
                </c:pt>
                <c:pt idx="376">
                  <c:v>48.3014796</c:v>
                </c:pt>
                <c:pt idx="377">
                  <c:v>48.3014796</c:v>
                </c:pt>
                <c:pt idx="378">
                  <c:v>48.3014796</c:v>
                </c:pt>
                <c:pt idx="379">
                  <c:v>48.3014796</c:v>
                </c:pt>
                <c:pt idx="380">
                  <c:v>48.3014796</c:v>
                </c:pt>
                <c:pt idx="381">
                  <c:v>48.3014796</c:v>
                </c:pt>
                <c:pt idx="382">
                  <c:v>48.3014796</c:v>
                </c:pt>
                <c:pt idx="383">
                  <c:v>48.3014796</c:v>
                </c:pt>
                <c:pt idx="384">
                  <c:v>48.3014796</c:v>
                </c:pt>
                <c:pt idx="385">
                  <c:v>48.3014796</c:v>
                </c:pt>
                <c:pt idx="386">
                  <c:v>48.3014796</c:v>
                </c:pt>
                <c:pt idx="387">
                  <c:v>48.3014796</c:v>
                </c:pt>
                <c:pt idx="388">
                  <c:v>48.3014796</c:v>
                </c:pt>
                <c:pt idx="389">
                  <c:v>48.3014796</c:v>
                </c:pt>
                <c:pt idx="390">
                  <c:v>48.3014796</c:v>
                </c:pt>
                <c:pt idx="391">
                  <c:v>48.3014796</c:v>
                </c:pt>
                <c:pt idx="392">
                  <c:v>48.3014796</c:v>
                </c:pt>
                <c:pt idx="393">
                  <c:v>48.3014796</c:v>
                </c:pt>
                <c:pt idx="394">
                  <c:v>48.3014796</c:v>
                </c:pt>
                <c:pt idx="395">
                  <c:v>48.3014796</c:v>
                </c:pt>
                <c:pt idx="396">
                  <c:v>48.3014796</c:v>
                </c:pt>
                <c:pt idx="397">
                  <c:v>48.3014796</c:v>
                </c:pt>
                <c:pt idx="398">
                  <c:v>48.3014796</c:v>
                </c:pt>
                <c:pt idx="399">
                  <c:v>48.3014796</c:v>
                </c:pt>
                <c:pt idx="400">
                  <c:v>48.3014796</c:v>
                </c:pt>
                <c:pt idx="401">
                  <c:v>48.3014796</c:v>
                </c:pt>
                <c:pt idx="402">
                  <c:v>48.3014796</c:v>
                </c:pt>
                <c:pt idx="403">
                  <c:v>48.3014796</c:v>
                </c:pt>
                <c:pt idx="404">
                  <c:v>48.3014796</c:v>
                </c:pt>
                <c:pt idx="405">
                  <c:v>48.3014796</c:v>
                </c:pt>
                <c:pt idx="406">
                  <c:v>48.3014796</c:v>
                </c:pt>
                <c:pt idx="407">
                  <c:v>48.3014796</c:v>
                </c:pt>
                <c:pt idx="408">
                  <c:v>48.3014796</c:v>
                </c:pt>
                <c:pt idx="409">
                  <c:v>48.3014796</c:v>
                </c:pt>
                <c:pt idx="410">
                  <c:v>48.3014796</c:v>
                </c:pt>
                <c:pt idx="411">
                  <c:v>48.3014796</c:v>
                </c:pt>
                <c:pt idx="412">
                  <c:v>48.3014796</c:v>
                </c:pt>
                <c:pt idx="413">
                  <c:v>48.3014796</c:v>
                </c:pt>
                <c:pt idx="414">
                  <c:v>48.3014796</c:v>
                </c:pt>
                <c:pt idx="415">
                  <c:v>48.3014796</c:v>
                </c:pt>
                <c:pt idx="416">
                  <c:v>48.3014796</c:v>
                </c:pt>
                <c:pt idx="417">
                  <c:v>48.3014796</c:v>
                </c:pt>
                <c:pt idx="418">
                  <c:v>48.3014796</c:v>
                </c:pt>
                <c:pt idx="419">
                  <c:v>48.3014796</c:v>
                </c:pt>
                <c:pt idx="420">
                  <c:v>48.3014796</c:v>
                </c:pt>
                <c:pt idx="421">
                  <c:v>48.3014796</c:v>
                </c:pt>
                <c:pt idx="422">
                  <c:v>48.3014796</c:v>
                </c:pt>
                <c:pt idx="423">
                  <c:v>48.3014796</c:v>
                </c:pt>
                <c:pt idx="424">
                  <c:v>48.3014796</c:v>
                </c:pt>
                <c:pt idx="425">
                  <c:v>48.3014796</c:v>
                </c:pt>
                <c:pt idx="426">
                  <c:v>48.3014796</c:v>
                </c:pt>
                <c:pt idx="427">
                  <c:v>48.3014796</c:v>
                </c:pt>
                <c:pt idx="428">
                  <c:v>48.3014796</c:v>
                </c:pt>
                <c:pt idx="429">
                  <c:v>48.3014796</c:v>
                </c:pt>
                <c:pt idx="430">
                  <c:v>48.3014796</c:v>
                </c:pt>
                <c:pt idx="431">
                  <c:v>48.3014796</c:v>
                </c:pt>
                <c:pt idx="432">
                  <c:v>48.3014796</c:v>
                </c:pt>
                <c:pt idx="433">
                  <c:v>48.3014796</c:v>
                </c:pt>
                <c:pt idx="434">
                  <c:v>48.3014796</c:v>
                </c:pt>
                <c:pt idx="435">
                  <c:v>48.3014796</c:v>
                </c:pt>
                <c:pt idx="436">
                  <c:v>48.3014796</c:v>
                </c:pt>
                <c:pt idx="437">
                  <c:v>48.3014796</c:v>
                </c:pt>
                <c:pt idx="438">
                  <c:v>48.3014796</c:v>
                </c:pt>
                <c:pt idx="439">
                  <c:v>48.3014796</c:v>
                </c:pt>
                <c:pt idx="440">
                  <c:v>48.3014796</c:v>
                </c:pt>
                <c:pt idx="441">
                  <c:v>48.3014796</c:v>
                </c:pt>
                <c:pt idx="442">
                  <c:v>48.3014796</c:v>
                </c:pt>
                <c:pt idx="443">
                  <c:v>48.3014796</c:v>
                </c:pt>
                <c:pt idx="444">
                  <c:v>48.3014796</c:v>
                </c:pt>
                <c:pt idx="445">
                  <c:v>48.3014796</c:v>
                </c:pt>
                <c:pt idx="446">
                  <c:v>48.3014796</c:v>
                </c:pt>
                <c:pt idx="447">
                  <c:v>48.3014796</c:v>
                </c:pt>
                <c:pt idx="448">
                  <c:v>48.3014796</c:v>
                </c:pt>
                <c:pt idx="449">
                  <c:v>48.3014796</c:v>
                </c:pt>
                <c:pt idx="450">
                  <c:v>48.3014796</c:v>
                </c:pt>
                <c:pt idx="451">
                  <c:v>48.3014796</c:v>
                </c:pt>
                <c:pt idx="452">
                  <c:v>48.3014796</c:v>
                </c:pt>
                <c:pt idx="453">
                  <c:v>48.3014796</c:v>
                </c:pt>
                <c:pt idx="454">
                  <c:v>48.3014796</c:v>
                </c:pt>
                <c:pt idx="455">
                  <c:v>48.3014796</c:v>
                </c:pt>
                <c:pt idx="456">
                  <c:v>48.3014796</c:v>
                </c:pt>
                <c:pt idx="457">
                  <c:v>48.3014796</c:v>
                </c:pt>
                <c:pt idx="458">
                  <c:v>48.3014796</c:v>
                </c:pt>
                <c:pt idx="459">
                  <c:v>48.3014796</c:v>
                </c:pt>
                <c:pt idx="460">
                  <c:v>48.3014796</c:v>
                </c:pt>
                <c:pt idx="461">
                  <c:v>48.3014796</c:v>
                </c:pt>
                <c:pt idx="462">
                  <c:v>48.3014796</c:v>
                </c:pt>
                <c:pt idx="463">
                  <c:v>48.3014796</c:v>
                </c:pt>
                <c:pt idx="464">
                  <c:v>48.3014796</c:v>
                </c:pt>
                <c:pt idx="465">
                  <c:v>48.3014796</c:v>
                </c:pt>
                <c:pt idx="466">
                  <c:v>48.3014796</c:v>
                </c:pt>
                <c:pt idx="467">
                  <c:v>48.3014796</c:v>
                </c:pt>
                <c:pt idx="468">
                  <c:v>48.3014796</c:v>
                </c:pt>
                <c:pt idx="469">
                  <c:v>48.3014796</c:v>
                </c:pt>
                <c:pt idx="470">
                  <c:v>48.3014796</c:v>
                </c:pt>
                <c:pt idx="471">
                  <c:v>48.3014796</c:v>
                </c:pt>
                <c:pt idx="472">
                  <c:v>48.3014796</c:v>
                </c:pt>
                <c:pt idx="473">
                  <c:v>48.3014796</c:v>
                </c:pt>
                <c:pt idx="474">
                  <c:v>48.3014796</c:v>
                </c:pt>
                <c:pt idx="475">
                  <c:v>48.3014796</c:v>
                </c:pt>
                <c:pt idx="476">
                  <c:v>48.3014796</c:v>
                </c:pt>
                <c:pt idx="477">
                  <c:v>48.3014796</c:v>
                </c:pt>
                <c:pt idx="478">
                  <c:v>48.3014796</c:v>
                </c:pt>
                <c:pt idx="479">
                  <c:v>48.3014796</c:v>
                </c:pt>
                <c:pt idx="480">
                  <c:v>48.3014796</c:v>
                </c:pt>
                <c:pt idx="481">
                  <c:v>48.3014796</c:v>
                </c:pt>
                <c:pt idx="482">
                  <c:v>48.3014796</c:v>
                </c:pt>
                <c:pt idx="483">
                  <c:v>48.3014796</c:v>
                </c:pt>
                <c:pt idx="484">
                  <c:v>48.3014796</c:v>
                </c:pt>
                <c:pt idx="485">
                  <c:v>48.3014796</c:v>
                </c:pt>
                <c:pt idx="486">
                  <c:v>48.3014796</c:v>
                </c:pt>
                <c:pt idx="487">
                  <c:v>48.3014796</c:v>
                </c:pt>
                <c:pt idx="488">
                  <c:v>48.3014796</c:v>
                </c:pt>
                <c:pt idx="489">
                  <c:v>48.3014796</c:v>
                </c:pt>
                <c:pt idx="490">
                  <c:v>48.3014796</c:v>
                </c:pt>
                <c:pt idx="491">
                  <c:v>48.3014796</c:v>
                </c:pt>
                <c:pt idx="492">
                  <c:v>48.3014796</c:v>
                </c:pt>
                <c:pt idx="493">
                  <c:v>48.3014796</c:v>
                </c:pt>
                <c:pt idx="494">
                  <c:v>48.3014796</c:v>
                </c:pt>
                <c:pt idx="495">
                  <c:v>48.3014796</c:v>
                </c:pt>
                <c:pt idx="496">
                  <c:v>51.278380810000002</c:v>
                </c:pt>
                <c:pt idx="497">
                  <c:v>51.278380810000002</c:v>
                </c:pt>
                <c:pt idx="498">
                  <c:v>51.278380810000002</c:v>
                </c:pt>
                <c:pt idx="499">
                  <c:v>52.188266830000003</c:v>
                </c:pt>
                <c:pt idx="500">
                  <c:v>52.188266830000003</c:v>
                </c:pt>
                <c:pt idx="501">
                  <c:v>52.188266830000003</c:v>
                </c:pt>
                <c:pt idx="502">
                  <c:v>52.188266830000003</c:v>
                </c:pt>
                <c:pt idx="503">
                  <c:v>52.188266830000003</c:v>
                </c:pt>
                <c:pt idx="504">
                  <c:v>52.188266830000003</c:v>
                </c:pt>
                <c:pt idx="505">
                  <c:v>52.188266830000003</c:v>
                </c:pt>
                <c:pt idx="506">
                  <c:v>52.188266830000003</c:v>
                </c:pt>
                <c:pt idx="507">
                  <c:v>52.188266830000003</c:v>
                </c:pt>
                <c:pt idx="508">
                  <c:v>52.188266830000003</c:v>
                </c:pt>
                <c:pt idx="509">
                  <c:v>52.188266830000003</c:v>
                </c:pt>
                <c:pt idx="510">
                  <c:v>52.188266830000003</c:v>
                </c:pt>
                <c:pt idx="511">
                  <c:v>52.188266830000003</c:v>
                </c:pt>
                <c:pt idx="512">
                  <c:v>52.188266830000003</c:v>
                </c:pt>
                <c:pt idx="513">
                  <c:v>52.188266830000003</c:v>
                </c:pt>
                <c:pt idx="514">
                  <c:v>52.188266830000003</c:v>
                </c:pt>
                <c:pt idx="515">
                  <c:v>52.188266830000003</c:v>
                </c:pt>
                <c:pt idx="516">
                  <c:v>52.188266830000003</c:v>
                </c:pt>
                <c:pt idx="517">
                  <c:v>52.188266830000003</c:v>
                </c:pt>
                <c:pt idx="518">
                  <c:v>52.188266830000003</c:v>
                </c:pt>
                <c:pt idx="519">
                  <c:v>52.188266830000003</c:v>
                </c:pt>
                <c:pt idx="520">
                  <c:v>52.188266830000003</c:v>
                </c:pt>
                <c:pt idx="521">
                  <c:v>52.188266830000003</c:v>
                </c:pt>
                <c:pt idx="522">
                  <c:v>52.188266830000003</c:v>
                </c:pt>
                <c:pt idx="523">
                  <c:v>52.188266830000003</c:v>
                </c:pt>
                <c:pt idx="524">
                  <c:v>52.188266830000003</c:v>
                </c:pt>
                <c:pt idx="525">
                  <c:v>52.188266830000003</c:v>
                </c:pt>
                <c:pt idx="526">
                  <c:v>52.188266830000003</c:v>
                </c:pt>
                <c:pt idx="527">
                  <c:v>52.261450799999999</c:v>
                </c:pt>
                <c:pt idx="528">
                  <c:v>52.261450799999999</c:v>
                </c:pt>
                <c:pt idx="529">
                  <c:v>52.261450799999999</c:v>
                </c:pt>
                <c:pt idx="530">
                  <c:v>52.261450799999999</c:v>
                </c:pt>
                <c:pt idx="531">
                  <c:v>52.261450799999999</c:v>
                </c:pt>
                <c:pt idx="532">
                  <c:v>52.261450799999999</c:v>
                </c:pt>
                <c:pt idx="533">
                  <c:v>52.261450799999999</c:v>
                </c:pt>
                <c:pt idx="534">
                  <c:v>52.261450799999999</c:v>
                </c:pt>
                <c:pt idx="535">
                  <c:v>53.672826000000001</c:v>
                </c:pt>
                <c:pt idx="536">
                  <c:v>53.672826000000001</c:v>
                </c:pt>
                <c:pt idx="537">
                  <c:v>53.672826000000001</c:v>
                </c:pt>
                <c:pt idx="538">
                  <c:v>53.672826000000001</c:v>
                </c:pt>
                <c:pt idx="539">
                  <c:v>53.672826000000001</c:v>
                </c:pt>
                <c:pt idx="540">
                  <c:v>53.672826000000001</c:v>
                </c:pt>
                <c:pt idx="541">
                  <c:v>53.672826000000001</c:v>
                </c:pt>
                <c:pt idx="542">
                  <c:v>53.672826000000001</c:v>
                </c:pt>
                <c:pt idx="543">
                  <c:v>53.746457399999997</c:v>
                </c:pt>
                <c:pt idx="544">
                  <c:v>53.746457399999997</c:v>
                </c:pt>
                <c:pt idx="545">
                  <c:v>53.746457399999997</c:v>
                </c:pt>
                <c:pt idx="546">
                  <c:v>53.746457399999997</c:v>
                </c:pt>
                <c:pt idx="547">
                  <c:v>53.746457399999997</c:v>
                </c:pt>
                <c:pt idx="548">
                  <c:v>53.746457399999997</c:v>
                </c:pt>
                <c:pt idx="549">
                  <c:v>53.746457399999997</c:v>
                </c:pt>
                <c:pt idx="550">
                  <c:v>53.746457399999997</c:v>
                </c:pt>
                <c:pt idx="551">
                  <c:v>53.746457399999997</c:v>
                </c:pt>
                <c:pt idx="552">
                  <c:v>53.746457399999997</c:v>
                </c:pt>
                <c:pt idx="553">
                  <c:v>53.746457399999997</c:v>
                </c:pt>
                <c:pt idx="554">
                  <c:v>53.746457399999997</c:v>
                </c:pt>
                <c:pt idx="555">
                  <c:v>53.746457399999997</c:v>
                </c:pt>
                <c:pt idx="556">
                  <c:v>53.746457399999997</c:v>
                </c:pt>
                <c:pt idx="557">
                  <c:v>53.746457399999997</c:v>
                </c:pt>
                <c:pt idx="558">
                  <c:v>53.746457399999997</c:v>
                </c:pt>
                <c:pt idx="559">
                  <c:v>53.746457399999997</c:v>
                </c:pt>
                <c:pt idx="560">
                  <c:v>53.746457399999997</c:v>
                </c:pt>
                <c:pt idx="561">
                  <c:v>53.746457399999997</c:v>
                </c:pt>
                <c:pt idx="562">
                  <c:v>53.746457399999997</c:v>
                </c:pt>
                <c:pt idx="563">
                  <c:v>57.515504999999997</c:v>
                </c:pt>
                <c:pt idx="564">
                  <c:v>57.515504999999997</c:v>
                </c:pt>
                <c:pt idx="565">
                  <c:v>57.515504999999997</c:v>
                </c:pt>
                <c:pt idx="566">
                  <c:v>57.515504999999997</c:v>
                </c:pt>
                <c:pt idx="567">
                  <c:v>57.515504999999997</c:v>
                </c:pt>
                <c:pt idx="568">
                  <c:v>57.515504999999997</c:v>
                </c:pt>
                <c:pt idx="569">
                  <c:v>57.515504999999997</c:v>
                </c:pt>
                <c:pt idx="570">
                  <c:v>57.515504999999997</c:v>
                </c:pt>
                <c:pt idx="571">
                  <c:v>57.515504999999997</c:v>
                </c:pt>
                <c:pt idx="572">
                  <c:v>57.515504999999997</c:v>
                </c:pt>
                <c:pt idx="573">
                  <c:v>57.515504999999997</c:v>
                </c:pt>
                <c:pt idx="574">
                  <c:v>57.515504999999997</c:v>
                </c:pt>
                <c:pt idx="575">
                  <c:v>57.515504999999997</c:v>
                </c:pt>
                <c:pt idx="576">
                  <c:v>57.515504999999997</c:v>
                </c:pt>
                <c:pt idx="577">
                  <c:v>57.515504999999997</c:v>
                </c:pt>
                <c:pt idx="578">
                  <c:v>57.515504999999997</c:v>
                </c:pt>
                <c:pt idx="579">
                  <c:v>57.515504999999997</c:v>
                </c:pt>
                <c:pt idx="580">
                  <c:v>57.515504999999997</c:v>
                </c:pt>
                <c:pt idx="581">
                  <c:v>57.515504999999997</c:v>
                </c:pt>
                <c:pt idx="582">
                  <c:v>57.515504999999997</c:v>
                </c:pt>
                <c:pt idx="583">
                  <c:v>57.515504999999997</c:v>
                </c:pt>
                <c:pt idx="584">
                  <c:v>57.515504999999997</c:v>
                </c:pt>
                <c:pt idx="585">
                  <c:v>57.515504999999997</c:v>
                </c:pt>
                <c:pt idx="586">
                  <c:v>57.515504999999997</c:v>
                </c:pt>
                <c:pt idx="587">
                  <c:v>57.515504999999997</c:v>
                </c:pt>
                <c:pt idx="588">
                  <c:v>57.515504999999997</c:v>
                </c:pt>
                <c:pt idx="589">
                  <c:v>57.515504999999997</c:v>
                </c:pt>
                <c:pt idx="590">
                  <c:v>57.515504999999997</c:v>
                </c:pt>
                <c:pt idx="591">
                  <c:v>57.515504999999997</c:v>
                </c:pt>
                <c:pt idx="592">
                  <c:v>57.515504999999997</c:v>
                </c:pt>
                <c:pt idx="593">
                  <c:v>57.515504999999997</c:v>
                </c:pt>
                <c:pt idx="594">
                  <c:v>57.515504999999997</c:v>
                </c:pt>
                <c:pt idx="595">
                  <c:v>57.515504999999997</c:v>
                </c:pt>
                <c:pt idx="596">
                  <c:v>57.515504999999997</c:v>
                </c:pt>
                <c:pt idx="597">
                  <c:v>57.515504999999997</c:v>
                </c:pt>
                <c:pt idx="598">
                  <c:v>57.515504999999997</c:v>
                </c:pt>
                <c:pt idx="599">
                  <c:v>57.515504999999997</c:v>
                </c:pt>
                <c:pt idx="600">
                  <c:v>57.515504999999997</c:v>
                </c:pt>
                <c:pt idx="601">
                  <c:v>57.515504999999997</c:v>
                </c:pt>
                <c:pt idx="602">
                  <c:v>57.515504999999997</c:v>
                </c:pt>
                <c:pt idx="603">
                  <c:v>57.515504999999997</c:v>
                </c:pt>
                <c:pt idx="604">
                  <c:v>57.515504999999997</c:v>
                </c:pt>
                <c:pt idx="605">
                  <c:v>57.515504999999997</c:v>
                </c:pt>
                <c:pt idx="606">
                  <c:v>57.515504999999997</c:v>
                </c:pt>
                <c:pt idx="607">
                  <c:v>57.515504999999997</c:v>
                </c:pt>
                <c:pt idx="608">
                  <c:v>57.515504999999997</c:v>
                </c:pt>
                <c:pt idx="609">
                  <c:v>57.515504999999997</c:v>
                </c:pt>
                <c:pt idx="610">
                  <c:v>57.515504999999997</c:v>
                </c:pt>
                <c:pt idx="611">
                  <c:v>57.515504999999997</c:v>
                </c:pt>
                <c:pt idx="612">
                  <c:v>57.515504999999997</c:v>
                </c:pt>
                <c:pt idx="613">
                  <c:v>57.515504999999997</c:v>
                </c:pt>
                <c:pt idx="614">
                  <c:v>57.515504999999997</c:v>
                </c:pt>
                <c:pt idx="615">
                  <c:v>57.515504999999997</c:v>
                </c:pt>
                <c:pt idx="616">
                  <c:v>57.515504999999997</c:v>
                </c:pt>
                <c:pt idx="617">
                  <c:v>57.515504999999997</c:v>
                </c:pt>
                <c:pt idx="618">
                  <c:v>57.515504999999997</c:v>
                </c:pt>
                <c:pt idx="619">
                  <c:v>57.515504999999997</c:v>
                </c:pt>
                <c:pt idx="620">
                  <c:v>57.515504999999997</c:v>
                </c:pt>
                <c:pt idx="621">
                  <c:v>57.515504999999997</c:v>
                </c:pt>
                <c:pt idx="622">
                  <c:v>57.515504999999997</c:v>
                </c:pt>
                <c:pt idx="623">
                  <c:v>57.515504999999997</c:v>
                </c:pt>
                <c:pt idx="624">
                  <c:v>57.515504999999997</c:v>
                </c:pt>
                <c:pt idx="625">
                  <c:v>57.515504999999997</c:v>
                </c:pt>
                <c:pt idx="626">
                  <c:v>57.515504999999997</c:v>
                </c:pt>
                <c:pt idx="627">
                  <c:v>57.515504999999997</c:v>
                </c:pt>
                <c:pt idx="628">
                  <c:v>57.515504999999997</c:v>
                </c:pt>
                <c:pt idx="629">
                  <c:v>57.515504999999997</c:v>
                </c:pt>
                <c:pt idx="630">
                  <c:v>57.515504999999997</c:v>
                </c:pt>
                <c:pt idx="631">
                  <c:v>57.515504999999997</c:v>
                </c:pt>
                <c:pt idx="632">
                  <c:v>57.515504999999997</c:v>
                </c:pt>
                <c:pt idx="633">
                  <c:v>57.515504999999997</c:v>
                </c:pt>
                <c:pt idx="634">
                  <c:v>57.515504999999997</c:v>
                </c:pt>
                <c:pt idx="635">
                  <c:v>57.515504999999997</c:v>
                </c:pt>
                <c:pt idx="636">
                  <c:v>57.515504999999997</c:v>
                </c:pt>
                <c:pt idx="637">
                  <c:v>57.515504999999997</c:v>
                </c:pt>
                <c:pt idx="638">
                  <c:v>57.515504999999997</c:v>
                </c:pt>
                <c:pt idx="639">
                  <c:v>57.515504999999997</c:v>
                </c:pt>
                <c:pt idx="640">
                  <c:v>57.515504999999997</c:v>
                </c:pt>
                <c:pt idx="641">
                  <c:v>57.515504999999997</c:v>
                </c:pt>
                <c:pt idx="642">
                  <c:v>57.515504999999997</c:v>
                </c:pt>
                <c:pt idx="643">
                  <c:v>57.515504999999997</c:v>
                </c:pt>
                <c:pt idx="644">
                  <c:v>57.515504999999997</c:v>
                </c:pt>
                <c:pt idx="645">
                  <c:v>57.515504999999997</c:v>
                </c:pt>
                <c:pt idx="646">
                  <c:v>57.515504999999997</c:v>
                </c:pt>
                <c:pt idx="647">
                  <c:v>57.515504999999997</c:v>
                </c:pt>
                <c:pt idx="648">
                  <c:v>57.515504999999997</c:v>
                </c:pt>
                <c:pt idx="649">
                  <c:v>57.515504999999997</c:v>
                </c:pt>
                <c:pt idx="650">
                  <c:v>57.515504999999997</c:v>
                </c:pt>
                <c:pt idx="651">
                  <c:v>57.515504999999997</c:v>
                </c:pt>
                <c:pt idx="652">
                  <c:v>57.515504999999997</c:v>
                </c:pt>
                <c:pt idx="653">
                  <c:v>57.515504999999997</c:v>
                </c:pt>
                <c:pt idx="654">
                  <c:v>57.515504999999997</c:v>
                </c:pt>
                <c:pt idx="655">
                  <c:v>57.515504999999997</c:v>
                </c:pt>
                <c:pt idx="656">
                  <c:v>57.515504999999997</c:v>
                </c:pt>
                <c:pt idx="657">
                  <c:v>57.515504999999997</c:v>
                </c:pt>
                <c:pt idx="658">
                  <c:v>57.515504999999997</c:v>
                </c:pt>
                <c:pt idx="659">
                  <c:v>57.515504999999997</c:v>
                </c:pt>
                <c:pt idx="660">
                  <c:v>57.515504999999997</c:v>
                </c:pt>
                <c:pt idx="661">
                  <c:v>57.515504999999997</c:v>
                </c:pt>
                <c:pt idx="662">
                  <c:v>57.515504999999997</c:v>
                </c:pt>
                <c:pt idx="663">
                  <c:v>57.515504999999997</c:v>
                </c:pt>
                <c:pt idx="664">
                  <c:v>57.515504999999997</c:v>
                </c:pt>
                <c:pt idx="665">
                  <c:v>57.515504999999997</c:v>
                </c:pt>
                <c:pt idx="666">
                  <c:v>57.515504999999997</c:v>
                </c:pt>
                <c:pt idx="667">
                  <c:v>57.515504999999997</c:v>
                </c:pt>
                <c:pt idx="668">
                  <c:v>57.515504999999997</c:v>
                </c:pt>
                <c:pt idx="669">
                  <c:v>57.515504999999997</c:v>
                </c:pt>
                <c:pt idx="670">
                  <c:v>57.515504999999997</c:v>
                </c:pt>
                <c:pt idx="671">
                  <c:v>57.515504999999997</c:v>
                </c:pt>
                <c:pt idx="672">
                  <c:v>57.515504999999997</c:v>
                </c:pt>
                <c:pt idx="673">
                  <c:v>57.515504999999997</c:v>
                </c:pt>
                <c:pt idx="674">
                  <c:v>57.515504999999997</c:v>
                </c:pt>
                <c:pt idx="675">
                  <c:v>57.515504999999997</c:v>
                </c:pt>
                <c:pt idx="676">
                  <c:v>57.515504999999997</c:v>
                </c:pt>
                <c:pt idx="677">
                  <c:v>57.515504999999997</c:v>
                </c:pt>
                <c:pt idx="678">
                  <c:v>57.515504999999997</c:v>
                </c:pt>
                <c:pt idx="679">
                  <c:v>57.515504999999997</c:v>
                </c:pt>
                <c:pt idx="680">
                  <c:v>57.515504999999997</c:v>
                </c:pt>
                <c:pt idx="681">
                  <c:v>57.515504999999997</c:v>
                </c:pt>
                <c:pt idx="682">
                  <c:v>57.515504999999997</c:v>
                </c:pt>
                <c:pt idx="683">
                  <c:v>57.515504999999997</c:v>
                </c:pt>
                <c:pt idx="684">
                  <c:v>57.515504999999997</c:v>
                </c:pt>
                <c:pt idx="685">
                  <c:v>57.515504999999997</c:v>
                </c:pt>
                <c:pt idx="686">
                  <c:v>57.515504999999997</c:v>
                </c:pt>
                <c:pt idx="687">
                  <c:v>57.515504999999997</c:v>
                </c:pt>
                <c:pt idx="688">
                  <c:v>57.515504999999997</c:v>
                </c:pt>
                <c:pt idx="689">
                  <c:v>57.515504999999997</c:v>
                </c:pt>
                <c:pt idx="690">
                  <c:v>57.515504999999997</c:v>
                </c:pt>
                <c:pt idx="691">
                  <c:v>57.515504999999997</c:v>
                </c:pt>
                <c:pt idx="692">
                  <c:v>57.515504999999997</c:v>
                </c:pt>
                <c:pt idx="693">
                  <c:v>57.515504999999997</c:v>
                </c:pt>
                <c:pt idx="694">
                  <c:v>57.515504999999997</c:v>
                </c:pt>
                <c:pt idx="695">
                  <c:v>57.515504999999997</c:v>
                </c:pt>
                <c:pt idx="696">
                  <c:v>57.515504999999997</c:v>
                </c:pt>
                <c:pt idx="697">
                  <c:v>57.515504999999997</c:v>
                </c:pt>
                <c:pt idx="698">
                  <c:v>57.515504999999997</c:v>
                </c:pt>
                <c:pt idx="699">
                  <c:v>57.515504999999997</c:v>
                </c:pt>
                <c:pt idx="700">
                  <c:v>57.515504999999997</c:v>
                </c:pt>
                <c:pt idx="701">
                  <c:v>57.515504999999997</c:v>
                </c:pt>
                <c:pt idx="702">
                  <c:v>57.515504999999997</c:v>
                </c:pt>
                <c:pt idx="703">
                  <c:v>57.515504999999997</c:v>
                </c:pt>
                <c:pt idx="704">
                  <c:v>57.515504999999997</c:v>
                </c:pt>
                <c:pt idx="705">
                  <c:v>57.515504999999997</c:v>
                </c:pt>
                <c:pt idx="706">
                  <c:v>57.515504999999997</c:v>
                </c:pt>
                <c:pt idx="707">
                  <c:v>57.515504999999997</c:v>
                </c:pt>
                <c:pt idx="708">
                  <c:v>57.515504999999997</c:v>
                </c:pt>
                <c:pt idx="709">
                  <c:v>57.515504999999997</c:v>
                </c:pt>
                <c:pt idx="710">
                  <c:v>57.515504999999997</c:v>
                </c:pt>
                <c:pt idx="711">
                  <c:v>57.515504999999997</c:v>
                </c:pt>
                <c:pt idx="712">
                  <c:v>57.515504999999997</c:v>
                </c:pt>
                <c:pt idx="713">
                  <c:v>57.515504999999997</c:v>
                </c:pt>
                <c:pt idx="714">
                  <c:v>57.515504999999997</c:v>
                </c:pt>
                <c:pt idx="715">
                  <c:v>57.515504999999997</c:v>
                </c:pt>
                <c:pt idx="716">
                  <c:v>57.515504999999997</c:v>
                </c:pt>
                <c:pt idx="717">
                  <c:v>57.515504999999997</c:v>
                </c:pt>
                <c:pt idx="718">
                  <c:v>57.515504999999997</c:v>
                </c:pt>
                <c:pt idx="719">
                  <c:v>57.515504999999997</c:v>
                </c:pt>
                <c:pt idx="720">
                  <c:v>57.515504999999997</c:v>
                </c:pt>
                <c:pt idx="721">
                  <c:v>57.515504999999997</c:v>
                </c:pt>
                <c:pt idx="722">
                  <c:v>57.515504999999997</c:v>
                </c:pt>
                <c:pt idx="723">
                  <c:v>57.515504999999997</c:v>
                </c:pt>
                <c:pt idx="724">
                  <c:v>57.515504999999997</c:v>
                </c:pt>
                <c:pt idx="725">
                  <c:v>57.515504999999997</c:v>
                </c:pt>
                <c:pt idx="726">
                  <c:v>57.515504999999997</c:v>
                </c:pt>
                <c:pt idx="727">
                  <c:v>57.515504999999997</c:v>
                </c:pt>
                <c:pt idx="728">
                  <c:v>57.515504999999997</c:v>
                </c:pt>
                <c:pt idx="729">
                  <c:v>57.515504999999997</c:v>
                </c:pt>
                <c:pt idx="730">
                  <c:v>57.515504999999997</c:v>
                </c:pt>
                <c:pt idx="731">
                  <c:v>57.515504999999997</c:v>
                </c:pt>
                <c:pt idx="732">
                  <c:v>57.515504999999997</c:v>
                </c:pt>
                <c:pt idx="733">
                  <c:v>57.515504999999997</c:v>
                </c:pt>
                <c:pt idx="734">
                  <c:v>57.515504999999997</c:v>
                </c:pt>
                <c:pt idx="735">
                  <c:v>57.515504999999997</c:v>
                </c:pt>
                <c:pt idx="736">
                  <c:v>57.515504999999997</c:v>
                </c:pt>
                <c:pt idx="737">
                  <c:v>57.515504999999997</c:v>
                </c:pt>
                <c:pt idx="738">
                  <c:v>57.515504999999997</c:v>
                </c:pt>
                <c:pt idx="739">
                  <c:v>57.515504999999997</c:v>
                </c:pt>
                <c:pt idx="740">
                  <c:v>57.515504999999997</c:v>
                </c:pt>
                <c:pt idx="741">
                  <c:v>57.515504999999997</c:v>
                </c:pt>
                <c:pt idx="742">
                  <c:v>57.515504999999997</c:v>
                </c:pt>
                <c:pt idx="743">
                  <c:v>57.515504999999997</c:v>
                </c:pt>
                <c:pt idx="744">
                  <c:v>57.515504999999997</c:v>
                </c:pt>
                <c:pt idx="745">
                  <c:v>57.515504999999997</c:v>
                </c:pt>
                <c:pt idx="746">
                  <c:v>57.515504999999997</c:v>
                </c:pt>
                <c:pt idx="747">
                  <c:v>57.515504999999997</c:v>
                </c:pt>
                <c:pt idx="748">
                  <c:v>57.515504999999997</c:v>
                </c:pt>
                <c:pt idx="749">
                  <c:v>57.515504999999997</c:v>
                </c:pt>
                <c:pt idx="750">
                  <c:v>57.515504999999997</c:v>
                </c:pt>
                <c:pt idx="751">
                  <c:v>57.515504999999997</c:v>
                </c:pt>
                <c:pt idx="752">
                  <c:v>57.515504999999997</c:v>
                </c:pt>
                <c:pt idx="753">
                  <c:v>57.515504999999997</c:v>
                </c:pt>
                <c:pt idx="754">
                  <c:v>57.515504999999997</c:v>
                </c:pt>
                <c:pt idx="755">
                  <c:v>57.515504999999997</c:v>
                </c:pt>
                <c:pt idx="756">
                  <c:v>57.515504999999997</c:v>
                </c:pt>
                <c:pt idx="757">
                  <c:v>57.515504999999997</c:v>
                </c:pt>
                <c:pt idx="758">
                  <c:v>57.515504999999997</c:v>
                </c:pt>
                <c:pt idx="759">
                  <c:v>57.515504999999997</c:v>
                </c:pt>
                <c:pt idx="760">
                  <c:v>57.515504999999997</c:v>
                </c:pt>
                <c:pt idx="761">
                  <c:v>57.515504999999997</c:v>
                </c:pt>
                <c:pt idx="762">
                  <c:v>57.515504999999997</c:v>
                </c:pt>
                <c:pt idx="763">
                  <c:v>57.515504999999997</c:v>
                </c:pt>
                <c:pt idx="764">
                  <c:v>57.515504999999997</c:v>
                </c:pt>
                <c:pt idx="765">
                  <c:v>57.515504999999997</c:v>
                </c:pt>
                <c:pt idx="766">
                  <c:v>57.515504999999997</c:v>
                </c:pt>
                <c:pt idx="767">
                  <c:v>57.515504999999997</c:v>
                </c:pt>
                <c:pt idx="768">
                  <c:v>57.515504999999997</c:v>
                </c:pt>
                <c:pt idx="769">
                  <c:v>57.515504999999997</c:v>
                </c:pt>
                <c:pt idx="770">
                  <c:v>57.515504999999997</c:v>
                </c:pt>
                <c:pt idx="771">
                  <c:v>57.515504999999997</c:v>
                </c:pt>
                <c:pt idx="772">
                  <c:v>57.515504999999997</c:v>
                </c:pt>
                <c:pt idx="773">
                  <c:v>57.515504999999997</c:v>
                </c:pt>
                <c:pt idx="774">
                  <c:v>57.515504999999997</c:v>
                </c:pt>
                <c:pt idx="775">
                  <c:v>57.515504999999997</c:v>
                </c:pt>
                <c:pt idx="776">
                  <c:v>57.515504999999997</c:v>
                </c:pt>
                <c:pt idx="777">
                  <c:v>57.515504999999997</c:v>
                </c:pt>
                <c:pt idx="778">
                  <c:v>57.515504999999997</c:v>
                </c:pt>
                <c:pt idx="779">
                  <c:v>57.515504999999997</c:v>
                </c:pt>
                <c:pt idx="780">
                  <c:v>57.515504999999997</c:v>
                </c:pt>
                <c:pt idx="781">
                  <c:v>57.515504999999997</c:v>
                </c:pt>
                <c:pt idx="782">
                  <c:v>57.515504999999997</c:v>
                </c:pt>
                <c:pt idx="783">
                  <c:v>57.515504999999997</c:v>
                </c:pt>
                <c:pt idx="784">
                  <c:v>57.515504999999997</c:v>
                </c:pt>
                <c:pt idx="785">
                  <c:v>57.515504999999997</c:v>
                </c:pt>
                <c:pt idx="786">
                  <c:v>57.515504999999997</c:v>
                </c:pt>
                <c:pt idx="787">
                  <c:v>57.515504999999997</c:v>
                </c:pt>
                <c:pt idx="788">
                  <c:v>57.515504999999997</c:v>
                </c:pt>
                <c:pt idx="789">
                  <c:v>57.515504999999997</c:v>
                </c:pt>
                <c:pt idx="790">
                  <c:v>57.515504999999997</c:v>
                </c:pt>
                <c:pt idx="791">
                  <c:v>57.515504999999997</c:v>
                </c:pt>
                <c:pt idx="792">
                  <c:v>57.515504999999997</c:v>
                </c:pt>
                <c:pt idx="793">
                  <c:v>57.515504999999997</c:v>
                </c:pt>
                <c:pt idx="794">
                  <c:v>57.515504999999997</c:v>
                </c:pt>
                <c:pt idx="795">
                  <c:v>57.515504999999997</c:v>
                </c:pt>
                <c:pt idx="796">
                  <c:v>57.515504999999997</c:v>
                </c:pt>
                <c:pt idx="797">
                  <c:v>57.515504999999997</c:v>
                </c:pt>
                <c:pt idx="798">
                  <c:v>57.515504999999997</c:v>
                </c:pt>
                <c:pt idx="799">
                  <c:v>57.515504999999997</c:v>
                </c:pt>
                <c:pt idx="800">
                  <c:v>57.515504999999997</c:v>
                </c:pt>
                <c:pt idx="801">
                  <c:v>57.515504999999997</c:v>
                </c:pt>
                <c:pt idx="802">
                  <c:v>57.515504999999997</c:v>
                </c:pt>
                <c:pt idx="803">
                  <c:v>57.515504999999997</c:v>
                </c:pt>
                <c:pt idx="804">
                  <c:v>57.515504999999997</c:v>
                </c:pt>
                <c:pt idx="805">
                  <c:v>57.515504999999997</c:v>
                </c:pt>
                <c:pt idx="806">
                  <c:v>57.515504999999997</c:v>
                </c:pt>
                <c:pt idx="807">
                  <c:v>57.515504999999997</c:v>
                </c:pt>
                <c:pt idx="808">
                  <c:v>57.515504999999997</c:v>
                </c:pt>
                <c:pt idx="809">
                  <c:v>57.515504999999997</c:v>
                </c:pt>
                <c:pt idx="810">
                  <c:v>57.515504999999997</c:v>
                </c:pt>
                <c:pt idx="811">
                  <c:v>57.515504999999997</c:v>
                </c:pt>
                <c:pt idx="812">
                  <c:v>57.515504999999997</c:v>
                </c:pt>
                <c:pt idx="813">
                  <c:v>57.515504999999997</c:v>
                </c:pt>
                <c:pt idx="814">
                  <c:v>57.515504999999997</c:v>
                </c:pt>
                <c:pt idx="815">
                  <c:v>57.515504999999997</c:v>
                </c:pt>
                <c:pt idx="816">
                  <c:v>57.515504999999997</c:v>
                </c:pt>
                <c:pt idx="817">
                  <c:v>57.515504999999997</c:v>
                </c:pt>
                <c:pt idx="818">
                  <c:v>57.515504999999997</c:v>
                </c:pt>
                <c:pt idx="819">
                  <c:v>57.515504999999997</c:v>
                </c:pt>
                <c:pt idx="820">
                  <c:v>57.515504999999997</c:v>
                </c:pt>
                <c:pt idx="821">
                  <c:v>57.515504999999997</c:v>
                </c:pt>
                <c:pt idx="822">
                  <c:v>57.515504999999997</c:v>
                </c:pt>
                <c:pt idx="823">
                  <c:v>57.515504999999997</c:v>
                </c:pt>
                <c:pt idx="824">
                  <c:v>57.515504999999997</c:v>
                </c:pt>
                <c:pt idx="825">
                  <c:v>57.515504999999997</c:v>
                </c:pt>
                <c:pt idx="826">
                  <c:v>57.515504999999997</c:v>
                </c:pt>
                <c:pt idx="827">
                  <c:v>57.515504999999997</c:v>
                </c:pt>
                <c:pt idx="828">
                  <c:v>57.515504999999997</c:v>
                </c:pt>
                <c:pt idx="829">
                  <c:v>57.515504999999997</c:v>
                </c:pt>
                <c:pt idx="830">
                  <c:v>57.515504999999997</c:v>
                </c:pt>
                <c:pt idx="831">
                  <c:v>57.515504999999997</c:v>
                </c:pt>
                <c:pt idx="832">
                  <c:v>57.515504999999997</c:v>
                </c:pt>
                <c:pt idx="833">
                  <c:v>57.515504999999997</c:v>
                </c:pt>
                <c:pt idx="834">
                  <c:v>57.515504999999997</c:v>
                </c:pt>
                <c:pt idx="835">
                  <c:v>57.515504999999997</c:v>
                </c:pt>
                <c:pt idx="836">
                  <c:v>57.515504999999997</c:v>
                </c:pt>
                <c:pt idx="837">
                  <c:v>57.515504999999997</c:v>
                </c:pt>
                <c:pt idx="838">
                  <c:v>57.515504999999997</c:v>
                </c:pt>
                <c:pt idx="839">
                  <c:v>57.515504999999997</c:v>
                </c:pt>
                <c:pt idx="840">
                  <c:v>57.515504999999997</c:v>
                </c:pt>
                <c:pt idx="841">
                  <c:v>57.515504999999997</c:v>
                </c:pt>
                <c:pt idx="842">
                  <c:v>57.515504999999997</c:v>
                </c:pt>
                <c:pt idx="843">
                  <c:v>57.515504999999997</c:v>
                </c:pt>
                <c:pt idx="844">
                  <c:v>57.515504999999997</c:v>
                </c:pt>
                <c:pt idx="845">
                  <c:v>57.515504999999997</c:v>
                </c:pt>
                <c:pt idx="846">
                  <c:v>57.515504999999997</c:v>
                </c:pt>
                <c:pt idx="847">
                  <c:v>57.515504999999997</c:v>
                </c:pt>
                <c:pt idx="848">
                  <c:v>57.515504999999997</c:v>
                </c:pt>
                <c:pt idx="849">
                  <c:v>57.515504999999997</c:v>
                </c:pt>
                <c:pt idx="850">
                  <c:v>57.515504999999997</c:v>
                </c:pt>
                <c:pt idx="851">
                  <c:v>57.515504999999997</c:v>
                </c:pt>
                <c:pt idx="852">
                  <c:v>57.515504999999997</c:v>
                </c:pt>
                <c:pt idx="853">
                  <c:v>57.515504999999997</c:v>
                </c:pt>
                <c:pt idx="854">
                  <c:v>57.515504999999997</c:v>
                </c:pt>
                <c:pt idx="855">
                  <c:v>57.515504999999997</c:v>
                </c:pt>
                <c:pt idx="856">
                  <c:v>57.515504999999997</c:v>
                </c:pt>
                <c:pt idx="857">
                  <c:v>57.515504999999997</c:v>
                </c:pt>
                <c:pt idx="858">
                  <c:v>57.515504999999997</c:v>
                </c:pt>
                <c:pt idx="859">
                  <c:v>57.515504999999997</c:v>
                </c:pt>
                <c:pt idx="860">
                  <c:v>57.515504999999997</c:v>
                </c:pt>
                <c:pt idx="861">
                  <c:v>57.515504999999997</c:v>
                </c:pt>
                <c:pt idx="862">
                  <c:v>57.515504999999997</c:v>
                </c:pt>
                <c:pt idx="863">
                  <c:v>57.515504999999997</c:v>
                </c:pt>
                <c:pt idx="864">
                  <c:v>57.515504999999997</c:v>
                </c:pt>
                <c:pt idx="865">
                  <c:v>57.515504999999997</c:v>
                </c:pt>
                <c:pt idx="866">
                  <c:v>57.515504999999997</c:v>
                </c:pt>
                <c:pt idx="867">
                  <c:v>57.515504999999997</c:v>
                </c:pt>
                <c:pt idx="868">
                  <c:v>57.515504999999997</c:v>
                </c:pt>
                <c:pt idx="869">
                  <c:v>57.515504999999997</c:v>
                </c:pt>
                <c:pt idx="870">
                  <c:v>57.515504999999997</c:v>
                </c:pt>
                <c:pt idx="871">
                  <c:v>57.515504999999997</c:v>
                </c:pt>
                <c:pt idx="872">
                  <c:v>57.515504999999997</c:v>
                </c:pt>
                <c:pt idx="873">
                  <c:v>57.515504999999997</c:v>
                </c:pt>
                <c:pt idx="874">
                  <c:v>57.515504999999997</c:v>
                </c:pt>
                <c:pt idx="875">
                  <c:v>57.515504999999997</c:v>
                </c:pt>
                <c:pt idx="876">
                  <c:v>57.515504999999997</c:v>
                </c:pt>
                <c:pt idx="877">
                  <c:v>57.515504999999997</c:v>
                </c:pt>
                <c:pt idx="878">
                  <c:v>57.515504999999997</c:v>
                </c:pt>
                <c:pt idx="879">
                  <c:v>57.515504999999997</c:v>
                </c:pt>
                <c:pt idx="880">
                  <c:v>57.515504999999997</c:v>
                </c:pt>
                <c:pt idx="881">
                  <c:v>57.515504999999997</c:v>
                </c:pt>
                <c:pt idx="882">
                  <c:v>57.515504999999997</c:v>
                </c:pt>
                <c:pt idx="883">
                  <c:v>57.515504999999997</c:v>
                </c:pt>
                <c:pt idx="884">
                  <c:v>57.515504999999997</c:v>
                </c:pt>
                <c:pt idx="885">
                  <c:v>57.515504999999997</c:v>
                </c:pt>
                <c:pt idx="886">
                  <c:v>57.515504999999997</c:v>
                </c:pt>
                <c:pt idx="887">
                  <c:v>57.515504999999997</c:v>
                </c:pt>
                <c:pt idx="888">
                  <c:v>57.515504999999997</c:v>
                </c:pt>
                <c:pt idx="889">
                  <c:v>57.515504999999997</c:v>
                </c:pt>
                <c:pt idx="890">
                  <c:v>57.515504999999997</c:v>
                </c:pt>
                <c:pt idx="891">
                  <c:v>57.515504999999997</c:v>
                </c:pt>
                <c:pt idx="892">
                  <c:v>57.515504999999997</c:v>
                </c:pt>
                <c:pt idx="893">
                  <c:v>57.515504999999997</c:v>
                </c:pt>
                <c:pt idx="894">
                  <c:v>57.515504999999997</c:v>
                </c:pt>
                <c:pt idx="895">
                  <c:v>57.515504999999997</c:v>
                </c:pt>
                <c:pt idx="896">
                  <c:v>57.515504999999997</c:v>
                </c:pt>
                <c:pt idx="897">
                  <c:v>57.515504999999997</c:v>
                </c:pt>
                <c:pt idx="898">
                  <c:v>57.515504999999997</c:v>
                </c:pt>
                <c:pt idx="899">
                  <c:v>57.515504999999997</c:v>
                </c:pt>
                <c:pt idx="900">
                  <c:v>57.515504999999997</c:v>
                </c:pt>
                <c:pt idx="901">
                  <c:v>57.515504999999997</c:v>
                </c:pt>
                <c:pt idx="902">
                  <c:v>57.515504999999997</c:v>
                </c:pt>
                <c:pt idx="903">
                  <c:v>57.515504999999997</c:v>
                </c:pt>
                <c:pt idx="904">
                  <c:v>57.515504999999997</c:v>
                </c:pt>
                <c:pt idx="905">
                  <c:v>57.515504999999997</c:v>
                </c:pt>
                <c:pt idx="906">
                  <c:v>57.515504999999997</c:v>
                </c:pt>
                <c:pt idx="907">
                  <c:v>57.515504999999997</c:v>
                </c:pt>
                <c:pt idx="908">
                  <c:v>57.515504999999997</c:v>
                </c:pt>
                <c:pt idx="909">
                  <c:v>57.515504999999997</c:v>
                </c:pt>
                <c:pt idx="910">
                  <c:v>57.515504999999997</c:v>
                </c:pt>
                <c:pt idx="911">
                  <c:v>57.515504999999997</c:v>
                </c:pt>
                <c:pt idx="912">
                  <c:v>57.515504999999997</c:v>
                </c:pt>
                <c:pt idx="913">
                  <c:v>57.515504999999997</c:v>
                </c:pt>
                <c:pt idx="914">
                  <c:v>57.515504999999997</c:v>
                </c:pt>
                <c:pt idx="915">
                  <c:v>57.515504999999997</c:v>
                </c:pt>
                <c:pt idx="916">
                  <c:v>57.515504999999997</c:v>
                </c:pt>
                <c:pt idx="917">
                  <c:v>57.515504999999997</c:v>
                </c:pt>
                <c:pt idx="918">
                  <c:v>57.515504999999997</c:v>
                </c:pt>
                <c:pt idx="919">
                  <c:v>57.515504999999997</c:v>
                </c:pt>
                <c:pt idx="920">
                  <c:v>57.515504999999997</c:v>
                </c:pt>
                <c:pt idx="921">
                  <c:v>57.515504999999997</c:v>
                </c:pt>
                <c:pt idx="922">
                  <c:v>57.515504999999997</c:v>
                </c:pt>
                <c:pt idx="923">
                  <c:v>57.515504999999997</c:v>
                </c:pt>
                <c:pt idx="924">
                  <c:v>57.515504999999997</c:v>
                </c:pt>
                <c:pt idx="925">
                  <c:v>57.515504999999997</c:v>
                </c:pt>
                <c:pt idx="926">
                  <c:v>57.515504999999997</c:v>
                </c:pt>
                <c:pt idx="927">
                  <c:v>57.515504999999997</c:v>
                </c:pt>
                <c:pt idx="928">
                  <c:v>57.515504999999997</c:v>
                </c:pt>
                <c:pt idx="929">
                  <c:v>57.515504999999997</c:v>
                </c:pt>
                <c:pt idx="930">
                  <c:v>57.515504999999997</c:v>
                </c:pt>
                <c:pt idx="931">
                  <c:v>57.515504999999997</c:v>
                </c:pt>
                <c:pt idx="932">
                  <c:v>57.515504999999997</c:v>
                </c:pt>
                <c:pt idx="933">
                  <c:v>57.515504999999997</c:v>
                </c:pt>
                <c:pt idx="934">
                  <c:v>57.515504999999997</c:v>
                </c:pt>
                <c:pt idx="935">
                  <c:v>57.515504999999997</c:v>
                </c:pt>
                <c:pt idx="936">
                  <c:v>57.515504999999997</c:v>
                </c:pt>
                <c:pt idx="937">
                  <c:v>57.515504999999997</c:v>
                </c:pt>
                <c:pt idx="938">
                  <c:v>57.515504999999997</c:v>
                </c:pt>
                <c:pt idx="939">
                  <c:v>57.515504999999997</c:v>
                </c:pt>
                <c:pt idx="940">
                  <c:v>57.515504999999997</c:v>
                </c:pt>
                <c:pt idx="941">
                  <c:v>57.515504999999997</c:v>
                </c:pt>
                <c:pt idx="942">
                  <c:v>57.515504999999997</c:v>
                </c:pt>
                <c:pt idx="943">
                  <c:v>57.515504999999997</c:v>
                </c:pt>
                <c:pt idx="944">
                  <c:v>57.515504999999997</c:v>
                </c:pt>
                <c:pt idx="945">
                  <c:v>57.515504999999997</c:v>
                </c:pt>
                <c:pt idx="946">
                  <c:v>57.515504999999997</c:v>
                </c:pt>
                <c:pt idx="947">
                  <c:v>57.515504999999997</c:v>
                </c:pt>
                <c:pt idx="948">
                  <c:v>57.515504999999997</c:v>
                </c:pt>
                <c:pt idx="949">
                  <c:v>57.515504999999997</c:v>
                </c:pt>
                <c:pt idx="950">
                  <c:v>57.515504999999997</c:v>
                </c:pt>
                <c:pt idx="951">
                  <c:v>57.515504999999997</c:v>
                </c:pt>
                <c:pt idx="952">
                  <c:v>57.515504999999997</c:v>
                </c:pt>
                <c:pt idx="953">
                  <c:v>57.515504999999997</c:v>
                </c:pt>
                <c:pt idx="954">
                  <c:v>57.515504999999997</c:v>
                </c:pt>
                <c:pt idx="955">
                  <c:v>57.515504999999997</c:v>
                </c:pt>
                <c:pt idx="956">
                  <c:v>57.515504999999997</c:v>
                </c:pt>
                <c:pt idx="957">
                  <c:v>57.515504999999997</c:v>
                </c:pt>
                <c:pt idx="958">
                  <c:v>57.515504999999997</c:v>
                </c:pt>
                <c:pt idx="959">
                  <c:v>57.515504999999997</c:v>
                </c:pt>
                <c:pt idx="960">
                  <c:v>57.515504999999997</c:v>
                </c:pt>
                <c:pt idx="961">
                  <c:v>57.515504999999997</c:v>
                </c:pt>
                <c:pt idx="962">
                  <c:v>57.515504999999997</c:v>
                </c:pt>
                <c:pt idx="963">
                  <c:v>57.515504999999997</c:v>
                </c:pt>
                <c:pt idx="964">
                  <c:v>57.515504999999997</c:v>
                </c:pt>
                <c:pt idx="965">
                  <c:v>57.515504999999997</c:v>
                </c:pt>
                <c:pt idx="966">
                  <c:v>57.515504999999997</c:v>
                </c:pt>
                <c:pt idx="967">
                  <c:v>57.515504999999997</c:v>
                </c:pt>
                <c:pt idx="968">
                  <c:v>57.515504999999997</c:v>
                </c:pt>
                <c:pt idx="969">
                  <c:v>57.515504999999997</c:v>
                </c:pt>
                <c:pt idx="970">
                  <c:v>57.515504999999997</c:v>
                </c:pt>
                <c:pt idx="971">
                  <c:v>57.515504999999997</c:v>
                </c:pt>
                <c:pt idx="972">
                  <c:v>57.515504999999997</c:v>
                </c:pt>
                <c:pt idx="973">
                  <c:v>57.515504999999997</c:v>
                </c:pt>
                <c:pt idx="974">
                  <c:v>57.515504999999997</c:v>
                </c:pt>
                <c:pt idx="975">
                  <c:v>57.515504999999997</c:v>
                </c:pt>
                <c:pt idx="976">
                  <c:v>57.515504999999997</c:v>
                </c:pt>
                <c:pt idx="977">
                  <c:v>57.515504999999997</c:v>
                </c:pt>
                <c:pt idx="978">
                  <c:v>57.515504999999997</c:v>
                </c:pt>
                <c:pt idx="979">
                  <c:v>57.515504999999997</c:v>
                </c:pt>
                <c:pt idx="980">
                  <c:v>57.515504999999997</c:v>
                </c:pt>
                <c:pt idx="981">
                  <c:v>57.515504999999997</c:v>
                </c:pt>
                <c:pt idx="982">
                  <c:v>57.515504999999997</c:v>
                </c:pt>
                <c:pt idx="983">
                  <c:v>57.515504999999997</c:v>
                </c:pt>
                <c:pt idx="984">
                  <c:v>57.515504999999997</c:v>
                </c:pt>
                <c:pt idx="985">
                  <c:v>57.515504999999997</c:v>
                </c:pt>
                <c:pt idx="986">
                  <c:v>57.515504999999997</c:v>
                </c:pt>
                <c:pt idx="987">
                  <c:v>57.515504999999997</c:v>
                </c:pt>
                <c:pt idx="988">
                  <c:v>57.515504999999997</c:v>
                </c:pt>
                <c:pt idx="989">
                  <c:v>57.515504999999997</c:v>
                </c:pt>
                <c:pt idx="990">
                  <c:v>57.515504999999997</c:v>
                </c:pt>
                <c:pt idx="991">
                  <c:v>57.515504999999997</c:v>
                </c:pt>
                <c:pt idx="992">
                  <c:v>57.515504999999997</c:v>
                </c:pt>
                <c:pt idx="993">
                  <c:v>57.515504999999997</c:v>
                </c:pt>
                <c:pt idx="994">
                  <c:v>57.515504999999997</c:v>
                </c:pt>
                <c:pt idx="995">
                  <c:v>57.515504999999997</c:v>
                </c:pt>
                <c:pt idx="996">
                  <c:v>57.515504999999997</c:v>
                </c:pt>
                <c:pt idx="997">
                  <c:v>57.515504999999997</c:v>
                </c:pt>
                <c:pt idx="998">
                  <c:v>57.515504999999997</c:v>
                </c:pt>
                <c:pt idx="999">
                  <c:v>57.515504999999997</c:v>
                </c:pt>
                <c:pt idx="1000">
                  <c:v>57.515504999999997</c:v>
                </c:pt>
                <c:pt idx="1001">
                  <c:v>57.515504999999997</c:v>
                </c:pt>
                <c:pt idx="1002">
                  <c:v>57.515504999999997</c:v>
                </c:pt>
                <c:pt idx="1003">
                  <c:v>57.515504999999997</c:v>
                </c:pt>
                <c:pt idx="1004">
                  <c:v>57.515504999999997</c:v>
                </c:pt>
                <c:pt idx="1005">
                  <c:v>57.515504999999997</c:v>
                </c:pt>
                <c:pt idx="1006">
                  <c:v>57.515504999999997</c:v>
                </c:pt>
                <c:pt idx="1007">
                  <c:v>57.515504999999997</c:v>
                </c:pt>
                <c:pt idx="1008">
                  <c:v>57.515504999999997</c:v>
                </c:pt>
                <c:pt idx="1009">
                  <c:v>57.515504999999997</c:v>
                </c:pt>
                <c:pt idx="1010">
                  <c:v>57.515504999999997</c:v>
                </c:pt>
                <c:pt idx="1011">
                  <c:v>57.515504999999997</c:v>
                </c:pt>
                <c:pt idx="1012">
                  <c:v>57.515504999999997</c:v>
                </c:pt>
                <c:pt idx="1013">
                  <c:v>57.515504999999997</c:v>
                </c:pt>
                <c:pt idx="1014">
                  <c:v>57.515504999999997</c:v>
                </c:pt>
                <c:pt idx="1015">
                  <c:v>57.515504999999997</c:v>
                </c:pt>
                <c:pt idx="1016">
                  <c:v>57.515504999999997</c:v>
                </c:pt>
                <c:pt idx="1017">
                  <c:v>57.515504999999997</c:v>
                </c:pt>
                <c:pt idx="1018">
                  <c:v>57.515504999999997</c:v>
                </c:pt>
                <c:pt idx="1019">
                  <c:v>57.515504999999997</c:v>
                </c:pt>
                <c:pt idx="1020">
                  <c:v>57.515504999999997</c:v>
                </c:pt>
                <c:pt idx="1021">
                  <c:v>57.515504999999997</c:v>
                </c:pt>
                <c:pt idx="1022">
                  <c:v>57.515504999999997</c:v>
                </c:pt>
                <c:pt idx="1023">
                  <c:v>57.515504999999997</c:v>
                </c:pt>
                <c:pt idx="1024">
                  <c:v>57.515504999999997</c:v>
                </c:pt>
                <c:pt idx="1025">
                  <c:v>57.515504999999997</c:v>
                </c:pt>
                <c:pt idx="1026">
                  <c:v>57.515504999999997</c:v>
                </c:pt>
                <c:pt idx="1027">
                  <c:v>57.515504999999997</c:v>
                </c:pt>
                <c:pt idx="1028">
                  <c:v>57.515504999999997</c:v>
                </c:pt>
                <c:pt idx="1029">
                  <c:v>57.515504999999997</c:v>
                </c:pt>
                <c:pt idx="1030">
                  <c:v>57.515504999999997</c:v>
                </c:pt>
                <c:pt idx="1031">
                  <c:v>57.817350779999998</c:v>
                </c:pt>
                <c:pt idx="1032">
                  <c:v>57.817350779999998</c:v>
                </c:pt>
                <c:pt idx="1033">
                  <c:v>57.817350779999998</c:v>
                </c:pt>
                <c:pt idx="1034">
                  <c:v>57.817350779999998</c:v>
                </c:pt>
                <c:pt idx="1035">
                  <c:v>57.817350779999998</c:v>
                </c:pt>
                <c:pt idx="1036">
                  <c:v>57.817350779999998</c:v>
                </c:pt>
                <c:pt idx="1037">
                  <c:v>57.817350779999998</c:v>
                </c:pt>
                <c:pt idx="1038">
                  <c:v>57.817350779999998</c:v>
                </c:pt>
                <c:pt idx="1039">
                  <c:v>57.817350779999998</c:v>
                </c:pt>
                <c:pt idx="1040">
                  <c:v>57.817350779999998</c:v>
                </c:pt>
                <c:pt idx="1041">
                  <c:v>58.256549999999997</c:v>
                </c:pt>
                <c:pt idx="1042">
                  <c:v>58.256549999999997</c:v>
                </c:pt>
                <c:pt idx="1043">
                  <c:v>58.256549999999997</c:v>
                </c:pt>
                <c:pt idx="1044">
                  <c:v>58.256549999999997</c:v>
                </c:pt>
                <c:pt idx="1045">
                  <c:v>58.256549999999997</c:v>
                </c:pt>
                <c:pt idx="1046">
                  <c:v>58.256549999999997</c:v>
                </c:pt>
                <c:pt idx="1047">
                  <c:v>58.256549999999997</c:v>
                </c:pt>
                <c:pt idx="1048">
                  <c:v>58.256549999999997</c:v>
                </c:pt>
                <c:pt idx="1049">
                  <c:v>58.256549999999997</c:v>
                </c:pt>
                <c:pt idx="1050">
                  <c:v>58.256549999999997</c:v>
                </c:pt>
                <c:pt idx="1051">
                  <c:v>58.256549999999997</c:v>
                </c:pt>
                <c:pt idx="1052">
                  <c:v>58.256549999999997</c:v>
                </c:pt>
                <c:pt idx="1053">
                  <c:v>58.256549999999997</c:v>
                </c:pt>
                <c:pt idx="1054">
                  <c:v>58.256549999999997</c:v>
                </c:pt>
                <c:pt idx="1055">
                  <c:v>58.256549999999997</c:v>
                </c:pt>
                <c:pt idx="1056">
                  <c:v>58.256549999999997</c:v>
                </c:pt>
                <c:pt idx="1057">
                  <c:v>58.256549999999997</c:v>
                </c:pt>
                <c:pt idx="1058">
                  <c:v>58.256549999999997</c:v>
                </c:pt>
                <c:pt idx="1059">
                  <c:v>58.256549999999997</c:v>
                </c:pt>
                <c:pt idx="1060">
                  <c:v>58.256549999999997</c:v>
                </c:pt>
                <c:pt idx="1061">
                  <c:v>58.256549999999997</c:v>
                </c:pt>
                <c:pt idx="1062">
                  <c:v>58.256549999999997</c:v>
                </c:pt>
                <c:pt idx="1063">
                  <c:v>58.256549999999997</c:v>
                </c:pt>
                <c:pt idx="1064">
                  <c:v>58.256549999999997</c:v>
                </c:pt>
                <c:pt idx="1065">
                  <c:v>58.256549999999997</c:v>
                </c:pt>
                <c:pt idx="1066">
                  <c:v>58.256549999999997</c:v>
                </c:pt>
                <c:pt idx="1067">
                  <c:v>58.256549999999997</c:v>
                </c:pt>
                <c:pt idx="1068">
                  <c:v>58.256549999999997</c:v>
                </c:pt>
                <c:pt idx="1069">
                  <c:v>58.256549999999997</c:v>
                </c:pt>
                <c:pt idx="1070">
                  <c:v>58.256549999999997</c:v>
                </c:pt>
                <c:pt idx="1071">
                  <c:v>58.256549999999997</c:v>
                </c:pt>
                <c:pt idx="1072">
                  <c:v>58.256549999999997</c:v>
                </c:pt>
                <c:pt idx="1073">
                  <c:v>58.256549999999997</c:v>
                </c:pt>
                <c:pt idx="1074">
                  <c:v>58.256549999999997</c:v>
                </c:pt>
                <c:pt idx="1075">
                  <c:v>58.256549999999997</c:v>
                </c:pt>
                <c:pt idx="1076">
                  <c:v>58.256549999999997</c:v>
                </c:pt>
                <c:pt idx="1077">
                  <c:v>58.256549999999997</c:v>
                </c:pt>
                <c:pt idx="1078">
                  <c:v>58.256549999999997</c:v>
                </c:pt>
                <c:pt idx="1079">
                  <c:v>58.256549999999997</c:v>
                </c:pt>
                <c:pt idx="1080">
                  <c:v>58.256549999999997</c:v>
                </c:pt>
                <c:pt idx="1081">
                  <c:v>58.256549999999997</c:v>
                </c:pt>
                <c:pt idx="1082">
                  <c:v>58.256549999999997</c:v>
                </c:pt>
                <c:pt idx="1083">
                  <c:v>58.256549999999997</c:v>
                </c:pt>
                <c:pt idx="1084">
                  <c:v>58.256549999999997</c:v>
                </c:pt>
                <c:pt idx="1085">
                  <c:v>58.256549999999997</c:v>
                </c:pt>
                <c:pt idx="1086">
                  <c:v>58.256549999999997</c:v>
                </c:pt>
                <c:pt idx="1087">
                  <c:v>58.256549999999997</c:v>
                </c:pt>
                <c:pt idx="1088">
                  <c:v>58.256549999999997</c:v>
                </c:pt>
                <c:pt idx="1089">
                  <c:v>58.256549999999997</c:v>
                </c:pt>
                <c:pt idx="1090">
                  <c:v>58.256549999999997</c:v>
                </c:pt>
                <c:pt idx="1091">
                  <c:v>58.256549999999997</c:v>
                </c:pt>
                <c:pt idx="1092">
                  <c:v>58.256549999999997</c:v>
                </c:pt>
                <c:pt idx="1093">
                  <c:v>58.256549999999997</c:v>
                </c:pt>
                <c:pt idx="1094">
                  <c:v>58.256549999999997</c:v>
                </c:pt>
                <c:pt idx="1095">
                  <c:v>58.256549999999997</c:v>
                </c:pt>
                <c:pt idx="1096">
                  <c:v>58.256549999999997</c:v>
                </c:pt>
                <c:pt idx="1097">
                  <c:v>58.256549999999997</c:v>
                </c:pt>
                <c:pt idx="1098">
                  <c:v>58.256549999999997</c:v>
                </c:pt>
                <c:pt idx="1099">
                  <c:v>58.256549999999997</c:v>
                </c:pt>
                <c:pt idx="1100">
                  <c:v>58.256549999999997</c:v>
                </c:pt>
                <c:pt idx="1101">
                  <c:v>58.256549999999997</c:v>
                </c:pt>
                <c:pt idx="1102">
                  <c:v>58.256549999999997</c:v>
                </c:pt>
                <c:pt idx="1103">
                  <c:v>58.256549999999997</c:v>
                </c:pt>
                <c:pt idx="1104">
                  <c:v>58.256549999999997</c:v>
                </c:pt>
                <c:pt idx="1105">
                  <c:v>58.256549999999997</c:v>
                </c:pt>
                <c:pt idx="1106">
                  <c:v>58.256549999999997</c:v>
                </c:pt>
                <c:pt idx="1107">
                  <c:v>58.256549999999997</c:v>
                </c:pt>
                <c:pt idx="1108">
                  <c:v>58.256549999999997</c:v>
                </c:pt>
                <c:pt idx="1109">
                  <c:v>58.256549999999997</c:v>
                </c:pt>
                <c:pt idx="1110">
                  <c:v>58.256549999999997</c:v>
                </c:pt>
                <c:pt idx="1111">
                  <c:v>58.256549999999997</c:v>
                </c:pt>
                <c:pt idx="1112">
                  <c:v>58.256549999999997</c:v>
                </c:pt>
                <c:pt idx="1113">
                  <c:v>58.256549999999997</c:v>
                </c:pt>
                <c:pt idx="1114">
                  <c:v>58.256549999999997</c:v>
                </c:pt>
                <c:pt idx="1115">
                  <c:v>58.256549999999997</c:v>
                </c:pt>
                <c:pt idx="1116">
                  <c:v>58.256549999999997</c:v>
                </c:pt>
                <c:pt idx="1117">
                  <c:v>58.256549999999997</c:v>
                </c:pt>
                <c:pt idx="1118">
                  <c:v>58.256549999999997</c:v>
                </c:pt>
                <c:pt idx="1119">
                  <c:v>58.256549999999997</c:v>
                </c:pt>
                <c:pt idx="1120">
                  <c:v>58.256549999999997</c:v>
                </c:pt>
                <c:pt idx="1121">
                  <c:v>58.256549999999997</c:v>
                </c:pt>
                <c:pt idx="1122">
                  <c:v>58.256549999999997</c:v>
                </c:pt>
                <c:pt idx="1123">
                  <c:v>58.256549999999997</c:v>
                </c:pt>
                <c:pt idx="1124">
                  <c:v>58.256549999999997</c:v>
                </c:pt>
                <c:pt idx="1125">
                  <c:v>58.256549999999997</c:v>
                </c:pt>
                <c:pt idx="1126">
                  <c:v>58.256549999999997</c:v>
                </c:pt>
                <c:pt idx="1127">
                  <c:v>58.256549999999997</c:v>
                </c:pt>
                <c:pt idx="1128">
                  <c:v>58.256549999999997</c:v>
                </c:pt>
                <c:pt idx="1129">
                  <c:v>58.256549999999997</c:v>
                </c:pt>
                <c:pt idx="1130">
                  <c:v>58.256549999999997</c:v>
                </c:pt>
                <c:pt idx="1131">
                  <c:v>58.256549999999997</c:v>
                </c:pt>
                <c:pt idx="1132">
                  <c:v>58.256549999999997</c:v>
                </c:pt>
                <c:pt idx="1133">
                  <c:v>58.256549999999997</c:v>
                </c:pt>
                <c:pt idx="1134">
                  <c:v>58.256549999999997</c:v>
                </c:pt>
                <c:pt idx="1135">
                  <c:v>58.256549999999997</c:v>
                </c:pt>
                <c:pt idx="1136">
                  <c:v>58.256549999999997</c:v>
                </c:pt>
                <c:pt idx="1137">
                  <c:v>58.256549999999997</c:v>
                </c:pt>
                <c:pt idx="1138">
                  <c:v>58.256549999999997</c:v>
                </c:pt>
                <c:pt idx="1139">
                  <c:v>58.256549999999997</c:v>
                </c:pt>
                <c:pt idx="1140">
                  <c:v>58.256549999999997</c:v>
                </c:pt>
                <c:pt idx="1141">
                  <c:v>58.256549999999997</c:v>
                </c:pt>
                <c:pt idx="1142">
                  <c:v>58.256549999999997</c:v>
                </c:pt>
                <c:pt idx="1143">
                  <c:v>58.256549999999997</c:v>
                </c:pt>
                <c:pt idx="1144">
                  <c:v>58.256549999999997</c:v>
                </c:pt>
                <c:pt idx="1145">
                  <c:v>58.256549999999997</c:v>
                </c:pt>
                <c:pt idx="1146">
                  <c:v>58.256549999999997</c:v>
                </c:pt>
                <c:pt idx="1147">
                  <c:v>58.256549999999997</c:v>
                </c:pt>
                <c:pt idx="1148">
                  <c:v>58.256549999999997</c:v>
                </c:pt>
                <c:pt idx="1149">
                  <c:v>58.256549999999997</c:v>
                </c:pt>
                <c:pt idx="1150">
                  <c:v>58.256549999999997</c:v>
                </c:pt>
                <c:pt idx="1151">
                  <c:v>58.256549999999997</c:v>
                </c:pt>
                <c:pt idx="1152">
                  <c:v>58.256549999999997</c:v>
                </c:pt>
                <c:pt idx="1153">
                  <c:v>58.256549999999997</c:v>
                </c:pt>
                <c:pt idx="1154">
                  <c:v>58.256549999999997</c:v>
                </c:pt>
                <c:pt idx="1155">
                  <c:v>58.256549999999997</c:v>
                </c:pt>
                <c:pt idx="1156">
                  <c:v>58.256549999999997</c:v>
                </c:pt>
                <c:pt idx="1157">
                  <c:v>58.256549999999997</c:v>
                </c:pt>
                <c:pt idx="1158">
                  <c:v>58.256549999999997</c:v>
                </c:pt>
                <c:pt idx="1159">
                  <c:v>58.256549999999997</c:v>
                </c:pt>
                <c:pt idx="1160">
                  <c:v>58.256549999999997</c:v>
                </c:pt>
                <c:pt idx="1161">
                  <c:v>58.256549999999997</c:v>
                </c:pt>
                <c:pt idx="1162">
                  <c:v>58.256549999999997</c:v>
                </c:pt>
                <c:pt idx="1163">
                  <c:v>58.256549999999997</c:v>
                </c:pt>
                <c:pt idx="1164">
                  <c:v>58.256549999999997</c:v>
                </c:pt>
                <c:pt idx="1165">
                  <c:v>58.256549999999997</c:v>
                </c:pt>
                <c:pt idx="1166">
                  <c:v>58.256549999999997</c:v>
                </c:pt>
                <c:pt idx="1167">
                  <c:v>58.256549999999997</c:v>
                </c:pt>
                <c:pt idx="1168">
                  <c:v>58.256549999999997</c:v>
                </c:pt>
                <c:pt idx="1169">
                  <c:v>58.256549999999997</c:v>
                </c:pt>
                <c:pt idx="1170">
                  <c:v>58.256549999999997</c:v>
                </c:pt>
                <c:pt idx="1171">
                  <c:v>58.256549999999997</c:v>
                </c:pt>
                <c:pt idx="1172">
                  <c:v>58.256549999999997</c:v>
                </c:pt>
                <c:pt idx="1173">
                  <c:v>58.256549999999997</c:v>
                </c:pt>
                <c:pt idx="1174">
                  <c:v>58.256549999999997</c:v>
                </c:pt>
                <c:pt idx="1175">
                  <c:v>58.256549999999997</c:v>
                </c:pt>
                <c:pt idx="1176">
                  <c:v>58.256549999999997</c:v>
                </c:pt>
                <c:pt idx="1177">
                  <c:v>58.256549999999997</c:v>
                </c:pt>
                <c:pt idx="1178">
                  <c:v>58.256549999999997</c:v>
                </c:pt>
                <c:pt idx="1179">
                  <c:v>58.256549999999997</c:v>
                </c:pt>
                <c:pt idx="1180">
                  <c:v>58.256549999999997</c:v>
                </c:pt>
                <c:pt idx="1181">
                  <c:v>58.256549999999997</c:v>
                </c:pt>
                <c:pt idx="1182">
                  <c:v>58.256549999999997</c:v>
                </c:pt>
                <c:pt idx="1183">
                  <c:v>58.256549999999997</c:v>
                </c:pt>
                <c:pt idx="1184">
                  <c:v>58.256549999999997</c:v>
                </c:pt>
                <c:pt idx="1185">
                  <c:v>58.256549999999997</c:v>
                </c:pt>
                <c:pt idx="1186">
                  <c:v>58.256549999999997</c:v>
                </c:pt>
                <c:pt idx="1187">
                  <c:v>58.256549999999997</c:v>
                </c:pt>
                <c:pt idx="1188">
                  <c:v>58.256549999999997</c:v>
                </c:pt>
                <c:pt idx="1189">
                  <c:v>58.256549999999997</c:v>
                </c:pt>
                <c:pt idx="1190">
                  <c:v>58.256549999999997</c:v>
                </c:pt>
                <c:pt idx="1191">
                  <c:v>58.256549999999997</c:v>
                </c:pt>
                <c:pt idx="1192">
                  <c:v>58.256549999999997</c:v>
                </c:pt>
                <c:pt idx="1193">
                  <c:v>58.256549999999997</c:v>
                </c:pt>
                <c:pt idx="1194">
                  <c:v>58.256549999999997</c:v>
                </c:pt>
                <c:pt idx="1195">
                  <c:v>58.256549999999997</c:v>
                </c:pt>
                <c:pt idx="1196">
                  <c:v>58.256549999999997</c:v>
                </c:pt>
                <c:pt idx="1197">
                  <c:v>58.256549999999997</c:v>
                </c:pt>
                <c:pt idx="1198">
                  <c:v>58.256549999999997</c:v>
                </c:pt>
                <c:pt idx="1199">
                  <c:v>58.256549999999997</c:v>
                </c:pt>
                <c:pt idx="1200">
                  <c:v>58.256549999999997</c:v>
                </c:pt>
                <c:pt idx="1201">
                  <c:v>58.256549999999997</c:v>
                </c:pt>
                <c:pt idx="1202">
                  <c:v>58.256549999999997</c:v>
                </c:pt>
                <c:pt idx="1203">
                  <c:v>58.256549999999997</c:v>
                </c:pt>
                <c:pt idx="1204">
                  <c:v>58.256549999999997</c:v>
                </c:pt>
                <c:pt idx="1205">
                  <c:v>58.256549999999997</c:v>
                </c:pt>
                <c:pt idx="1206">
                  <c:v>58.256549999999997</c:v>
                </c:pt>
                <c:pt idx="1207">
                  <c:v>58.256549999999997</c:v>
                </c:pt>
                <c:pt idx="1208">
                  <c:v>58.256549999999997</c:v>
                </c:pt>
                <c:pt idx="1209">
                  <c:v>58.256549999999997</c:v>
                </c:pt>
                <c:pt idx="1210">
                  <c:v>58.256549999999997</c:v>
                </c:pt>
                <c:pt idx="1211">
                  <c:v>58.256549999999997</c:v>
                </c:pt>
                <c:pt idx="1212">
                  <c:v>58.256549999999997</c:v>
                </c:pt>
                <c:pt idx="1213">
                  <c:v>58.256549999999997</c:v>
                </c:pt>
                <c:pt idx="1214">
                  <c:v>58.256549999999997</c:v>
                </c:pt>
                <c:pt idx="1215">
                  <c:v>58.256549999999997</c:v>
                </c:pt>
                <c:pt idx="1216">
                  <c:v>58.256549999999997</c:v>
                </c:pt>
                <c:pt idx="1217">
                  <c:v>58.256549999999997</c:v>
                </c:pt>
                <c:pt idx="1218">
                  <c:v>58.256549999999997</c:v>
                </c:pt>
                <c:pt idx="1219">
                  <c:v>58.256549999999997</c:v>
                </c:pt>
                <c:pt idx="1220">
                  <c:v>58.256549999999997</c:v>
                </c:pt>
                <c:pt idx="1221">
                  <c:v>58.256549999999997</c:v>
                </c:pt>
                <c:pt idx="1222">
                  <c:v>58.256549999999997</c:v>
                </c:pt>
                <c:pt idx="1223">
                  <c:v>58.256549999999997</c:v>
                </c:pt>
                <c:pt idx="1224">
                  <c:v>58.256549999999997</c:v>
                </c:pt>
                <c:pt idx="1225">
                  <c:v>58.256549999999997</c:v>
                </c:pt>
                <c:pt idx="1226">
                  <c:v>58.256549999999997</c:v>
                </c:pt>
                <c:pt idx="1227">
                  <c:v>58.256549999999997</c:v>
                </c:pt>
                <c:pt idx="1228">
                  <c:v>58.256549999999997</c:v>
                </c:pt>
                <c:pt idx="1229">
                  <c:v>58.256549999999997</c:v>
                </c:pt>
                <c:pt idx="1230">
                  <c:v>58.256549999999997</c:v>
                </c:pt>
                <c:pt idx="1231">
                  <c:v>58.256549999999997</c:v>
                </c:pt>
                <c:pt idx="1232">
                  <c:v>58.256549999999997</c:v>
                </c:pt>
                <c:pt idx="1233">
                  <c:v>58.256549999999997</c:v>
                </c:pt>
                <c:pt idx="1234">
                  <c:v>58.256549999999997</c:v>
                </c:pt>
                <c:pt idx="1235">
                  <c:v>58.256549999999997</c:v>
                </c:pt>
                <c:pt idx="1236">
                  <c:v>58.256549999999997</c:v>
                </c:pt>
                <c:pt idx="1237">
                  <c:v>58.256549999999997</c:v>
                </c:pt>
                <c:pt idx="1238">
                  <c:v>58.256549999999997</c:v>
                </c:pt>
                <c:pt idx="1239">
                  <c:v>58.256549999999997</c:v>
                </c:pt>
                <c:pt idx="1240">
                  <c:v>58.256549999999997</c:v>
                </c:pt>
                <c:pt idx="1241">
                  <c:v>58.256549999999997</c:v>
                </c:pt>
                <c:pt idx="1242">
                  <c:v>58.256549999999997</c:v>
                </c:pt>
                <c:pt idx="1243">
                  <c:v>58.256549999999997</c:v>
                </c:pt>
                <c:pt idx="1244">
                  <c:v>58.256549999999997</c:v>
                </c:pt>
                <c:pt idx="1245">
                  <c:v>58.256549999999997</c:v>
                </c:pt>
                <c:pt idx="1246">
                  <c:v>58.256549999999997</c:v>
                </c:pt>
                <c:pt idx="1247">
                  <c:v>58.256549999999997</c:v>
                </c:pt>
                <c:pt idx="1248">
                  <c:v>58.256549999999997</c:v>
                </c:pt>
                <c:pt idx="1249">
                  <c:v>58.256549999999997</c:v>
                </c:pt>
                <c:pt idx="1250">
                  <c:v>58.256549999999997</c:v>
                </c:pt>
                <c:pt idx="1251">
                  <c:v>58.256549999999997</c:v>
                </c:pt>
                <c:pt idx="1252">
                  <c:v>58.256549999999997</c:v>
                </c:pt>
                <c:pt idx="1253">
                  <c:v>58.256549999999997</c:v>
                </c:pt>
                <c:pt idx="1254">
                  <c:v>58.256549999999997</c:v>
                </c:pt>
                <c:pt idx="1255">
                  <c:v>58.256549999999997</c:v>
                </c:pt>
                <c:pt idx="1256">
                  <c:v>58.256549999999997</c:v>
                </c:pt>
                <c:pt idx="1257">
                  <c:v>58.256549999999997</c:v>
                </c:pt>
                <c:pt idx="1258">
                  <c:v>58.256549999999997</c:v>
                </c:pt>
                <c:pt idx="1259">
                  <c:v>58.256549999999997</c:v>
                </c:pt>
                <c:pt idx="1260">
                  <c:v>58.256549999999997</c:v>
                </c:pt>
                <c:pt idx="1261">
                  <c:v>58.256549999999997</c:v>
                </c:pt>
                <c:pt idx="1262">
                  <c:v>58.256549999999997</c:v>
                </c:pt>
                <c:pt idx="1263">
                  <c:v>58.256549999999997</c:v>
                </c:pt>
                <c:pt idx="1264">
                  <c:v>58.256549999999997</c:v>
                </c:pt>
                <c:pt idx="1265">
                  <c:v>58.256549999999997</c:v>
                </c:pt>
                <c:pt idx="1266">
                  <c:v>58.256549999999997</c:v>
                </c:pt>
                <c:pt idx="1267">
                  <c:v>58.256549999999997</c:v>
                </c:pt>
                <c:pt idx="1268">
                  <c:v>58.256549999999997</c:v>
                </c:pt>
                <c:pt idx="1269">
                  <c:v>58.256549999999997</c:v>
                </c:pt>
                <c:pt idx="1270">
                  <c:v>58.256549999999997</c:v>
                </c:pt>
                <c:pt idx="1271">
                  <c:v>58.256549999999997</c:v>
                </c:pt>
                <c:pt idx="1272">
                  <c:v>58.256549999999997</c:v>
                </c:pt>
                <c:pt idx="1273">
                  <c:v>58.256549999999997</c:v>
                </c:pt>
                <c:pt idx="1274">
                  <c:v>58.256549999999997</c:v>
                </c:pt>
                <c:pt idx="1275">
                  <c:v>58.256549999999997</c:v>
                </c:pt>
                <c:pt idx="1276">
                  <c:v>58.256549999999997</c:v>
                </c:pt>
                <c:pt idx="1277">
                  <c:v>58.256549999999997</c:v>
                </c:pt>
                <c:pt idx="1278">
                  <c:v>58.256549999999997</c:v>
                </c:pt>
                <c:pt idx="1279">
                  <c:v>58.256549999999997</c:v>
                </c:pt>
                <c:pt idx="1280">
                  <c:v>58.256549999999997</c:v>
                </c:pt>
                <c:pt idx="1281">
                  <c:v>58.256549999999997</c:v>
                </c:pt>
                <c:pt idx="1282">
                  <c:v>58.256549999999997</c:v>
                </c:pt>
                <c:pt idx="1283">
                  <c:v>58.256549999999997</c:v>
                </c:pt>
                <c:pt idx="1284">
                  <c:v>58.256549999999997</c:v>
                </c:pt>
                <c:pt idx="1285">
                  <c:v>58.256549999999997</c:v>
                </c:pt>
                <c:pt idx="1286">
                  <c:v>58.256549999999997</c:v>
                </c:pt>
                <c:pt idx="1287">
                  <c:v>58.256549999999997</c:v>
                </c:pt>
                <c:pt idx="1288">
                  <c:v>58.256549999999997</c:v>
                </c:pt>
                <c:pt idx="1289">
                  <c:v>58.256549999999997</c:v>
                </c:pt>
                <c:pt idx="1290">
                  <c:v>58.256549999999997</c:v>
                </c:pt>
                <c:pt idx="1291">
                  <c:v>58.256549999999997</c:v>
                </c:pt>
                <c:pt idx="1292">
                  <c:v>58.256549999999997</c:v>
                </c:pt>
                <c:pt idx="1293">
                  <c:v>58.256549999999997</c:v>
                </c:pt>
                <c:pt idx="1294">
                  <c:v>58.256549999999997</c:v>
                </c:pt>
                <c:pt idx="1295">
                  <c:v>58.256549999999997</c:v>
                </c:pt>
                <c:pt idx="1296">
                  <c:v>58.256549999999997</c:v>
                </c:pt>
                <c:pt idx="1297">
                  <c:v>58.256549999999997</c:v>
                </c:pt>
                <c:pt idx="1298">
                  <c:v>58.256549999999997</c:v>
                </c:pt>
                <c:pt idx="1299">
                  <c:v>58.256549999999997</c:v>
                </c:pt>
                <c:pt idx="1300">
                  <c:v>58.256549999999997</c:v>
                </c:pt>
                <c:pt idx="1301">
                  <c:v>58.256549999999997</c:v>
                </c:pt>
                <c:pt idx="1302">
                  <c:v>58.256549999999997</c:v>
                </c:pt>
                <c:pt idx="1303">
                  <c:v>58.256549999999997</c:v>
                </c:pt>
                <c:pt idx="1304">
                  <c:v>58.256549999999997</c:v>
                </c:pt>
                <c:pt idx="1305">
                  <c:v>58.256549999999997</c:v>
                </c:pt>
                <c:pt idx="1306">
                  <c:v>58.256549999999997</c:v>
                </c:pt>
                <c:pt idx="1307">
                  <c:v>58.256549999999997</c:v>
                </c:pt>
                <c:pt idx="1308">
                  <c:v>58.256549999999997</c:v>
                </c:pt>
                <c:pt idx="1309">
                  <c:v>58.256549999999997</c:v>
                </c:pt>
                <c:pt idx="1310">
                  <c:v>58.256549999999997</c:v>
                </c:pt>
                <c:pt idx="1311">
                  <c:v>58.256549999999997</c:v>
                </c:pt>
                <c:pt idx="1312">
                  <c:v>58.256549999999997</c:v>
                </c:pt>
                <c:pt idx="1313">
                  <c:v>58.256549999999997</c:v>
                </c:pt>
                <c:pt idx="1314">
                  <c:v>58.256549999999997</c:v>
                </c:pt>
                <c:pt idx="1315">
                  <c:v>58.256549999999997</c:v>
                </c:pt>
                <c:pt idx="1316">
                  <c:v>58.256549999999997</c:v>
                </c:pt>
                <c:pt idx="1317">
                  <c:v>58.256549999999997</c:v>
                </c:pt>
                <c:pt idx="1318">
                  <c:v>58.256549999999997</c:v>
                </c:pt>
                <c:pt idx="1319">
                  <c:v>58.256549999999997</c:v>
                </c:pt>
                <c:pt idx="1320">
                  <c:v>58.256549999999997</c:v>
                </c:pt>
                <c:pt idx="1321">
                  <c:v>58.256549999999997</c:v>
                </c:pt>
                <c:pt idx="1322">
                  <c:v>58.256549999999997</c:v>
                </c:pt>
                <c:pt idx="1323">
                  <c:v>58.256549999999997</c:v>
                </c:pt>
                <c:pt idx="1324">
                  <c:v>58.256549999999997</c:v>
                </c:pt>
                <c:pt idx="1325">
                  <c:v>58.256549999999997</c:v>
                </c:pt>
                <c:pt idx="1326">
                  <c:v>58.256549999999997</c:v>
                </c:pt>
                <c:pt idx="1327">
                  <c:v>58.256549999999997</c:v>
                </c:pt>
                <c:pt idx="1328">
                  <c:v>58.256549999999997</c:v>
                </c:pt>
                <c:pt idx="1329">
                  <c:v>58.256549999999997</c:v>
                </c:pt>
                <c:pt idx="1330">
                  <c:v>58.256549999999997</c:v>
                </c:pt>
                <c:pt idx="1331">
                  <c:v>58.256549999999997</c:v>
                </c:pt>
                <c:pt idx="1332">
                  <c:v>58.256549999999997</c:v>
                </c:pt>
                <c:pt idx="1333">
                  <c:v>58.256549999999997</c:v>
                </c:pt>
                <c:pt idx="1334">
                  <c:v>58.256549999999997</c:v>
                </c:pt>
                <c:pt idx="1335">
                  <c:v>58.256549999999997</c:v>
                </c:pt>
                <c:pt idx="1336">
                  <c:v>58.256549999999997</c:v>
                </c:pt>
                <c:pt idx="1337">
                  <c:v>58.256549999999997</c:v>
                </c:pt>
                <c:pt idx="1338">
                  <c:v>58.256549999999997</c:v>
                </c:pt>
                <c:pt idx="1339">
                  <c:v>58.256549999999997</c:v>
                </c:pt>
                <c:pt idx="1340">
                  <c:v>58.256549999999997</c:v>
                </c:pt>
                <c:pt idx="1341">
                  <c:v>58.256549999999997</c:v>
                </c:pt>
                <c:pt idx="1342">
                  <c:v>58.256549999999997</c:v>
                </c:pt>
                <c:pt idx="1343">
                  <c:v>58.256549999999997</c:v>
                </c:pt>
                <c:pt idx="1344">
                  <c:v>58.256549999999997</c:v>
                </c:pt>
                <c:pt idx="1345">
                  <c:v>58.256549999999997</c:v>
                </c:pt>
                <c:pt idx="1346">
                  <c:v>58.256549999999997</c:v>
                </c:pt>
                <c:pt idx="1347">
                  <c:v>58.256549999999997</c:v>
                </c:pt>
                <c:pt idx="1348">
                  <c:v>58.256549999999997</c:v>
                </c:pt>
                <c:pt idx="1349">
                  <c:v>58.256549999999997</c:v>
                </c:pt>
                <c:pt idx="1350">
                  <c:v>58.256549999999997</c:v>
                </c:pt>
                <c:pt idx="1351">
                  <c:v>58.256549999999997</c:v>
                </c:pt>
                <c:pt idx="1352">
                  <c:v>58.256549999999997</c:v>
                </c:pt>
                <c:pt idx="1353">
                  <c:v>58.256549999999997</c:v>
                </c:pt>
                <c:pt idx="1354">
                  <c:v>58.256549999999997</c:v>
                </c:pt>
                <c:pt idx="1355">
                  <c:v>58.256549999999997</c:v>
                </c:pt>
                <c:pt idx="1356">
                  <c:v>58.256549999999997</c:v>
                </c:pt>
                <c:pt idx="1357">
                  <c:v>58.256549999999997</c:v>
                </c:pt>
                <c:pt idx="1358">
                  <c:v>58.256549999999997</c:v>
                </c:pt>
                <c:pt idx="1359">
                  <c:v>58.256549999999997</c:v>
                </c:pt>
                <c:pt idx="1360">
                  <c:v>58.256549999999997</c:v>
                </c:pt>
                <c:pt idx="1361">
                  <c:v>58.256549999999997</c:v>
                </c:pt>
                <c:pt idx="1362">
                  <c:v>58.256549999999997</c:v>
                </c:pt>
                <c:pt idx="1363">
                  <c:v>58.256549999999997</c:v>
                </c:pt>
                <c:pt idx="1364">
                  <c:v>58.256549999999997</c:v>
                </c:pt>
                <c:pt idx="1365">
                  <c:v>58.256549999999997</c:v>
                </c:pt>
                <c:pt idx="1366">
                  <c:v>58.256549999999997</c:v>
                </c:pt>
                <c:pt idx="1367">
                  <c:v>58.256549999999997</c:v>
                </c:pt>
                <c:pt idx="1368">
                  <c:v>58.256549999999997</c:v>
                </c:pt>
                <c:pt idx="1369">
                  <c:v>58.256549999999997</c:v>
                </c:pt>
                <c:pt idx="1370">
                  <c:v>58.256549999999997</c:v>
                </c:pt>
                <c:pt idx="1371">
                  <c:v>58.256549999999997</c:v>
                </c:pt>
                <c:pt idx="1372">
                  <c:v>58.256549999999997</c:v>
                </c:pt>
                <c:pt idx="1373">
                  <c:v>58.256549999999997</c:v>
                </c:pt>
                <c:pt idx="1374">
                  <c:v>58.256549999999997</c:v>
                </c:pt>
                <c:pt idx="1375">
                  <c:v>58.256549999999997</c:v>
                </c:pt>
                <c:pt idx="1376">
                  <c:v>58.256549999999997</c:v>
                </c:pt>
                <c:pt idx="1377">
                  <c:v>58.256549999999997</c:v>
                </c:pt>
                <c:pt idx="1378">
                  <c:v>58.256549999999997</c:v>
                </c:pt>
                <c:pt idx="1379">
                  <c:v>58.256549999999997</c:v>
                </c:pt>
                <c:pt idx="1380">
                  <c:v>58.256549999999997</c:v>
                </c:pt>
                <c:pt idx="1381">
                  <c:v>58.256549999999997</c:v>
                </c:pt>
                <c:pt idx="1382">
                  <c:v>58.256549999999997</c:v>
                </c:pt>
                <c:pt idx="1383">
                  <c:v>58.256549999999997</c:v>
                </c:pt>
                <c:pt idx="1384">
                  <c:v>58.256549999999997</c:v>
                </c:pt>
                <c:pt idx="1385">
                  <c:v>58.256549999999997</c:v>
                </c:pt>
                <c:pt idx="1386">
                  <c:v>58.256549999999997</c:v>
                </c:pt>
                <c:pt idx="1387">
                  <c:v>58.256549999999997</c:v>
                </c:pt>
                <c:pt idx="1388">
                  <c:v>58.256549999999997</c:v>
                </c:pt>
                <c:pt idx="1389">
                  <c:v>58.256549999999997</c:v>
                </c:pt>
                <c:pt idx="1390">
                  <c:v>58.256549999999997</c:v>
                </c:pt>
                <c:pt idx="1391">
                  <c:v>58.256549999999997</c:v>
                </c:pt>
                <c:pt idx="1392">
                  <c:v>58.256549999999997</c:v>
                </c:pt>
                <c:pt idx="1393">
                  <c:v>58.256549999999997</c:v>
                </c:pt>
                <c:pt idx="1394">
                  <c:v>58.256549999999997</c:v>
                </c:pt>
                <c:pt idx="1395">
                  <c:v>58.256549999999997</c:v>
                </c:pt>
                <c:pt idx="1396">
                  <c:v>58.256549999999997</c:v>
                </c:pt>
                <c:pt idx="1397">
                  <c:v>58.256549999999997</c:v>
                </c:pt>
                <c:pt idx="1398">
                  <c:v>58.256549999999997</c:v>
                </c:pt>
                <c:pt idx="1399">
                  <c:v>58.256549999999997</c:v>
                </c:pt>
                <c:pt idx="1400">
                  <c:v>58.256549999999997</c:v>
                </c:pt>
                <c:pt idx="1401">
                  <c:v>58.256549999999997</c:v>
                </c:pt>
                <c:pt idx="1402">
                  <c:v>58.256549999999997</c:v>
                </c:pt>
                <c:pt idx="1403">
                  <c:v>58.256549999999997</c:v>
                </c:pt>
                <c:pt idx="1404">
                  <c:v>58.256549999999997</c:v>
                </c:pt>
                <c:pt idx="1405">
                  <c:v>58.256549999999997</c:v>
                </c:pt>
                <c:pt idx="1406">
                  <c:v>58.256549999999997</c:v>
                </c:pt>
                <c:pt idx="1407">
                  <c:v>58.256549999999997</c:v>
                </c:pt>
                <c:pt idx="1408">
                  <c:v>58.256549999999997</c:v>
                </c:pt>
                <c:pt idx="1409">
                  <c:v>58.256549999999997</c:v>
                </c:pt>
                <c:pt idx="1410">
                  <c:v>58.256549999999997</c:v>
                </c:pt>
                <c:pt idx="1411">
                  <c:v>58.256549999999997</c:v>
                </c:pt>
                <c:pt idx="1412">
                  <c:v>58.256549999999997</c:v>
                </c:pt>
                <c:pt idx="1413">
                  <c:v>58.256549999999997</c:v>
                </c:pt>
                <c:pt idx="1414">
                  <c:v>58.256549999999997</c:v>
                </c:pt>
                <c:pt idx="1415">
                  <c:v>58.256549999999997</c:v>
                </c:pt>
                <c:pt idx="1416">
                  <c:v>58.256549999999997</c:v>
                </c:pt>
                <c:pt idx="1417">
                  <c:v>58.256549999999997</c:v>
                </c:pt>
                <c:pt idx="1418">
                  <c:v>58.256549999999997</c:v>
                </c:pt>
                <c:pt idx="1419">
                  <c:v>58.256549999999997</c:v>
                </c:pt>
                <c:pt idx="1420">
                  <c:v>58.256549999999997</c:v>
                </c:pt>
                <c:pt idx="1421">
                  <c:v>58.256549999999997</c:v>
                </c:pt>
                <c:pt idx="1422">
                  <c:v>58.256549999999997</c:v>
                </c:pt>
                <c:pt idx="1423">
                  <c:v>58.256549999999997</c:v>
                </c:pt>
                <c:pt idx="1424">
                  <c:v>58.256549999999997</c:v>
                </c:pt>
                <c:pt idx="1425">
                  <c:v>58.256549999999997</c:v>
                </c:pt>
                <c:pt idx="1426">
                  <c:v>58.256549999999997</c:v>
                </c:pt>
                <c:pt idx="1427">
                  <c:v>58.256549999999997</c:v>
                </c:pt>
                <c:pt idx="1428">
                  <c:v>58.256549999999997</c:v>
                </c:pt>
                <c:pt idx="1429">
                  <c:v>58.256549999999997</c:v>
                </c:pt>
                <c:pt idx="1430">
                  <c:v>58.256549999999997</c:v>
                </c:pt>
                <c:pt idx="1431">
                  <c:v>58.256549999999997</c:v>
                </c:pt>
                <c:pt idx="1432">
                  <c:v>58.256549999999997</c:v>
                </c:pt>
                <c:pt idx="1433">
                  <c:v>58.256549999999997</c:v>
                </c:pt>
                <c:pt idx="1434">
                  <c:v>58.256549999999997</c:v>
                </c:pt>
                <c:pt idx="1435">
                  <c:v>58.256549999999997</c:v>
                </c:pt>
                <c:pt idx="1436">
                  <c:v>58.256549999999997</c:v>
                </c:pt>
                <c:pt idx="1437">
                  <c:v>58.256549999999997</c:v>
                </c:pt>
                <c:pt idx="1438">
                  <c:v>58.256549999999997</c:v>
                </c:pt>
                <c:pt idx="1439">
                  <c:v>58.256549999999997</c:v>
                </c:pt>
                <c:pt idx="1440">
                  <c:v>58.256549999999997</c:v>
                </c:pt>
                <c:pt idx="1441">
                  <c:v>58.256549999999997</c:v>
                </c:pt>
                <c:pt idx="1442">
                  <c:v>58.256549999999997</c:v>
                </c:pt>
                <c:pt idx="1443">
                  <c:v>58.256549999999997</c:v>
                </c:pt>
                <c:pt idx="1444">
                  <c:v>58.256549999999997</c:v>
                </c:pt>
                <c:pt idx="1445">
                  <c:v>58.256549999999997</c:v>
                </c:pt>
                <c:pt idx="1446">
                  <c:v>58.256549999999997</c:v>
                </c:pt>
                <c:pt idx="1447">
                  <c:v>58.256549999999997</c:v>
                </c:pt>
                <c:pt idx="1448">
                  <c:v>58.256549999999997</c:v>
                </c:pt>
                <c:pt idx="1449">
                  <c:v>58.256549999999997</c:v>
                </c:pt>
                <c:pt idx="1450">
                  <c:v>58.256549999999997</c:v>
                </c:pt>
                <c:pt idx="1451">
                  <c:v>58.256549999999997</c:v>
                </c:pt>
                <c:pt idx="1452">
                  <c:v>58.256549999999997</c:v>
                </c:pt>
                <c:pt idx="1453">
                  <c:v>58.256549999999997</c:v>
                </c:pt>
                <c:pt idx="1454">
                  <c:v>58.256549999999997</c:v>
                </c:pt>
                <c:pt idx="1455">
                  <c:v>58.256549999999997</c:v>
                </c:pt>
                <c:pt idx="1456">
                  <c:v>58.256549999999997</c:v>
                </c:pt>
                <c:pt idx="1457">
                  <c:v>58.256549999999997</c:v>
                </c:pt>
                <c:pt idx="1458">
                  <c:v>58.256549999999997</c:v>
                </c:pt>
                <c:pt idx="1459">
                  <c:v>58.256549999999997</c:v>
                </c:pt>
                <c:pt idx="1460">
                  <c:v>58.256549999999997</c:v>
                </c:pt>
                <c:pt idx="1461">
                  <c:v>58.256549999999997</c:v>
                </c:pt>
                <c:pt idx="1462">
                  <c:v>58.256549999999997</c:v>
                </c:pt>
                <c:pt idx="1463">
                  <c:v>58.256549999999997</c:v>
                </c:pt>
                <c:pt idx="1464">
                  <c:v>58.256549999999997</c:v>
                </c:pt>
                <c:pt idx="1465">
                  <c:v>58.256549999999997</c:v>
                </c:pt>
                <c:pt idx="1466">
                  <c:v>58.256549999999997</c:v>
                </c:pt>
                <c:pt idx="1467">
                  <c:v>58.256549999999997</c:v>
                </c:pt>
                <c:pt idx="1468">
                  <c:v>58.256549999999997</c:v>
                </c:pt>
                <c:pt idx="1469">
                  <c:v>58.256549999999997</c:v>
                </c:pt>
                <c:pt idx="1470">
                  <c:v>58.256549999999997</c:v>
                </c:pt>
                <c:pt idx="1471">
                  <c:v>58.256549999999997</c:v>
                </c:pt>
                <c:pt idx="1472">
                  <c:v>58.256549999999997</c:v>
                </c:pt>
                <c:pt idx="1473">
                  <c:v>58.256549999999997</c:v>
                </c:pt>
                <c:pt idx="1474">
                  <c:v>58.256549999999997</c:v>
                </c:pt>
                <c:pt idx="1475">
                  <c:v>58.256549999999997</c:v>
                </c:pt>
                <c:pt idx="1476">
                  <c:v>58.256549999999997</c:v>
                </c:pt>
                <c:pt idx="1477">
                  <c:v>58.256549999999997</c:v>
                </c:pt>
                <c:pt idx="1478">
                  <c:v>58.256549999999997</c:v>
                </c:pt>
                <c:pt idx="1479">
                  <c:v>58.256549999999997</c:v>
                </c:pt>
                <c:pt idx="1480">
                  <c:v>58.256549999999997</c:v>
                </c:pt>
                <c:pt idx="1481">
                  <c:v>58.256549999999997</c:v>
                </c:pt>
                <c:pt idx="1482">
                  <c:v>58.256549999999997</c:v>
                </c:pt>
                <c:pt idx="1483">
                  <c:v>58.256549999999997</c:v>
                </c:pt>
                <c:pt idx="1484">
                  <c:v>58.256549999999997</c:v>
                </c:pt>
                <c:pt idx="1485">
                  <c:v>58.256549999999997</c:v>
                </c:pt>
                <c:pt idx="1486">
                  <c:v>58.256549999999997</c:v>
                </c:pt>
                <c:pt idx="1487">
                  <c:v>58.256549999999997</c:v>
                </c:pt>
                <c:pt idx="1488">
                  <c:v>58.256549999999997</c:v>
                </c:pt>
                <c:pt idx="1489">
                  <c:v>58.256549999999997</c:v>
                </c:pt>
                <c:pt idx="1490">
                  <c:v>58.256549999999997</c:v>
                </c:pt>
                <c:pt idx="1491">
                  <c:v>58.256549999999997</c:v>
                </c:pt>
                <c:pt idx="1492">
                  <c:v>58.256549999999997</c:v>
                </c:pt>
                <c:pt idx="1493">
                  <c:v>58.256549999999997</c:v>
                </c:pt>
                <c:pt idx="1494">
                  <c:v>58.256549999999997</c:v>
                </c:pt>
                <c:pt idx="1495">
                  <c:v>58.256549999999997</c:v>
                </c:pt>
                <c:pt idx="1496">
                  <c:v>58.256549999999997</c:v>
                </c:pt>
                <c:pt idx="1497">
                  <c:v>58.256549999999997</c:v>
                </c:pt>
                <c:pt idx="1498">
                  <c:v>58.256549999999997</c:v>
                </c:pt>
                <c:pt idx="1499">
                  <c:v>58.256549999999997</c:v>
                </c:pt>
                <c:pt idx="1500">
                  <c:v>58.256549999999997</c:v>
                </c:pt>
                <c:pt idx="1501">
                  <c:v>58.256549999999997</c:v>
                </c:pt>
                <c:pt idx="1502">
                  <c:v>58.256549999999997</c:v>
                </c:pt>
                <c:pt idx="1503">
                  <c:v>58.256549999999997</c:v>
                </c:pt>
                <c:pt idx="1504">
                  <c:v>58.256549999999997</c:v>
                </c:pt>
                <c:pt idx="1505">
                  <c:v>58.256549999999997</c:v>
                </c:pt>
                <c:pt idx="1506">
                  <c:v>58.256549999999997</c:v>
                </c:pt>
                <c:pt idx="1507">
                  <c:v>58.256549999999997</c:v>
                </c:pt>
                <c:pt idx="1508">
                  <c:v>58.256549999999997</c:v>
                </c:pt>
                <c:pt idx="1509">
                  <c:v>67.193793779999993</c:v>
                </c:pt>
                <c:pt idx="1510">
                  <c:v>67.193793779999993</c:v>
                </c:pt>
                <c:pt idx="1511">
                  <c:v>67.193793779999993</c:v>
                </c:pt>
                <c:pt idx="1512">
                  <c:v>67.780115559999999</c:v>
                </c:pt>
                <c:pt idx="1513">
                  <c:v>67.780115559999999</c:v>
                </c:pt>
                <c:pt idx="1514">
                  <c:v>67.780115559999999</c:v>
                </c:pt>
                <c:pt idx="1515">
                  <c:v>67.780115559999999</c:v>
                </c:pt>
                <c:pt idx="1516">
                  <c:v>67.780115559999999</c:v>
                </c:pt>
                <c:pt idx="1517">
                  <c:v>67.780115559999999</c:v>
                </c:pt>
                <c:pt idx="1518">
                  <c:v>67.780115559999999</c:v>
                </c:pt>
                <c:pt idx="1519">
                  <c:v>67.780115559999999</c:v>
                </c:pt>
                <c:pt idx="1520">
                  <c:v>67.780115559999999</c:v>
                </c:pt>
                <c:pt idx="1521">
                  <c:v>67.780115559999999</c:v>
                </c:pt>
                <c:pt idx="1522">
                  <c:v>68.393399110000004</c:v>
                </c:pt>
                <c:pt idx="1523">
                  <c:v>68.393399110000004</c:v>
                </c:pt>
                <c:pt idx="1524">
                  <c:v>68.393399110000004</c:v>
                </c:pt>
                <c:pt idx="1525">
                  <c:v>68.393399110000004</c:v>
                </c:pt>
                <c:pt idx="1526">
                  <c:v>68.393399110000004</c:v>
                </c:pt>
                <c:pt idx="1527">
                  <c:v>68.393399110000004</c:v>
                </c:pt>
                <c:pt idx="1528">
                  <c:v>68.393399110000004</c:v>
                </c:pt>
                <c:pt idx="1529">
                  <c:v>68.393399110000004</c:v>
                </c:pt>
                <c:pt idx="1530">
                  <c:v>68.393399110000004</c:v>
                </c:pt>
                <c:pt idx="1531">
                  <c:v>68.393399110000004</c:v>
                </c:pt>
                <c:pt idx="1532">
                  <c:v>68.393399110000004</c:v>
                </c:pt>
                <c:pt idx="1533">
                  <c:v>68.393399110000004</c:v>
                </c:pt>
                <c:pt idx="1534">
                  <c:v>68.393399110000004</c:v>
                </c:pt>
                <c:pt idx="1535">
                  <c:v>68.393399110000004</c:v>
                </c:pt>
                <c:pt idx="1536">
                  <c:v>68.393399110000004</c:v>
                </c:pt>
                <c:pt idx="1537">
                  <c:v>68.393399110000004</c:v>
                </c:pt>
                <c:pt idx="1538">
                  <c:v>68.393399110000004</c:v>
                </c:pt>
                <c:pt idx="1539">
                  <c:v>68.393399110000004</c:v>
                </c:pt>
                <c:pt idx="1540">
                  <c:v>68.393399110000004</c:v>
                </c:pt>
                <c:pt idx="1541">
                  <c:v>68.393399110000004</c:v>
                </c:pt>
                <c:pt idx="1542">
                  <c:v>68.393399110000004</c:v>
                </c:pt>
                <c:pt idx="1543">
                  <c:v>68.393399110000004</c:v>
                </c:pt>
                <c:pt idx="1544">
                  <c:v>68.393399110000004</c:v>
                </c:pt>
                <c:pt idx="1545">
                  <c:v>68.393399110000004</c:v>
                </c:pt>
                <c:pt idx="1546">
                  <c:v>68.393399110000004</c:v>
                </c:pt>
                <c:pt idx="1547">
                  <c:v>68.393399110000004</c:v>
                </c:pt>
                <c:pt idx="1548">
                  <c:v>68.393399110000004</c:v>
                </c:pt>
                <c:pt idx="1549">
                  <c:v>68.393399110000004</c:v>
                </c:pt>
                <c:pt idx="1550">
                  <c:v>72.499834669999998</c:v>
                </c:pt>
                <c:pt idx="1551">
                  <c:v>72.499834669999998</c:v>
                </c:pt>
                <c:pt idx="1552">
                  <c:v>72.499834669999998</c:v>
                </c:pt>
                <c:pt idx="1553">
                  <c:v>72.499834669999998</c:v>
                </c:pt>
                <c:pt idx="1554">
                  <c:v>72.499834669999998</c:v>
                </c:pt>
                <c:pt idx="1555">
                  <c:v>72.499834669999998</c:v>
                </c:pt>
                <c:pt idx="1556">
                  <c:v>72.499834669999998</c:v>
                </c:pt>
                <c:pt idx="1557">
                  <c:v>72.499834669999998</c:v>
                </c:pt>
                <c:pt idx="1558">
                  <c:v>72.499834669999998</c:v>
                </c:pt>
                <c:pt idx="1559">
                  <c:v>72.499834669999998</c:v>
                </c:pt>
                <c:pt idx="1560">
                  <c:v>72.499834669999998</c:v>
                </c:pt>
                <c:pt idx="1561">
                  <c:v>72.499834669999998</c:v>
                </c:pt>
                <c:pt idx="1562">
                  <c:v>72.499834669999998</c:v>
                </c:pt>
                <c:pt idx="1563">
                  <c:v>72.499834669999998</c:v>
                </c:pt>
                <c:pt idx="1564">
                  <c:v>72.499834669999998</c:v>
                </c:pt>
                <c:pt idx="1565">
                  <c:v>72.499834669999998</c:v>
                </c:pt>
                <c:pt idx="1566">
                  <c:v>72.499834669999998</c:v>
                </c:pt>
                <c:pt idx="1567">
                  <c:v>72.499834669999998</c:v>
                </c:pt>
                <c:pt idx="1568">
                  <c:v>72.499834669999998</c:v>
                </c:pt>
                <c:pt idx="1569">
                  <c:v>72.499834669999998</c:v>
                </c:pt>
                <c:pt idx="1570">
                  <c:v>72.499834669999998</c:v>
                </c:pt>
                <c:pt idx="1571">
                  <c:v>72.499834669999998</c:v>
                </c:pt>
                <c:pt idx="1572">
                  <c:v>72.499834669999998</c:v>
                </c:pt>
                <c:pt idx="1573">
                  <c:v>72.499834669999998</c:v>
                </c:pt>
                <c:pt idx="1574">
                  <c:v>72.499834669999998</c:v>
                </c:pt>
                <c:pt idx="1575">
                  <c:v>72.499834669999998</c:v>
                </c:pt>
                <c:pt idx="1576">
                  <c:v>72.499834669999998</c:v>
                </c:pt>
                <c:pt idx="1577">
                  <c:v>72.499834669999998</c:v>
                </c:pt>
                <c:pt idx="1578">
                  <c:v>72.499834669999998</c:v>
                </c:pt>
                <c:pt idx="1579">
                  <c:v>72.499834669999998</c:v>
                </c:pt>
                <c:pt idx="1580">
                  <c:v>72.499834669999998</c:v>
                </c:pt>
                <c:pt idx="1581">
                  <c:v>72.499834669999998</c:v>
                </c:pt>
                <c:pt idx="1582">
                  <c:v>72.499834669999998</c:v>
                </c:pt>
                <c:pt idx="1583">
                  <c:v>72.499834669999998</c:v>
                </c:pt>
                <c:pt idx="1584">
                  <c:v>72.499834669999998</c:v>
                </c:pt>
                <c:pt idx="1585">
                  <c:v>72.499834669999998</c:v>
                </c:pt>
                <c:pt idx="1586">
                  <c:v>72.499834669999998</c:v>
                </c:pt>
                <c:pt idx="1587">
                  <c:v>72.499834669999998</c:v>
                </c:pt>
                <c:pt idx="1588">
                  <c:v>72.499834669999998</c:v>
                </c:pt>
                <c:pt idx="1589">
                  <c:v>72.499834669999998</c:v>
                </c:pt>
                <c:pt idx="1590">
                  <c:v>72.499834669999998</c:v>
                </c:pt>
                <c:pt idx="1591">
                  <c:v>72.499834669999998</c:v>
                </c:pt>
                <c:pt idx="1592">
                  <c:v>72.499834669999998</c:v>
                </c:pt>
                <c:pt idx="1593">
                  <c:v>72.499834669999998</c:v>
                </c:pt>
                <c:pt idx="1594">
                  <c:v>72.499834669999998</c:v>
                </c:pt>
                <c:pt idx="1595">
                  <c:v>72.499834669999998</c:v>
                </c:pt>
                <c:pt idx="1596">
                  <c:v>72.499834669999998</c:v>
                </c:pt>
                <c:pt idx="1597">
                  <c:v>72.499834669999998</c:v>
                </c:pt>
                <c:pt idx="1598">
                  <c:v>72.499834669999998</c:v>
                </c:pt>
                <c:pt idx="1599">
                  <c:v>72.499834669999998</c:v>
                </c:pt>
                <c:pt idx="1600">
                  <c:v>72.499834669999998</c:v>
                </c:pt>
                <c:pt idx="1601">
                  <c:v>72.499834669999998</c:v>
                </c:pt>
                <c:pt idx="1602">
                  <c:v>72.499834669999998</c:v>
                </c:pt>
                <c:pt idx="1603">
                  <c:v>72.499834669999998</c:v>
                </c:pt>
                <c:pt idx="1604">
                  <c:v>72.499834669999998</c:v>
                </c:pt>
                <c:pt idx="1605">
                  <c:v>72.499834669999998</c:v>
                </c:pt>
                <c:pt idx="1606">
                  <c:v>72.499834669999998</c:v>
                </c:pt>
                <c:pt idx="1607">
                  <c:v>72.499834669999998</c:v>
                </c:pt>
                <c:pt idx="1608">
                  <c:v>72.499834669999998</c:v>
                </c:pt>
                <c:pt idx="1609">
                  <c:v>72.499834669999998</c:v>
                </c:pt>
                <c:pt idx="1610">
                  <c:v>72.499834669999998</c:v>
                </c:pt>
                <c:pt idx="1611">
                  <c:v>72.499834669999998</c:v>
                </c:pt>
                <c:pt idx="1612">
                  <c:v>72.499834669999998</c:v>
                </c:pt>
                <c:pt idx="1613">
                  <c:v>72.499834669999998</c:v>
                </c:pt>
                <c:pt idx="1614">
                  <c:v>72.499834669999998</c:v>
                </c:pt>
                <c:pt idx="1615">
                  <c:v>72.499834669999998</c:v>
                </c:pt>
                <c:pt idx="1616">
                  <c:v>72.499834669999998</c:v>
                </c:pt>
                <c:pt idx="1617">
                  <c:v>72.499834669999998</c:v>
                </c:pt>
                <c:pt idx="1618">
                  <c:v>72.499834669999998</c:v>
                </c:pt>
                <c:pt idx="1619">
                  <c:v>72.499834669999998</c:v>
                </c:pt>
                <c:pt idx="1620">
                  <c:v>72.499834669999998</c:v>
                </c:pt>
                <c:pt idx="1621">
                  <c:v>72.499834669999998</c:v>
                </c:pt>
                <c:pt idx="1622">
                  <c:v>72.499834669999998</c:v>
                </c:pt>
                <c:pt idx="1623">
                  <c:v>72.499834669999998</c:v>
                </c:pt>
                <c:pt idx="1624">
                  <c:v>72.499834669999998</c:v>
                </c:pt>
                <c:pt idx="1625">
                  <c:v>72.499834669999998</c:v>
                </c:pt>
                <c:pt idx="1626">
                  <c:v>72.499834669999998</c:v>
                </c:pt>
                <c:pt idx="1627">
                  <c:v>72.499834669999998</c:v>
                </c:pt>
                <c:pt idx="1628">
                  <c:v>72.499834669999998</c:v>
                </c:pt>
                <c:pt idx="1629">
                  <c:v>72.499834669999998</c:v>
                </c:pt>
                <c:pt idx="1630">
                  <c:v>72.499834669999998</c:v>
                </c:pt>
                <c:pt idx="1631">
                  <c:v>72.499834669999998</c:v>
                </c:pt>
                <c:pt idx="1632">
                  <c:v>72.499834669999998</c:v>
                </c:pt>
                <c:pt idx="1633">
                  <c:v>72.499834669999998</c:v>
                </c:pt>
                <c:pt idx="1634">
                  <c:v>72.499834669999998</c:v>
                </c:pt>
                <c:pt idx="1635">
                  <c:v>72.499834669999998</c:v>
                </c:pt>
                <c:pt idx="1636">
                  <c:v>72.499834669999998</c:v>
                </c:pt>
                <c:pt idx="1637">
                  <c:v>72.499834669999998</c:v>
                </c:pt>
                <c:pt idx="1638">
                  <c:v>72.499834669999998</c:v>
                </c:pt>
                <c:pt idx="1639">
                  <c:v>72.499834669999998</c:v>
                </c:pt>
                <c:pt idx="1640">
                  <c:v>72.499834669999998</c:v>
                </c:pt>
                <c:pt idx="1641">
                  <c:v>72.499834669999998</c:v>
                </c:pt>
                <c:pt idx="1642">
                  <c:v>72.499834669999998</c:v>
                </c:pt>
                <c:pt idx="1643">
                  <c:v>72.499834669999998</c:v>
                </c:pt>
                <c:pt idx="1644">
                  <c:v>72.499834669999998</c:v>
                </c:pt>
                <c:pt idx="1645">
                  <c:v>72.499834669999998</c:v>
                </c:pt>
                <c:pt idx="1646">
                  <c:v>72.499834669999998</c:v>
                </c:pt>
                <c:pt idx="1647">
                  <c:v>72.499834669999998</c:v>
                </c:pt>
                <c:pt idx="1648">
                  <c:v>72.499834669999998</c:v>
                </c:pt>
                <c:pt idx="1649">
                  <c:v>72.499834669999998</c:v>
                </c:pt>
                <c:pt idx="1650">
                  <c:v>72.499834669999998</c:v>
                </c:pt>
                <c:pt idx="1651">
                  <c:v>72.499834669999998</c:v>
                </c:pt>
                <c:pt idx="1652">
                  <c:v>72.499834669999998</c:v>
                </c:pt>
                <c:pt idx="1653">
                  <c:v>72.499834669999998</c:v>
                </c:pt>
                <c:pt idx="1654">
                  <c:v>72.499834669999998</c:v>
                </c:pt>
                <c:pt idx="1655">
                  <c:v>72.499834669999998</c:v>
                </c:pt>
                <c:pt idx="1656">
                  <c:v>72.499834669999998</c:v>
                </c:pt>
                <c:pt idx="1657">
                  <c:v>72.499834669999998</c:v>
                </c:pt>
                <c:pt idx="1658">
                  <c:v>72.499834669999998</c:v>
                </c:pt>
                <c:pt idx="1659">
                  <c:v>72.499834669999998</c:v>
                </c:pt>
                <c:pt idx="1660">
                  <c:v>72.499834669999998</c:v>
                </c:pt>
                <c:pt idx="1661">
                  <c:v>72.499834669999998</c:v>
                </c:pt>
                <c:pt idx="1662">
                  <c:v>72.499834669999998</c:v>
                </c:pt>
                <c:pt idx="1663">
                  <c:v>72.499834669999998</c:v>
                </c:pt>
                <c:pt idx="1664">
                  <c:v>72.499834669999998</c:v>
                </c:pt>
                <c:pt idx="1665">
                  <c:v>72.499834669999998</c:v>
                </c:pt>
                <c:pt idx="1666">
                  <c:v>72.499834669999998</c:v>
                </c:pt>
                <c:pt idx="1667">
                  <c:v>72.499834669999998</c:v>
                </c:pt>
                <c:pt idx="1668">
                  <c:v>72.499834669999998</c:v>
                </c:pt>
                <c:pt idx="1669">
                  <c:v>72.499834669999998</c:v>
                </c:pt>
                <c:pt idx="1670">
                  <c:v>72.499834669999998</c:v>
                </c:pt>
                <c:pt idx="1671">
                  <c:v>72.499834669999998</c:v>
                </c:pt>
                <c:pt idx="1672">
                  <c:v>72.499834669999998</c:v>
                </c:pt>
                <c:pt idx="1673">
                  <c:v>72.499834669999998</c:v>
                </c:pt>
                <c:pt idx="1674">
                  <c:v>72.499834669999998</c:v>
                </c:pt>
                <c:pt idx="1675">
                  <c:v>72.499834669999998</c:v>
                </c:pt>
                <c:pt idx="1676">
                  <c:v>72.499834669999998</c:v>
                </c:pt>
                <c:pt idx="1677">
                  <c:v>72.499834669999998</c:v>
                </c:pt>
                <c:pt idx="1678">
                  <c:v>72.499834669999998</c:v>
                </c:pt>
                <c:pt idx="1679">
                  <c:v>72.499834669999998</c:v>
                </c:pt>
                <c:pt idx="1680">
                  <c:v>72.499834669999998</c:v>
                </c:pt>
                <c:pt idx="1681">
                  <c:v>72.499834669999998</c:v>
                </c:pt>
                <c:pt idx="1682">
                  <c:v>72.499834669999998</c:v>
                </c:pt>
                <c:pt idx="1683">
                  <c:v>72.499834669999998</c:v>
                </c:pt>
                <c:pt idx="1684">
                  <c:v>72.499834669999998</c:v>
                </c:pt>
                <c:pt idx="1685">
                  <c:v>72.499834669999998</c:v>
                </c:pt>
                <c:pt idx="1686">
                  <c:v>72.499834669999998</c:v>
                </c:pt>
                <c:pt idx="1687">
                  <c:v>72.499834669999998</c:v>
                </c:pt>
                <c:pt idx="1688">
                  <c:v>72.499834669999998</c:v>
                </c:pt>
                <c:pt idx="1689">
                  <c:v>72.499834669999998</c:v>
                </c:pt>
                <c:pt idx="1690">
                  <c:v>72.499834669999998</c:v>
                </c:pt>
                <c:pt idx="1691">
                  <c:v>72.499834669999998</c:v>
                </c:pt>
                <c:pt idx="1692">
                  <c:v>72.499834669999998</c:v>
                </c:pt>
                <c:pt idx="1693">
                  <c:v>72.499834669999998</c:v>
                </c:pt>
                <c:pt idx="1694">
                  <c:v>72.499834669999998</c:v>
                </c:pt>
                <c:pt idx="1695">
                  <c:v>72.499834669999998</c:v>
                </c:pt>
                <c:pt idx="1696">
                  <c:v>72.499834669999998</c:v>
                </c:pt>
                <c:pt idx="1697">
                  <c:v>72.499834669999998</c:v>
                </c:pt>
                <c:pt idx="1698">
                  <c:v>72.499834669999998</c:v>
                </c:pt>
                <c:pt idx="1699">
                  <c:v>72.499834669999998</c:v>
                </c:pt>
                <c:pt idx="1700">
                  <c:v>72.499834669999998</c:v>
                </c:pt>
                <c:pt idx="1701">
                  <c:v>72.499834669999998</c:v>
                </c:pt>
                <c:pt idx="1702">
                  <c:v>72.499834669999998</c:v>
                </c:pt>
                <c:pt idx="1703">
                  <c:v>72.499834669999998</c:v>
                </c:pt>
                <c:pt idx="1704">
                  <c:v>72.499834669999998</c:v>
                </c:pt>
                <c:pt idx="1705">
                  <c:v>72.499834669999998</c:v>
                </c:pt>
                <c:pt idx="1706">
                  <c:v>72.499834669999998</c:v>
                </c:pt>
                <c:pt idx="1707">
                  <c:v>72.499834669999998</c:v>
                </c:pt>
                <c:pt idx="1708">
                  <c:v>72.499834669999998</c:v>
                </c:pt>
                <c:pt idx="1709">
                  <c:v>72.499834669999998</c:v>
                </c:pt>
                <c:pt idx="1710">
                  <c:v>72.499834669999998</c:v>
                </c:pt>
                <c:pt idx="1711">
                  <c:v>72.499834669999998</c:v>
                </c:pt>
                <c:pt idx="1712">
                  <c:v>72.499834669999998</c:v>
                </c:pt>
                <c:pt idx="1713">
                  <c:v>72.499834669999998</c:v>
                </c:pt>
                <c:pt idx="1714">
                  <c:v>72.499834669999998</c:v>
                </c:pt>
                <c:pt idx="1715">
                  <c:v>72.499834669999998</c:v>
                </c:pt>
                <c:pt idx="1716">
                  <c:v>72.499834669999998</c:v>
                </c:pt>
                <c:pt idx="1717">
                  <c:v>72.499834669999998</c:v>
                </c:pt>
                <c:pt idx="1718">
                  <c:v>72.499834669999998</c:v>
                </c:pt>
                <c:pt idx="1719">
                  <c:v>72.499834669999998</c:v>
                </c:pt>
                <c:pt idx="1720">
                  <c:v>72.499834669999998</c:v>
                </c:pt>
                <c:pt idx="1721">
                  <c:v>72.499834669999998</c:v>
                </c:pt>
                <c:pt idx="1722">
                  <c:v>72.499834669999998</c:v>
                </c:pt>
                <c:pt idx="1723">
                  <c:v>72.499834669999998</c:v>
                </c:pt>
                <c:pt idx="1724">
                  <c:v>72.499834669999998</c:v>
                </c:pt>
                <c:pt idx="1725">
                  <c:v>72.499834669999998</c:v>
                </c:pt>
                <c:pt idx="1726">
                  <c:v>72.499834669999998</c:v>
                </c:pt>
                <c:pt idx="1727">
                  <c:v>72.499834669999998</c:v>
                </c:pt>
                <c:pt idx="1728">
                  <c:v>72.499834669999998</c:v>
                </c:pt>
                <c:pt idx="1729">
                  <c:v>72.499834669999998</c:v>
                </c:pt>
                <c:pt idx="1730">
                  <c:v>72.499834669999998</c:v>
                </c:pt>
                <c:pt idx="1731">
                  <c:v>72.499834669999998</c:v>
                </c:pt>
                <c:pt idx="1732">
                  <c:v>72.499834669999998</c:v>
                </c:pt>
                <c:pt idx="1733">
                  <c:v>72.499834669999998</c:v>
                </c:pt>
                <c:pt idx="1734">
                  <c:v>72.499834669999998</c:v>
                </c:pt>
                <c:pt idx="1735">
                  <c:v>72.499834669999998</c:v>
                </c:pt>
                <c:pt idx="1736">
                  <c:v>72.499834669999998</c:v>
                </c:pt>
                <c:pt idx="1737">
                  <c:v>72.499834669999998</c:v>
                </c:pt>
                <c:pt idx="1738">
                  <c:v>72.499834669999998</c:v>
                </c:pt>
                <c:pt idx="1739">
                  <c:v>72.499834669999998</c:v>
                </c:pt>
                <c:pt idx="1740">
                  <c:v>72.499834669999998</c:v>
                </c:pt>
                <c:pt idx="1741">
                  <c:v>72.499834669999998</c:v>
                </c:pt>
                <c:pt idx="1742">
                  <c:v>72.499834669999998</c:v>
                </c:pt>
                <c:pt idx="1743">
                  <c:v>72.499834669999998</c:v>
                </c:pt>
                <c:pt idx="1744">
                  <c:v>72.499834669999998</c:v>
                </c:pt>
                <c:pt idx="1745">
                  <c:v>72.499834669999998</c:v>
                </c:pt>
                <c:pt idx="1746">
                  <c:v>72.499834669999998</c:v>
                </c:pt>
                <c:pt idx="1747">
                  <c:v>72.499834669999998</c:v>
                </c:pt>
                <c:pt idx="1748">
                  <c:v>72.499834669999998</c:v>
                </c:pt>
                <c:pt idx="1749">
                  <c:v>72.499834669999998</c:v>
                </c:pt>
                <c:pt idx="1750">
                  <c:v>72.499834669999998</c:v>
                </c:pt>
                <c:pt idx="1751">
                  <c:v>72.499834669999998</c:v>
                </c:pt>
                <c:pt idx="1752">
                  <c:v>72.499834669999998</c:v>
                </c:pt>
                <c:pt idx="1753">
                  <c:v>72.499834669999998</c:v>
                </c:pt>
                <c:pt idx="1754">
                  <c:v>72.499834669999998</c:v>
                </c:pt>
                <c:pt idx="1755">
                  <c:v>72.499834669999998</c:v>
                </c:pt>
                <c:pt idx="1756">
                  <c:v>72.499834669999998</c:v>
                </c:pt>
                <c:pt idx="1757">
                  <c:v>72.499834669999998</c:v>
                </c:pt>
                <c:pt idx="1758">
                  <c:v>72.499834669999998</c:v>
                </c:pt>
                <c:pt idx="1759">
                  <c:v>72.499834669999998</c:v>
                </c:pt>
                <c:pt idx="1760">
                  <c:v>72.499834669999998</c:v>
                </c:pt>
                <c:pt idx="1761">
                  <c:v>72.499834669999998</c:v>
                </c:pt>
                <c:pt idx="1762">
                  <c:v>72.499834669999998</c:v>
                </c:pt>
                <c:pt idx="1763">
                  <c:v>72.499834669999998</c:v>
                </c:pt>
                <c:pt idx="1764">
                  <c:v>72.499834669999998</c:v>
                </c:pt>
                <c:pt idx="1765">
                  <c:v>72.499834669999998</c:v>
                </c:pt>
                <c:pt idx="1766">
                  <c:v>72.499834669999998</c:v>
                </c:pt>
                <c:pt idx="1767">
                  <c:v>72.499834669999998</c:v>
                </c:pt>
                <c:pt idx="1768">
                  <c:v>72.499834669999998</c:v>
                </c:pt>
                <c:pt idx="1769">
                  <c:v>72.499834669999998</c:v>
                </c:pt>
                <c:pt idx="1770">
                  <c:v>72.499834669999998</c:v>
                </c:pt>
                <c:pt idx="1771">
                  <c:v>72.499834669999998</c:v>
                </c:pt>
                <c:pt idx="1772">
                  <c:v>72.499834669999998</c:v>
                </c:pt>
                <c:pt idx="1773">
                  <c:v>72.499834669999998</c:v>
                </c:pt>
                <c:pt idx="1774">
                  <c:v>72.499834669999998</c:v>
                </c:pt>
                <c:pt idx="1775">
                  <c:v>72.499834669999998</c:v>
                </c:pt>
                <c:pt idx="1776">
                  <c:v>72.499834669999998</c:v>
                </c:pt>
                <c:pt idx="1777">
                  <c:v>72.499834669999998</c:v>
                </c:pt>
                <c:pt idx="1778">
                  <c:v>72.499834669999998</c:v>
                </c:pt>
                <c:pt idx="1779">
                  <c:v>72.499834669999998</c:v>
                </c:pt>
                <c:pt idx="1780">
                  <c:v>72.499834669999998</c:v>
                </c:pt>
                <c:pt idx="1781">
                  <c:v>72.499834669999998</c:v>
                </c:pt>
                <c:pt idx="1782">
                  <c:v>72.499834669999998</c:v>
                </c:pt>
                <c:pt idx="1783">
                  <c:v>72.499834669999998</c:v>
                </c:pt>
                <c:pt idx="1784">
                  <c:v>72.499834669999998</c:v>
                </c:pt>
                <c:pt idx="1785">
                  <c:v>72.499834669999998</c:v>
                </c:pt>
                <c:pt idx="1786">
                  <c:v>72.499834669999998</c:v>
                </c:pt>
                <c:pt idx="1787">
                  <c:v>72.499834669999998</c:v>
                </c:pt>
                <c:pt idx="1788">
                  <c:v>72.499834669999998</c:v>
                </c:pt>
                <c:pt idx="1789">
                  <c:v>72.499834669999998</c:v>
                </c:pt>
                <c:pt idx="1790">
                  <c:v>72.499834669999998</c:v>
                </c:pt>
                <c:pt idx="1791">
                  <c:v>72.499834669999998</c:v>
                </c:pt>
                <c:pt idx="1792">
                  <c:v>72.499834669999998</c:v>
                </c:pt>
                <c:pt idx="1793">
                  <c:v>72.499834669999998</c:v>
                </c:pt>
                <c:pt idx="1794">
                  <c:v>72.499834669999998</c:v>
                </c:pt>
                <c:pt idx="1795">
                  <c:v>72.499834669999998</c:v>
                </c:pt>
                <c:pt idx="1796">
                  <c:v>72.499834669999998</c:v>
                </c:pt>
                <c:pt idx="1797">
                  <c:v>72.499834669999998</c:v>
                </c:pt>
                <c:pt idx="1798">
                  <c:v>72.499834669999998</c:v>
                </c:pt>
                <c:pt idx="1799">
                  <c:v>72.499834669999998</c:v>
                </c:pt>
                <c:pt idx="1800">
                  <c:v>72.499834669999998</c:v>
                </c:pt>
                <c:pt idx="1801">
                  <c:v>72.499834669999998</c:v>
                </c:pt>
                <c:pt idx="1802">
                  <c:v>72.499834669999998</c:v>
                </c:pt>
                <c:pt idx="1803">
                  <c:v>72.499834669999998</c:v>
                </c:pt>
                <c:pt idx="1804">
                  <c:v>72.499834669999998</c:v>
                </c:pt>
                <c:pt idx="1805">
                  <c:v>72.499834669999998</c:v>
                </c:pt>
                <c:pt idx="1806">
                  <c:v>72.499834669999998</c:v>
                </c:pt>
                <c:pt idx="1807">
                  <c:v>72.499834669999998</c:v>
                </c:pt>
                <c:pt idx="1808">
                  <c:v>72.499834669999998</c:v>
                </c:pt>
                <c:pt idx="1809">
                  <c:v>72.499834669999998</c:v>
                </c:pt>
                <c:pt idx="1810">
                  <c:v>72.499834669999998</c:v>
                </c:pt>
                <c:pt idx="1811">
                  <c:v>72.499834669999998</c:v>
                </c:pt>
                <c:pt idx="1812">
                  <c:v>72.499834669999998</c:v>
                </c:pt>
                <c:pt idx="1813">
                  <c:v>72.499834669999998</c:v>
                </c:pt>
                <c:pt idx="1814">
                  <c:v>72.499834669999998</c:v>
                </c:pt>
                <c:pt idx="1815">
                  <c:v>72.499834669999998</c:v>
                </c:pt>
                <c:pt idx="1816">
                  <c:v>72.499834669999998</c:v>
                </c:pt>
                <c:pt idx="1817">
                  <c:v>72.499834669999998</c:v>
                </c:pt>
                <c:pt idx="1818">
                  <c:v>72.499834669999998</c:v>
                </c:pt>
                <c:pt idx="1819">
                  <c:v>72.499834669999998</c:v>
                </c:pt>
                <c:pt idx="1820">
                  <c:v>72.499834669999998</c:v>
                </c:pt>
                <c:pt idx="1821">
                  <c:v>72.499834669999998</c:v>
                </c:pt>
                <c:pt idx="1822">
                  <c:v>72.499834669999998</c:v>
                </c:pt>
                <c:pt idx="1823">
                  <c:v>72.499834669999998</c:v>
                </c:pt>
                <c:pt idx="1824">
                  <c:v>72.499834669999998</c:v>
                </c:pt>
                <c:pt idx="1825">
                  <c:v>72.499834669999998</c:v>
                </c:pt>
                <c:pt idx="1826">
                  <c:v>72.499834669999998</c:v>
                </c:pt>
                <c:pt idx="1827">
                  <c:v>72.499834669999998</c:v>
                </c:pt>
                <c:pt idx="1828">
                  <c:v>72.499834669999998</c:v>
                </c:pt>
                <c:pt idx="1829">
                  <c:v>72.499834669999998</c:v>
                </c:pt>
                <c:pt idx="1830">
                  <c:v>72.499834669999998</c:v>
                </c:pt>
                <c:pt idx="1831">
                  <c:v>72.499834669999998</c:v>
                </c:pt>
                <c:pt idx="1832">
                  <c:v>72.499834669999998</c:v>
                </c:pt>
                <c:pt idx="1833">
                  <c:v>72.499834669999998</c:v>
                </c:pt>
                <c:pt idx="1834">
                  <c:v>72.499834669999998</c:v>
                </c:pt>
                <c:pt idx="1835">
                  <c:v>72.499834669999998</c:v>
                </c:pt>
                <c:pt idx="1836">
                  <c:v>72.499834669999998</c:v>
                </c:pt>
                <c:pt idx="1837">
                  <c:v>72.499834669999998</c:v>
                </c:pt>
                <c:pt idx="1838">
                  <c:v>72.499834669999998</c:v>
                </c:pt>
                <c:pt idx="1839">
                  <c:v>72.499834669999998</c:v>
                </c:pt>
                <c:pt idx="1840">
                  <c:v>72.499834669999998</c:v>
                </c:pt>
                <c:pt idx="1841">
                  <c:v>72.499834669999998</c:v>
                </c:pt>
                <c:pt idx="1842">
                  <c:v>72.499834669999998</c:v>
                </c:pt>
                <c:pt idx="1843">
                  <c:v>72.499834669999998</c:v>
                </c:pt>
                <c:pt idx="1844">
                  <c:v>72.499834669999998</c:v>
                </c:pt>
                <c:pt idx="1845">
                  <c:v>72.499834669999998</c:v>
                </c:pt>
                <c:pt idx="1846">
                  <c:v>72.499834669999998</c:v>
                </c:pt>
                <c:pt idx="1847">
                  <c:v>72.499834669999998</c:v>
                </c:pt>
                <c:pt idx="1848">
                  <c:v>72.499834669999998</c:v>
                </c:pt>
                <c:pt idx="1849">
                  <c:v>72.499834669999998</c:v>
                </c:pt>
                <c:pt idx="1850">
                  <c:v>72.499834669999998</c:v>
                </c:pt>
                <c:pt idx="1851">
                  <c:v>72.499834669999998</c:v>
                </c:pt>
                <c:pt idx="1852">
                  <c:v>72.499834669999998</c:v>
                </c:pt>
                <c:pt idx="1853">
                  <c:v>72.499834669999998</c:v>
                </c:pt>
                <c:pt idx="1854">
                  <c:v>72.499834669999998</c:v>
                </c:pt>
                <c:pt idx="1855">
                  <c:v>72.499834669999998</c:v>
                </c:pt>
                <c:pt idx="1856">
                  <c:v>72.499834669999998</c:v>
                </c:pt>
                <c:pt idx="1857">
                  <c:v>72.499834669999998</c:v>
                </c:pt>
                <c:pt idx="1858">
                  <c:v>72.499834669999998</c:v>
                </c:pt>
                <c:pt idx="1859">
                  <c:v>72.499834669999998</c:v>
                </c:pt>
                <c:pt idx="1860">
                  <c:v>72.499834669999998</c:v>
                </c:pt>
                <c:pt idx="1861">
                  <c:v>72.499834669999998</c:v>
                </c:pt>
                <c:pt idx="1862">
                  <c:v>72.499834669999998</c:v>
                </c:pt>
                <c:pt idx="1863">
                  <c:v>72.499834669999998</c:v>
                </c:pt>
                <c:pt idx="1864">
                  <c:v>72.499834669999998</c:v>
                </c:pt>
                <c:pt idx="1865">
                  <c:v>72.499834669999998</c:v>
                </c:pt>
                <c:pt idx="1866">
                  <c:v>72.499834669999998</c:v>
                </c:pt>
                <c:pt idx="1867">
                  <c:v>72.499834669999998</c:v>
                </c:pt>
                <c:pt idx="1868">
                  <c:v>72.499834669999998</c:v>
                </c:pt>
                <c:pt idx="1869">
                  <c:v>72.499834669999998</c:v>
                </c:pt>
                <c:pt idx="1870">
                  <c:v>72.499834669999998</c:v>
                </c:pt>
                <c:pt idx="1871">
                  <c:v>72.499834669999998</c:v>
                </c:pt>
                <c:pt idx="1872">
                  <c:v>72.499834669999998</c:v>
                </c:pt>
                <c:pt idx="1873">
                  <c:v>72.499834669999998</c:v>
                </c:pt>
                <c:pt idx="1874">
                  <c:v>72.499834669999998</c:v>
                </c:pt>
                <c:pt idx="1875">
                  <c:v>72.499834669999998</c:v>
                </c:pt>
                <c:pt idx="1876">
                  <c:v>72.499834669999998</c:v>
                </c:pt>
                <c:pt idx="1877">
                  <c:v>72.499834669999998</c:v>
                </c:pt>
                <c:pt idx="1878">
                  <c:v>72.499834669999998</c:v>
                </c:pt>
                <c:pt idx="1879">
                  <c:v>72.499834669999998</c:v>
                </c:pt>
                <c:pt idx="1880">
                  <c:v>72.499834669999998</c:v>
                </c:pt>
                <c:pt idx="1881">
                  <c:v>72.499834669999998</c:v>
                </c:pt>
                <c:pt idx="1882">
                  <c:v>72.499834669999998</c:v>
                </c:pt>
                <c:pt idx="1883">
                  <c:v>72.499834669999998</c:v>
                </c:pt>
                <c:pt idx="1884">
                  <c:v>72.499834669999998</c:v>
                </c:pt>
                <c:pt idx="1885">
                  <c:v>72.499834669999998</c:v>
                </c:pt>
                <c:pt idx="1886">
                  <c:v>72.499834669999998</c:v>
                </c:pt>
                <c:pt idx="1887">
                  <c:v>72.499834669999998</c:v>
                </c:pt>
                <c:pt idx="1888">
                  <c:v>72.499834669999998</c:v>
                </c:pt>
                <c:pt idx="1889">
                  <c:v>72.499834669999998</c:v>
                </c:pt>
                <c:pt idx="1890">
                  <c:v>72.499834669999998</c:v>
                </c:pt>
                <c:pt idx="1891">
                  <c:v>72.499834669999998</c:v>
                </c:pt>
                <c:pt idx="1892">
                  <c:v>72.499834669999998</c:v>
                </c:pt>
                <c:pt idx="1893">
                  <c:v>72.499834669999998</c:v>
                </c:pt>
                <c:pt idx="1894">
                  <c:v>72.499834669999998</c:v>
                </c:pt>
                <c:pt idx="1895">
                  <c:v>72.499834669999998</c:v>
                </c:pt>
                <c:pt idx="1896">
                  <c:v>72.499834669999998</c:v>
                </c:pt>
                <c:pt idx="1897">
                  <c:v>72.499834669999998</c:v>
                </c:pt>
                <c:pt idx="1898">
                  <c:v>72.499834669999998</c:v>
                </c:pt>
                <c:pt idx="1899">
                  <c:v>72.499834669999998</c:v>
                </c:pt>
                <c:pt idx="1900">
                  <c:v>72.499834669999998</c:v>
                </c:pt>
                <c:pt idx="1901">
                  <c:v>72.499834669999998</c:v>
                </c:pt>
                <c:pt idx="1902">
                  <c:v>72.499834669999998</c:v>
                </c:pt>
                <c:pt idx="1903">
                  <c:v>72.499834669999998</c:v>
                </c:pt>
                <c:pt idx="1904">
                  <c:v>72.499834669999998</c:v>
                </c:pt>
                <c:pt idx="1905">
                  <c:v>72.499834669999998</c:v>
                </c:pt>
                <c:pt idx="1906">
                  <c:v>72.499834669999998</c:v>
                </c:pt>
                <c:pt idx="1907">
                  <c:v>72.499834669999998</c:v>
                </c:pt>
                <c:pt idx="1908">
                  <c:v>72.499834669999998</c:v>
                </c:pt>
                <c:pt idx="1909">
                  <c:v>72.499834669999998</c:v>
                </c:pt>
                <c:pt idx="1910">
                  <c:v>72.499834669999998</c:v>
                </c:pt>
                <c:pt idx="1911">
                  <c:v>72.499834669999998</c:v>
                </c:pt>
                <c:pt idx="1912">
                  <c:v>72.499834669999998</c:v>
                </c:pt>
                <c:pt idx="1913">
                  <c:v>72.499834669999998</c:v>
                </c:pt>
                <c:pt idx="1914">
                  <c:v>72.499834669999998</c:v>
                </c:pt>
                <c:pt idx="1915">
                  <c:v>72.499834669999998</c:v>
                </c:pt>
                <c:pt idx="1916">
                  <c:v>72.499834669999998</c:v>
                </c:pt>
                <c:pt idx="1917">
                  <c:v>72.499834669999998</c:v>
                </c:pt>
                <c:pt idx="1918">
                  <c:v>72.499834669999998</c:v>
                </c:pt>
                <c:pt idx="1919">
                  <c:v>72.499834669999998</c:v>
                </c:pt>
                <c:pt idx="1920">
                  <c:v>72.499834669999998</c:v>
                </c:pt>
                <c:pt idx="1921">
                  <c:v>72.499834669999998</c:v>
                </c:pt>
                <c:pt idx="1922">
                  <c:v>72.499834669999998</c:v>
                </c:pt>
                <c:pt idx="1923">
                  <c:v>72.499834669999998</c:v>
                </c:pt>
                <c:pt idx="1924">
                  <c:v>72.499834669999998</c:v>
                </c:pt>
                <c:pt idx="1925">
                  <c:v>72.499834669999998</c:v>
                </c:pt>
                <c:pt idx="1926">
                  <c:v>72.499834669999998</c:v>
                </c:pt>
                <c:pt idx="1927">
                  <c:v>72.499834669999998</c:v>
                </c:pt>
                <c:pt idx="1928">
                  <c:v>72.499834669999998</c:v>
                </c:pt>
                <c:pt idx="1929">
                  <c:v>72.499834669999998</c:v>
                </c:pt>
                <c:pt idx="1930">
                  <c:v>72.499834669999998</c:v>
                </c:pt>
                <c:pt idx="1931">
                  <c:v>72.499834669999998</c:v>
                </c:pt>
                <c:pt idx="1932">
                  <c:v>72.499834669999998</c:v>
                </c:pt>
                <c:pt idx="1933">
                  <c:v>72.499834669999998</c:v>
                </c:pt>
                <c:pt idx="1934">
                  <c:v>72.499834669999998</c:v>
                </c:pt>
                <c:pt idx="1935">
                  <c:v>72.499834669999998</c:v>
                </c:pt>
                <c:pt idx="1936">
                  <c:v>72.499834669999998</c:v>
                </c:pt>
                <c:pt idx="1937">
                  <c:v>72.499834669999998</c:v>
                </c:pt>
                <c:pt idx="1938">
                  <c:v>72.499834669999998</c:v>
                </c:pt>
                <c:pt idx="1939">
                  <c:v>72.499834669999998</c:v>
                </c:pt>
                <c:pt idx="1940">
                  <c:v>72.499834669999998</c:v>
                </c:pt>
                <c:pt idx="1941">
                  <c:v>72.499834669999998</c:v>
                </c:pt>
                <c:pt idx="1942">
                  <c:v>72.499834669999998</c:v>
                </c:pt>
                <c:pt idx="1943">
                  <c:v>72.499834669999998</c:v>
                </c:pt>
                <c:pt idx="1944">
                  <c:v>72.499834669999998</c:v>
                </c:pt>
                <c:pt idx="1945">
                  <c:v>72.499834669999998</c:v>
                </c:pt>
                <c:pt idx="1946">
                  <c:v>72.499834669999998</c:v>
                </c:pt>
                <c:pt idx="1947">
                  <c:v>72.499834669999998</c:v>
                </c:pt>
                <c:pt idx="1948">
                  <c:v>72.499834669999998</c:v>
                </c:pt>
                <c:pt idx="1949">
                  <c:v>72.499834669999998</c:v>
                </c:pt>
                <c:pt idx="1950">
                  <c:v>72.499834669999998</c:v>
                </c:pt>
                <c:pt idx="1951">
                  <c:v>72.499834669999998</c:v>
                </c:pt>
                <c:pt idx="1952">
                  <c:v>72.499834669999998</c:v>
                </c:pt>
                <c:pt idx="1953">
                  <c:v>72.499834669999998</c:v>
                </c:pt>
                <c:pt idx="1954">
                  <c:v>72.499834669999998</c:v>
                </c:pt>
                <c:pt idx="1955">
                  <c:v>72.499834669999998</c:v>
                </c:pt>
                <c:pt idx="1956">
                  <c:v>72.499834669999998</c:v>
                </c:pt>
                <c:pt idx="1957">
                  <c:v>72.499834669999998</c:v>
                </c:pt>
                <c:pt idx="1958">
                  <c:v>72.499834669999998</c:v>
                </c:pt>
                <c:pt idx="1959">
                  <c:v>72.499834669999998</c:v>
                </c:pt>
                <c:pt idx="1960">
                  <c:v>72.499834669999998</c:v>
                </c:pt>
                <c:pt idx="1961">
                  <c:v>72.499834669999998</c:v>
                </c:pt>
                <c:pt idx="1962">
                  <c:v>72.499834669999998</c:v>
                </c:pt>
                <c:pt idx="1963">
                  <c:v>72.499834669999998</c:v>
                </c:pt>
                <c:pt idx="1964">
                  <c:v>72.499834669999998</c:v>
                </c:pt>
                <c:pt idx="1965">
                  <c:v>72.499834669999998</c:v>
                </c:pt>
                <c:pt idx="1966">
                  <c:v>72.499834669999998</c:v>
                </c:pt>
                <c:pt idx="1967">
                  <c:v>72.499834669999998</c:v>
                </c:pt>
                <c:pt idx="1968">
                  <c:v>72.499834669999998</c:v>
                </c:pt>
                <c:pt idx="1969">
                  <c:v>72.499834669999998</c:v>
                </c:pt>
                <c:pt idx="1970">
                  <c:v>72.499834669999998</c:v>
                </c:pt>
                <c:pt idx="1971">
                  <c:v>72.499834669999998</c:v>
                </c:pt>
                <c:pt idx="1972">
                  <c:v>72.499834669999998</c:v>
                </c:pt>
                <c:pt idx="1973">
                  <c:v>72.499834669999998</c:v>
                </c:pt>
                <c:pt idx="1974">
                  <c:v>72.499834669999998</c:v>
                </c:pt>
                <c:pt idx="1975">
                  <c:v>72.499834669999998</c:v>
                </c:pt>
                <c:pt idx="1976">
                  <c:v>72.499834669999998</c:v>
                </c:pt>
                <c:pt idx="1977">
                  <c:v>72.499834669999998</c:v>
                </c:pt>
                <c:pt idx="1978">
                  <c:v>72.499834669999998</c:v>
                </c:pt>
                <c:pt idx="1979">
                  <c:v>72.499834669999998</c:v>
                </c:pt>
                <c:pt idx="1980">
                  <c:v>72.499834669999998</c:v>
                </c:pt>
                <c:pt idx="1981">
                  <c:v>72.499834669999998</c:v>
                </c:pt>
                <c:pt idx="1982">
                  <c:v>72.499834669999998</c:v>
                </c:pt>
                <c:pt idx="1983">
                  <c:v>72.499834669999998</c:v>
                </c:pt>
                <c:pt idx="1984">
                  <c:v>72.499834669999998</c:v>
                </c:pt>
                <c:pt idx="1985">
                  <c:v>72.499834669999998</c:v>
                </c:pt>
                <c:pt idx="1986">
                  <c:v>72.499834669999998</c:v>
                </c:pt>
                <c:pt idx="1987">
                  <c:v>72.499834669999998</c:v>
                </c:pt>
                <c:pt idx="1988">
                  <c:v>72.499834669999998</c:v>
                </c:pt>
                <c:pt idx="1989">
                  <c:v>72.499834669999998</c:v>
                </c:pt>
                <c:pt idx="1990">
                  <c:v>72.499834669999998</c:v>
                </c:pt>
                <c:pt idx="1991">
                  <c:v>72.499834669999998</c:v>
                </c:pt>
                <c:pt idx="1992">
                  <c:v>72.499834669999998</c:v>
                </c:pt>
                <c:pt idx="1993">
                  <c:v>72.499834669999998</c:v>
                </c:pt>
                <c:pt idx="1994">
                  <c:v>72.499834669999998</c:v>
                </c:pt>
                <c:pt idx="1995">
                  <c:v>72.499834669999998</c:v>
                </c:pt>
                <c:pt idx="1996">
                  <c:v>72.499834669999998</c:v>
                </c:pt>
                <c:pt idx="1997">
                  <c:v>72.499834669999998</c:v>
                </c:pt>
                <c:pt idx="1998">
                  <c:v>72.499834669999998</c:v>
                </c:pt>
                <c:pt idx="1999">
                  <c:v>72.499834669999998</c:v>
                </c:pt>
                <c:pt idx="2000">
                  <c:v>72.499834669999998</c:v>
                </c:pt>
                <c:pt idx="2001">
                  <c:v>72.499834669999998</c:v>
                </c:pt>
                <c:pt idx="2002">
                  <c:v>72.499834669999998</c:v>
                </c:pt>
                <c:pt idx="2003">
                  <c:v>72.499834669999998</c:v>
                </c:pt>
                <c:pt idx="2004">
                  <c:v>72.499834669999998</c:v>
                </c:pt>
                <c:pt idx="2005">
                  <c:v>72.499834669999998</c:v>
                </c:pt>
                <c:pt idx="2006">
                  <c:v>72.499834669999998</c:v>
                </c:pt>
                <c:pt idx="2007">
                  <c:v>72.499834669999998</c:v>
                </c:pt>
                <c:pt idx="2008">
                  <c:v>72.499834669999998</c:v>
                </c:pt>
                <c:pt idx="2009">
                  <c:v>72.499834669999998</c:v>
                </c:pt>
                <c:pt idx="2010">
                  <c:v>72.499834669999998</c:v>
                </c:pt>
                <c:pt idx="2011">
                  <c:v>72.499834669999998</c:v>
                </c:pt>
                <c:pt idx="2012">
                  <c:v>72.499834669999998</c:v>
                </c:pt>
                <c:pt idx="2013">
                  <c:v>72.499834669999998</c:v>
                </c:pt>
                <c:pt idx="2014">
                  <c:v>72.499834669999998</c:v>
                </c:pt>
                <c:pt idx="2015">
                  <c:v>72.499834669999998</c:v>
                </c:pt>
                <c:pt idx="2016">
                  <c:v>72.499834669999998</c:v>
                </c:pt>
                <c:pt idx="2017">
                  <c:v>72.499834669999998</c:v>
                </c:pt>
                <c:pt idx="2018">
                  <c:v>77.573400890000002</c:v>
                </c:pt>
                <c:pt idx="2019">
                  <c:v>77.573400890000002</c:v>
                </c:pt>
                <c:pt idx="2020">
                  <c:v>77.573400890000002</c:v>
                </c:pt>
                <c:pt idx="2021">
                  <c:v>77.573400890000002</c:v>
                </c:pt>
                <c:pt idx="2022">
                  <c:v>77.573400890000002</c:v>
                </c:pt>
                <c:pt idx="2023">
                  <c:v>77.573400890000002</c:v>
                </c:pt>
                <c:pt idx="2024">
                  <c:v>81.517767000000006</c:v>
                </c:pt>
                <c:pt idx="2025">
                  <c:v>81.517767000000006</c:v>
                </c:pt>
                <c:pt idx="2026">
                  <c:v>81.517767000000006</c:v>
                </c:pt>
                <c:pt idx="2027">
                  <c:v>81.517767000000006</c:v>
                </c:pt>
                <c:pt idx="2028">
                  <c:v>81.517767000000006</c:v>
                </c:pt>
                <c:pt idx="2029">
                  <c:v>81.517767000000006</c:v>
                </c:pt>
                <c:pt idx="2030">
                  <c:v>81.517767000000006</c:v>
                </c:pt>
                <c:pt idx="2031">
                  <c:v>81.517767000000006</c:v>
                </c:pt>
                <c:pt idx="2032">
                  <c:v>81.517767000000006</c:v>
                </c:pt>
                <c:pt idx="2033">
                  <c:v>81.517767000000006</c:v>
                </c:pt>
                <c:pt idx="2034">
                  <c:v>81.517767000000006</c:v>
                </c:pt>
                <c:pt idx="2035">
                  <c:v>81.517767000000006</c:v>
                </c:pt>
                <c:pt idx="2036">
                  <c:v>81.517767000000006</c:v>
                </c:pt>
                <c:pt idx="2037">
                  <c:v>81.517767000000006</c:v>
                </c:pt>
                <c:pt idx="2038">
                  <c:v>81.517767000000006</c:v>
                </c:pt>
                <c:pt idx="2039">
                  <c:v>81.517767000000006</c:v>
                </c:pt>
                <c:pt idx="2040">
                  <c:v>81.517767000000006</c:v>
                </c:pt>
                <c:pt idx="2041">
                  <c:v>81.517767000000006</c:v>
                </c:pt>
                <c:pt idx="2042">
                  <c:v>81.517767000000006</c:v>
                </c:pt>
                <c:pt idx="2043">
                  <c:v>81.517767000000006</c:v>
                </c:pt>
                <c:pt idx="2044">
                  <c:v>81.517767000000006</c:v>
                </c:pt>
                <c:pt idx="2045">
                  <c:v>81.517767000000006</c:v>
                </c:pt>
                <c:pt idx="2046">
                  <c:v>81.517767000000006</c:v>
                </c:pt>
                <c:pt idx="2047">
                  <c:v>81.517767000000006</c:v>
                </c:pt>
                <c:pt idx="2048">
                  <c:v>81.517767000000006</c:v>
                </c:pt>
                <c:pt idx="2049">
                  <c:v>81.517767000000006</c:v>
                </c:pt>
                <c:pt idx="2050">
                  <c:v>81.517767000000006</c:v>
                </c:pt>
                <c:pt idx="2051">
                  <c:v>81.517767000000006</c:v>
                </c:pt>
                <c:pt idx="2052">
                  <c:v>81.747427999999999</c:v>
                </c:pt>
                <c:pt idx="2053">
                  <c:v>81.747427999999999</c:v>
                </c:pt>
                <c:pt idx="2054">
                  <c:v>81.747427999999999</c:v>
                </c:pt>
                <c:pt idx="2055">
                  <c:v>81.988943000000006</c:v>
                </c:pt>
                <c:pt idx="2056">
                  <c:v>81.988943000000006</c:v>
                </c:pt>
                <c:pt idx="2057">
                  <c:v>81.988943000000006</c:v>
                </c:pt>
                <c:pt idx="2058">
                  <c:v>81.988943000000006</c:v>
                </c:pt>
                <c:pt idx="2059">
                  <c:v>81.988943000000006</c:v>
                </c:pt>
                <c:pt idx="2060">
                  <c:v>81.988943000000006</c:v>
                </c:pt>
                <c:pt idx="2061">
                  <c:v>81.988943000000006</c:v>
                </c:pt>
                <c:pt idx="2062">
                  <c:v>81.988943000000006</c:v>
                </c:pt>
                <c:pt idx="2063">
                  <c:v>81.988943000000006</c:v>
                </c:pt>
                <c:pt idx="2064">
                  <c:v>81.988943000000006</c:v>
                </c:pt>
                <c:pt idx="2065">
                  <c:v>82.598176890000005</c:v>
                </c:pt>
                <c:pt idx="2066">
                  <c:v>82.598176890000005</c:v>
                </c:pt>
                <c:pt idx="2067">
                  <c:v>82.598176890000005</c:v>
                </c:pt>
                <c:pt idx="2068">
                  <c:v>82.598176890000005</c:v>
                </c:pt>
                <c:pt idx="2069">
                  <c:v>82.598176890000005</c:v>
                </c:pt>
                <c:pt idx="2070">
                  <c:v>82.598176890000005</c:v>
                </c:pt>
                <c:pt idx="2071">
                  <c:v>82.598176890000005</c:v>
                </c:pt>
                <c:pt idx="2072">
                  <c:v>84.266128499999994</c:v>
                </c:pt>
                <c:pt idx="2073">
                  <c:v>84.266128499999994</c:v>
                </c:pt>
                <c:pt idx="2074">
                  <c:v>84.266128499999994</c:v>
                </c:pt>
                <c:pt idx="2075">
                  <c:v>84.266128499999994</c:v>
                </c:pt>
                <c:pt idx="2076">
                  <c:v>84.266128499999994</c:v>
                </c:pt>
                <c:pt idx="2077">
                  <c:v>84.266128499999994</c:v>
                </c:pt>
                <c:pt idx="2078">
                  <c:v>84.266128499999994</c:v>
                </c:pt>
                <c:pt idx="2079">
                  <c:v>84.266128499999994</c:v>
                </c:pt>
                <c:pt idx="2080">
                  <c:v>84.266128499999994</c:v>
                </c:pt>
                <c:pt idx="2081">
                  <c:v>84.266128499999994</c:v>
                </c:pt>
                <c:pt idx="2082">
                  <c:v>84.266128499999994</c:v>
                </c:pt>
                <c:pt idx="2083">
                  <c:v>84.266128499999994</c:v>
                </c:pt>
                <c:pt idx="2084">
                  <c:v>84.266128499999994</c:v>
                </c:pt>
                <c:pt idx="2085">
                  <c:v>84.266128499999994</c:v>
                </c:pt>
                <c:pt idx="2086">
                  <c:v>84.266128499999994</c:v>
                </c:pt>
                <c:pt idx="2087">
                  <c:v>84.266128499999994</c:v>
                </c:pt>
                <c:pt idx="2088">
                  <c:v>84.266128499999994</c:v>
                </c:pt>
                <c:pt idx="2089">
                  <c:v>84.266128499999994</c:v>
                </c:pt>
                <c:pt idx="2090">
                  <c:v>84.266128499999994</c:v>
                </c:pt>
                <c:pt idx="2091">
                  <c:v>84.266128499999994</c:v>
                </c:pt>
                <c:pt idx="2092">
                  <c:v>84.266128499999994</c:v>
                </c:pt>
                <c:pt idx="2093">
                  <c:v>84.266128499999994</c:v>
                </c:pt>
                <c:pt idx="2094">
                  <c:v>84.266128499999994</c:v>
                </c:pt>
                <c:pt idx="2095">
                  <c:v>84.266128499999994</c:v>
                </c:pt>
                <c:pt idx="2096">
                  <c:v>84.266128499999994</c:v>
                </c:pt>
                <c:pt idx="2097">
                  <c:v>84.266128499999994</c:v>
                </c:pt>
                <c:pt idx="2098">
                  <c:v>84.266128499999994</c:v>
                </c:pt>
                <c:pt idx="2099">
                  <c:v>84.266128499999994</c:v>
                </c:pt>
                <c:pt idx="2100">
                  <c:v>84.266128499999994</c:v>
                </c:pt>
                <c:pt idx="2101">
                  <c:v>84.266128499999994</c:v>
                </c:pt>
                <c:pt idx="2102">
                  <c:v>84.266128499999994</c:v>
                </c:pt>
                <c:pt idx="2103">
                  <c:v>84.266128499999994</c:v>
                </c:pt>
                <c:pt idx="2104">
                  <c:v>84.266128499999994</c:v>
                </c:pt>
                <c:pt idx="2105">
                  <c:v>84.266128499999994</c:v>
                </c:pt>
                <c:pt idx="2106">
                  <c:v>84.266128499999994</c:v>
                </c:pt>
                <c:pt idx="2107">
                  <c:v>84.266128499999994</c:v>
                </c:pt>
                <c:pt idx="2108">
                  <c:v>84.266128499999994</c:v>
                </c:pt>
                <c:pt idx="2109">
                  <c:v>84.266128499999994</c:v>
                </c:pt>
                <c:pt idx="2110">
                  <c:v>84.266128499999994</c:v>
                </c:pt>
                <c:pt idx="2111">
                  <c:v>84.266128499999994</c:v>
                </c:pt>
                <c:pt idx="2112">
                  <c:v>84.266128499999994</c:v>
                </c:pt>
                <c:pt idx="2113">
                  <c:v>84.266128499999994</c:v>
                </c:pt>
                <c:pt idx="2114">
                  <c:v>84.266128499999994</c:v>
                </c:pt>
                <c:pt idx="2115">
                  <c:v>84.266128499999994</c:v>
                </c:pt>
                <c:pt idx="2116">
                  <c:v>84.266128499999994</c:v>
                </c:pt>
                <c:pt idx="2117">
                  <c:v>84.266128499999994</c:v>
                </c:pt>
                <c:pt idx="2118">
                  <c:v>84.266128499999994</c:v>
                </c:pt>
                <c:pt idx="2119">
                  <c:v>84.266128499999994</c:v>
                </c:pt>
                <c:pt idx="2120">
                  <c:v>84.266128499999994</c:v>
                </c:pt>
                <c:pt idx="2121">
                  <c:v>84.266128499999994</c:v>
                </c:pt>
                <c:pt idx="2122">
                  <c:v>84.266128499999994</c:v>
                </c:pt>
                <c:pt idx="2123">
                  <c:v>84.266128499999994</c:v>
                </c:pt>
                <c:pt idx="2124">
                  <c:v>84.266128499999994</c:v>
                </c:pt>
                <c:pt idx="2125">
                  <c:v>84.266128499999994</c:v>
                </c:pt>
                <c:pt idx="2126">
                  <c:v>84.266128499999994</c:v>
                </c:pt>
                <c:pt idx="2127">
                  <c:v>84.266128499999994</c:v>
                </c:pt>
                <c:pt idx="2128">
                  <c:v>84.266128499999994</c:v>
                </c:pt>
                <c:pt idx="2129">
                  <c:v>84.266128499999994</c:v>
                </c:pt>
                <c:pt idx="2130">
                  <c:v>84.266128499999994</c:v>
                </c:pt>
                <c:pt idx="2131">
                  <c:v>84.266128499999994</c:v>
                </c:pt>
                <c:pt idx="2132">
                  <c:v>84.266128499999994</c:v>
                </c:pt>
                <c:pt idx="2133">
                  <c:v>84.266128499999994</c:v>
                </c:pt>
                <c:pt idx="2134">
                  <c:v>84.266128499999994</c:v>
                </c:pt>
                <c:pt idx="2135">
                  <c:v>84.266128499999994</c:v>
                </c:pt>
                <c:pt idx="2136">
                  <c:v>84.266128499999994</c:v>
                </c:pt>
                <c:pt idx="2137">
                  <c:v>84.266128499999994</c:v>
                </c:pt>
                <c:pt idx="2138">
                  <c:v>84.266128499999994</c:v>
                </c:pt>
                <c:pt idx="2139">
                  <c:v>84.266128499999994</c:v>
                </c:pt>
                <c:pt idx="2140">
                  <c:v>84.266128499999994</c:v>
                </c:pt>
                <c:pt idx="2141">
                  <c:v>84.266128499999994</c:v>
                </c:pt>
                <c:pt idx="2142">
                  <c:v>84.266128499999994</c:v>
                </c:pt>
                <c:pt idx="2143">
                  <c:v>84.266128499999994</c:v>
                </c:pt>
                <c:pt idx="2144">
                  <c:v>84.266128499999994</c:v>
                </c:pt>
                <c:pt idx="2145">
                  <c:v>84.266128499999994</c:v>
                </c:pt>
                <c:pt idx="2146">
                  <c:v>84.266128499999994</c:v>
                </c:pt>
                <c:pt idx="2147">
                  <c:v>84.266128499999994</c:v>
                </c:pt>
                <c:pt idx="2148">
                  <c:v>84.266128499999994</c:v>
                </c:pt>
                <c:pt idx="2149">
                  <c:v>84.266128499999994</c:v>
                </c:pt>
                <c:pt idx="2150">
                  <c:v>84.266128499999994</c:v>
                </c:pt>
                <c:pt idx="2151">
                  <c:v>84.266128499999994</c:v>
                </c:pt>
                <c:pt idx="2152">
                  <c:v>84.266128499999994</c:v>
                </c:pt>
                <c:pt idx="2153">
                  <c:v>84.266128499999994</c:v>
                </c:pt>
                <c:pt idx="2154">
                  <c:v>84.266128499999994</c:v>
                </c:pt>
                <c:pt idx="2155">
                  <c:v>84.266128499999994</c:v>
                </c:pt>
                <c:pt idx="2156">
                  <c:v>84.266128499999994</c:v>
                </c:pt>
                <c:pt idx="2157">
                  <c:v>84.266128499999994</c:v>
                </c:pt>
                <c:pt idx="2158">
                  <c:v>84.266128499999994</c:v>
                </c:pt>
                <c:pt idx="2159">
                  <c:v>84.266128499999994</c:v>
                </c:pt>
                <c:pt idx="2160">
                  <c:v>84.266128499999994</c:v>
                </c:pt>
                <c:pt idx="2161">
                  <c:v>84.266128499999994</c:v>
                </c:pt>
                <c:pt idx="2162">
                  <c:v>84.266128499999994</c:v>
                </c:pt>
                <c:pt idx="2163">
                  <c:v>84.266128499999994</c:v>
                </c:pt>
                <c:pt idx="2164">
                  <c:v>84.266128499999994</c:v>
                </c:pt>
                <c:pt idx="2165">
                  <c:v>84.266128499999994</c:v>
                </c:pt>
                <c:pt idx="2166">
                  <c:v>84.266128499999994</c:v>
                </c:pt>
                <c:pt idx="2167">
                  <c:v>84.266128499999994</c:v>
                </c:pt>
                <c:pt idx="2168">
                  <c:v>84.266128499999994</c:v>
                </c:pt>
                <c:pt idx="2169">
                  <c:v>84.266128499999994</c:v>
                </c:pt>
                <c:pt idx="2170">
                  <c:v>84.266128499999994</c:v>
                </c:pt>
                <c:pt idx="2171">
                  <c:v>84.266128499999994</c:v>
                </c:pt>
                <c:pt idx="2172">
                  <c:v>84.266128499999994</c:v>
                </c:pt>
                <c:pt idx="2173">
                  <c:v>84.266128499999994</c:v>
                </c:pt>
                <c:pt idx="2174">
                  <c:v>84.266128499999994</c:v>
                </c:pt>
                <c:pt idx="2175">
                  <c:v>84.266128499999994</c:v>
                </c:pt>
                <c:pt idx="2176">
                  <c:v>84.266128499999994</c:v>
                </c:pt>
                <c:pt idx="2177">
                  <c:v>84.266128499999994</c:v>
                </c:pt>
                <c:pt idx="2178">
                  <c:v>84.266128499999994</c:v>
                </c:pt>
                <c:pt idx="2179">
                  <c:v>84.266128499999994</c:v>
                </c:pt>
                <c:pt idx="2180">
                  <c:v>84.266128499999994</c:v>
                </c:pt>
                <c:pt idx="2181">
                  <c:v>84.266128499999994</c:v>
                </c:pt>
                <c:pt idx="2182">
                  <c:v>84.266128499999994</c:v>
                </c:pt>
                <c:pt idx="2183">
                  <c:v>84.266128499999994</c:v>
                </c:pt>
                <c:pt idx="2184">
                  <c:v>84.266128499999994</c:v>
                </c:pt>
                <c:pt idx="2185">
                  <c:v>84.266128499999994</c:v>
                </c:pt>
                <c:pt idx="2186">
                  <c:v>84.266128499999994</c:v>
                </c:pt>
                <c:pt idx="2187">
                  <c:v>84.266128499999994</c:v>
                </c:pt>
                <c:pt idx="2188">
                  <c:v>84.266128499999994</c:v>
                </c:pt>
                <c:pt idx="2189">
                  <c:v>84.266128499999994</c:v>
                </c:pt>
                <c:pt idx="2190">
                  <c:v>84.266128499999994</c:v>
                </c:pt>
                <c:pt idx="2191">
                  <c:v>84.266128499999994</c:v>
                </c:pt>
                <c:pt idx="2192">
                  <c:v>84.266128499999994</c:v>
                </c:pt>
                <c:pt idx="2193">
                  <c:v>84.266128499999994</c:v>
                </c:pt>
                <c:pt idx="2194">
                  <c:v>84.266128499999994</c:v>
                </c:pt>
                <c:pt idx="2195">
                  <c:v>84.266128499999994</c:v>
                </c:pt>
                <c:pt idx="2196">
                  <c:v>84.266128499999994</c:v>
                </c:pt>
                <c:pt idx="2197">
                  <c:v>84.266128499999994</c:v>
                </c:pt>
                <c:pt idx="2198">
                  <c:v>84.266128499999994</c:v>
                </c:pt>
                <c:pt idx="2199">
                  <c:v>84.266128499999994</c:v>
                </c:pt>
                <c:pt idx="2200">
                  <c:v>84.266128499999994</c:v>
                </c:pt>
                <c:pt idx="2201">
                  <c:v>84.266128499999994</c:v>
                </c:pt>
                <c:pt idx="2202">
                  <c:v>84.266128499999994</c:v>
                </c:pt>
                <c:pt idx="2203">
                  <c:v>84.266128499999994</c:v>
                </c:pt>
                <c:pt idx="2204">
                  <c:v>84.266128499999994</c:v>
                </c:pt>
                <c:pt idx="2205">
                  <c:v>84.266128499999994</c:v>
                </c:pt>
                <c:pt idx="2206">
                  <c:v>84.266128499999994</c:v>
                </c:pt>
                <c:pt idx="2207">
                  <c:v>84.266128499999994</c:v>
                </c:pt>
                <c:pt idx="2208">
                  <c:v>84.266128499999994</c:v>
                </c:pt>
                <c:pt idx="2209">
                  <c:v>84.266128499999994</c:v>
                </c:pt>
                <c:pt idx="2210">
                  <c:v>84.266128499999994</c:v>
                </c:pt>
                <c:pt idx="2211">
                  <c:v>84.266128499999994</c:v>
                </c:pt>
                <c:pt idx="2212">
                  <c:v>84.266128499999994</c:v>
                </c:pt>
                <c:pt idx="2213">
                  <c:v>84.266128499999994</c:v>
                </c:pt>
                <c:pt idx="2214">
                  <c:v>84.266128499999994</c:v>
                </c:pt>
                <c:pt idx="2215">
                  <c:v>84.266128499999994</c:v>
                </c:pt>
                <c:pt idx="2216">
                  <c:v>84.266128499999994</c:v>
                </c:pt>
                <c:pt idx="2217">
                  <c:v>84.266128499999994</c:v>
                </c:pt>
                <c:pt idx="2218">
                  <c:v>84.266128499999994</c:v>
                </c:pt>
                <c:pt idx="2219">
                  <c:v>84.266128499999994</c:v>
                </c:pt>
                <c:pt idx="2220">
                  <c:v>84.266128499999994</c:v>
                </c:pt>
                <c:pt idx="2221">
                  <c:v>84.266128499999994</c:v>
                </c:pt>
                <c:pt idx="2222">
                  <c:v>84.266128499999994</c:v>
                </c:pt>
                <c:pt idx="2223">
                  <c:v>84.266128499999994</c:v>
                </c:pt>
                <c:pt idx="2224">
                  <c:v>84.266128499999994</c:v>
                </c:pt>
                <c:pt idx="2225">
                  <c:v>84.266128499999994</c:v>
                </c:pt>
                <c:pt idx="2226">
                  <c:v>84.266128499999994</c:v>
                </c:pt>
                <c:pt idx="2227">
                  <c:v>84.266128499999994</c:v>
                </c:pt>
                <c:pt idx="2228">
                  <c:v>84.266128499999994</c:v>
                </c:pt>
                <c:pt idx="2229">
                  <c:v>84.266128499999994</c:v>
                </c:pt>
                <c:pt idx="2230">
                  <c:v>84.266128499999994</c:v>
                </c:pt>
                <c:pt idx="2231">
                  <c:v>84.266128499999994</c:v>
                </c:pt>
                <c:pt idx="2232">
                  <c:v>84.266128499999994</c:v>
                </c:pt>
                <c:pt idx="2233">
                  <c:v>84.266128499999994</c:v>
                </c:pt>
                <c:pt idx="2234">
                  <c:v>84.266128499999994</c:v>
                </c:pt>
                <c:pt idx="2235">
                  <c:v>84.266128499999994</c:v>
                </c:pt>
                <c:pt idx="2236">
                  <c:v>84.266128499999994</c:v>
                </c:pt>
                <c:pt idx="2237">
                  <c:v>84.266128499999994</c:v>
                </c:pt>
                <c:pt idx="2238">
                  <c:v>84.266128499999994</c:v>
                </c:pt>
                <c:pt idx="2239">
                  <c:v>84.266128499999994</c:v>
                </c:pt>
                <c:pt idx="2240">
                  <c:v>84.266128499999994</c:v>
                </c:pt>
                <c:pt idx="2241">
                  <c:v>84.266128499999994</c:v>
                </c:pt>
                <c:pt idx="2242">
                  <c:v>84.266128499999994</c:v>
                </c:pt>
                <c:pt idx="2243">
                  <c:v>84.266128499999994</c:v>
                </c:pt>
                <c:pt idx="2244">
                  <c:v>84.266128499999994</c:v>
                </c:pt>
                <c:pt idx="2245">
                  <c:v>84.266128499999994</c:v>
                </c:pt>
                <c:pt idx="2246">
                  <c:v>84.266128499999994</c:v>
                </c:pt>
                <c:pt idx="2247">
                  <c:v>84.266128499999994</c:v>
                </c:pt>
                <c:pt idx="2248">
                  <c:v>84.266128499999994</c:v>
                </c:pt>
                <c:pt idx="2249">
                  <c:v>84.266128499999994</c:v>
                </c:pt>
                <c:pt idx="2250">
                  <c:v>84.266128499999994</c:v>
                </c:pt>
                <c:pt idx="2251">
                  <c:v>84.266128499999994</c:v>
                </c:pt>
                <c:pt idx="2252">
                  <c:v>84.266128499999994</c:v>
                </c:pt>
                <c:pt idx="2253">
                  <c:v>84.266128499999994</c:v>
                </c:pt>
                <c:pt idx="2254">
                  <c:v>84.266128499999994</c:v>
                </c:pt>
                <c:pt idx="2255">
                  <c:v>84.266128499999994</c:v>
                </c:pt>
                <c:pt idx="2256">
                  <c:v>84.266128499999994</c:v>
                </c:pt>
                <c:pt idx="2257">
                  <c:v>84.266128499999994</c:v>
                </c:pt>
                <c:pt idx="2258">
                  <c:v>84.266128499999994</c:v>
                </c:pt>
                <c:pt idx="2259">
                  <c:v>84.266128499999994</c:v>
                </c:pt>
                <c:pt idx="2260">
                  <c:v>84.266128499999994</c:v>
                </c:pt>
                <c:pt idx="2261">
                  <c:v>84.266128499999994</c:v>
                </c:pt>
                <c:pt idx="2262">
                  <c:v>84.266128499999994</c:v>
                </c:pt>
                <c:pt idx="2263">
                  <c:v>84.266128499999994</c:v>
                </c:pt>
                <c:pt idx="2264">
                  <c:v>84.266128499999994</c:v>
                </c:pt>
                <c:pt idx="2265">
                  <c:v>84.266128499999994</c:v>
                </c:pt>
                <c:pt idx="2266">
                  <c:v>84.266128499999994</c:v>
                </c:pt>
                <c:pt idx="2267">
                  <c:v>84.266128499999994</c:v>
                </c:pt>
                <c:pt idx="2268">
                  <c:v>84.266128499999994</c:v>
                </c:pt>
                <c:pt idx="2269">
                  <c:v>84.266128499999994</c:v>
                </c:pt>
                <c:pt idx="2270">
                  <c:v>84.266128499999994</c:v>
                </c:pt>
                <c:pt idx="2271">
                  <c:v>84.266128499999994</c:v>
                </c:pt>
                <c:pt idx="2272">
                  <c:v>84.266128499999994</c:v>
                </c:pt>
                <c:pt idx="2273">
                  <c:v>84.266128499999994</c:v>
                </c:pt>
                <c:pt idx="2274">
                  <c:v>84.266128499999994</c:v>
                </c:pt>
                <c:pt idx="2275">
                  <c:v>84.266128499999994</c:v>
                </c:pt>
                <c:pt idx="2276">
                  <c:v>84.266128499999994</c:v>
                </c:pt>
                <c:pt idx="2277">
                  <c:v>84.266128499999994</c:v>
                </c:pt>
                <c:pt idx="2278">
                  <c:v>84.266128499999994</c:v>
                </c:pt>
                <c:pt idx="2279">
                  <c:v>84.266128499999994</c:v>
                </c:pt>
                <c:pt idx="2280">
                  <c:v>84.266128499999994</c:v>
                </c:pt>
                <c:pt idx="2281">
                  <c:v>84.266128499999994</c:v>
                </c:pt>
                <c:pt idx="2282">
                  <c:v>84.266128499999994</c:v>
                </c:pt>
                <c:pt idx="2283">
                  <c:v>84.266128499999994</c:v>
                </c:pt>
                <c:pt idx="2284">
                  <c:v>84.266128499999994</c:v>
                </c:pt>
                <c:pt idx="2285">
                  <c:v>84.266128499999994</c:v>
                </c:pt>
                <c:pt idx="2286">
                  <c:v>84.266128499999994</c:v>
                </c:pt>
                <c:pt idx="2287">
                  <c:v>84.266128499999994</c:v>
                </c:pt>
                <c:pt idx="2288">
                  <c:v>84.266128499999994</c:v>
                </c:pt>
                <c:pt idx="2289">
                  <c:v>84.266128499999994</c:v>
                </c:pt>
                <c:pt idx="2290">
                  <c:v>84.266128499999994</c:v>
                </c:pt>
                <c:pt idx="2291">
                  <c:v>84.266128499999994</c:v>
                </c:pt>
                <c:pt idx="2292">
                  <c:v>84.266128499999994</c:v>
                </c:pt>
                <c:pt idx="2293">
                  <c:v>84.266128499999994</c:v>
                </c:pt>
                <c:pt idx="2294">
                  <c:v>84.266128499999994</c:v>
                </c:pt>
                <c:pt idx="2295">
                  <c:v>84.266128499999994</c:v>
                </c:pt>
                <c:pt idx="2296">
                  <c:v>84.266128499999994</c:v>
                </c:pt>
                <c:pt idx="2297">
                  <c:v>84.266128499999994</c:v>
                </c:pt>
                <c:pt idx="2298">
                  <c:v>84.266128499999994</c:v>
                </c:pt>
                <c:pt idx="2299">
                  <c:v>84.266128499999994</c:v>
                </c:pt>
                <c:pt idx="2300">
                  <c:v>84.266128499999994</c:v>
                </c:pt>
                <c:pt idx="2301">
                  <c:v>84.266128499999994</c:v>
                </c:pt>
                <c:pt idx="2302">
                  <c:v>84.266128499999994</c:v>
                </c:pt>
                <c:pt idx="2303">
                  <c:v>84.266128499999994</c:v>
                </c:pt>
                <c:pt idx="2304">
                  <c:v>84.266128499999994</c:v>
                </c:pt>
                <c:pt idx="2305">
                  <c:v>84.266128499999994</c:v>
                </c:pt>
                <c:pt idx="2306">
                  <c:v>84.266128499999994</c:v>
                </c:pt>
                <c:pt idx="2307">
                  <c:v>84.266128499999994</c:v>
                </c:pt>
                <c:pt idx="2308">
                  <c:v>84.266128499999994</c:v>
                </c:pt>
                <c:pt idx="2309">
                  <c:v>84.266128499999994</c:v>
                </c:pt>
                <c:pt idx="2310">
                  <c:v>84.266128499999994</c:v>
                </c:pt>
                <c:pt idx="2311">
                  <c:v>84.266128499999994</c:v>
                </c:pt>
                <c:pt idx="2312">
                  <c:v>84.266128499999994</c:v>
                </c:pt>
                <c:pt idx="2313">
                  <c:v>84.266128499999994</c:v>
                </c:pt>
                <c:pt idx="2314">
                  <c:v>84.266128499999994</c:v>
                </c:pt>
                <c:pt idx="2315">
                  <c:v>84.266128499999994</c:v>
                </c:pt>
                <c:pt idx="2316">
                  <c:v>84.266128499999994</c:v>
                </c:pt>
                <c:pt idx="2317">
                  <c:v>84.266128499999994</c:v>
                </c:pt>
                <c:pt idx="2318">
                  <c:v>84.266128499999994</c:v>
                </c:pt>
                <c:pt idx="2319">
                  <c:v>84.266128499999994</c:v>
                </c:pt>
                <c:pt idx="2320">
                  <c:v>84.266128499999994</c:v>
                </c:pt>
                <c:pt idx="2321">
                  <c:v>84.266128499999994</c:v>
                </c:pt>
                <c:pt idx="2322">
                  <c:v>84.266128499999994</c:v>
                </c:pt>
                <c:pt idx="2323">
                  <c:v>84.266128499999994</c:v>
                </c:pt>
                <c:pt idx="2324">
                  <c:v>84.266128499999994</c:v>
                </c:pt>
                <c:pt idx="2325">
                  <c:v>84.266128499999994</c:v>
                </c:pt>
                <c:pt idx="2326">
                  <c:v>84.266128499999994</c:v>
                </c:pt>
                <c:pt idx="2327">
                  <c:v>84.266128499999994</c:v>
                </c:pt>
                <c:pt idx="2328">
                  <c:v>84.266128499999994</c:v>
                </c:pt>
                <c:pt idx="2329">
                  <c:v>84.266128499999994</c:v>
                </c:pt>
                <c:pt idx="2330">
                  <c:v>84.266128499999994</c:v>
                </c:pt>
                <c:pt idx="2331">
                  <c:v>84.266128499999994</c:v>
                </c:pt>
                <c:pt idx="2332">
                  <c:v>84.266128499999994</c:v>
                </c:pt>
                <c:pt idx="2333">
                  <c:v>84.266128499999994</c:v>
                </c:pt>
                <c:pt idx="2334">
                  <c:v>84.266128499999994</c:v>
                </c:pt>
                <c:pt idx="2335">
                  <c:v>84.266128499999994</c:v>
                </c:pt>
                <c:pt idx="2336">
                  <c:v>84.266128499999994</c:v>
                </c:pt>
                <c:pt idx="2337">
                  <c:v>84.266128499999994</c:v>
                </c:pt>
                <c:pt idx="2338">
                  <c:v>84.266128499999994</c:v>
                </c:pt>
                <c:pt idx="2339">
                  <c:v>84.266128499999994</c:v>
                </c:pt>
                <c:pt idx="2340">
                  <c:v>84.266128499999994</c:v>
                </c:pt>
                <c:pt idx="2341">
                  <c:v>84.266128499999994</c:v>
                </c:pt>
                <c:pt idx="2342">
                  <c:v>84.266128499999994</c:v>
                </c:pt>
                <c:pt idx="2343">
                  <c:v>84.266128499999994</c:v>
                </c:pt>
                <c:pt idx="2344">
                  <c:v>84.266128499999994</c:v>
                </c:pt>
                <c:pt idx="2345">
                  <c:v>84.266128499999994</c:v>
                </c:pt>
                <c:pt idx="2346">
                  <c:v>84.266128499999994</c:v>
                </c:pt>
                <c:pt idx="2347">
                  <c:v>84.266128499999994</c:v>
                </c:pt>
                <c:pt idx="2348">
                  <c:v>84.266128499999994</c:v>
                </c:pt>
                <c:pt idx="2349">
                  <c:v>84.266128499999994</c:v>
                </c:pt>
                <c:pt idx="2350">
                  <c:v>84.266128499999994</c:v>
                </c:pt>
                <c:pt idx="2351">
                  <c:v>84.266128499999994</c:v>
                </c:pt>
                <c:pt idx="2352">
                  <c:v>84.266128499999994</c:v>
                </c:pt>
                <c:pt idx="2353">
                  <c:v>84.266128499999994</c:v>
                </c:pt>
                <c:pt idx="2354">
                  <c:v>84.266128499999994</c:v>
                </c:pt>
                <c:pt idx="2355">
                  <c:v>84.266128499999994</c:v>
                </c:pt>
                <c:pt idx="2356">
                  <c:v>84.266128499999994</c:v>
                </c:pt>
                <c:pt idx="2357">
                  <c:v>84.266128499999994</c:v>
                </c:pt>
                <c:pt idx="2358">
                  <c:v>84.266128499999994</c:v>
                </c:pt>
                <c:pt idx="2359">
                  <c:v>84.266128499999994</c:v>
                </c:pt>
                <c:pt idx="2360">
                  <c:v>84.266128499999994</c:v>
                </c:pt>
                <c:pt idx="2361">
                  <c:v>84.266128499999994</c:v>
                </c:pt>
                <c:pt idx="2362">
                  <c:v>84.266128499999994</c:v>
                </c:pt>
                <c:pt idx="2363">
                  <c:v>84.266128499999994</c:v>
                </c:pt>
                <c:pt idx="2364">
                  <c:v>84.266128499999994</c:v>
                </c:pt>
                <c:pt idx="2365">
                  <c:v>84.266128499999994</c:v>
                </c:pt>
                <c:pt idx="2366">
                  <c:v>84.266128499999994</c:v>
                </c:pt>
                <c:pt idx="2367">
                  <c:v>84.266128499999994</c:v>
                </c:pt>
                <c:pt idx="2368">
                  <c:v>84.266128499999994</c:v>
                </c:pt>
                <c:pt idx="2369">
                  <c:v>84.266128499999994</c:v>
                </c:pt>
                <c:pt idx="2370">
                  <c:v>84.266128499999994</c:v>
                </c:pt>
                <c:pt idx="2371">
                  <c:v>84.266128499999994</c:v>
                </c:pt>
                <c:pt idx="2372">
                  <c:v>84.266128499999994</c:v>
                </c:pt>
                <c:pt idx="2373">
                  <c:v>84.266128499999994</c:v>
                </c:pt>
                <c:pt idx="2374">
                  <c:v>84.266128499999994</c:v>
                </c:pt>
                <c:pt idx="2375">
                  <c:v>84.266128499999994</c:v>
                </c:pt>
                <c:pt idx="2376">
                  <c:v>84.266128499999994</c:v>
                </c:pt>
                <c:pt idx="2377">
                  <c:v>84.266128499999994</c:v>
                </c:pt>
                <c:pt idx="2378">
                  <c:v>84.266128499999994</c:v>
                </c:pt>
                <c:pt idx="2379">
                  <c:v>84.266128499999994</c:v>
                </c:pt>
                <c:pt idx="2380">
                  <c:v>84.266128499999994</c:v>
                </c:pt>
                <c:pt idx="2381">
                  <c:v>84.266128499999994</c:v>
                </c:pt>
                <c:pt idx="2382">
                  <c:v>84.266128499999994</c:v>
                </c:pt>
                <c:pt idx="2383">
                  <c:v>84.266128499999994</c:v>
                </c:pt>
                <c:pt idx="2384">
                  <c:v>84.266128499999994</c:v>
                </c:pt>
                <c:pt idx="2385">
                  <c:v>84.266128499999994</c:v>
                </c:pt>
                <c:pt idx="2386">
                  <c:v>84.266128499999994</c:v>
                </c:pt>
                <c:pt idx="2387">
                  <c:v>84.266128499999994</c:v>
                </c:pt>
                <c:pt idx="2388">
                  <c:v>84.266128499999994</c:v>
                </c:pt>
                <c:pt idx="2389">
                  <c:v>84.266128499999994</c:v>
                </c:pt>
                <c:pt idx="2390">
                  <c:v>84.266128499999994</c:v>
                </c:pt>
                <c:pt idx="2391">
                  <c:v>84.266128499999994</c:v>
                </c:pt>
                <c:pt idx="2392">
                  <c:v>84.266128499999994</c:v>
                </c:pt>
                <c:pt idx="2393">
                  <c:v>84.266128499999994</c:v>
                </c:pt>
                <c:pt idx="2394">
                  <c:v>84.266128499999994</c:v>
                </c:pt>
                <c:pt idx="2395">
                  <c:v>84.266128499999994</c:v>
                </c:pt>
                <c:pt idx="2396">
                  <c:v>84.266128499999994</c:v>
                </c:pt>
                <c:pt idx="2397">
                  <c:v>84.266128499999994</c:v>
                </c:pt>
                <c:pt idx="2398">
                  <c:v>84.266128499999994</c:v>
                </c:pt>
                <c:pt idx="2399">
                  <c:v>84.266128499999994</c:v>
                </c:pt>
                <c:pt idx="2400">
                  <c:v>84.266128499999994</c:v>
                </c:pt>
                <c:pt idx="2401">
                  <c:v>84.266128499999994</c:v>
                </c:pt>
                <c:pt idx="2402">
                  <c:v>84.266128499999994</c:v>
                </c:pt>
                <c:pt idx="2403">
                  <c:v>84.266128499999994</c:v>
                </c:pt>
                <c:pt idx="2404">
                  <c:v>84.266128499999994</c:v>
                </c:pt>
                <c:pt idx="2405">
                  <c:v>84.266128499999994</c:v>
                </c:pt>
                <c:pt idx="2406">
                  <c:v>84.266128499999994</c:v>
                </c:pt>
                <c:pt idx="2407">
                  <c:v>84.266128499999994</c:v>
                </c:pt>
                <c:pt idx="2408">
                  <c:v>84.266128499999994</c:v>
                </c:pt>
                <c:pt idx="2409">
                  <c:v>84.266128499999994</c:v>
                </c:pt>
                <c:pt idx="2410">
                  <c:v>84.266128499999994</c:v>
                </c:pt>
                <c:pt idx="2411">
                  <c:v>84.266128499999994</c:v>
                </c:pt>
                <c:pt idx="2412">
                  <c:v>84.266128499999994</c:v>
                </c:pt>
                <c:pt idx="2413">
                  <c:v>84.266128499999994</c:v>
                </c:pt>
                <c:pt idx="2414">
                  <c:v>84.266128499999994</c:v>
                </c:pt>
                <c:pt idx="2415">
                  <c:v>84.266128499999994</c:v>
                </c:pt>
                <c:pt idx="2416">
                  <c:v>84.266128499999994</c:v>
                </c:pt>
                <c:pt idx="2417">
                  <c:v>84.266128499999994</c:v>
                </c:pt>
                <c:pt idx="2418">
                  <c:v>84.266128499999994</c:v>
                </c:pt>
                <c:pt idx="2419">
                  <c:v>84.266128499999994</c:v>
                </c:pt>
                <c:pt idx="2420">
                  <c:v>84.266128499999994</c:v>
                </c:pt>
                <c:pt idx="2421">
                  <c:v>84.266128499999994</c:v>
                </c:pt>
                <c:pt idx="2422">
                  <c:v>84.266128499999994</c:v>
                </c:pt>
                <c:pt idx="2423">
                  <c:v>84.266128499999994</c:v>
                </c:pt>
                <c:pt idx="2424">
                  <c:v>84.266128499999994</c:v>
                </c:pt>
                <c:pt idx="2425">
                  <c:v>84.266128499999994</c:v>
                </c:pt>
                <c:pt idx="2426">
                  <c:v>84.266128499999994</c:v>
                </c:pt>
                <c:pt idx="2427">
                  <c:v>84.266128499999994</c:v>
                </c:pt>
                <c:pt idx="2428">
                  <c:v>84.266128499999994</c:v>
                </c:pt>
                <c:pt idx="2429">
                  <c:v>84.266128499999994</c:v>
                </c:pt>
                <c:pt idx="2430">
                  <c:v>84.266128499999994</c:v>
                </c:pt>
                <c:pt idx="2431">
                  <c:v>84.266128499999994</c:v>
                </c:pt>
                <c:pt idx="2432">
                  <c:v>84.266128499999994</c:v>
                </c:pt>
                <c:pt idx="2433">
                  <c:v>84.266128499999994</c:v>
                </c:pt>
                <c:pt idx="2434">
                  <c:v>84.266128499999994</c:v>
                </c:pt>
                <c:pt idx="2435">
                  <c:v>84.266128499999994</c:v>
                </c:pt>
                <c:pt idx="2436">
                  <c:v>84.266128499999994</c:v>
                </c:pt>
                <c:pt idx="2437">
                  <c:v>84.266128499999994</c:v>
                </c:pt>
                <c:pt idx="2438">
                  <c:v>84.266128499999994</c:v>
                </c:pt>
                <c:pt idx="2439">
                  <c:v>84.266128499999994</c:v>
                </c:pt>
                <c:pt idx="2440">
                  <c:v>84.266128499999994</c:v>
                </c:pt>
                <c:pt idx="2441">
                  <c:v>84.266128499999994</c:v>
                </c:pt>
                <c:pt idx="2442">
                  <c:v>84.266128499999994</c:v>
                </c:pt>
                <c:pt idx="2443">
                  <c:v>84.266128499999994</c:v>
                </c:pt>
                <c:pt idx="2444">
                  <c:v>84.266128499999994</c:v>
                </c:pt>
                <c:pt idx="2445">
                  <c:v>84.266128499999994</c:v>
                </c:pt>
                <c:pt idx="2446">
                  <c:v>84.266128499999994</c:v>
                </c:pt>
                <c:pt idx="2447">
                  <c:v>84.266128499999994</c:v>
                </c:pt>
                <c:pt idx="2448">
                  <c:v>84.266128499999994</c:v>
                </c:pt>
                <c:pt idx="2449">
                  <c:v>84.266128499999994</c:v>
                </c:pt>
                <c:pt idx="2450">
                  <c:v>84.266128499999994</c:v>
                </c:pt>
                <c:pt idx="2451">
                  <c:v>84.266128499999994</c:v>
                </c:pt>
                <c:pt idx="2452">
                  <c:v>84.266128499999994</c:v>
                </c:pt>
                <c:pt idx="2453">
                  <c:v>84.266128499999994</c:v>
                </c:pt>
                <c:pt idx="2454">
                  <c:v>84.266128499999994</c:v>
                </c:pt>
                <c:pt idx="2455">
                  <c:v>84.266128499999994</c:v>
                </c:pt>
                <c:pt idx="2456">
                  <c:v>84.266128499999994</c:v>
                </c:pt>
                <c:pt idx="2457">
                  <c:v>84.266128499999994</c:v>
                </c:pt>
                <c:pt idx="2458">
                  <c:v>84.266128499999994</c:v>
                </c:pt>
                <c:pt idx="2459">
                  <c:v>84.266128499999994</c:v>
                </c:pt>
                <c:pt idx="2460">
                  <c:v>84.266128499999994</c:v>
                </c:pt>
                <c:pt idx="2461">
                  <c:v>84.266128499999994</c:v>
                </c:pt>
                <c:pt idx="2462">
                  <c:v>84.266128499999994</c:v>
                </c:pt>
                <c:pt idx="2463">
                  <c:v>84.266128499999994</c:v>
                </c:pt>
                <c:pt idx="2464">
                  <c:v>84.266128499999994</c:v>
                </c:pt>
                <c:pt idx="2465">
                  <c:v>84.266128499999994</c:v>
                </c:pt>
                <c:pt idx="2466">
                  <c:v>84.266128499999994</c:v>
                </c:pt>
                <c:pt idx="2467">
                  <c:v>84.266128499999994</c:v>
                </c:pt>
                <c:pt idx="2468">
                  <c:v>84.266128499999994</c:v>
                </c:pt>
                <c:pt idx="2469">
                  <c:v>84.266128499999994</c:v>
                </c:pt>
                <c:pt idx="2470">
                  <c:v>84.266128499999994</c:v>
                </c:pt>
                <c:pt idx="2471">
                  <c:v>84.266128499999994</c:v>
                </c:pt>
                <c:pt idx="2472">
                  <c:v>84.266128499999994</c:v>
                </c:pt>
                <c:pt idx="2473">
                  <c:v>84.266128499999994</c:v>
                </c:pt>
                <c:pt idx="2474">
                  <c:v>84.266128499999994</c:v>
                </c:pt>
                <c:pt idx="2475">
                  <c:v>84.266128499999994</c:v>
                </c:pt>
                <c:pt idx="2476">
                  <c:v>84.266128499999994</c:v>
                </c:pt>
                <c:pt idx="2477">
                  <c:v>84.266128499999994</c:v>
                </c:pt>
                <c:pt idx="2478">
                  <c:v>84.266128499999994</c:v>
                </c:pt>
                <c:pt idx="2479">
                  <c:v>84.266128499999994</c:v>
                </c:pt>
                <c:pt idx="2480">
                  <c:v>84.266128499999994</c:v>
                </c:pt>
                <c:pt idx="2481">
                  <c:v>84.266128499999994</c:v>
                </c:pt>
                <c:pt idx="2482">
                  <c:v>84.266128499999994</c:v>
                </c:pt>
                <c:pt idx="2483">
                  <c:v>84.266128499999994</c:v>
                </c:pt>
                <c:pt idx="2484">
                  <c:v>84.266128499999994</c:v>
                </c:pt>
                <c:pt idx="2485">
                  <c:v>84.266128499999994</c:v>
                </c:pt>
                <c:pt idx="2486">
                  <c:v>84.266128499999994</c:v>
                </c:pt>
                <c:pt idx="2487">
                  <c:v>84.266128499999994</c:v>
                </c:pt>
                <c:pt idx="2488">
                  <c:v>84.266128499999994</c:v>
                </c:pt>
                <c:pt idx="2489">
                  <c:v>84.266128499999994</c:v>
                </c:pt>
                <c:pt idx="2490">
                  <c:v>84.266128499999994</c:v>
                </c:pt>
                <c:pt idx="2491">
                  <c:v>84.266128499999994</c:v>
                </c:pt>
                <c:pt idx="2492">
                  <c:v>84.266128499999994</c:v>
                </c:pt>
                <c:pt idx="2493">
                  <c:v>84.266128499999994</c:v>
                </c:pt>
                <c:pt idx="2494">
                  <c:v>84.266128499999994</c:v>
                </c:pt>
                <c:pt idx="2495">
                  <c:v>84.266128499999994</c:v>
                </c:pt>
                <c:pt idx="2496">
                  <c:v>84.266128499999994</c:v>
                </c:pt>
                <c:pt idx="2497">
                  <c:v>84.266128499999994</c:v>
                </c:pt>
                <c:pt idx="2498">
                  <c:v>84.266128499999994</c:v>
                </c:pt>
                <c:pt idx="2499">
                  <c:v>84.266128499999994</c:v>
                </c:pt>
                <c:pt idx="2500">
                  <c:v>84.266128499999994</c:v>
                </c:pt>
                <c:pt idx="2501">
                  <c:v>84.266128499999994</c:v>
                </c:pt>
                <c:pt idx="2502">
                  <c:v>84.266128499999994</c:v>
                </c:pt>
                <c:pt idx="2503">
                  <c:v>84.266128499999994</c:v>
                </c:pt>
                <c:pt idx="2504">
                  <c:v>84.266128499999994</c:v>
                </c:pt>
                <c:pt idx="2505">
                  <c:v>84.266128499999994</c:v>
                </c:pt>
                <c:pt idx="2506">
                  <c:v>84.266128499999994</c:v>
                </c:pt>
                <c:pt idx="2507">
                  <c:v>84.266128499999994</c:v>
                </c:pt>
                <c:pt idx="2508">
                  <c:v>84.266128499999994</c:v>
                </c:pt>
                <c:pt idx="2509">
                  <c:v>84.266128499999994</c:v>
                </c:pt>
                <c:pt idx="2510">
                  <c:v>84.266128499999994</c:v>
                </c:pt>
                <c:pt idx="2511">
                  <c:v>84.266128499999994</c:v>
                </c:pt>
                <c:pt idx="2512">
                  <c:v>84.266128499999994</c:v>
                </c:pt>
                <c:pt idx="2513">
                  <c:v>84.266128499999994</c:v>
                </c:pt>
                <c:pt idx="2514">
                  <c:v>84.266128499999994</c:v>
                </c:pt>
                <c:pt idx="2515">
                  <c:v>84.266128499999994</c:v>
                </c:pt>
                <c:pt idx="2516">
                  <c:v>84.266128499999994</c:v>
                </c:pt>
                <c:pt idx="2517">
                  <c:v>84.266128499999994</c:v>
                </c:pt>
                <c:pt idx="2518">
                  <c:v>84.266128499999994</c:v>
                </c:pt>
                <c:pt idx="2519">
                  <c:v>84.266128499999994</c:v>
                </c:pt>
                <c:pt idx="2520">
                  <c:v>84.266128499999994</c:v>
                </c:pt>
                <c:pt idx="2521">
                  <c:v>84.266128499999994</c:v>
                </c:pt>
                <c:pt idx="2522">
                  <c:v>84.266128499999994</c:v>
                </c:pt>
                <c:pt idx="2523">
                  <c:v>84.266128499999994</c:v>
                </c:pt>
                <c:pt idx="2524">
                  <c:v>84.266128499999994</c:v>
                </c:pt>
                <c:pt idx="2525">
                  <c:v>84.266128499999994</c:v>
                </c:pt>
                <c:pt idx="2526">
                  <c:v>84.266128499999994</c:v>
                </c:pt>
                <c:pt idx="2527">
                  <c:v>84.266128499999994</c:v>
                </c:pt>
                <c:pt idx="2528">
                  <c:v>84.266128499999994</c:v>
                </c:pt>
                <c:pt idx="2529">
                  <c:v>84.266128499999994</c:v>
                </c:pt>
                <c:pt idx="2530">
                  <c:v>84.266128499999994</c:v>
                </c:pt>
                <c:pt idx="2531">
                  <c:v>84.266128499999994</c:v>
                </c:pt>
                <c:pt idx="2532">
                  <c:v>84.266128499999994</c:v>
                </c:pt>
                <c:pt idx="2533">
                  <c:v>84.266128499999994</c:v>
                </c:pt>
                <c:pt idx="2534">
                  <c:v>84.266128499999994</c:v>
                </c:pt>
                <c:pt idx="2535">
                  <c:v>84.266128499999994</c:v>
                </c:pt>
                <c:pt idx="2536">
                  <c:v>84.266128499999994</c:v>
                </c:pt>
                <c:pt idx="2537">
                  <c:v>84.266128499999994</c:v>
                </c:pt>
                <c:pt idx="2538">
                  <c:v>84.266128499999994</c:v>
                </c:pt>
                <c:pt idx="2539">
                  <c:v>84.266128499999994</c:v>
                </c:pt>
                <c:pt idx="2540">
                  <c:v>87.202942800000002</c:v>
                </c:pt>
                <c:pt idx="2541">
                  <c:v>87.202942800000002</c:v>
                </c:pt>
                <c:pt idx="2542">
                  <c:v>87.202942800000002</c:v>
                </c:pt>
                <c:pt idx="2543">
                  <c:v>87.202942800000002</c:v>
                </c:pt>
                <c:pt idx="2544">
                  <c:v>87.202942800000002</c:v>
                </c:pt>
                <c:pt idx="2545">
                  <c:v>87.202942800000002</c:v>
                </c:pt>
                <c:pt idx="2546">
                  <c:v>87.202942800000002</c:v>
                </c:pt>
                <c:pt idx="2547">
                  <c:v>87.202942800000002</c:v>
                </c:pt>
                <c:pt idx="2548">
                  <c:v>87.202942800000002</c:v>
                </c:pt>
                <c:pt idx="2549">
                  <c:v>87.202942800000002</c:v>
                </c:pt>
                <c:pt idx="2550">
                  <c:v>87.202942800000002</c:v>
                </c:pt>
                <c:pt idx="2551">
                  <c:v>87.202942800000002</c:v>
                </c:pt>
                <c:pt idx="2552">
                  <c:v>87.202942800000002</c:v>
                </c:pt>
                <c:pt idx="2553">
                  <c:v>87.202942800000002</c:v>
                </c:pt>
                <c:pt idx="2554">
                  <c:v>87.202942800000002</c:v>
                </c:pt>
                <c:pt idx="2555">
                  <c:v>87.202942800000002</c:v>
                </c:pt>
                <c:pt idx="2556">
                  <c:v>87.202942800000002</c:v>
                </c:pt>
                <c:pt idx="2557">
                  <c:v>87.202942800000002</c:v>
                </c:pt>
                <c:pt idx="2558">
                  <c:v>87.202942800000002</c:v>
                </c:pt>
                <c:pt idx="2559">
                  <c:v>87.202942800000002</c:v>
                </c:pt>
                <c:pt idx="2560">
                  <c:v>87.202942800000002</c:v>
                </c:pt>
                <c:pt idx="2561">
                  <c:v>87.202942800000002</c:v>
                </c:pt>
                <c:pt idx="2562">
                  <c:v>87.202942800000002</c:v>
                </c:pt>
                <c:pt idx="2563">
                  <c:v>87.202942800000002</c:v>
                </c:pt>
                <c:pt idx="2564">
                  <c:v>87.202942800000002</c:v>
                </c:pt>
                <c:pt idx="2565">
                  <c:v>87.202942800000002</c:v>
                </c:pt>
                <c:pt idx="2566">
                  <c:v>87.202942800000002</c:v>
                </c:pt>
                <c:pt idx="2567">
                  <c:v>87.202942800000002</c:v>
                </c:pt>
                <c:pt idx="2568">
                  <c:v>88.332147820000003</c:v>
                </c:pt>
                <c:pt idx="2569">
                  <c:v>88.332147820000003</c:v>
                </c:pt>
                <c:pt idx="2570">
                  <c:v>88.332147820000003</c:v>
                </c:pt>
                <c:pt idx="2571">
                  <c:v>88.332147820000003</c:v>
                </c:pt>
                <c:pt idx="2572">
                  <c:v>88.332147820000003</c:v>
                </c:pt>
                <c:pt idx="2573">
                  <c:v>88.332147820000003</c:v>
                </c:pt>
                <c:pt idx="2574">
                  <c:v>88.332147820000003</c:v>
                </c:pt>
                <c:pt idx="2575">
                  <c:v>88.332147820000003</c:v>
                </c:pt>
                <c:pt idx="2576">
                  <c:v>88.332147820000003</c:v>
                </c:pt>
                <c:pt idx="2577">
                  <c:v>88.332147820000003</c:v>
                </c:pt>
                <c:pt idx="2578">
                  <c:v>88.332147820000003</c:v>
                </c:pt>
                <c:pt idx="2579">
                  <c:v>88.332147820000003</c:v>
                </c:pt>
                <c:pt idx="2580">
                  <c:v>88.332147820000003</c:v>
                </c:pt>
                <c:pt idx="2581">
                  <c:v>88.332147820000003</c:v>
                </c:pt>
                <c:pt idx="2582">
                  <c:v>88.332147820000003</c:v>
                </c:pt>
                <c:pt idx="2583">
                  <c:v>88.332147820000003</c:v>
                </c:pt>
                <c:pt idx="2584">
                  <c:v>88.332147820000003</c:v>
                </c:pt>
                <c:pt idx="2585">
                  <c:v>88.332147820000003</c:v>
                </c:pt>
                <c:pt idx="2586">
                  <c:v>88.332147820000003</c:v>
                </c:pt>
                <c:pt idx="2587">
                  <c:v>88.332147820000003</c:v>
                </c:pt>
                <c:pt idx="2588">
                  <c:v>88.332147820000003</c:v>
                </c:pt>
                <c:pt idx="2589">
                  <c:v>88.332147820000003</c:v>
                </c:pt>
                <c:pt idx="2590">
                  <c:v>88.332147820000003</c:v>
                </c:pt>
                <c:pt idx="2591">
                  <c:v>88.332147820000003</c:v>
                </c:pt>
                <c:pt idx="2592">
                  <c:v>88.332147820000003</c:v>
                </c:pt>
                <c:pt idx="2593">
                  <c:v>88.332147820000003</c:v>
                </c:pt>
                <c:pt idx="2594">
                  <c:v>88.332147820000003</c:v>
                </c:pt>
                <c:pt idx="2595">
                  <c:v>88.332147820000003</c:v>
                </c:pt>
                <c:pt idx="2596">
                  <c:v>88.888888890000004</c:v>
                </c:pt>
                <c:pt idx="2597">
                  <c:v>89.516834000000003</c:v>
                </c:pt>
                <c:pt idx="2598">
                  <c:v>89.516834000000003</c:v>
                </c:pt>
                <c:pt idx="2599">
                  <c:v>89.516834000000003</c:v>
                </c:pt>
                <c:pt idx="2600">
                  <c:v>89.516834000000003</c:v>
                </c:pt>
                <c:pt idx="2601">
                  <c:v>89.516834000000003</c:v>
                </c:pt>
                <c:pt idx="2602">
                  <c:v>89.516834000000003</c:v>
                </c:pt>
                <c:pt idx="2603">
                  <c:v>89.516834000000003</c:v>
                </c:pt>
                <c:pt idx="2604">
                  <c:v>89.516834000000003</c:v>
                </c:pt>
                <c:pt idx="2605">
                  <c:v>89.516834000000003</c:v>
                </c:pt>
                <c:pt idx="2606">
                  <c:v>89.516834000000003</c:v>
                </c:pt>
                <c:pt idx="2607">
                  <c:v>89.516834000000003</c:v>
                </c:pt>
                <c:pt idx="2608">
                  <c:v>89.516834000000003</c:v>
                </c:pt>
                <c:pt idx="2609">
                  <c:v>89.516834000000003</c:v>
                </c:pt>
                <c:pt idx="2610">
                  <c:v>89.516834000000003</c:v>
                </c:pt>
                <c:pt idx="2611">
                  <c:v>89.516834000000003</c:v>
                </c:pt>
                <c:pt idx="2612">
                  <c:v>89.516834000000003</c:v>
                </c:pt>
                <c:pt idx="2613">
                  <c:v>89.516834000000003</c:v>
                </c:pt>
                <c:pt idx="2614">
                  <c:v>89.516834000000003</c:v>
                </c:pt>
                <c:pt idx="2615">
                  <c:v>89.516834000000003</c:v>
                </c:pt>
                <c:pt idx="2616">
                  <c:v>89.516834000000003</c:v>
                </c:pt>
                <c:pt idx="2617">
                  <c:v>89.516834000000003</c:v>
                </c:pt>
                <c:pt idx="2618">
                  <c:v>89.516834000000003</c:v>
                </c:pt>
                <c:pt idx="2619">
                  <c:v>89.516834000000003</c:v>
                </c:pt>
                <c:pt idx="2620">
                  <c:v>89.516834000000003</c:v>
                </c:pt>
                <c:pt idx="2621">
                  <c:v>89.516834000000003</c:v>
                </c:pt>
                <c:pt idx="2622">
                  <c:v>89.516834000000003</c:v>
                </c:pt>
                <c:pt idx="2623">
                  <c:v>89.516834000000003</c:v>
                </c:pt>
                <c:pt idx="2624">
                  <c:v>89.516834000000003</c:v>
                </c:pt>
                <c:pt idx="2625">
                  <c:v>89.516834000000003</c:v>
                </c:pt>
                <c:pt idx="2626">
                  <c:v>89.516834000000003</c:v>
                </c:pt>
                <c:pt idx="2627">
                  <c:v>89.516834000000003</c:v>
                </c:pt>
                <c:pt idx="2628">
                  <c:v>89.516834000000003</c:v>
                </c:pt>
                <c:pt idx="2629">
                  <c:v>89.516834000000003</c:v>
                </c:pt>
                <c:pt idx="2630">
                  <c:v>89.516834000000003</c:v>
                </c:pt>
                <c:pt idx="2631">
                  <c:v>89.516834000000003</c:v>
                </c:pt>
                <c:pt idx="2632">
                  <c:v>89.516834000000003</c:v>
                </c:pt>
                <c:pt idx="2633">
                  <c:v>89.516834000000003</c:v>
                </c:pt>
                <c:pt idx="2634">
                  <c:v>89.516834000000003</c:v>
                </c:pt>
                <c:pt idx="2635">
                  <c:v>89.516834000000003</c:v>
                </c:pt>
                <c:pt idx="2636">
                  <c:v>89.516834000000003</c:v>
                </c:pt>
                <c:pt idx="2637">
                  <c:v>89.516834000000003</c:v>
                </c:pt>
                <c:pt idx="2638">
                  <c:v>89.516834000000003</c:v>
                </c:pt>
                <c:pt idx="2639">
                  <c:v>89.516834000000003</c:v>
                </c:pt>
                <c:pt idx="2640">
                  <c:v>89.516834000000003</c:v>
                </c:pt>
                <c:pt idx="2641">
                  <c:v>89.516834000000003</c:v>
                </c:pt>
                <c:pt idx="2642">
                  <c:v>89.516834000000003</c:v>
                </c:pt>
                <c:pt idx="2643">
                  <c:v>89.516834000000003</c:v>
                </c:pt>
                <c:pt idx="2644">
                  <c:v>89.516834000000003</c:v>
                </c:pt>
                <c:pt idx="2645">
                  <c:v>89.516834000000003</c:v>
                </c:pt>
                <c:pt idx="2646">
                  <c:v>89.516834000000003</c:v>
                </c:pt>
                <c:pt idx="2647">
                  <c:v>89.516834000000003</c:v>
                </c:pt>
                <c:pt idx="2648">
                  <c:v>89.516834000000003</c:v>
                </c:pt>
                <c:pt idx="2649">
                  <c:v>89.516834000000003</c:v>
                </c:pt>
                <c:pt idx="2650">
                  <c:v>89.516834000000003</c:v>
                </c:pt>
                <c:pt idx="2651">
                  <c:v>89.516834000000003</c:v>
                </c:pt>
                <c:pt idx="2652">
                  <c:v>89.516834000000003</c:v>
                </c:pt>
                <c:pt idx="2653">
                  <c:v>89.516834000000003</c:v>
                </c:pt>
                <c:pt idx="2654">
                  <c:v>89.516834000000003</c:v>
                </c:pt>
                <c:pt idx="2655">
                  <c:v>89.516834000000003</c:v>
                </c:pt>
                <c:pt idx="2656">
                  <c:v>89.516834000000003</c:v>
                </c:pt>
                <c:pt idx="2657">
                  <c:v>89.516834000000003</c:v>
                </c:pt>
                <c:pt idx="2658">
                  <c:v>89.516834000000003</c:v>
                </c:pt>
                <c:pt idx="2659">
                  <c:v>89.516834000000003</c:v>
                </c:pt>
                <c:pt idx="2660">
                  <c:v>89.516834000000003</c:v>
                </c:pt>
                <c:pt idx="2661">
                  <c:v>89.516834000000003</c:v>
                </c:pt>
                <c:pt idx="2662">
                  <c:v>89.516834000000003</c:v>
                </c:pt>
                <c:pt idx="2663">
                  <c:v>89.516834000000003</c:v>
                </c:pt>
                <c:pt idx="2664">
                  <c:v>89.516834000000003</c:v>
                </c:pt>
                <c:pt idx="2665">
                  <c:v>89.516834000000003</c:v>
                </c:pt>
                <c:pt idx="2666">
                  <c:v>89.516834000000003</c:v>
                </c:pt>
                <c:pt idx="2667">
                  <c:v>89.516834000000003</c:v>
                </c:pt>
                <c:pt idx="2668">
                  <c:v>89.516834000000003</c:v>
                </c:pt>
                <c:pt idx="2669">
                  <c:v>89.516834000000003</c:v>
                </c:pt>
                <c:pt idx="2670">
                  <c:v>89.516834000000003</c:v>
                </c:pt>
                <c:pt idx="2671">
                  <c:v>89.516834000000003</c:v>
                </c:pt>
                <c:pt idx="2672">
                  <c:v>89.516834000000003</c:v>
                </c:pt>
                <c:pt idx="2673">
                  <c:v>89.516834000000003</c:v>
                </c:pt>
                <c:pt idx="2674">
                  <c:v>89.516834000000003</c:v>
                </c:pt>
                <c:pt idx="2675">
                  <c:v>89.516834000000003</c:v>
                </c:pt>
                <c:pt idx="2676">
                  <c:v>89.516834000000003</c:v>
                </c:pt>
                <c:pt idx="2677">
                  <c:v>89.516834000000003</c:v>
                </c:pt>
                <c:pt idx="2678">
                  <c:v>89.516834000000003</c:v>
                </c:pt>
                <c:pt idx="2679">
                  <c:v>89.516834000000003</c:v>
                </c:pt>
                <c:pt idx="2680">
                  <c:v>89.516834000000003</c:v>
                </c:pt>
                <c:pt idx="2681">
                  <c:v>89.516834000000003</c:v>
                </c:pt>
                <c:pt idx="2682">
                  <c:v>89.516834000000003</c:v>
                </c:pt>
                <c:pt idx="2683">
                  <c:v>89.516834000000003</c:v>
                </c:pt>
                <c:pt idx="2684">
                  <c:v>89.516834000000003</c:v>
                </c:pt>
                <c:pt idx="2685">
                  <c:v>89.516834000000003</c:v>
                </c:pt>
                <c:pt idx="2686">
                  <c:v>89.516834000000003</c:v>
                </c:pt>
                <c:pt idx="2687">
                  <c:v>89.516834000000003</c:v>
                </c:pt>
                <c:pt idx="2688">
                  <c:v>89.516834000000003</c:v>
                </c:pt>
                <c:pt idx="2689">
                  <c:v>89.516834000000003</c:v>
                </c:pt>
                <c:pt idx="2690">
                  <c:v>89.516834000000003</c:v>
                </c:pt>
                <c:pt idx="2691">
                  <c:v>89.516834000000003</c:v>
                </c:pt>
                <c:pt idx="2692">
                  <c:v>89.516834000000003</c:v>
                </c:pt>
                <c:pt idx="2693">
                  <c:v>89.516834000000003</c:v>
                </c:pt>
                <c:pt idx="2694">
                  <c:v>89.516834000000003</c:v>
                </c:pt>
                <c:pt idx="2695">
                  <c:v>89.516834000000003</c:v>
                </c:pt>
                <c:pt idx="2696">
                  <c:v>89.516834000000003</c:v>
                </c:pt>
                <c:pt idx="2697">
                  <c:v>89.516834000000003</c:v>
                </c:pt>
                <c:pt idx="2698">
                  <c:v>89.516834000000003</c:v>
                </c:pt>
                <c:pt idx="2699">
                  <c:v>89.516834000000003</c:v>
                </c:pt>
                <c:pt idx="2700">
                  <c:v>89.516834000000003</c:v>
                </c:pt>
                <c:pt idx="2701">
                  <c:v>89.516834000000003</c:v>
                </c:pt>
                <c:pt idx="2702">
                  <c:v>89.516834000000003</c:v>
                </c:pt>
                <c:pt idx="2703">
                  <c:v>89.516834000000003</c:v>
                </c:pt>
                <c:pt idx="2704">
                  <c:v>89.516834000000003</c:v>
                </c:pt>
                <c:pt idx="2705">
                  <c:v>89.516834000000003</c:v>
                </c:pt>
                <c:pt idx="2706">
                  <c:v>89.516834000000003</c:v>
                </c:pt>
                <c:pt idx="2707">
                  <c:v>89.516834000000003</c:v>
                </c:pt>
                <c:pt idx="2708">
                  <c:v>89.516834000000003</c:v>
                </c:pt>
                <c:pt idx="2709">
                  <c:v>89.516834000000003</c:v>
                </c:pt>
                <c:pt idx="2710">
                  <c:v>89.516834000000003</c:v>
                </c:pt>
                <c:pt idx="2711">
                  <c:v>89.516834000000003</c:v>
                </c:pt>
                <c:pt idx="2712">
                  <c:v>89.516834000000003</c:v>
                </c:pt>
                <c:pt idx="2713">
                  <c:v>89.516834000000003</c:v>
                </c:pt>
                <c:pt idx="2714">
                  <c:v>89.516834000000003</c:v>
                </c:pt>
                <c:pt idx="2715">
                  <c:v>89.516834000000003</c:v>
                </c:pt>
                <c:pt idx="2716">
                  <c:v>89.516834000000003</c:v>
                </c:pt>
                <c:pt idx="2717">
                  <c:v>89.516834000000003</c:v>
                </c:pt>
                <c:pt idx="2718">
                  <c:v>89.516834000000003</c:v>
                </c:pt>
                <c:pt idx="2719">
                  <c:v>89.516834000000003</c:v>
                </c:pt>
                <c:pt idx="2720">
                  <c:v>89.516834000000003</c:v>
                </c:pt>
                <c:pt idx="2721">
                  <c:v>89.516834000000003</c:v>
                </c:pt>
                <c:pt idx="2722">
                  <c:v>89.516834000000003</c:v>
                </c:pt>
                <c:pt idx="2723">
                  <c:v>89.516834000000003</c:v>
                </c:pt>
                <c:pt idx="2724">
                  <c:v>89.516834000000003</c:v>
                </c:pt>
                <c:pt idx="2725">
                  <c:v>89.516834000000003</c:v>
                </c:pt>
                <c:pt idx="2726">
                  <c:v>89.516834000000003</c:v>
                </c:pt>
                <c:pt idx="2727">
                  <c:v>89.516834000000003</c:v>
                </c:pt>
                <c:pt idx="2728">
                  <c:v>89.516834000000003</c:v>
                </c:pt>
                <c:pt idx="2729">
                  <c:v>89.516834000000003</c:v>
                </c:pt>
                <c:pt idx="2730">
                  <c:v>89.516834000000003</c:v>
                </c:pt>
                <c:pt idx="2731">
                  <c:v>89.516834000000003</c:v>
                </c:pt>
                <c:pt idx="2732">
                  <c:v>89.516834000000003</c:v>
                </c:pt>
                <c:pt idx="2733">
                  <c:v>89.516834000000003</c:v>
                </c:pt>
                <c:pt idx="2734">
                  <c:v>89.516834000000003</c:v>
                </c:pt>
                <c:pt idx="2735">
                  <c:v>89.516834000000003</c:v>
                </c:pt>
                <c:pt idx="2736">
                  <c:v>89.516834000000003</c:v>
                </c:pt>
                <c:pt idx="2737">
                  <c:v>89.516834000000003</c:v>
                </c:pt>
                <c:pt idx="2738">
                  <c:v>89.516834000000003</c:v>
                </c:pt>
                <c:pt idx="2739">
                  <c:v>89.516834000000003</c:v>
                </c:pt>
                <c:pt idx="2740">
                  <c:v>89.516834000000003</c:v>
                </c:pt>
                <c:pt idx="2741">
                  <c:v>89.516834000000003</c:v>
                </c:pt>
                <c:pt idx="2742">
                  <c:v>89.516834000000003</c:v>
                </c:pt>
                <c:pt idx="2743">
                  <c:v>89.516834000000003</c:v>
                </c:pt>
                <c:pt idx="2744">
                  <c:v>89.516834000000003</c:v>
                </c:pt>
                <c:pt idx="2745">
                  <c:v>89.516834000000003</c:v>
                </c:pt>
                <c:pt idx="2746">
                  <c:v>89.516834000000003</c:v>
                </c:pt>
                <c:pt idx="2747">
                  <c:v>89.516834000000003</c:v>
                </c:pt>
                <c:pt idx="2748">
                  <c:v>89.516834000000003</c:v>
                </c:pt>
                <c:pt idx="2749">
                  <c:v>89.516834000000003</c:v>
                </c:pt>
                <c:pt idx="2750">
                  <c:v>89.516834000000003</c:v>
                </c:pt>
                <c:pt idx="2751">
                  <c:v>89.516834000000003</c:v>
                </c:pt>
                <c:pt idx="2752">
                  <c:v>89.516834000000003</c:v>
                </c:pt>
                <c:pt idx="2753">
                  <c:v>89.516834000000003</c:v>
                </c:pt>
                <c:pt idx="2754">
                  <c:v>89.516834000000003</c:v>
                </c:pt>
                <c:pt idx="2755">
                  <c:v>89.516834000000003</c:v>
                </c:pt>
                <c:pt idx="2756">
                  <c:v>89.516834000000003</c:v>
                </c:pt>
                <c:pt idx="2757">
                  <c:v>89.516834000000003</c:v>
                </c:pt>
                <c:pt idx="2758">
                  <c:v>89.516834000000003</c:v>
                </c:pt>
                <c:pt idx="2759">
                  <c:v>89.516834000000003</c:v>
                </c:pt>
                <c:pt idx="2760">
                  <c:v>89.516834000000003</c:v>
                </c:pt>
                <c:pt idx="2761">
                  <c:v>89.516834000000003</c:v>
                </c:pt>
                <c:pt idx="2762">
                  <c:v>89.516834000000003</c:v>
                </c:pt>
                <c:pt idx="2763">
                  <c:v>89.516834000000003</c:v>
                </c:pt>
                <c:pt idx="2764">
                  <c:v>89.516834000000003</c:v>
                </c:pt>
                <c:pt idx="2765">
                  <c:v>89.516834000000003</c:v>
                </c:pt>
                <c:pt idx="2766">
                  <c:v>89.516834000000003</c:v>
                </c:pt>
                <c:pt idx="2767">
                  <c:v>89.516834000000003</c:v>
                </c:pt>
                <c:pt idx="2768">
                  <c:v>89.516834000000003</c:v>
                </c:pt>
                <c:pt idx="2769">
                  <c:v>89.516834000000003</c:v>
                </c:pt>
                <c:pt idx="2770">
                  <c:v>89.516834000000003</c:v>
                </c:pt>
                <c:pt idx="2771">
                  <c:v>89.516834000000003</c:v>
                </c:pt>
                <c:pt idx="2772">
                  <c:v>89.516834000000003</c:v>
                </c:pt>
                <c:pt idx="2773">
                  <c:v>89.516834000000003</c:v>
                </c:pt>
                <c:pt idx="2774">
                  <c:v>89.516834000000003</c:v>
                </c:pt>
                <c:pt idx="2775">
                  <c:v>89.516834000000003</c:v>
                </c:pt>
                <c:pt idx="2776">
                  <c:v>89.516834000000003</c:v>
                </c:pt>
                <c:pt idx="2777">
                  <c:v>89.516834000000003</c:v>
                </c:pt>
                <c:pt idx="2778">
                  <c:v>89.516834000000003</c:v>
                </c:pt>
                <c:pt idx="2779">
                  <c:v>89.516834000000003</c:v>
                </c:pt>
                <c:pt idx="2780">
                  <c:v>89.516834000000003</c:v>
                </c:pt>
                <c:pt idx="2781">
                  <c:v>89.516834000000003</c:v>
                </c:pt>
                <c:pt idx="2782">
                  <c:v>89.516834000000003</c:v>
                </c:pt>
                <c:pt idx="2783">
                  <c:v>89.516834000000003</c:v>
                </c:pt>
                <c:pt idx="2784">
                  <c:v>89.516834000000003</c:v>
                </c:pt>
                <c:pt idx="2785">
                  <c:v>89.516834000000003</c:v>
                </c:pt>
                <c:pt idx="2786">
                  <c:v>89.516834000000003</c:v>
                </c:pt>
                <c:pt idx="2787">
                  <c:v>89.516834000000003</c:v>
                </c:pt>
                <c:pt idx="2788">
                  <c:v>89.516834000000003</c:v>
                </c:pt>
                <c:pt idx="2789">
                  <c:v>89.516834000000003</c:v>
                </c:pt>
                <c:pt idx="2790">
                  <c:v>89.516834000000003</c:v>
                </c:pt>
                <c:pt idx="2791">
                  <c:v>89.516834000000003</c:v>
                </c:pt>
                <c:pt idx="2792">
                  <c:v>89.516834000000003</c:v>
                </c:pt>
                <c:pt idx="2793">
                  <c:v>89.516834000000003</c:v>
                </c:pt>
                <c:pt idx="2794">
                  <c:v>89.516834000000003</c:v>
                </c:pt>
                <c:pt idx="2795">
                  <c:v>89.516834000000003</c:v>
                </c:pt>
                <c:pt idx="2796">
                  <c:v>89.516834000000003</c:v>
                </c:pt>
                <c:pt idx="2797">
                  <c:v>89.516834000000003</c:v>
                </c:pt>
                <c:pt idx="2798">
                  <c:v>89.516834000000003</c:v>
                </c:pt>
                <c:pt idx="2799">
                  <c:v>89.516834000000003</c:v>
                </c:pt>
                <c:pt idx="2800">
                  <c:v>89.516834000000003</c:v>
                </c:pt>
                <c:pt idx="2801">
                  <c:v>89.516834000000003</c:v>
                </c:pt>
                <c:pt idx="2802">
                  <c:v>89.516834000000003</c:v>
                </c:pt>
                <c:pt idx="2803">
                  <c:v>89.516834000000003</c:v>
                </c:pt>
                <c:pt idx="2804">
                  <c:v>89.516834000000003</c:v>
                </c:pt>
                <c:pt idx="2805">
                  <c:v>89.516834000000003</c:v>
                </c:pt>
                <c:pt idx="2806">
                  <c:v>89.516834000000003</c:v>
                </c:pt>
                <c:pt idx="2807">
                  <c:v>89.516834000000003</c:v>
                </c:pt>
                <c:pt idx="2808">
                  <c:v>89.516834000000003</c:v>
                </c:pt>
                <c:pt idx="2809">
                  <c:v>89.516834000000003</c:v>
                </c:pt>
                <c:pt idx="2810">
                  <c:v>89.516834000000003</c:v>
                </c:pt>
                <c:pt idx="2811">
                  <c:v>89.516834000000003</c:v>
                </c:pt>
                <c:pt idx="2812">
                  <c:v>89.516834000000003</c:v>
                </c:pt>
                <c:pt idx="2813">
                  <c:v>89.516834000000003</c:v>
                </c:pt>
                <c:pt idx="2814">
                  <c:v>89.516834000000003</c:v>
                </c:pt>
                <c:pt idx="2815">
                  <c:v>89.516834000000003</c:v>
                </c:pt>
                <c:pt idx="2816">
                  <c:v>89.516834000000003</c:v>
                </c:pt>
                <c:pt idx="2817">
                  <c:v>89.516834000000003</c:v>
                </c:pt>
                <c:pt idx="2818">
                  <c:v>89.516834000000003</c:v>
                </c:pt>
                <c:pt idx="2819">
                  <c:v>89.516834000000003</c:v>
                </c:pt>
                <c:pt idx="2820">
                  <c:v>89.516834000000003</c:v>
                </c:pt>
                <c:pt idx="2821">
                  <c:v>89.516834000000003</c:v>
                </c:pt>
                <c:pt idx="2822">
                  <c:v>89.516834000000003</c:v>
                </c:pt>
                <c:pt idx="2823">
                  <c:v>89.516834000000003</c:v>
                </c:pt>
                <c:pt idx="2824">
                  <c:v>89.516834000000003</c:v>
                </c:pt>
                <c:pt idx="2825">
                  <c:v>89.516834000000003</c:v>
                </c:pt>
                <c:pt idx="2826">
                  <c:v>89.516834000000003</c:v>
                </c:pt>
                <c:pt idx="2827">
                  <c:v>89.516834000000003</c:v>
                </c:pt>
                <c:pt idx="2828">
                  <c:v>89.516834000000003</c:v>
                </c:pt>
                <c:pt idx="2829">
                  <c:v>89.516834000000003</c:v>
                </c:pt>
                <c:pt idx="2830">
                  <c:v>89.516834000000003</c:v>
                </c:pt>
                <c:pt idx="2831">
                  <c:v>89.516834000000003</c:v>
                </c:pt>
                <c:pt idx="2832">
                  <c:v>89.516834000000003</c:v>
                </c:pt>
                <c:pt idx="2833">
                  <c:v>89.516834000000003</c:v>
                </c:pt>
                <c:pt idx="2834">
                  <c:v>89.516834000000003</c:v>
                </c:pt>
                <c:pt idx="2835">
                  <c:v>89.516834000000003</c:v>
                </c:pt>
                <c:pt idx="2836">
                  <c:v>89.516834000000003</c:v>
                </c:pt>
                <c:pt idx="2837">
                  <c:v>89.516834000000003</c:v>
                </c:pt>
                <c:pt idx="2838">
                  <c:v>89.516834000000003</c:v>
                </c:pt>
                <c:pt idx="2839">
                  <c:v>89.516834000000003</c:v>
                </c:pt>
                <c:pt idx="2840">
                  <c:v>89.516834000000003</c:v>
                </c:pt>
                <c:pt idx="2841">
                  <c:v>89.516834000000003</c:v>
                </c:pt>
                <c:pt idx="2842">
                  <c:v>89.516834000000003</c:v>
                </c:pt>
                <c:pt idx="2843">
                  <c:v>89.516834000000003</c:v>
                </c:pt>
                <c:pt idx="2844">
                  <c:v>89.516834000000003</c:v>
                </c:pt>
                <c:pt idx="2845">
                  <c:v>89.516834000000003</c:v>
                </c:pt>
                <c:pt idx="2846">
                  <c:v>89.516834000000003</c:v>
                </c:pt>
                <c:pt idx="2847">
                  <c:v>89.516834000000003</c:v>
                </c:pt>
                <c:pt idx="2848">
                  <c:v>89.516834000000003</c:v>
                </c:pt>
                <c:pt idx="2849">
                  <c:v>89.516834000000003</c:v>
                </c:pt>
                <c:pt idx="2850">
                  <c:v>89.516834000000003</c:v>
                </c:pt>
                <c:pt idx="2851">
                  <c:v>89.516834000000003</c:v>
                </c:pt>
                <c:pt idx="2852">
                  <c:v>89.516834000000003</c:v>
                </c:pt>
                <c:pt idx="2853">
                  <c:v>89.516834000000003</c:v>
                </c:pt>
                <c:pt idx="2854">
                  <c:v>89.516834000000003</c:v>
                </c:pt>
                <c:pt idx="2855">
                  <c:v>89.516834000000003</c:v>
                </c:pt>
                <c:pt idx="2856">
                  <c:v>89.516834000000003</c:v>
                </c:pt>
                <c:pt idx="2857">
                  <c:v>89.516834000000003</c:v>
                </c:pt>
                <c:pt idx="2858">
                  <c:v>89.516834000000003</c:v>
                </c:pt>
                <c:pt idx="2859">
                  <c:v>89.516834000000003</c:v>
                </c:pt>
                <c:pt idx="2860">
                  <c:v>89.516834000000003</c:v>
                </c:pt>
                <c:pt idx="2861">
                  <c:v>89.516834000000003</c:v>
                </c:pt>
                <c:pt idx="2862">
                  <c:v>89.516834000000003</c:v>
                </c:pt>
                <c:pt idx="2863">
                  <c:v>89.516834000000003</c:v>
                </c:pt>
                <c:pt idx="2864">
                  <c:v>89.516834000000003</c:v>
                </c:pt>
                <c:pt idx="2865">
                  <c:v>89.516834000000003</c:v>
                </c:pt>
                <c:pt idx="2866">
                  <c:v>89.516834000000003</c:v>
                </c:pt>
                <c:pt idx="2867">
                  <c:v>89.516834000000003</c:v>
                </c:pt>
                <c:pt idx="2868">
                  <c:v>89.516834000000003</c:v>
                </c:pt>
                <c:pt idx="2869">
                  <c:v>89.516834000000003</c:v>
                </c:pt>
                <c:pt idx="2870">
                  <c:v>89.516834000000003</c:v>
                </c:pt>
                <c:pt idx="2871">
                  <c:v>89.516834000000003</c:v>
                </c:pt>
                <c:pt idx="2872">
                  <c:v>89.516834000000003</c:v>
                </c:pt>
                <c:pt idx="2873">
                  <c:v>89.516834000000003</c:v>
                </c:pt>
                <c:pt idx="2874">
                  <c:v>89.516834000000003</c:v>
                </c:pt>
                <c:pt idx="2875">
                  <c:v>89.516834000000003</c:v>
                </c:pt>
                <c:pt idx="2876">
                  <c:v>89.516834000000003</c:v>
                </c:pt>
                <c:pt idx="2877">
                  <c:v>89.516834000000003</c:v>
                </c:pt>
                <c:pt idx="2878">
                  <c:v>89.516834000000003</c:v>
                </c:pt>
                <c:pt idx="2879">
                  <c:v>89.516834000000003</c:v>
                </c:pt>
                <c:pt idx="2880">
                  <c:v>89.516834000000003</c:v>
                </c:pt>
                <c:pt idx="2881">
                  <c:v>89.516834000000003</c:v>
                </c:pt>
                <c:pt idx="2882">
                  <c:v>89.516834000000003</c:v>
                </c:pt>
                <c:pt idx="2883">
                  <c:v>89.516834000000003</c:v>
                </c:pt>
                <c:pt idx="2884">
                  <c:v>89.516834000000003</c:v>
                </c:pt>
                <c:pt idx="2885">
                  <c:v>89.516834000000003</c:v>
                </c:pt>
                <c:pt idx="2886">
                  <c:v>89.516834000000003</c:v>
                </c:pt>
                <c:pt idx="2887">
                  <c:v>89.516834000000003</c:v>
                </c:pt>
                <c:pt idx="2888">
                  <c:v>89.516834000000003</c:v>
                </c:pt>
                <c:pt idx="2889">
                  <c:v>89.516834000000003</c:v>
                </c:pt>
                <c:pt idx="2890">
                  <c:v>89.516834000000003</c:v>
                </c:pt>
                <c:pt idx="2891">
                  <c:v>89.516834000000003</c:v>
                </c:pt>
                <c:pt idx="2892">
                  <c:v>89.516834000000003</c:v>
                </c:pt>
                <c:pt idx="2893">
                  <c:v>89.516834000000003</c:v>
                </c:pt>
                <c:pt idx="2894">
                  <c:v>89.516834000000003</c:v>
                </c:pt>
                <c:pt idx="2895">
                  <c:v>89.516834000000003</c:v>
                </c:pt>
                <c:pt idx="2896">
                  <c:v>89.516834000000003</c:v>
                </c:pt>
                <c:pt idx="2897">
                  <c:v>89.516834000000003</c:v>
                </c:pt>
                <c:pt idx="2898">
                  <c:v>89.516834000000003</c:v>
                </c:pt>
                <c:pt idx="2899">
                  <c:v>89.516834000000003</c:v>
                </c:pt>
                <c:pt idx="2900">
                  <c:v>89.516834000000003</c:v>
                </c:pt>
                <c:pt idx="2901">
                  <c:v>89.516834000000003</c:v>
                </c:pt>
                <c:pt idx="2902">
                  <c:v>89.516834000000003</c:v>
                </c:pt>
                <c:pt idx="2903">
                  <c:v>89.516834000000003</c:v>
                </c:pt>
                <c:pt idx="2904">
                  <c:v>89.516834000000003</c:v>
                </c:pt>
                <c:pt idx="2905">
                  <c:v>89.516834000000003</c:v>
                </c:pt>
                <c:pt idx="2906">
                  <c:v>89.516834000000003</c:v>
                </c:pt>
                <c:pt idx="2907">
                  <c:v>89.516834000000003</c:v>
                </c:pt>
                <c:pt idx="2908">
                  <c:v>89.516834000000003</c:v>
                </c:pt>
                <c:pt idx="2909">
                  <c:v>89.516834000000003</c:v>
                </c:pt>
                <c:pt idx="2910">
                  <c:v>89.516834000000003</c:v>
                </c:pt>
                <c:pt idx="2911">
                  <c:v>89.516834000000003</c:v>
                </c:pt>
                <c:pt idx="2912">
                  <c:v>89.516834000000003</c:v>
                </c:pt>
                <c:pt idx="2913">
                  <c:v>89.516834000000003</c:v>
                </c:pt>
                <c:pt idx="2914">
                  <c:v>89.516834000000003</c:v>
                </c:pt>
                <c:pt idx="2915">
                  <c:v>89.516834000000003</c:v>
                </c:pt>
                <c:pt idx="2916">
                  <c:v>89.516834000000003</c:v>
                </c:pt>
                <c:pt idx="2917">
                  <c:v>89.516834000000003</c:v>
                </c:pt>
                <c:pt idx="2918">
                  <c:v>89.516834000000003</c:v>
                </c:pt>
                <c:pt idx="2919">
                  <c:v>89.516834000000003</c:v>
                </c:pt>
                <c:pt idx="2920">
                  <c:v>89.516834000000003</c:v>
                </c:pt>
                <c:pt idx="2921">
                  <c:v>89.516834000000003</c:v>
                </c:pt>
                <c:pt idx="2922">
                  <c:v>89.516834000000003</c:v>
                </c:pt>
                <c:pt idx="2923">
                  <c:v>89.516834000000003</c:v>
                </c:pt>
                <c:pt idx="2924">
                  <c:v>89.516834000000003</c:v>
                </c:pt>
                <c:pt idx="2925">
                  <c:v>89.516834000000003</c:v>
                </c:pt>
                <c:pt idx="2926">
                  <c:v>89.516834000000003</c:v>
                </c:pt>
                <c:pt idx="2927">
                  <c:v>89.516834000000003</c:v>
                </c:pt>
                <c:pt idx="2928">
                  <c:v>89.516834000000003</c:v>
                </c:pt>
                <c:pt idx="2929">
                  <c:v>89.516834000000003</c:v>
                </c:pt>
                <c:pt idx="2930">
                  <c:v>89.516834000000003</c:v>
                </c:pt>
                <c:pt idx="2931">
                  <c:v>89.516834000000003</c:v>
                </c:pt>
                <c:pt idx="2932">
                  <c:v>89.516834000000003</c:v>
                </c:pt>
                <c:pt idx="2933">
                  <c:v>89.516834000000003</c:v>
                </c:pt>
                <c:pt idx="2934">
                  <c:v>89.516834000000003</c:v>
                </c:pt>
                <c:pt idx="2935">
                  <c:v>89.516834000000003</c:v>
                </c:pt>
                <c:pt idx="2936">
                  <c:v>89.516834000000003</c:v>
                </c:pt>
                <c:pt idx="2937">
                  <c:v>89.516834000000003</c:v>
                </c:pt>
                <c:pt idx="2938">
                  <c:v>89.516834000000003</c:v>
                </c:pt>
                <c:pt idx="2939">
                  <c:v>89.516834000000003</c:v>
                </c:pt>
                <c:pt idx="2940">
                  <c:v>89.516834000000003</c:v>
                </c:pt>
                <c:pt idx="2941">
                  <c:v>89.516834000000003</c:v>
                </c:pt>
                <c:pt idx="2942">
                  <c:v>89.516834000000003</c:v>
                </c:pt>
                <c:pt idx="2943">
                  <c:v>89.516834000000003</c:v>
                </c:pt>
                <c:pt idx="2944">
                  <c:v>89.516834000000003</c:v>
                </c:pt>
                <c:pt idx="2945">
                  <c:v>89.516834000000003</c:v>
                </c:pt>
                <c:pt idx="2946">
                  <c:v>89.516834000000003</c:v>
                </c:pt>
                <c:pt idx="2947">
                  <c:v>89.516834000000003</c:v>
                </c:pt>
                <c:pt idx="2948">
                  <c:v>89.516834000000003</c:v>
                </c:pt>
                <c:pt idx="2949">
                  <c:v>89.516834000000003</c:v>
                </c:pt>
                <c:pt idx="2950">
                  <c:v>89.516834000000003</c:v>
                </c:pt>
                <c:pt idx="2951">
                  <c:v>89.516834000000003</c:v>
                </c:pt>
                <c:pt idx="2952">
                  <c:v>89.516834000000003</c:v>
                </c:pt>
                <c:pt idx="2953">
                  <c:v>89.516834000000003</c:v>
                </c:pt>
                <c:pt idx="2954">
                  <c:v>89.516834000000003</c:v>
                </c:pt>
                <c:pt idx="2955">
                  <c:v>89.516834000000003</c:v>
                </c:pt>
                <c:pt idx="2956">
                  <c:v>89.516834000000003</c:v>
                </c:pt>
                <c:pt idx="2957">
                  <c:v>89.516834000000003</c:v>
                </c:pt>
                <c:pt idx="2958">
                  <c:v>89.516834000000003</c:v>
                </c:pt>
                <c:pt idx="2959">
                  <c:v>89.516834000000003</c:v>
                </c:pt>
                <c:pt idx="2960">
                  <c:v>89.516834000000003</c:v>
                </c:pt>
                <c:pt idx="2961">
                  <c:v>89.516834000000003</c:v>
                </c:pt>
                <c:pt idx="2962">
                  <c:v>89.516834000000003</c:v>
                </c:pt>
                <c:pt idx="2963">
                  <c:v>89.516834000000003</c:v>
                </c:pt>
                <c:pt idx="2964">
                  <c:v>89.516834000000003</c:v>
                </c:pt>
                <c:pt idx="2965">
                  <c:v>89.516834000000003</c:v>
                </c:pt>
                <c:pt idx="2966">
                  <c:v>89.516834000000003</c:v>
                </c:pt>
                <c:pt idx="2967">
                  <c:v>89.516834000000003</c:v>
                </c:pt>
                <c:pt idx="2968">
                  <c:v>89.516834000000003</c:v>
                </c:pt>
                <c:pt idx="2969">
                  <c:v>89.516834000000003</c:v>
                </c:pt>
                <c:pt idx="2970">
                  <c:v>89.516834000000003</c:v>
                </c:pt>
                <c:pt idx="2971">
                  <c:v>89.516834000000003</c:v>
                </c:pt>
                <c:pt idx="2972">
                  <c:v>89.516834000000003</c:v>
                </c:pt>
                <c:pt idx="2973">
                  <c:v>89.516834000000003</c:v>
                </c:pt>
                <c:pt idx="2974">
                  <c:v>89.516834000000003</c:v>
                </c:pt>
                <c:pt idx="2975">
                  <c:v>89.516834000000003</c:v>
                </c:pt>
                <c:pt idx="2976">
                  <c:v>89.516834000000003</c:v>
                </c:pt>
                <c:pt idx="2977">
                  <c:v>89.516834000000003</c:v>
                </c:pt>
                <c:pt idx="2978">
                  <c:v>89.516834000000003</c:v>
                </c:pt>
                <c:pt idx="2979">
                  <c:v>89.516834000000003</c:v>
                </c:pt>
                <c:pt idx="2980">
                  <c:v>89.516834000000003</c:v>
                </c:pt>
                <c:pt idx="2981">
                  <c:v>89.516834000000003</c:v>
                </c:pt>
                <c:pt idx="2982">
                  <c:v>89.516834000000003</c:v>
                </c:pt>
                <c:pt idx="2983">
                  <c:v>89.516834000000003</c:v>
                </c:pt>
                <c:pt idx="2984">
                  <c:v>89.516834000000003</c:v>
                </c:pt>
                <c:pt idx="2985">
                  <c:v>89.516834000000003</c:v>
                </c:pt>
                <c:pt idx="2986">
                  <c:v>89.516834000000003</c:v>
                </c:pt>
                <c:pt idx="2987">
                  <c:v>89.516834000000003</c:v>
                </c:pt>
                <c:pt idx="2988">
                  <c:v>89.516834000000003</c:v>
                </c:pt>
                <c:pt idx="2989">
                  <c:v>89.516834000000003</c:v>
                </c:pt>
                <c:pt idx="2990">
                  <c:v>89.516834000000003</c:v>
                </c:pt>
                <c:pt idx="2991">
                  <c:v>89.516834000000003</c:v>
                </c:pt>
                <c:pt idx="2992">
                  <c:v>89.516834000000003</c:v>
                </c:pt>
                <c:pt idx="2993">
                  <c:v>89.516834000000003</c:v>
                </c:pt>
                <c:pt idx="2994">
                  <c:v>89.516834000000003</c:v>
                </c:pt>
                <c:pt idx="2995">
                  <c:v>89.516834000000003</c:v>
                </c:pt>
                <c:pt idx="2996">
                  <c:v>89.516834000000003</c:v>
                </c:pt>
                <c:pt idx="2997">
                  <c:v>89.516834000000003</c:v>
                </c:pt>
                <c:pt idx="2998">
                  <c:v>89.516834000000003</c:v>
                </c:pt>
                <c:pt idx="2999">
                  <c:v>89.516834000000003</c:v>
                </c:pt>
                <c:pt idx="3000">
                  <c:v>89.516834000000003</c:v>
                </c:pt>
                <c:pt idx="3001">
                  <c:v>89.516834000000003</c:v>
                </c:pt>
                <c:pt idx="3002">
                  <c:v>89.516834000000003</c:v>
                </c:pt>
                <c:pt idx="3003">
                  <c:v>89.516834000000003</c:v>
                </c:pt>
                <c:pt idx="3004">
                  <c:v>89.516834000000003</c:v>
                </c:pt>
                <c:pt idx="3005">
                  <c:v>89.516834000000003</c:v>
                </c:pt>
                <c:pt idx="3006">
                  <c:v>89.516834000000003</c:v>
                </c:pt>
                <c:pt idx="3007">
                  <c:v>89.516834000000003</c:v>
                </c:pt>
                <c:pt idx="3008">
                  <c:v>89.516834000000003</c:v>
                </c:pt>
                <c:pt idx="3009">
                  <c:v>89.516834000000003</c:v>
                </c:pt>
                <c:pt idx="3010">
                  <c:v>89.516834000000003</c:v>
                </c:pt>
                <c:pt idx="3011">
                  <c:v>89.516834000000003</c:v>
                </c:pt>
                <c:pt idx="3012">
                  <c:v>89.516834000000003</c:v>
                </c:pt>
                <c:pt idx="3013">
                  <c:v>89.516834000000003</c:v>
                </c:pt>
                <c:pt idx="3014">
                  <c:v>89.516834000000003</c:v>
                </c:pt>
                <c:pt idx="3015">
                  <c:v>89.516834000000003</c:v>
                </c:pt>
                <c:pt idx="3016">
                  <c:v>89.516834000000003</c:v>
                </c:pt>
                <c:pt idx="3017">
                  <c:v>89.516834000000003</c:v>
                </c:pt>
                <c:pt idx="3018">
                  <c:v>89.516834000000003</c:v>
                </c:pt>
                <c:pt idx="3019">
                  <c:v>89.516834000000003</c:v>
                </c:pt>
                <c:pt idx="3020">
                  <c:v>89.516834000000003</c:v>
                </c:pt>
                <c:pt idx="3021">
                  <c:v>89.516834000000003</c:v>
                </c:pt>
                <c:pt idx="3022">
                  <c:v>89.516834000000003</c:v>
                </c:pt>
                <c:pt idx="3023">
                  <c:v>89.516834000000003</c:v>
                </c:pt>
                <c:pt idx="3024">
                  <c:v>89.516834000000003</c:v>
                </c:pt>
                <c:pt idx="3025">
                  <c:v>89.516834000000003</c:v>
                </c:pt>
                <c:pt idx="3026">
                  <c:v>89.516834000000003</c:v>
                </c:pt>
                <c:pt idx="3027">
                  <c:v>89.516834000000003</c:v>
                </c:pt>
                <c:pt idx="3028">
                  <c:v>89.516834000000003</c:v>
                </c:pt>
                <c:pt idx="3029">
                  <c:v>89.516834000000003</c:v>
                </c:pt>
                <c:pt idx="3030">
                  <c:v>89.516834000000003</c:v>
                </c:pt>
                <c:pt idx="3031">
                  <c:v>89.516834000000003</c:v>
                </c:pt>
                <c:pt idx="3032">
                  <c:v>89.516834000000003</c:v>
                </c:pt>
                <c:pt idx="3033">
                  <c:v>89.516834000000003</c:v>
                </c:pt>
                <c:pt idx="3034">
                  <c:v>89.516834000000003</c:v>
                </c:pt>
                <c:pt idx="3035">
                  <c:v>89.516834000000003</c:v>
                </c:pt>
                <c:pt idx="3036">
                  <c:v>89.516834000000003</c:v>
                </c:pt>
                <c:pt idx="3037">
                  <c:v>89.516834000000003</c:v>
                </c:pt>
                <c:pt idx="3038">
                  <c:v>89.516834000000003</c:v>
                </c:pt>
                <c:pt idx="3039">
                  <c:v>89.516834000000003</c:v>
                </c:pt>
                <c:pt idx="3040">
                  <c:v>89.516834000000003</c:v>
                </c:pt>
                <c:pt idx="3041">
                  <c:v>89.516834000000003</c:v>
                </c:pt>
                <c:pt idx="3042">
                  <c:v>89.516834000000003</c:v>
                </c:pt>
                <c:pt idx="3043">
                  <c:v>89.516834000000003</c:v>
                </c:pt>
                <c:pt idx="3044">
                  <c:v>89.516834000000003</c:v>
                </c:pt>
                <c:pt idx="3045">
                  <c:v>89.516834000000003</c:v>
                </c:pt>
                <c:pt idx="3046">
                  <c:v>89.516834000000003</c:v>
                </c:pt>
                <c:pt idx="3047">
                  <c:v>89.516834000000003</c:v>
                </c:pt>
                <c:pt idx="3048">
                  <c:v>89.516834000000003</c:v>
                </c:pt>
                <c:pt idx="3049">
                  <c:v>89.516834000000003</c:v>
                </c:pt>
                <c:pt idx="3050">
                  <c:v>89.516834000000003</c:v>
                </c:pt>
                <c:pt idx="3051">
                  <c:v>89.516834000000003</c:v>
                </c:pt>
                <c:pt idx="3052">
                  <c:v>89.516834000000003</c:v>
                </c:pt>
                <c:pt idx="3053">
                  <c:v>89.516834000000003</c:v>
                </c:pt>
                <c:pt idx="3054">
                  <c:v>89.516834000000003</c:v>
                </c:pt>
                <c:pt idx="3055">
                  <c:v>89.516834000000003</c:v>
                </c:pt>
                <c:pt idx="3056">
                  <c:v>89.516834000000003</c:v>
                </c:pt>
                <c:pt idx="3057">
                  <c:v>89.516834000000003</c:v>
                </c:pt>
                <c:pt idx="3058">
                  <c:v>89.516834000000003</c:v>
                </c:pt>
                <c:pt idx="3059">
                  <c:v>89.516834000000003</c:v>
                </c:pt>
                <c:pt idx="3060">
                  <c:v>89.516834000000003</c:v>
                </c:pt>
                <c:pt idx="3061">
                  <c:v>89.516834000000003</c:v>
                </c:pt>
                <c:pt idx="3062">
                  <c:v>89.516834000000003</c:v>
                </c:pt>
                <c:pt idx="3063">
                  <c:v>89.516834000000003</c:v>
                </c:pt>
                <c:pt idx="3064">
                  <c:v>89.516834000000003</c:v>
                </c:pt>
                <c:pt idx="3065">
                  <c:v>90.097206529999994</c:v>
                </c:pt>
                <c:pt idx="3066">
                  <c:v>90.097206529999994</c:v>
                </c:pt>
                <c:pt idx="3067">
                  <c:v>90.097206529999994</c:v>
                </c:pt>
                <c:pt idx="3068">
                  <c:v>90.511219629999999</c:v>
                </c:pt>
                <c:pt idx="3069">
                  <c:v>90.511219629999999</c:v>
                </c:pt>
                <c:pt idx="3070">
                  <c:v>90.511219629999999</c:v>
                </c:pt>
                <c:pt idx="3071">
                  <c:v>90.511219629999999</c:v>
                </c:pt>
                <c:pt idx="3072">
                  <c:v>90.511219629999999</c:v>
                </c:pt>
                <c:pt idx="3073">
                  <c:v>90.511219629999999</c:v>
                </c:pt>
                <c:pt idx="3074">
                  <c:v>90.511219629999999</c:v>
                </c:pt>
                <c:pt idx="3075">
                  <c:v>90.511219629999999</c:v>
                </c:pt>
                <c:pt idx="3076">
                  <c:v>90.511219629999999</c:v>
                </c:pt>
                <c:pt idx="3077">
                  <c:v>90.511219629999999</c:v>
                </c:pt>
                <c:pt idx="3078">
                  <c:v>97.550094000000001</c:v>
                </c:pt>
                <c:pt idx="3079">
                  <c:v>97.550094000000001</c:v>
                </c:pt>
                <c:pt idx="3080">
                  <c:v>97.550094000000001</c:v>
                </c:pt>
                <c:pt idx="3081">
                  <c:v>97.550094000000001</c:v>
                </c:pt>
                <c:pt idx="3082">
                  <c:v>97.550094000000001</c:v>
                </c:pt>
                <c:pt idx="3083">
                  <c:v>97.550094000000001</c:v>
                </c:pt>
                <c:pt idx="3084">
                  <c:v>98.744609999999994</c:v>
                </c:pt>
                <c:pt idx="3085">
                  <c:v>98.744609999999994</c:v>
                </c:pt>
                <c:pt idx="3086">
                  <c:v>98.744609999999994</c:v>
                </c:pt>
                <c:pt idx="3087">
                  <c:v>98.744609999999994</c:v>
                </c:pt>
                <c:pt idx="3088">
                  <c:v>98.744609999999994</c:v>
                </c:pt>
                <c:pt idx="3089">
                  <c:v>98.744609999999994</c:v>
                </c:pt>
                <c:pt idx="3090">
                  <c:v>98.744609999999994</c:v>
                </c:pt>
                <c:pt idx="3091">
                  <c:v>98.744609999999994</c:v>
                </c:pt>
                <c:pt idx="3092">
                  <c:v>98.744609999999994</c:v>
                </c:pt>
                <c:pt idx="3093">
                  <c:v>98.744609999999994</c:v>
                </c:pt>
                <c:pt idx="3094">
                  <c:v>98.744609999999994</c:v>
                </c:pt>
                <c:pt idx="3095">
                  <c:v>98.744609999999994</c:v>
                </c:pt>
                <c:pt idx="3096">
                  <c:v>98.744609999999994</c:v>
                </c:pt>
                <c:pt idx="3097">
                  <c:v>98.744609999999994</c:v>
                </c:pt>
                <c:pt idx="3098">
                  <c:v>98.744609999999994</c:v>
                </c:pt>
                <c:pt idx="3099">
                  <c:v>98.744609999999994</c:v>
                </c:pt>
                <c:pt idx="3100">
                  <c:v>98.744609999999994</c:v>
                </c:pt>
                <c:pt idx="3101">
                  <c:v>98.744609999999994</c:v>
                </c:pt>
                <c:pt idx="3102">
                  <c:v>98.744609999999994</c:v>
                </c:pt>
                <c:pt idx="3103">
                  <c:v>98.744609999999994</c:v>
                </c:pt>
                <c:pt idx="3104">
                  <c:v>98.744609999999994</c:v>
                </c:pt>
                <c:pt idx="3105">
                  <c:v>98.744609999999994</c:v>
                </c:pt>
                <c:pt idx="3106">
                  <c:v>98.744609999999994</c:v>
                </c:pt>
                <c:pt idx="3107">
                  <c:v>98.744609999999994</c:v>
                </c:pt>
                <c:pt idx="3108">
                  <c:v>98.744609999999994</c:v>
                </c:pt>
                <c:pt idx="3109">
                  <c:v>98.744609999999994</c:v>
                </c:pt>
                <c:pt idx="3110">
                  <c:v>98.744609999999994</c:v>
                </c:pt>
                <c:pt idx="3111">
                  <c:v>98.744609999999994</c:v>
                </c:pt>
                <c:pt idx="3112">
                  <c:v>98.744609999999994</c:v>
                </c:pt>
                <c:pt idx="3113">
                  <c:v>98.744609999999994</c:v>
                </c:pt>
                <c:pt idx="3114">
                  <c:v>98.744609999999994</c:v>
                </c:pt>
                <c:pt idx="3115">
                  <c:v>98.744609999999994</c:v>
                </c:pt>
                <c:pt idx="3116">
                  <c:v>98.744609999999994</c:v>
                </c:pt>
                <c:pt idx="3117">
                  <c:v>98.744609999999994</c:v>
                </c:pt>
                <c:pt idx="3118">
                  <c:v>98.744609999999994</c:v>
                </c:pt>
                <c:pt idx="3119">
                  <c:v>98.744609999999994</c:v>
                </c:pt>
                <c:pt idx="3120">
                  <c:v>98.744609999999994</c:v>
                </c:pt>
                <c:pt idx="3121">
                  <c:v>98.744609999999994</c:v>
                </c:pt>
                <c:pt idx="3122">
                  <c:v>98.744609999999994</c:v>
                </c:pt>
                <c:pt idx="3123">
                  <c:v>98.744609999999994</c:v>
                </c:pt>
                <c:pt idx="3124">
                  <c:v>98.744609999999994</c:v>
                </c:pt>
                <c:pt idx="3125">
                  <c:v>98.744609999999994</c:v>
                </c:pt>
                <c:pt idx="3126">
                  <c:v>98.744609999999994</c:v>
                </c:pt>
                <c:pt idx="3127">
                  <c:v>98.744609999999994</c:v>
                </c:pt>
                <c:pt idx="3128">
                  <c:v>98.744609999999994</c:v>
                </c:pt>
                <c:pt idx="3129">
                  <c:v>98.744609999999994</c:v>
                </c:pt>
                <c:pt idx="3130">
                  <c:v>98.744609999999994</c:v>
                </c:pt>
                <c:pt idx="3131">
                  <c:v>98.744609999999994</c:v>
                </c:pt>
                <c:pt idx="3132">
                  <c:v>98.744609999999994</c:v>
                </c:pt>
                <c:pt idx="3133">
                  <c:v>98.744609999999994</c:v>
                </c:pt>
                <c:pt idx="3134">
                  <c:v>98.744609999999994</c:v>
                </c:pt>
                <c:pt idx="3135">
                  <c:v>98.744609999999994</c:v>
                </c:pt>
                <c:pt idx="3136">
                  <c:v>98.744609999999994</c:v>
                </c:pt>
                <c:pt idx="3137">
                  <c:v>98.744609999999994</c:v>
                </c:pt>
                <c:pt idx="3138">
                  <c:v>98.744609999999994</c:v>
                </c:pt>
                <c:pt idx="3139">
                  <c:v>98.744609999999994</c:v>
                </c:pt>
                <c:pt idx="3140">
                  <c:v>98.744609999999994</c:v>
                </c:pt>
                <c:pt idx="3141">
                  <c:v>98.744609999999994</c:v>
                </c:pt>
                <c:pt idx="3142">
                  <c:v>98.744609999999994</c:v>
                </c:pt>
                <c:pt idx="3143">
                  <c:v>98.744609999999994</c:v>
                </c:pt>
                <c:pt idx="3144">
                  <c:v>98.744609999999994</c:v>
                </c:pt>
                <c:pt idx="3145">
                  <c:v>98.744609999999994</c:v>
                </c:pt>
                <c:pt idx="3146">
                  <c:v>98.744609999999994</c:v>
                </c:pt>
                <c:pt idx="3147">
                  <c:v>98.744609999999994</c:v>
                </c:pt>
                <c:pt idx="3148">
                  <c:v>98.744609999999994</c:v>
                </c:pt>
                <c:pt idx="3149">
                  <c:v>98.744609999999994</c:v>
                </c:pt>
                <c:pt idx="3150">
                  <c:v>98.744609999999994</c:v>
                </c:pt>
                <c:pt idx="3151">
                  <c:v>98.744609999999994</c:v>
                </c:pt>
                <c:pt idx="3152">
                  <c:v>98.744609999999994</c:v>
                </c:pt>
                <c:pt idx="3153">
                  <c:v>98.744609999999994</c:v>
                </c:pt>
                <c:pt idx="3154">
                  <c:v>98.744609999999994</c:v>
                </c:pt>
                <c:pt idx="3155">
                  <c:v>98.744609999999994</c:v>
                </c:pt>
                <c:pt idx="3156">
                  <c:v>98.744609999999994</c:v>
                </c:pt>
                <c:pt idx="3157">
                  <c:v>98.744609999999994</c:v>
                </c:pt>
                <c:pt idx="3158">
                  <c:v>98.744609999999994</c:v>
                </c:pt>
                <c:pt idx="3159">
                  <c:v>98.744609999999994</c:v>
                </c:pt>
                <c:pt idx="3160">
                  <c:v>98.744609999999994</c:v>
                </c:pt>
                <c:pt idx="3161">
                  <c:v>98.744609999999994</c:v>
                </c:pt>
                <c:pt idx="3162">
                  <c:v>98.744609999999994</c:v>
                </c:pt>
                <c:pt idx="3163">
                  <c:v>98.744609999999994</c:v>
                </c:pt>
                <c:pt idx="3164">
                  <c:v>98.744609999999994</c:v>
                </c:pt>
                <c:pt idx="3165">
                  <c:v>98.744609999999994</c:v>
                </c:pt>
                <c:pt idx="3166">
                  <c:v>98.744609999999994</c:v>
                </c:pt>
                <c:pt idx="3167">
                  <c:v>98.744609999999994</c:v>
                </c:pt>
                <c:pt idx="3168">
                  <c:v>98.744609999999994</c:v>
                </c:pt>
                <c:pt idx="3169">
                  <c:v>98.744609999999994</c:v>
                </c:pt>
                <c:pt idx="3170">
                  <c:v>98.744609999999994</c:v>
                </c:pt>
                <c:pt idx="3171">
                  <c:v>98.744609999999994</c:v>
                </c:pt>
                <c:pt idx="3172">
                  <c:v>98.744609999999994</c:v>
                </c:pt>
                <c:pt idx="3173">
                  <c:v>98.744609999999994</c:v>
                </c:pt>
                <c:pt idx="3174">
                  <c:v>98.744609999999994</c:v>
                </c:pt>
                <c:pt idx="3175">
                  <c:v>98.744609999999994</c:v>
                </c:pt>
                <c:pt idx="3176">
                  <c:v>98.744609999999994</c:v>
                </c:pt>
                <c:pt idx="3177">
                  <c:v>98.744609999999994</c:v>
                </c:pt>
                <c:pt idx="3178">
                  <c:v>98.744609999999994</c:v>
                </c:pt>
                <c:pt idx="3179">
                  <c:v>98.744609999999994</c:v>
                </c:pt>
                <c:pt idx="3180">
                  <c:v>98.744609999999994</c:v>
                </c:pt>
                <c:pt idx="3181">
                  <c:v>98.744609999999994</c:v>
                </c:pt>
                <c:pt idx="3182">
                  <c:v>98.744609999999994</c:v>
                </c:pt>
                <c:pt idx="3183">
                  <c:v>98.744609999999994</c:v>
                </c:pt>
                <c:pt idx="3184">
                  <c:v>98.744609999999994</c:v>
                </c:pt>
                <c:pt idx="3185">
                  <c:v>98.744609999999994</c:v>
                </c:pt>
                <c:pt idx="3186">
                  <c:v>98.744609999999994</c:v>
                </c:pt>
                <c:pt idx="3187">
                  <c:v>98.744609999999994</c:v>
                </c:pt>
                <c:pt idx="3188">
                  <c:v>98.744609999999994</c:v>
                </c:pt>
                <c:pt idx="3189">
                  <c:v>98.744609999999994</c:v>
                </c:pt>
                <c:pt idx="3190">
                  <c:v>98.744609999999994</c:v>
                </c:pt>
                <c:pt idx="3191">
                  <c:v>98.744609999999994</c:v>
                </c:pt>
                <c:pt idx="3192">
                  <c:v>98.744609999999994</c:v>
                </c:pt>
                <c:pt idx="3193">
                  <c:v>98.744609999999994</c:v>
                </c:pt>
                <c:pt idx="3194">
                  <c:v>98.744609999999994</c:v>
                </c:pt>
                <c:pt idx="3195">
                  <c:v>98.744609999999994</c:v>
                </c:pt>
                <c:pt idx="3196">
                  <c:v>98.744609999999994</c:v>
                </c:pt>
                <c:pt idx="3197">
                  <c:v>98.744609999999994</c:v>
                </c:pt>
                <c:pt idx="3198">
                  <c:v>98.744609999999994</c:v>
                </c:pt>
                <c:pt idx="3199">
                  <c:v>98.744609999999994</c:v>
                </c:pt>
                <c:pt idx="3200">
                  <c:v>98.744609999999994</c:v>
                </c:pt>
                <c:pt idx="3201">
                  <c:v>98.744609999999994</c:v>
                </c:pt>
                <c:pt idx="3202">
                  <c:v>98.744609999999994</c:v>
                </c:pt>
                <c:pt idx="3203">
                  <c:v>98.744609999999994</c:v>
                </c:pt>
                <c:pt idx="3204">
                  <c:v>98.744609999999994</c:v>
                </c:pt>
                <c:pt idx="3205">
                  <c:v>98.744609999999994</c:v>
                </c:pt>
                <c:pt idx="3206">
                  <c:v>98.744609999999994</c:v>
                </c:pt>
                <c:pt idx="3207">
                  <c:v>98.744609999999994</c:v>
                </c:pt>
                <c:pt idx="3208">
                  <c:v>98.744609999999994</c:v>
                </c:pt>
                <c:pt idx="3209">
                  <c:v>98.744609999999994</c:v>
                </c:pt>
                <c:pt idx="3210">
                  <c:v>98.744609999999994</c:v>
                </c:pt>
                <c:pt idx="3211">
                  <c:v>98.744609999999994</c:v>
                </c:pt>
                <c:pt idx="3212">
                  <c:v>98.744609999999994</c:v>
                </c:pt>
                <c:pt idx="3213">
                  <c:v>98.744609999999994</c:v>
                </c:pt>
                <c:pt idx="3214">
                  <c:v>98.744609999999994</c:v>
                </c:pt>
                <c:pt idx="3215">
                  <c:v>98.744609999999994</c:v>
                </c:pt>
                <c:pt idx="3216">
                  <c:v>98.744609999999994</c:v>
                </c:pt>
                <c:pt idx="3217">
                  <c:v>98.744609999999994</c:v>
                </c:pt>
                <c:pt idx="3218">
                  <c:v>98.744609999999994</c:v>
                </c:pt>
                <c:pt idx="3219">
                  <c:v>98.744609999999994</c:v>
                </c:pt>
                <c:pt idx="3220">
                  <c:v>98.744609999999994</c:v>
                </c:pt>
                <c:pt idx="3221">
                  <c:v>98.744609999999994</c:v>
                </c:pt>
                <c:pt idx="3222">
                  <c:v>98.744609999999994</c:v>
                </c:pt>
                <c:pt idx="3223">
                  <c:v>98.744609999999994</c:v>
                </c:pt>
                <c:pt idx="3224">
                  <c:v>98.744609999999994</c:v>
                </c:pt>
                <c:pt idx="3225">
                  <c:v>98.744609999999994</c:v>
                </c:pt>
                <c:pt idx="3226">
                  <c:v>98.744609999999994</c:v>
                </c:pt>
                <c:pt idx="3227">
                  <c:v>98.744609999999994</c:v>
                </c:pt>
                <c:pt idx="3228">
                  <c:v>98.744609999999994</c:v>
                </c:pt>
                <c:pt idx="3229">
                  <c:v>98.744609999999994</c:v>
                </c:pt>
                <c:pt idx="3230">
                  <c:v>98.744609999999994</c:v>
                </c:pt>
                <c:pt idx="3231">
                  <c:v>98.744609999999994</c:v>
                </c:pt>
                <c:pt idx="3232">
                  <c:v>98.744609999999994</c:v>
                </c:pt>
                <c:pt idx="3233">
                  <c:v>98.744609999999994</c:v>
                </c:pt>
                <c:pt idx="3234">
                  <c:v>98.744609999999994</c:v>
                </c:pt>
                <c:pt idx="3235">
                  <c:v>98.744609999999994</c:v>
                </c:pt>
                <c:pt idx="3236">
                  <c:v>98.744609999999994</c:v>
                </c:pt>
                <c:pt idx="3237">
                  <c:v>98.744609999999994</c:v>
                </c:pt>
                <c:pt idx="3238">
                  <c:v>98.744609999999994</c:v>
                </c:pt>
                <c:pt idx="3239">
                  <c:v>98.744609999999994</c:v>
                </c:pt>
                <c:pt idx="3240">
                  <c:v>98.744609999999994</c:v>
                </c:pt>
                <c:pt idx="3241">
                  <c:v>98.744609999999994</c:v>
                </c:pt>
                <c:pt idx="3242">
                  <c:v>98.744609999999994</c:v>
                </c:pt>
                <c:pt idx="3243">
                  <c:v>98.744609999999994</c:v>
                </c:pt>
                <c:pt idx="3244">
                  <c:v>98.744609999999994</c:v>
                </c:pt>
                <c:pt idx="3245">
                  <c:v>98.744609999999994</c:v>
                </c:pt>
                <c:pt idx="3246">
                  <c:v>98.744609999999994</c:v>
                </c:pt>
                <c:pt idx="3247">
                  <c:v>98.744609999999994</c:v>
                </c:pt>
                <c:pt idx="3248">
                  <c:v>98.744609999999994</c:v>
                </c:pt>
                <c:pt idx="3249">
                  <c:v>98.744609999999994</c:v>
                </c:pt>
                <c:pt idx="3250">
                  <c:v>98.744609999999994</c:v>
                </c:pt>
                <c:pt idx="3251">
                  <c:v>98.744609999999994</c:v>
                </c:pt>
                <c:pt idx="3252">
                  <c:v>98.744609999999994</c:v>
                </c:pt>
                <c:pt idx="3253">
                  <c:v>98.744609999999994</c:v>
                </c:pt>
                <c:pt idx="3254">
                  <c:v>98.744609999999994</c:v>
                </c:pt>
                <c:pt idx="3255">
                  <c:v>98.744609999999994</c:v>
                </c:pt>
                <c:pt idx="3256">
                  <c:v>98.744609999999994</c:v>
                </c:pt>
                <c:pt idx="3257">
                  <c:v>98.744609999999994</c:v>
                </c:pt>
                <c:pt idx="3258">
                  <c:v>98.744609999999994</c:v>
                </c:pt>
                <c:pt idx="3259">
                  <c:v>98.744609999999994</c:v>
                </c:pt>
                <c:pt idx="3260">
                  <c:v>98.744609999999994</c:v>
                </c:pt>
                <c:pt idx="3261">
                  <c:v>98.744609999999994</c:v>
                </c:pt>
                <c:pt idx="3262">
                  <c:v>98.744609999999994</c:v>
                </c:pt>
                <c:pt idx="3263">
                  <c:v>98.744609999999994</c:v>
                </c:pt>
                <c:pt idx="3264">
                  <c:v>98.744609999999994</c:v>
                </c:pt>
                <c:pt idx="3265">
                  <c:v>98.744609999999994</c:v>
                </c:pt>
                <c:pt idx="3266">
                  <c:v>98.744609999999994</c:v>
                </c:pt>
                <c:pt idx="3267">
                  <c:v>98.744609999999994</c:v>
                </c:pt>
                <c:pt idx="3268">
                  <c:v>98.744609999999994</c:v>
                </c:pt>
                <c:pt idx="3269">
                  <c:v>98.744609999999994</c:v>
                </c:pt>
                <c:pt idx="3270">
                  <c:v>98.744609999999994</c:v>
                </c:pt>
                <c:pt idx="3271">
                  <c:v>98.744609999999994</c:v>
                </c:pt>
                <c:pt idx="3272">
                  <c:v>98.744609999999994</c:v>
                </c:pt>
                <c:pt idx="3273">
                  <c:v>98.744609999999994</c:v>
                </c:pt>
                <c:pt idx="3274">
                  <c:v>98.744609999999994</c:v>
                </c:pt>
                <c:pt idx="3275">
                  <c:v>98.744609999999994</c:v>
                </c:pt>
                <c:pt idx="3276">
                  <c:v>98.744609999999994</c:v>
                </c:pt>
                <c:pt idx="3277">
                  <c:v>98.744609999999994</c:v>
                </c:pt>
                <c:pt idx="3278">
                  <c:v>98.744609999999994</c:v>
                </c:pt>
                <c:pt idx="3279">
                  <c:v>98.744609999999994</c:v>
                </c:pt>
                <c:pt idx="3280">
                  <c:v>98.744609999999994</c:v>
                </c:pt>
                <c:pt idx="3281">
                  <c:v>98.744609999999994</c:v>
                </c:pt>
                <c:pt idx="3282">
                  <c:v>98.744609999999994</c:v>
                </c:pt>
                <c:pt idx="3283">
                  <c:v>98.744609999999994</c:v>
                </c:pt>
                <c:pt idx="3284">
                  <c:v>98.744609999999994</c:v>
                </c:pt>
                <c:pt idx="3285">
                  <c:v>98.744609999999994</c:v>
                </c:pt>
                <c:pt idx="3286">
                  <c:v>98.744609999999994</c:v>
                </c:pt>
                <c:pt idx="3287">
                  <c:v>98.744609999999994</c:v>
                </c:pt>
                <c:pt idx="3288">
                  <c:v>98.744609999999994</c:v>
                </c:pt>
                <c:pt idx="3289">
                  <c:v>98.744609999999994</c:v>
                </c:pt>
                <c:pt idx="3290">
                  <c:v>98.744609999999994</c:v>
                </c:pt>
                <c:pt idx="3291">
                  <c:v>98.744609999999994</c:v>
                </c:pt>
                <c:pt idx="3292">
                  <c:v>98.744609999999994</c:v>
                </c:pt>
                <c:pt idx="3293">
                  <c:v>98.744609999999994</c:v>
                </c:pt>
                <c:pt idx="3294">
                  <c:v>98.744609999999994</c:v>
                </c:pt>
                <c:pt idx="3295">
                  <c:v>98.744609999999994</c:v>
                </c:pt>
                <c:pt idx="3296">
                  <c:v>98.744609999999994</c:v>
                </c:pt>
                <c:pt idx="3297">
                  <c:v>98.744609999999994</c:v>
                </c:pt>
                <c:pt idx="3298">
                  <c:v>98.744609999999994</c:v>
                </c:pt>
                <c:pt idx="3299">
                  <c:v>98.744609999999994</c:v>
                </c:pt>
                <c:pt idx="3300">
                  <c:v>98.744609999999994</c:v>
                </c:pt>
                <c:pt idx="3301">
                  <c:v>98.744609999999994</c:v>
                </c:pt>
                <c:pt idx="3302">
                  <c:v>98.744609999999994</c:v>
                </c:pt>
                <c:pt idx="3303">
                  <c:v>98.744609999999994</c:v>
                </c:pt>
                <c:pt idx="3304">
                  <c:v>98.744609999999994</c:v>
                </c:pt>
                <c:pt idx="3305">
                  <c:v>98.744609999999994</c:v>
                </c:pt>
                <c:pt idx="3306">
                  <c:v>98.744609999999994</c:v>
                </c:pt>
                <c:pt idx="3307">
                  <c:v>98.744609999999994</c:v>
                </c:pt>
                <c:pt idx="3308">
                  <c:v>98.744609999999994</c:v>
                </c:pt>
                <c:pt idx="3309">
                  <c:v>98.744609999999994</c:v>
                </c:pt>
                <c:pt idx="3310">
                  <c:v>98.744609999999994</c:v>
                </c:pt>
                <c:pt idx="3311">
                  <c:v>98.744609999999994</c:v>
                </c:pt>
                <c:pt idx="3312">
                  <c:v>98.744609999999994</c:v>
                </c:pt>
                <c:pt idx="3313">
                  <c:v>98.744609999999994</c:v>
                </c:pt>
                <c:pt idx="3314">
                  <c:v>98.744609999999994</c:v>
                </c:pt>
                <c:pt idx="3315">
                  <c:v>98.744609999999994</c:v>
                </c:pt>
                <c:pt idx="3316">
                  <c:v>98.744609999999994</c:v>
                </c:pt>
                <c:pt idx="3317">
                  <c:v>98.744609999999994</c:v>
                </c:pt>
                <c:pt idx="3318">
                  <c:v>98.744609999999994</c:v>
                </c:pt>
                <c:pt idx="3319">
                  <c:v>98.744609999999994</c:v>
                </c:pt>
                <c:pt idx="3320">
                  <c:v>98.744609999999994</c:v>
                </c:pt>
                <c:pt idx="3321">
                  <c:v>98.744609999999994</c:v>
                </c:pt>
                <c:pt idx="3322">
                  <c:v>98.744609999999994</c:v>
                </c:pt>
                <c:pt idx="3323">
                  <c:v>98.744609999999994</c:v>
                </c:pt>
                <c:pt idx="3324">
                  <c:v>98.744609999999994</c:v>
                </c:pt>
                <c:pt idx="3325">
                  <c:v>98.744609999999994</c:v>
                </c:pt>
                <c:pt idx="3326">
                  <c:v>98.744609999999994</c:v>
                </c:pt>
                <c:pt idx="3327">
                  <c:v>98.744609999999994</c:v>
                </c:pt>
                <c:pt idx="3328">
                  <c:v>98.744609999999994</c:v>
                </c:pt>
                <c:pt idx="3329">
                  <c:v>98.744609999999994</c:v>
                </c:pt>
                <c:pt idx="3330">
                  <c:v>98.744609999999994</c:v>
                </c:pt>
                <c:pt idx="3331">
                  <c:v>98.744609999999994</c:v>
                </c:pt>
                <c:pt idx="3332">
                  <c:v>98.744609999999994</c:v>
                </c:pt>
                <c:pt idx="3333">
                  <c:v>98.744609999999994</c:v>
                </c:pt>
                <c:pt idx="3334">
                  <c:v>98.744609999999994</c:v>
                </c:pt>
                <c:pt idx="3335">
                  <c:v>98.744609999999994</c:v>
                </c:pt>
                <c:pt idx="3336">
                  <c:v>98.744609999999994</c:v>
                </c:pt>
                <c:pt idx="3337">
                  <c:v>98.744609999999994</c:v>
                </c:pt>
                <c:pt idx="3338">
                  <c:v>98.744609999999994</c:v>
                </c:pt>
                <c:pt idx="3339">
                  <c:v>98.744609999999994</c:v>
                </c:pt>
                <c:pt idx="3340">
                  <c:v>98.744609999999994</c:v>
                </c:pt>
                <c:pt idx="3341">
                  <c:v>98.744609999999994</c:v>
                </c:pt>
                <c:pt idx="3342">
                  <c:v>98.744609999999994</c:v>
                </c:pt>
                <c:pt idx="3343">
                  <c:v>98.744609999999994</c:v>
                </c:pt>
                <c:pt idx="3344">
                  <c:v>98.744609999999994</c:v>
                </c:pt>
                <c:pt idx="3345">
                  <c:v>98.744609999999994</c:v>
                </c:pt>
                <c:pt idx="3346">
                  <c:v>98.744609999999994</c:v>
                </c:pt>
                <c:pt idx="3347">
                  <c:v>98.744609999999994</c:v>
                </c:pt>
                <c:pt idx="3348">
                  <c:v>98.744609999999994</c:v>
                </c:pt>
                <c:pt idx="3349">
                  <c:v>98.744609999999994</c:v>
                </c:pt>
                <c:pt idx="3350">
                  <c:v>98.744609999999994</c:v>
                </c:pt>
                <c:pt idx="3351">
                  <c:v>98.744609999999994</c:v>
                </c:pt>
                <c:pt idx="3352">
                  <c:v>98.744609999999994</c:v>
                </c:pt>
                <c:pt idx="3353">
                  <c:v>98.744609999999994</c:v>
                </c:pt>
                <c:pt idx="3354">
                  <c:v>98.744609999999994</c:v>
                </c:pt>
                <c:pt idx="3355">
                  <c:v>98.744609999999994</c:v>
                </c:pt>
                <c:pt idx="3356">
                  <c:v>98.744609999999994</c:v>
                </c:pt>
                <c:pt idx="3357">
                  <c:v>98.744609999999994</c:v>
                </c:pt>
                <c:pt idx="3358">
                  <c:v>98.744609999999994</c:v>
                </c:pt>
                <c:pt idx="3359">
                  <c:v>98.744609999999994</c:v>
                </c:pt>
                <c:pt idx="3360">
                  <c:v>98.744609999999994</c:v>
                </c:pt>
                <c:pt idx="3361">
                  <c:v>98.744609999999994</c:v>
                </c:pt>
                <c:pt idx="3362">
                  <c:v>98.744609999999994</c:v>
                </c:pt>
                <c:pt idx="3363">
                  <c:v>98.744609999999994</c:v>
                </c:pt>
                <c:pt idx="3364">
                  <c:v>98.744609999999994</c:v>
                </c:pt>
                <c:pt idx="3365">
                  <c:v>98.744609999999994</c:v>
                </c:pt>
                <c:pt idx="3366">
                  <c:v>98.744609999999994</c:v>
                </c:pt>
                <c:pt idx="3367">
                  <c:v>98.744609999999994</c:v>
                </c:pt>
                <c:pt idx="3368">
                  <c:v>98.744609999999994</c:v>
                </c:pt>
                <c:pt idx="3369">
                  <c:v>98.744609999999994</c:v>
                </c:pt>
                <c:pt idx="3370">
                  <c:v>98.744609999999994</c:v>
                </c:pt>
                <c:pt idx="3371">
                  <c:v>98.744609999999994</c:v>
                </c:pt>
                <c:pt idx="3372">
                  <c:v>98.744609999999994</c:v>
                </c:pt>
                <c:pt idx="3373">
                  <c:v>98.744609999999994</c:v>
                </c:pt>
                <c:pt idx="3374">
                  <c:v>98.744609999999994</c:v>
                </c:pt>
                <c:pt idx="3375">
                  <c:v>98.744609999999994</c:v>
                </c:pt>
                <c:pt idx="3376">
                  <c:v>98.744609999999994</c:v>
                </c:pt>
                <c:pt idx="3377">
                  <c:v>98.744609999999994</c:v>
                </c:pt>
                <c:pt idx="3378">
                  <c:v>98.744609999999994</c:v>
                </c:pt>
                <c:pt idx="3379">
                  <c:v>98.744609999999994</c:v>
                </c:pt>
                <c:pt idx="3380">
                  <c:v>98.744609999999994</c:v>
                </c:pt>
                <c:pt idx="3381">
                  <c:v>98.744609999999994</c:v>
                </c:pt>
                <c:pt idx="3382">
                  <c:v>98.744609999999994</c:v>
                </c:pt>
                <c:pt idx="3383">
                  <c:v>98.744609999999994</c:v>
                </c:pt>
                <c:pt idx="3384">
                  <c:v>98.744609999999994</c:v>
                </c:pt>
                <c:pt idx="3385">
                  <c:v>98.744609999999994</c:v>
                </c:pt>
                <c:pt idx="3386">
                  <c:v>98.744609999999994</c:v>
                </c:pt>
                <c:pt idx="3387">
                  <c:v>98.744609999999994</c:v>
                </c:pt>
                <c:pt idx="3388">
                  <c:v>98.744609999999994</c:v>
                </c:pt>
                <c:pt idx="3389">
                  <c:v>98.744609999999994</c:v>
                </c:pt>
                <c:pt idx="3390">
                  <c:v>98.744609999999994</c:v>
                </c:pt>
                <c:pt idx="3391">
                  <c:v>98.744609999999994</c:v>
                </c:pt>
                <c:pt idx="3392">
                  <c:v>98.744609999999994</c:v>
                </c:pt>
                <c:pt idx="3393">
                  <c:v>98.744609999999994</c:v>
                </c:pt>
                <c:pt idx="3394">
                  <c:v>98.744609999999994</c:v>
                </c:pt>
                <c:pt idx="3395">
                  <c:v>98.744609999999994</c:v>
                </c:pt>
                <c:pt idx="3396">
                  <c:v>98.744609999999994</c:v>
                </c:pt>
                <c:pt idx="3397">
                  <c:v>98.744609999999994</c:v>
                </c:pt>
                <c:pt idx="3398">
                  <c:v>98.744609999999994</c:v>
                </c:pt>
                <c:pt idx="3399">
                  <c:v>98.744609999999994</c:v>
                </c:pt>
                <c:pt idx="3400">
                  <c:v>98.744609999999994</c:v>
                </c:pt>
                <c:pt idx="3401">
                  <c:v>98.744609999999994</c:v>
                </c:pt>
                <c:pt idx="3402">
                  <c:v>98.744609999999994</c:v>
                </c:pt>
                <c:pt idx="3403">
                  <c:v>98.744609999999994</c:v>
                </c:pt>
                <c:pt idx="3404">
                  <c:v>98.744609999999994</c:v>
                </c:pt>
                <c:pt idx="3405">
                  <c:v>98.744609999999994</c:v>
                </c:pt>
                <c:pt idx="3406">
                  <c:v>98.744609999999994</c:v>
                </c:pt>
                <c:pt idx="3407">
                  <c:v>98.744609999999994</c:v>
                </c:pt>
                <c:pt idx="3408">
                  <c:v>98.744609999999994</c:v>
                </c:pt>
                <c:pt idx="3409">
                  <c:v>98.744609999999994</c:v>
                </c:pt>
                <c:pt idx="3410">
                  <c:v>98.744609999999994</c:v>
                </c:pt>
                <c:pt idx="3411">
                  <c:v>98.744609999999994</c:v>
                </c:pt>
                <c:pt idx="3412">
                  <c:v>98.744609999999994</c:v>
                </c:pt>
                <c:pt idx="3413">
                  <c:v>98.744609999999994</c:v>
                </c:pt>
                <c:pt idx="3414">
                  <c:v>98.744609999999994</c:v>
                </c:pt>
                <c:pt idx="3415">
                  <c:v>98.744609999999994</c:v>
                </c:pt>
                <c:pt idx="3416">
                  <c:v>98.744609999999994</c:v>
                </c:pt>
                <c:pt idx="3417">
                  <c:v>98.744609999999994</c:v>
                </c:pt>
                <c:pt idx="3418">
                  <c:v>98.744609999999994</c:v>
                </c:pt>
                <c:pt idx="3419">
                  <c:v>98.744609999999994</c:v>
                </c:pt>
                <c:pt idx="3420">
                  <c:v>98.744609999999994</c:v>
                </c:pt>
                <c:pt idx="3421">
                  <c:v>98.744609999999994</c:v>
                </c:pt>
                <c:pt idx="3422">
                  <c:v>98.744609999999994</c:v>
                </c:pt>
                <c:pt idx="3423">
                  <c:v>98.744609999999994</c:v>
                </c:pt>
                <c:pt idx="3424">
                  <c:v>98.744609999999994</c:v>
                </c:pt>
                <c:pt idx="3425">
                  <c:v>98.744609999999994</c:v>
                </c:pt>
                <c:pt idx="3426">
                  <c:v>98.744609999999994</c:v>
                </c:pt>
                <c:pt idx="3427">
                  <c:v>98.744609999999994</c:v>
                </c:pt>
                <c:pt idx="3428">
                  <c:v>98.744609999999994</c:v>
                </c:pt>
                <c:pt idx="3429">
                  <c:v>98.744609999999994</c:v>
                </c:pt>
                <c:pt idx="3430">
                  <c:v>98.744609999999994</c:v>
                </c:pt>
                <c:pt idx="3431">
                  <c:v>98.744609999999994</c:v>
                </c:pt>
                <c:pt idx="3432">
                  <c:v>98.744609999999994</c:v>
                </c:pt>
                <c:pt idx="3433">
                  <c:v>98.744609999999994</c:v>
                </c:pt>
                <c:pt idx="3434">
                  <c:v>98.744609999999994</c:v>
                </c:pt>
                <c:pt idx="3435">
                  <c:v>98.744609999999994</c:v>
                </c:pt>
                <c:pt idx="3436">
                  <c:v>98.744609999999994</c:v>
                </c:pt>
                <c:pt idx="3437">
                  <c:v>98.744609999999994</c:v>
                </c:pt>
                <c:pt idx="3438">
                  <c:v>98.744609999999994</c:v>
                </c:pt>
                <c:pt idx="3439">
                  <c:v>98.744609999999994</c:v>
                </c:pt>
                <c:pt idx="3440">
                  <c:v>98.744609999999994</c:v>
                </c:pt>
                <c:pt idx="3441">
                  <c:v>98.744609999999994</c:v>
                </c:pt>
                <c:pt idx="3442">
                  <c:v>98.744609999999994</c:v>
                </c:pt>
                <c:pt idx="3443">
                  <c:v>98.744609999999994</c:v>
                </c:pt>
                <c:pt idx="3444">
                  <c:v>98.744609999999994</c:v>
                </c:pt>
                <c:pt idx="3445">
                  <c:v>98.744609999999994</c:v>
                </c:pt>
                <c:pt idx="3446">
                  <c:v>98.744609999999994</c:v>
                </c:pt>
                <c:pt idx="3447">
                  <c:v>98.744609999999994</c:v>
                </c:pt>
                <c:pt idx="3448">
                  <c:v>98.744609999999994</c:v>
                </c:pt>
                <c:pt idx="3449">
                  <c:v>98.744609999999994</c:v>
                </c:pt>
                <c:pt idx="3450">
                  <c:v>98.744609999999994</c:v>
                </c:pt>
                <c:pt idx="3451">
                  <c:v>98.744609999999994</c:v>
                </c:pt>
                <c:pt idx="3452">
                  <c:v>98.744609999999994</c:v>
                </c:pt>
                <c:pt idx="3453">
                  <c:v>98.744609999999994</c:v>
                </c:pt>
                <c:pt idx="3454">
                  <c:v>98.744609999999994</c:v>
                </c:pt>
                <c:pt idx="3455">
                  <c:v>98.744609999999994</c:v>
                </c:pt>
                <c:pt idx="3456">
                  <c:v>98.744609999999994</c:v>
                </c:pt>
                <c:pt idx="3457">
                  <c:v>98.744609999999994</c:v>
                </c:pt>
                <c:pt idx="3458">
                  <c:v>98.744609999999994</c:v>
                </c:pt>
                <c:pt idx="3459">
                  <c:v>98.744609999999994</c:v>
                </c:pt>
                <c:pt idx="3460">
                  <c:v>98.744609999999994</c:v>
                </c:pt>
                <c:pt idx="3461">
                  <c:v>98.744609999999994</c:v>
                </c:pt>
                <c:pt idx="3462">
                  <c:v>98.744609999999994</c:v>
                </c:pt>
                <c:pt idx="3463">
                  <c:v>98.744609999999994</c:v>
                </c:pt>
                <c:pt idx="3464">
                  <c:v>98.744609999999994</c:v>
                </c:pt>
                <c:pt idx="3465">
                  <c:v>98.744609999999994</c:v>
                </c:pt>
                <c:pt idx="3466">
                  <c:v>98.744609999999994</c:v>
                </c:pt>
                <c:pt idx="3467">
                  <c:v>98.744609999999994</c:v>
                </c:pt>
                <c:pt idx="3468">
                  <c:v>98.744609999999994</c:v>
                </c:pt>
                <c:pt idx="3469">
                  <c:v>98.744609999999994</c:v>
                </c:pt>
                <c:pt idx="3470">
                  <c:v>98.744609999999994</c:v>
                </c:pt>
                <c:pt idx="3471">
                  <c:v>98.744609999999994</c:v>
                </c:pt>
                <c:pt idx="3472">
                  <c:v>98.744609999999994</c:v>
                </c:pt>
                <c:pt idx="3473">
                  <c:v>98.744609999999994</c:v>
                </c:pt>
                <c:pt idx="3474">
                  <c:v>98.744609999999994</c:v>
                </c:pt>
                <c:pt idx="3475">
                  <c:v>98.744609999999994</c:v>
                </c:pt>
                <c:pt idx="3476">
                  <c:v>98.744609999999994</c:v>
                </c:pt>
                <c:pt idx="3477">
                  <c:v>98.744609999999994</c:v>
                </c:pt>
                <c:pt idx="3478">
                  <c:v>98.744609999999994</c:v>
                </c:pt>
                <c:pt idx="3479">
                  <c:v>98.744609999999994</c:v>
                </c:pt>
                <c:pt idx="3480">
                  <c:v>98.744609999999994</c:v>
                </c:pt>
                <c:pt idx="3481">
                  <c:v>98.744609999999994</c:v>
                </c:pt>
                <c:pt idx="3482">
                  <c:v>98.744609999999994</c:v>
                </c:pt>
                <c:pt idx="3483">
                  <c:v>98.744609999999994</c:v>
                </c:pt>
                <c:pt idx="3484">
                  <c:v>98.744609999999994</c:v>
                </c:pt>
                <c:pt idx="3485">
                  <c:v>98.744609999999994</c:v>
                </c:pt>
                <c:pt idx="3486">
                  <c:v>98.744609999999994</c:v>
                </c:pt>
                <c:pt idx="3487">
                  <c:v>98.744609999999994</c:v>
                </c:pt>
                <c:pt idx="3488">
                  <c:v>98.744609999999994</c:v>
                </c:pt>
                <c:pt idx="3489">
                  <c:v>98.744609999999994</c:v>
                </c:pt>
                <c:pt idx="3490">
                  <c:v>98.744609999999994</c:v>
                </c:pt>
                <c:pt idx="3491">
                  <c:v>98.744609999999994</c:v>
                </c:pt>
                <c:pt idx="3492">
                  <c:v>98.744609999999994</c:v>
                </c:pt>
                <c:pt idx="3493">
                  <c:v>98.744609999999994</c:v>
                </c:pt>
                <c:pt idx="3494">
                  <c:v>98.744609999999994</c:v>
                </c:pt>
                <c:pt idx="3495">
                  <c:v>98.744609999999994</c:v>
                </c:pt>
                <c:pt idx="3496">
                  <c:v>98.744609999999994</c:v>
                </c:pt>
                <c:pt idx="3497">
                  <c:v>98.744609999999994</c:v>
                </c:pt>
                <c:pt idx="3498">
                  <c:v>98.744609999999994</c:v>
                </c:pt>
                <c:pt idx="3499">
                  <c:v>98.744609999999994</c:v>
                </c:pt>
                <c:pt idx="3500">
                  <c:v>98.744609999999994</c:v>
                </c:pt>
                <c:pt idx="3501">
                  <c:v>98.744609999999994</c:v>
                </c:pt>
                <c:pt idx="3502">
                  <c:v>98.744609999999994</c:v>
                </c:pt>
                <c:pt idx="3503">
                  <c:v>98.744609999999994</c:v>
                </c:pt>
                <c:pt idx="3504">
                  <c:v>98.744609999999994</c:v>
                </c:pt>
                <c:pt idx="3505">
                  <c:v>98.744609999999994</c:v>
                </c:pt>
                <c:pt idx="3506">
                  <c:v>98.744609999999994</c:v>
                </c:pt>
                <c:pt idx="3507">
                  <c:v>98.744609999999994</c:v>
                </c:pt>
                <c:pt idx="3508">
                  <c:v>98.744609999999994</c:v>
                </c:pt>
                <c:pt idx="3509">
                  <c:v>98.744609999999994</c:v>
                </c:pt>
                <c:pt idx="3510">
                  <c:v>98.744609999999994</c:v>
                </c:pt>
                <c:pt idx="3511">
                  <c:v>98.744609999999994</c:v>
                </c:pt>
                <c:pt idx="3512">
                  <c:v>98.744609999999994</c:v>
                </c:pt>
                <c:pt idx="3513">
                  <c:v>98.744609999999994</c:v>
                </c:pt>
                <c:pt idx="3514">
                  <c:v>98.744609999999994</c:v>
                </c:pt>
                <c:pt idx="3515">
                  <c:v>98.744609999999994</c:v>
                </c:pt>
                <c:pt idx="3516">
                  <c:v>98.744609999999994</c:v>
                </c:pt>
                <c:pt idx="3517">
                  <c:v>98.744609999999994</c:v>
                </c:pt>
                <c:pt idx="3518">
                  <c:v>98.744609999999994</c:v>
                </c:pt>
                <c:pt idx="3519">
                  <c:v>98.744609999999994</c:v>
                </c:pt>
                <c:pt idx="3520">
                  <c:v>98.744609999999994</c:v>
                </c:pt>
                <c:pt idx="3521">
                  <c:v>98.744609999999994</c:v>
                </c:pt>
                <c:pt idx="3522">
                  <c:v>98.744609999999994</c:v>
                </c:pt>
                <c:pt idx="3523">
                  <c:v>98.744609999999994</c:v>
                </c:pt>
                <c:pt idx="3524">
                  <c:v>98.744609999999994</c:v>
                </c:pt>
                <c:pt idx="3525">
                  <c:v>98.744609999999994</c:v>
                </c:pt>
                <c:pt idx="3526">
                  <c:v>98.744609999999994</c:v>
                </c:pt>
                <c:pt idx="3527">
                  <c:v>98.744609999999994</c:v>
                </c:pt>
                <c:pt idx="3528">
                  <c:v>98.744609999999994</c:v>
                </c:pt>
                <c:pt idx="3529">
                  <c:v>98.744609999999994</c:v>
                </c:pt>
                <c:pt idx="3530">
                  <c:v>98.744609999999994</c:v>
                </c:pt>
                <c:pt idx="3531">
                  <c:v>98.744609999999994</c:v>
                </c:pt>
                <c:pt idx="3532">
                  <c:v>98.744609999999994</c:v>
                </c:pt>
                <c:pt idx="3533">
                  <c:v>98.744609999999994</c:v>
                </c:pt>
                <c:pt idx="3534">
                  <c:v>98.744609999999994</c:v>
                </c:pt>
                <c:pt idx="3535">
                  <c:v>98.744609999999994</c:v>
                </c:pt>
                <c:pt idx="3536">
                  <c:v>98.744609999999994</c:v>
                </c:pt>
                <c:pt idx="3537">
                  <c:v>98.744609999999994</c:v>
                </c:pt>
                <c:pt idx="3538">
                  <c:v>98.744609999999994</c:v>
                </c:pt>
                <c:pt idx="3539">
                  <c:v>98.744609999999994</c:v>
                </c:pt>
                <c:pt idx="3540">
                  <c:v>98.744609999999994</c:v>
                </c:pt>
                <c:pt idx="3541">
                  <c:v>98.744609999999994</c:v>
                </c:pt>
                <c:pt idx="3542">
                  <c:v>98.744609999999994</c:v>
                </c:pt>
                <c:pt idx="3543">
                  <c:v>98.744609999999994</c:v>
                </c:pt>
                <c:pt idx="3544">
                  <c:v>98.744609999999994</c:v>
                </c:pt>
                <c:pt idx="3545">
                  <c:v>98.744609999999994</c:v>
                </c:pt>
                <c:pt idx="3546">
                  <c:v>98.744609999999994</c:v>
                </c:pt>
                <c:pt idx="3547">
                  <c:v>98.744609999999994</c:v>
                </c:pt>
                <c:pt idx="3548">
                  <c:v>98.744609999999994</c:v>
                </c:pt>
                <c:pt idx="3549">
                  <c:v>98.744609999999994</c:v>
                </c:pt>
                <c:pt idx="3550">
                  <c:v>98.744609999999994</c:v>
                </c:pt>
                <c:pt idx="3551">
                  <c:v>98.744609999999994</c:v>
                </c:pt>
                <c:pt idx="3552">
                  <c:v>99.104078999999999</c:v>
                </c:pt>
                <c:pt idx="3553">
                  <c:v>99.104078999999999</c:v>
                </c:pt>
                <c:pt idx="3554">
                  <c:v>99.104078999999999</c:v>
                </c:pt>
                <c:pt idx="3555">
                  <c:v>99.104078999999999</c:v>
                </c:pt>
                <c:pt idx="3556">
                  <c:v>99.104078999999999</c:v>
                </c:pt>
                <c:pt idx="3557">
                  <c:v>99.104078999999999</c:v>
                </c:pt>
                <c:pt idx="3558">
                  <c:v>99.104078999999999</c:v>
                </c:pt>
                <c:pt idx="3559">
                  <c:v>103.2316692</c:v>
                </c:pt>
                <c:pt idx="3560">
                  <c:v>103.2316692</c:v>
                </c:pt>
                <c:pt idx="3561">
                  <c:v>103.2316692</c:v>
                </c:pt>
                <c:pt idx="3562">
                  <c:v>103.2316692</c:v>
                </c:pt>
                <c:pt idx="3563">
                  <c:v>103.2316692</c:v>
                </c:pt>
                <c:pt idx="3564">
                  <c:v>103.2316692</c:v>
                </c:pt>
                <c:pt idx="3565">
                  <c:v>103.2316692</c:v>
                </c:pt>
                <c:pt idx="3566">
                  <c:v>103.2316692</c:v>
                </c:pt>
                <c:pt idx="3567">
                  <c:v>103.2316692</c:v>
                </c:pt>
                <c:pt idx="3568">
                  <c:v>103.2316692</c:v>
                </c:pt>
                <c:pt idx="3569">
                  <c:v>103.2316692</c:v>
                </c:pt>
                <c:pt idx="3570">
                  <c:v>103.2316692</c:v>
                </c:pt>
                <c:pt idx="3571">
                  <c:v>103.2316692</c:v>
                </c:pt>
                <c:pt idx="3572">
                  <c:v>103.2316692</c:v>
                </c:pt>
                <c:pt idx="3573">
                  <c:v>103.2316692</c:v>
                </c:pt>
                <c:pt idx="3574">
                  <c:v>103.2316692</c:v>
                </c:pt>
                <c:pt idx="3575">
                  <c:v>103.2316692</c:v>
                </c:pt>
                <c:pt idx="3576">
                  <c:v>103.2316692</c:v>
                </c:pt>
                <c:pt idx="3577">
                  <c:v>103.2316692</c:v>
                </c:pt>
                <c:pt idx="3578">
                  <c:v>103.2316692</c:v>
                </c:pt>
                <c:pt idx="3579">
                  <c:v>103.2316692</c:v>
                </c:pt>
                <c:pt idx="3580">
                  <c:v>103.2316692</c:v>
                </c:pt>
                <c:pt idx="3581">
                  <c:v>103.2316692</c:v>
                </c:pt>
                <c:pt idx="3582">
                  <c:v>103.2316692</c:v>
                </c:pt>
                <c:pt idx="3583">
                  <c:v>103.2316692</c:v>
                </c:pt>
                <c:pt idx="3584">
                  <c:v>103.2316692</c:v>
                </c:pt>
                <c:pt idx="3585">
                  <c:v>103.2316692</c:v>
                </c:pt>
                <c:pt idx="3586">
                  <c:v>103.2316692</c:v>
                </c:pt>
                <c:pt idx="3587">
                  <c:v>103.2316692</c:v>
                </c:pt>
                <c:pt idx="3588">
                  <c:v>103.2316692</c:v>
                </c:pt>
                <c:pt idx="3589">
                  <c:v>103.2316692</c:v>
                </c:pt>
                <c:pt idx="3590">
                  <c:v>103.2316692</c:v>
                </c:pt>
                <c:pt idx="3591">
                  <c:v>103.2316692</c:v>
                </c:pt>
                <c:pt idx="3592">
                  <c:v>103.2316692</c:v>
                </c:pt>
                <c:pt idx="3593">
                  <c:v>103.2316692</c:v>
                </c:pt>
                <c:pt idx="3594">
                  <c:v>103.2316692</c:v>
                </c:pt>
                <c:pt idx="3595">
                  <c:v>103.2316692</c:v>
                </c:pt>
                <c:pt idx="3596">
                  <c:v>103.2316692</c:v>
                </c:pt>
                <c:pt idx="3597">
                  <c:v>103.2316692</c:v>
                </c:pt>
                <c:pt idx="3598">
                  <c:v>103.2316692</c:v>
                </c:pt>
                <c:pt idx="3599">
                  <c:v>103.2316692</c:v>
                </c:pt>
                <c:pt idx="3600">
                  <c:v>103.2316692</c:v>
                </c:pt>
                <c:pt idx="3601">
                  <c:v>103.2316692</c:v>
                </c:pt>
                <c:pt idx="3602">
                  <c:v>103.2316692</c:v>
                </c:pt>
                <c:pt idx="3603">
                  <c:v>103.2316692</c:v>
                </c:pt>
                <c:pt idx="3604">
                  <c:v>103.2316692</c:v>
                </c:pt>
                <c:pt idx="3605">
                  <c:v>103.2316692</c:v>
                </c:pt>
                <c:pt idx="3606">
                  <c:v>103.2316692</c:v>
                </c:pt>
                <c:pt idx="3607">
                  <c:v>103.2316692</c:v>
                </c:pt>
                <c:pt idx="3608">
                  <c:v>103.2316692</c:v>
                </c:pt>
                <c:pt idx="3609">
                  <c:v>103.2316692</c:v>
                </c:pt>
                <c:pt idx="3610">
                  <c:v>103.2316692</c:v>
                </c:pt>
                <c:pt idx="3611">
                  <c:v>103.2316692</c:v>
                </c:pt>
                <c:pt idx="3612">
                  <c:v>103.2316692</c:v>
                </c:pt>
                <c:pt idx="3613">
                  <c:v>103.2316692</c:v>
                </c:pt>
                <c:pt idx="3614">
                  <c:v>103.2316692</c:v>
                </c:pt>
                <c:pt idx="3615">
                  <c:v>103.2316692</c:v>
                </c:pt>
                <c:pt idx="3616">
                  <c:v>103.2316692</c:v>
                </c:pt>
                <c:pt idx="3617">
                  <c:v>103.2316692</c:v>
                </c:pt>
                <c:pt idx="3618">
                  <c:v>103.2316692</c:v>
                </c:pt>
                <c:pt idx="3619">
                  <c:v>103.2316692</c:v>
                </c:pt>
                <c:pt idx="3620">
                  <c:v>103.2316692</c:v>
                </c:pt>
                <c:pt idx="3621">
                  <c:v>103.2316692</c:v>
                </c:pt>
                <c:pt idx="3622">
                  <c:v>103.2316692</c:v>
                </c:pt>
                <c:pt idx="3623">
                  <c:v>103.2316692</c:v>
                </c:pt>
                <c:pt idx="3624">
                  <c:v>103.2316692</c:v>
                </c:pt>
                <c:pt idx="3625">
                  <c:v>103.2316692</c:v>
                </c:pt>
                <c:pt idx="3626">
                  <c:v>103.2316692</c:v>
                </c:pt>
                <c:pt idx="3627">
                  <c:v>103.2316692</c:v>
                </c:pt>
                <c:pt idx="3628">
                  <c:v>103.2316692</c:v>
                </c:pt>
                <c:pt idx="3629">
                  <c:v>103.2316692</c:v>
                </c:pt>
                <c:pt idx="3630">
                  <c:v>103.2316692</c:v>
                </c:pt>
                <c:pt idx="3631">
                  <c:v>103.2316692</c:v>
                </c:pt>
                <c:pt idx="3632">
                  <c:v>103.2316692</c:v>
                </c:pt>
                <c:pt idx="3633">
                  <c:v>103.2316692</c:v>
                </c:pt>
                <c:pt idx="3634">
                  <c:v>103.2316692</c:v>
                </c:pt>
                <c:pt idx="3635">
                  <c:v>103.2316692</c:v>
                </c:pt>
                <c:pt idx="3636">
                  <c:v>103.2316692</c:v>
                </c:pt>
                <c:pt idx="3637">
                  <c:v>103.2316692</c:v>
                </c:pt>
                <c:pt idx="3638">
                  <c:v>103.2316692</c:v>
                </c:pt>
                <c:pt idx="3639">
                  <c:v>103.2316692</c:v>
                </c:pt>
                <c:pt idx="3640">
                  <c:v>103.2316692</c:v>
                </c:pt>
                <c:pt idx="3641">
                  <c:v>103.2316692</c:v>
                </c:pt>
                <c:pt idx="3642">
                  <c:v>103.2316692</c:v>
                </c:pt>
                <c:pt idx="3643">
                  <c:v>103.2316692</c:v>
                </c:pt>
                <c:pt idx="3644">
                  <c:v>103.2316692</c:v>
                </c:pt>
                <c:pt idx="3645">
                  <c:v>103.2316692</c:v>
                </c:pt>
                <c:pt idx="3646">
                  <c:v>103.2316692</c:v>
                </c:pt>
                <c:pt idx="3647">
                  <c:v>103.2316692</c:v>
                </c:pt>
                <c:pt idx="3648">
                  <c:v>103.2316692</c:v>
                </c:pt>
                <c:pt idx="3649">
                  <c:v>103.2316692</c:v>
                </c:pt>
                <c:pt idx="3650">
                  <c:v>103.2316692</c:v>
                </c:pt>
                <c:pt idx="3651">
                  <c:v>103.2316692</c:v>
                </c:pt>
                <c:pt idx="3652">
                  <c:v>103.2316692</c:v>
                </c:pt>
                <c:pt idx="3653">
                  <c:v>103.2316692</c:v>
                </c:pt>
                <c:pt idx="3654">
                  <c:v>103.2316692</c:v>
                </c:pt>
                <c:pt idx="3655">
                  <c:v>103.2316692</c:v>
                </c:pt>
                <c:pt idx="3656">
                  <c:v>103.2316692</c:v>
                </c:pt>
                <c:pt idx="3657">
                  <c:v>103.2316692</c:v>
                </c:pt>
                <c:pt idx="3658">
                  <c:v>103.2316692</c:v>
                </c:pt>
                <c:pt idx="3659">
                  <c:v>103.2316692</c:v>
                </c:pt>
                <c:pt idx="3660">
                  <c:v>103.2316692</c:v>
                </c:pt>
                <c:pt idx="3661">
                  <c:v>103.2316692</c:v>
                </c:pt>
                <c:pt idx="3662">
                  <c:v>103.2316692</c:v>
                </c:pt>
                <c:pt idx="3663">
                  <c:v>103.2316692</c:v>
                </c:pt>
                <c:pt idx="3664">
                  <c:v>103.2316692</c:v>
                </c:pt>
                <c:pt idx="3665">
                  <c:v>103.2316692</c:v>
                </c:pt>
                <c:pt idx="3666">
                  <c:v>103.2316692</c:v>
                </c:pt>
                <c:pt idx="3667">
                  <c:v>103.2316692</c:v>
                </c:pt>
                <c:pt idx="3668">
                  <c:v>103.2316692</c:v>
                </c:pt>
                <c:pt idx="3669">
                  <c:v>103.2316692</c:v>
                </c:pt>
                <c:pt idx="3670">
                  <c:v>103.2316692</c:v>
                </c:pt>
                <c:pt idx="3671">
                  <c:v>103.2316692</c:v>
                </c:pt>
                <c:pt idx="3672">
                  <c:v>103.2316692</c:v>
                </c:pt>
                <c:pt idx="3673">
                  <c:v>103.2316692</c:v>
                </c:pt>
                <c:pt idx="3674">
                  <c:v>103.2316692</c:v>
                </c:pt>
                <c:pt idx="3675">
                  <c:v>103.2316692</c:v>
                </c:pt>
                <c:pt idx="3676">
                  <c:v>103.2316692</c:v>
                </c:pt>
                <c:pt idx="3677">
                  <c:v>103.2316692</c:v>
                </c:pt>
                <c:pt idx="3678">
                  <c:v>103.2316692</c:v>
                </c:pt>
                <c:pt idx="3679">
                  <c:v>103.2316692</c:v>
                </c:pt>
                <c:pt idx="3680">
                  <c:v>103.2316692</c:v>
                </c:pt>
                <c:pt idx="3681">
                  <c:v>103.2316692</c:v>
                </c:pt>
                <c:pt idx="3682">
                  <c:v>103.2316692</c:v>
                </c:pt>
                <c:pt idx="3683">
                  <c:v>103.2316692</c:v>
                </c:pt>
                <c:pt idx="3684">
                  <c:v>103.2316692</c:v>
                </c:pt>
                <c:pt idx="3685">
                  <c:v>103.2316692</c:v>
                </c:pt>
                <c:pt idx="3686">
                  <c:v>103.2316692</c:v>
                </c:pt>
                <c:pt idx="3687">
                  <c:v>103.2316692</c:v>
                </c:pt>
                <c:pt idx="3688">
                  <c:v>103.2316692</c:v>
                </c:pt>
                <c:pt idx="3689">
                  <c:v>103.2316692</c:v>
                </c:pt>
                <c:pt idx="3690">
                  <c:v>103.2316692</c:v>
                </c:pt>
                <c:pt idx="3691">
                  <c:v>103.2316692</c:v>
                </c:pt>
                <c:pt idx="3692">
                  <c:v>103.2316692</c:v>
                </c:pt>
                <c:pt idx="3693">
                  <c:v>103.2316692</c:v>
                </c:pt>
                <c:pt idx="3694">
                  <c:v>103.2316692</c:v>
                </c:pt>
                <c:pt idx="3695">
                  <c:v>103.2316692</c:v>
                </c:pt>
                <c:pt idx="3696">
                  <c:v>103.2316692</c:v>
                </c:pt>
                <c:pt idx="3697">
                  <c:v>103.2316692</c:v>
                </c:pt>
                <c:pt idx="3698">
                  <c:v>103.2316692</c:v>
                </c:pt>
                <c:pt idx="3699">
                  <c:v>103.2316692</c:v>
                </c:pt>
                <c:pt idx="3700">
                  <c:v>103.2316692</c:v>
                </c:pt>
                <c:pt idx="3701">
                  <c:v>103.2316692</c:v>
                </c:pt>
                <c:pt idx="3702">
                  <c:v>103.2316692</c:v>
                </c:pt>
                <c:pt idx="3703">
                  <c:v>103.2316692</c:v>
                </c:pt>
                <c:pt idx="3704">
                  <c:v>103.2316692</c:v>
                </c:pt>
                <c:pt idx="3705">
                  <c:v>103.2316692</c:v>
                </c:pt>
                <c:pt idx="3706">
                  <c:v>103.2316692</c:v>
                </c:pt>
                <c:pt idx="3707">
                  <c:v>103.2316692</c:v>
                </c:pt>
                <c:pt idx="3708">
                  <c:v>103.2316692</c:v>
                </c:pt>
                <c:pt idx="3709">
                  <c:v>103.2316692</c:v>
                </c:pt>
                <c:pt idx="3710">
                  <c:v>103.2316692</c:v>
                </c:pt>
                <c:pt idx="3711">
                  <c:v>103.2316692</c:v>
                </c:pt>
                <c:pt idx="3712">
                  <c:v>103.2316692</c:v>
                </c:pt>
                <c:pt idx="3713">
                  <c:v>103.2316692</c:v>
                </c:pt>
                <c:pt idx="3714">
                  <c:v>103.2316692</c:v>
                </c:pt>
                <c:pt idx="3715">
                  <c:v>103.2316692</c:v>
                </c:pt>
                <c:pt idx="3716">
                  <c:v>103.2316692</c:v>
                </c:pt>
                <c:pt idx="3717">
                  <c:v>103.2316692</c:v>
                </c:pt>
                <c:pt idx="3718">
                  <c:v>103.2316692</c:v>
                </c:pt>
                <c:pt idx="3719">
                  <c:v>103.2316692</c:v>
                </c:pt>
                <c:pt idx="3720">
                  <c:v>103.2316692</c:v>
                </c:pt>
                <c:pt idx="3721">
                  <c:v>103.2316692</c:v>
                </c:pt>
                <c:pt idx="3722">
                  <c:v>103.2316692</c:v>
                </c:pt>
                <c:pt idx="3723">
                  <c:v>103.2316692</c:v>
                </c:pt>
                <c:pt idx="3724">
                  <c:v>103.2316692</c:v>
                </c:pt>
                <c:pt idx="3725">
                  <c:v>103.2316692</c:v>
                </c:pt>
                <c:pt idx="3726">
                  <c:v>103.2316692</c:v>
                </c:pt>
                <c:pt idx="3727">
                  <c:v>103.2316692</c:v>
                </c:pt>
                <c:pt idx="3728">
                  <c:v>103.2316692</c:v>
                </c:pt>
                <c:pt idx="3729">
                  <c:v>103.2316692</c:v>
                </c:pt>
                <c:pt idx="3730">
                  <c:v>103.2316692</c:v>
                </c:pt>
                <c:pt idx="3731">
                  <c:v>103.2316692</c:v>
                </c:pt>
                <c:pt idx="3732">
                  <c:v>103.2316692</c:v>
                </c:pt>
                <c:pt idx="3733">
                  <c:v>103.2316692</c:v>
                </c:pt>
                <c:pt idx="3734">
                  <c:v>103.2316692</c:v>
                </c:pt>
                <c:pt idx="3735">
                  <c:v>103.2316692</c:v>
                </c:pt>
                <c:pt idx="3736">
                  <c:v>103.2316692</c:v>
                </c:pt>
                <c:pt idx="3737">
                  <c:v>103.2316692</c:v>
                </c:pt>
                <c:pt idx="3738">
                  <c:v>103.2316692</c:v>
                </c:pt>
                <c:pt idx="3739">
                  <c:v>103.2316692</c:v>
                </c:pt>
                <c:pt idx="3740">
                  <c:v>103.2316692</c:v>
                </c:pt>
                <c:pt idx="3741">
                  <c:v>103.2316692</c:v>
                </c:pt>
                <c:pt idx="3742">
                  <c:v>103.2316692</c:v>
                </c:pt>
                <c:pt idx="3743">
                  <c:v>103.2316692</c:v>
                </c:pt>
                <c:pt idx="3744">
                  <c:v>103.2316692</c:v>
                </c:pt>
                <c:pt idx="3745">
                  <c:v>103.2316692</c:v>
                </c:pt>
                <c:pt idx="3746">
                  <c:v>103.2316692</c:v>
                </c:pt>
                <c:pt idx="3747">
                  <c:v>103.2316692</c:v>
                </c:pt>
                <c:pt idx="3748">
                  <c:v>103.2316692</c:v>
                </c:pt>
                <c:pt idx="3749">
                  <c:v>103.2316692</c:v>
                </c:pt>
                <c:pt idx="3750">
                  <c:v>103.2316692</c:v>
                </c:pt>
                <c:pt idx="3751">
                  <c:v>103.2316692</c:v>
                </c:pt>
                <c:pt idx="3752">
                  <c:v>103.2316692</c:v>
                </c:pt>
                <c:pt idx="3753">
                  <c:v>103.2316692</c:v>
                </c:pt>
                <c:pt idx="3754">
                  <c:v>103.2316692</c:v>
                </c:pt>
                <c:pt idx="3755">
                  <c:v>103.2316692</c:v>
                </c:pt>
                <c:pt idx="3756">
                  <c:v>103.2316692</c:v>
                </c:pt>
                <c:pt idx="3757">
                  <c:v>103.2316692</c:v>
                </c:pt>
                <c:pt idx="3758">
                  <c:v>103.2316692</c:v>
                </c:pt>
                <c:pt idx="3759">
                  <c:v>103.2316692</c:v>
                </c:pt>
                <c:pt idx="3760">
                  <c:v>103.2316692</c:v>
                </c:pt>
                <c:pt idx="3761">
                  <c:v>103.2316692</c:v>
                </c:pt>
                <c:pt idx="3762">
                  <c:v>103.2316692</c:v>
                </c:pt>
                <c:pt idx="3763">
                  <c:v>103.2316692</c:v>
                </c:pt>
                <c:pt idx="3764">
                  <c:v>103.2316692</c:v>
                </c:pt>
                <c:pt idx="3765">
                  <c:v>103.2316692</c:v>
                </c:pt>
                <c:pt idx="3766">
                  <c:v>103.2316692</c:v>
                </c:pt>
                <c:pt idx="3767">
                  <c:v>103.2316692</c:v>
                </c:pt>
                <c:pt idx="3768">
                  <c:v>103.2316692</c:v>
                </c:pt>
                <c:pt idx="3769">
                  <c:v>103.2316692</c:v>
                </c:pt>
                <c:pt idx="3770">
                  <c:v>103.2316692</c:v>
                </c:pt>
                <c:pt idx="3771">
                  <c:v>103.2316692</c:v>
                </c:pt>
                <c:pt idx="3772">
                  <c:v>103.2316692</c:v>
                </c:pt>
                <c:pt idx="3773">
                  <c:v>103.2316692</c:v>
                </c:pt>
                <c:pt idx="3774">
                  <c:v>103.2316692</c:v>
                </c:pt>
                <c:pt idx="3775">
                  <c:v>103.2316692</c:v>
                </c:pt>
                <c:pt idx="3776">
                  <c:v>103.2316692</c:v>
                </c:pt>
                <c:pt idx="3777">
                  <c:v>103.2316692</c:v>
                </c:pt>
                <c:pt idx="3778">
                  <c:v>103.2316692</c:v>
                </c:pt>
                <c:pt idx="3779">
                  <c:v>103.2316692</c:v>
                </c:pt>
                <c:pt idx="3780">
                  <c:v>103.2316692</c:v>
                </c:pt>
                <c:pt idx="3781">
                  <c:v>103.2316692</c:v>
                </c:pt>
                <c:pt idx="3782">
                  <c:v>103.2316692</c:v>
                </c:pt>
                <c:pt idx="3783">
                  <c:v>103.2316692</c:v>
                </c:pt>
                <c:pt idx="3784">
                  <c:v>103.2316692</c:v>
                </c:pt>
                <c:pt idx="3785">
                  <c:v>103.2316692</c:v>
                </c:pt>
                <c:pt idx="3786">
                  <c:v>103.2316692</c:v>
                </c:pt>
                <c:pt idx="3787">
                  <c:v>103.2316692</c:v>
                </c:pt>
                <c:pt idx="3788">
                  <c:v>103.2316692</c:v>
                </c:pt>
                <c:pt idx="3789">
                  <c:v>103.2316692</c:v>
                </c:pt>
                <c:pt idx="3790">
                  <c:v>103.2316692</c:v>
                </c:pt>
                <c:pt idx="3791">
                  <c:v>103.2316692</c:v>
                </c:pt>
                <c:pt idx="3792">
                  <c:v>103.2316692</c:v>
                </c:pt>
                <c:pt idx="3793">
                  <c:v>103.2316692</c:v>
                </c:pt>
                <c:pt idx="3794">
                  <c:v>103.2316692</c:v>
                </c:pt>
                <c:pt idx="3795">
                  <c:v>103.2316692</c:v>
                </c:pt>
                <c:pt idx="3796">
                  <c:v>103.2316692</c:v>
                </c:pt>
                <c:pt idx="3797">
                  <c:v>103.2316692</c:v>
                </c:pt>
                <c:pt idx="3798">
                  <c:v>103.2316692</c:v>
                </c:pt>
                <c:pt idx="3799">
                  <c:v>103.2316692</c:v>
                </c:pt>
                <c:pt idx="3800">
                  <c:v>103.2316692</c:v>
                </c:pt>
                <c:pt idx="3801">
                  <c:v>103.2316692</c:v>
                </c:pt>
                <c:pt idx="3802">
                  <c:v>103.2316692</c:v>
                </c:pt>
                <c:pt idx="3803">
                  <c:v>103.2316692</c:v>
                </c:pt>
                <c:pt idx="3804">
                  <c:v>103.2316692</c:v>
                </c:pt>
                <c:pt idx="3805">
                  <c:v>103.2316692</c:v>
                </c:pt>
                <c:pt idx="3806">
                  <c:v>103.2316692</c:v>
                </c:pt>
                <c:pt idx="3807">
                  <c:v>103.2316692</c:v>
                </c:pt>
                <c:pt idx="3808">
                  <c:v>103.2316692</c:v>
                </c:pt>
                <c:pt idx="3809">
                  <c:v>103.2316692</c:v>
                </c:pt>
                <c:pt idx="3810">
                  <c:v>103.2316692</c:v>
                </c:pt>
                <c:pt idx="3811">
                  <c:v>103.2316692</c:v>
                </c:pt>
                <c:pt idx="3812">
                  <c:v>103.2316692</c:v>
                </c:pt>
                <c:pt idx="3813">
                  <c:v>103.2316692</c:v>
                </c:pt>
                <c:pt idx="3814">
                  <c:v>103.2316692</c:v>
                </c:pt>
                <c:pt idx="3815">
                  <c:v>103.2316692</c:v>
                </c:pt>
                <c:pt idx="3816">
                  <c:v>103.2316692</c:v>
                </c:pt>
                <c:pt idx="3817">
                  <c:v>103.2316692</c:v>
                </c:pt>
                <c:pt idx="3818">
                  <c:v>103.2316692</c:v>
                </c:pt>
                <c:pt idx="3819">
                  <c:v>103.2316692</c:v>
                </c:pt>
                <c:pt idx="3820">
                  <c:v>103.2316692</c:v>
                </c:pt>
                <c:pt idx="3821">
                  <c:v>103.2316692</c:v>
                </c:pt>
                <c:pt idx="3822">
                  <c:v>103.2316692</c:v>
                </c:pt>
                <c:pt idx="3823">
                  <c:v>103.2316692</c:v>
                </c:pt>
                <c:pt idx="3824">
                  <c:v>103.2316692</c:v>
                </c:pt>
                <c:pt idx="3825">
                  <c:v>103.2316692</c:v>
                </c:pt>
                <c:pt idx="3826">
                  <c:v>103.2316692</c:v>
                </c:pt>
                <c:pt idx="3827">
                  <c:v>103.2316692</c:v>
                </c:pt>
                <c:pt idx="3828">
                  <c:v>103.2316692</c:v>
                </c:pt>
                <c:pt idx="3829">
                  <c:v>103.2316692</c:v>
                </c:pt>
                <c:pt idx="3830">
                  <c:v>103.2316692</c:v>
                </c:pt>
                <c:pt idx="3831">
                  <c:v>103.2316692</c:v>
                </c:pt>
                <c:pt idx="3832">
                  <c:v>103.2316692</c:v>
                </c:pt>
                <c:pt idx="3833">
                  <c:v>103.2316692</c:v>
                </c:pt>
                <c:pt idx="3834">
                  <c:v>103.2316692</c:v>
                </c:pt>
                <c:pt idx="3835">
                  <c:v>103.2316692</c:v>
                </c:pt>
                <c:pt idx="3836">
                  <c:v>103.2316692</c:v>
                </c:pt>
                <c:pt idx="3837">
                  <c:v>103.2316692</c:v>
                </c:pt>
                <c:pt idx="3838">
                  <c:v>103.2316692</c:v>
                </c:pt>
                <c:pt idx="3839">
                  <c:v>103.2316692</c:v>
                </c:pt>
                <c:pt idx="3840">
                  <c:v>103.2316692</c:v>
                </c:pt>
                <c:pt idx="3841">
                  <c:v>103.2316692</c:v>
                </c:pt>
                <c:pt idx="3842">
                  <c:v>103.2316692</c:v>
                </c:pt>
                <c:pt idx="3843">
                  <c:v>103.2316692</c:v>
                </c:pt>
                <c:pt idx="3844">
                  <c:v>103.2316692</c:v>
                </c:pt>
                <c:pt idx="3845">
                  <c:v>103.2316692</c:v>
                </c:pt>
                <c:pt idx="3846">
                  <c:v>103.2316692</c:v>
                </c:pt>
                <c:pt idx="3847">
                  <c:v>103.2316692</c:v>
                </c:pt>
                <c:pt idx="3848">
                  <c:v>103.2316692</c:v>
                </c:pt>
                <c:pt idx="3849">
                  <c:v>103.2316692</c:v>
                </c:pt>
                <c:pt idx="3850">
                  <c:v>103.2316692</c:v>
                </c:pt>
                <c:pt idx="3851">
                  <c:v>103.2316692</c:v>
                </c:pt>
                <c:pt idx="3852">
                  <c:v>103.2316692</c:v>
                </c:pt>
                <c:pt idx="3853">
                  <c:v>103.2316692</c:v>
                </c:pt>
                <c:pt idx="3854">
                  <c:v>103.2316692</c:v>
                </c:pt>
                <c:pt idx="3855">
                  <c:v>103.2316692</c:v>
                </c:pt>
                <c:pt idx="3856">
                  <c:v>103.2316692</c:v>
                </c:pt>
                <c:pt idx="3857">
                  <c:v>103.2316692</c:v>
                </c:pt>
                <c:pt idx="3858">
                  <c:v>103.2316692</c:v>
                </c:pt>
                <c:pt idx="3859">
                  <c:v>103.2316692</c:v>
                </c:pt>
                <c:pt idx="3860">
                  <c:v>103.2316692</c:v>
                </c:pt>
                <c:pt idx="3861">
                  <c:v>103.2316692</c:v>
                </c:pt>
                <c:pt idx="3862">
                  <c:v>103.2316692</c:v>
                </c:pt>
                <c:pt idx="3863">
                  <c:v>103.2316692</c:v>
                </c:pt>
                <c:pt idx="3864">
                  <c:v>103.2316692</c:v>
                </c:pt>
                <c:pt idx="3865">
                  <c:v>103.2316692</c:v>
                </c:pt>
                <c:pt idx="3866">
                  <c:v>103.2316692</c:v>
                </c:pt>
                <c:pt idx="3867">
                  <c:v>103.2316692</c:v>
                </c:pt>
                <c:pt idx="3868">
                  <c:v>103.2316692</c:v>
                </c:pt>
                <c:pt idx="3869">
                  <c:v>103.2316692</c:v>
                </c:pt>
                <c:pt idx="3870">
                  <c:v>103.2316692</c:v>
                </c:pt>
                <c:pt idx="3871">
                  <c:v>103.2316692</c:v>
                </c:pt>
                <c:pt idx="3872">
                  <c:v>103.2316692</c:v>
                </c:pt>
                <c:pt idx="3873">
                  <c:v>103.2316692</c:v>
                </c:pt>
                <c:pt idx="3874">
                  <c:v>103.2316692</c:v>
                </c:pt>
                <c:pt idx="3875">
                  <c:v>103.2316692</c:v>
                </c:pt>
                <c:pt idx="3876">
                  <c:v>103.2316692</c:v>
                </c:pt>
                <c:pt idx="3877">
                  <c:v>103.2316692</c:v>
                </c:pt>
                <c:pt idx="3878">
                  <c:v>103.2316692</c:v>
                </c:pt>
                <c:pt idx="3879">
                  <c:v>103.2316692</c:v>
                </c:pt>
                <c:pt idx="3880">
                  <c:v>103.2316692</c:v>
                </c:pt>
                <c:pt idx="3881">
                  <c:v>103.2316692</c:v>
                </c:pt>
                <c:pt idx="3882">
                  <c:v>103.2316692</c:v>
                </c:pt>
                <c:pt idx="3883">
                  <c:v>103.2316692</c:v>
                </c:pt>
                <c:pt idx="3884">
                  <c:v>103.2316692</c:v>
                </c:pt>
                <c:pt idx="3885">
                  <c:v>103.2316692</c:v>
                </c:pt>
                <c:pt idx="3886">
                  <c:v>103.2316692</c:v>
                </c:pt>
                <c:pt idx="3887">
                  <c:v>103.2316692</c:v>
                </c:pt>
                <c:pt idx="3888">
                  <c:v>103.2316692</c:v>
                </c:pt>
                <c:pt idx="3889">
                  <c:v>103.2316692</c:v>
                </c:pt>
                <c:pt idx="3890">
                  <c:v>103.2316692</c:v>
                </c:pt>
                <c:pt idx="3891">
                  <c:v>103.2316692</c:v>
                </c:pt>
                <c:pt idx="3892">
                  <c:v>103.2316692</c:v>
                </c:pt>
                <c:pt idx="3893">
                  <c:v>103.2316692</c:v>
                </c:pt>
                <c:pt idx="3894">
                  <c:v>103.2316692</c:v>
                </c:pt>
                <c:pt idx="3895">
                  <c:v>103.2316692</c:v>
                </c:pt>
                <c:pt idx="3896">
                  <c:v>103.2316692</c:v>
                </c:pt>
                <c:pt idx="3897">
                  <c:v>103.2316692</c:v>
                </c:pt>
                <c:pt idx="3898">
                  <c:v>103.2316692</c:v>
                </c:pt>
                <c:pt idx="3899">
                  <c:v>103.2316692</c:v>
                </c:pt>
                <c:pt idx="3900">
                  <c:v>103.2316692</c:v>
                </c:pt>
                <c:pt idx="3901">
                  <c:v>103.2316692</c:v>
                </c:pt>
                <c:pt idx="3902">
                  <c:v>103.2316692</c:v>
                </c:pt>
                <c:pt idx="3903">
                  <c:v>103.2316692</c:v>
                </c:pt>
                <c:pt idx="3904">
                  <c:v>103.2316692</c:v>
                </c:pt>
                <c:pt idx="3905">
                  <c:v>103.2316692</c:v>
                </c:pt>
                <c:pt idx="3906">
                  <c:v>103.2316692</c:v>
                </c:pt>
                <c:pt idx="3907">
                  <c:v>103.2316692</c:v>
                </c:pt>
                <c:pt idx="3908">
                  <c:v>103.2316692</c:v>
                </c:pt>
                <c:pt idx="3909">
                  <c:v>103.2316692</c:v>
                </c:pt>
                <c:pt idx="3910">
                  <c:v>103.2316692</c:v>
                </c:pt>
                <c:pt idx="3911">
                  <c:v>103.2316692</c:v>
                </c:pt>
                <c:pt idx="3912">
                  <c:v>103.2316692</c:v>
                </c:pt>
                <c:pt idx="3913">
                  <c:v>103.2316692</c:v>
                </c:pt>
                <c:pt idx="3914">
                  <c:v>103.2316692</c:v>
                </c:pt>
                <c:pt idx="3915">
                  <c:v>103.2316692</c:v>
                </c:pt>
                <c:pt idx="3916">
                  <c:v>103.2316692</c:v>
                </c:pt>
                <c:pt idx="3917">
                  <c:v>103.2316692</c:v>
                </c:pt>
                <c:pt idx="3918">
                  <c:v>103.2316692</c:v>
                </c:pt>
                <c:pt idx="3919">
                  <c:v>103.2316692</c:v>
                </c:pt>
                <c:pt idx="3920">
                  <c:v>103.2316692</c:v>
                </c:pt>
                <c:pt idx="3921">
                  <c:v>103.2316692</c:v>
                </c:pt>
                <c:pt idx="3922">
                  <c:v>103.2316692</c:v>
                </c:pt>
                <c:pt idx="3923">
                  <c:v>103.2316692</c:v>
                </c:pt>
                <c:pt idx="3924">
                  <c:v>103.2316692</c:v>
                </c:pt>
                <c:pt idx="3925">
                  <c:v>103.2316692</c:v>
                </c:pt>
                <c:pt idx="3926">
                  <c:v>103.2316692</c:v>
                </c:pt>
                <c:pt idx="3927">
                  <c:v>103.2316692</c:v>
                </c:pt>
                <c:pt idx="3928">
                  <c:v>103.2316692</c:v>
                </c:pt>
                <c:pt idx="3929">
                  <c:v>103.2316692</c:v>
                </c:pt>
                <c:pt idx="3930">
                  <c:v>103.2316692</c:v>
                </c:pt>
                <c:pt idx="3931">
                  <c:v>103.2316692</c:v>
                </c:pt>
                <c:pt idx="3932">
                  <c:v>103.2316692</c:v>
                </c:pt>
                <c:pt idx="3933">
                  <c:v>103.2316692</c:v>
                </c:pt>
                <c:pt idx="3934">
                  <c:v>103.2316692</c:v>
                </c:pt>
                <c:pt idx="3935">
                  <c:v>103.2316692</c:v>
                </c:pt>
                <c:pt idx="3936">
                  <c:v>103.2316692</c:v>
                </c:pt>
                <c:pt idx="3937">
                  <c:v>103.2316692</c:v>
                </c:pt>
                <c:pt idx="3938">
                  <c:v>103.2316692</c:v>
                </c:pt>
                <c:pt idx="3939">
                  <c:v>103.2316692</c:v>
                </c:pt>
                <c:pt idx="3940">
                  <c:v>103.2316692</c:v>
                </c:pt>
                <c:pt idx="3941">
                  <c:v>103.2316692</c:v>
                </c:pt>
                <c:pt idx="3942">
                  <c:v>103.2316692</c:v>
                </c:pt>
                <c:pt idx="3943">
                  <c:v>103.2316692</c:v>
                </c:pt>
                <c:pt idx="3944">
                  <c:v>103.2316692</c:v>
                </c:pt>
                <c:pt idx="3945">
                  <c:v>103.2316692</c:v>
                </c:pt>
                <c:pt idx="3946">
                  <c:v>103.2316692</c:v>
                </c:pt>
                <c:pt idx="3947">
                  <c:v>103.2316692</c:v>
                </c:pt>
                <c:pt idx="3948">
                  <c:v>103.2316692</c:v>
                </c:pt>
                <c:pt idx="3949">
                  <c:v>103.2316692</c:v>
                </c:pt>
                <c:pt idx="3950">
                  <c:v>103.2316692</c:v>
                </c:pt>
                <c:pt idx="3951">
                  <c:v>103.2316692</c:v>
                </c:pt>
                <c:pt idx="3952">
                  <c:v>103.2316692</c:v>
                </c:pt>
                <c:pt idx="3953">
                  <c:v>103.2316692</c:v>
                </c:pt>
                <c:pt idx="3954">
                  <c:v>103.2316692</c:v>
                </c:pt>
                <c:pt idx="3955">
                  <c:v>103.2316692</c:v>
                </c:pt>
                <c:pt idx="3956">
                  <c:v>103.2316692</c:v>
                </c:pt>
                <c:pt idx="3957">
                  <c:v>103.2316692</c:v>
                </c:pt>
                <c:pt idx="3958">
                  <c:v>103.2316692</c:v>
                </c:pt>
                <c:pt idx="3959">
                  <c:v>103.2316692</c:v>
                </c:pt>
                <c:pt idx="3960">
                  <c:v>103.2316692</c:v>
                </c:pt>
                <c:pt idx="3961">
                  <c:v>103.2316692</c:v>
                </c:pt>
                <c:pt idx="3962">
                  <c:v>103.2316692</c:v>
                </c:pt>
                <c:pt idx="3963">
                  <c:v>103.2316692</c:v>
                </c:pt>
                <c:pt idx="3964">
                  <c:v>103.2316692</c:v>
                </c:pt>
                <c:pt idx="3965">
                  <c:v>103.2316692</c:v>
                </c:pt>
                <c:pt idx="3966">
                  <c:v>103.2316692</c:v>
                </c:pt>
                <c:pt idx="3967">
                  <c:v>103.2316692</c:v>
                </c:pt>
                <c:pt idx="3968">
                  <c:v>103.2316692</c:v>
                </c:pt>
                <c:pt idx="3969">
                  <c:v>103.2316692</c:v>
                </c:pt>
                <c:pt idx="3970">
                  <c:v>103.2316692</c:v>
                </c:pt>
                <c:pt idx="3971">
                  <c:v>103.2316692</c:v>
                </c:pt>
                <c:pt idx="3972">
                  <c:v>103.2316692</c:v>
                </c:pt>
                <c:pt idx="3973">
                  <c:v>103.2316692</c:v>
                </c:pt>
                <c:pt idx="3974">
                  <c:v>103.2316692</c:v>
                </c:pt>
                <c:pt idx="3975">
                  <c:v>103.2316692</c:v>
                </c:pt>
                <c:pt idx="3976">
                  <c:v>103.2316692</c:v>
                </c:pt>
                <c:pt idx="3977">
                  <c:v>103.2316692</c:v>
                </c:pt>
                <c:pt idx="3978">
                  <c:v>103.2316692</c:v>
                </c:pt>
                <c:pt idx="3979">
                  <c:v>103.2316692</c:v>
                </c:pt>
                <c:pt idx="3980">
                  <c:v>103.2316692</c:v>
                </c:pt>
                <c:pt idx="3981">
                  <c:v>103.2316692</c:v>
                </c:pt>
                <c:pt idx="3982">
                  <c:v>103.2316692</c:v>
                </c:pt>
                <c:pt idx="3983">
                  <c:v>103.2316692</c:v>
                </c:pt>
                <c:pt idx="3984">
                  <c:v>103.2316692</c:v>
                </c:pt>
                <c:pt idx="3985">
                  <c:v>103.2316692</c:v>
                </c:pt>
                <c:pt idx="3986">
                  <c:v>103.2316692</c:v>
                </c:pt>
                <c:pt idx="3987">
                  <c:v>103.2316692</c:v>
                </c:pt>
                <c:pt idx="3988">
                  <c:v>103.2316692</c:v>
                </c:pt>
                <c:pt idx="3989">
                  <c:v>103.2316692</c:v>
                </c:pt>
                <c:pt idx="3990">
                  <c:v>103.2316692</c:v>
                </c:pt>
                <c:pt idx="3991">
                  <c:v>103.2316692</c:v>
                </c:pt>
                <c:pt idx="3992">
                  <c:v>103.2316692</c:v>
                </c:pt>
                <c:pt idx="3993">
                  <c:v>103.2316692</c:v>
                </c:pt>
                <c:pt idx="3994">
                  <c:v>103.2316692</c:v>
                </c:pt>
                <c:pt idx="3995">
                  <c:v>103.2316692</c:v>
                </c:pt>
                <c:pt idx="3996">
                  <c:v>103.2316692</c:v>
                </c:pt>
                <c:pt idx="3997">
                  <c:v>103.2316692</c:v>
                </c:pt>
                <c:pt idx="3998">
                  <c:v>103.2316692</c:v>
                </c:pt>
                <c:pt idx="3999">
                  <c:v>103.2316692</c:v>
                </c:pt>
                <c:pt idx="4000">
                  <c:v>103.2316692</c:v>
                </c:pt>
                <c:pt idx="4001">
                  <c:v>103.2316692</c:v>
                </c:pt>
                <c:pt idx="4002">
                  <c:v>103.2316692</c:v>
                </c:pt>
                <c:pt idx="4003">
                  <c:v>103.2316692</c:v>
                </c:pt>
                <c:pt idx="4004">
                  <c:v>103.2316692</c:v>
                </c:pt>
                <c:pt idx="4005">
                  <c:v>103.2316692</c:v>
                </c:pt>
                <c:pt idx="4006">
                  <c:v>103.2316692</c:v>
                </c:pt>
                <c:pt idx="4007">
                  <c:v>103.2316692</c:v>
                </c:pt>
                <c:pt idx="4008">
                  <c:v>103.2316692</c:v>
                </c:pt>
                <c:pt idx="4009">
                  <c:v>103.2316692</c:v>
                </c:pt>
                <c:pt idx="4010">
                  <c:v>103.2316692</c:v>
                </c:pt>
                <c:pt idx="4011">
                  <c:v>103.2316692</c:v>
                </c:pt>
                <c:pt idx="4012">
                  <c:v>103.2316692</c:v>
                </c:pt>
                <c:pt idx="4013">
                  <c:v>103.2316692</c:v>
                </c:pt>
                <c:pt idx="4014">
                  <c:v>103.2316692</c:v>
                </c:pt>
                <c:pt idx="4015">
                  <c:v>103.2316692</c:v>
                </c:pt>
                <c:pt idx="4016">
                  <c:v>103.2316692</c:v>
                </c:pt>
                <c:pt idx="4017">
                  <c:v>103.2316692</c:v>
                </c:pt>
                <c:pt idx="4018">
                  <c:v>103.2316692</c:v>
                </c:pt>
                <c:pt idx="4019">
                  <c:v>103.2316692</c:v>
                </c:pt>
                <c:pt idx="4020">
                  <c:v>103.2316692</c:v>
                </c:pt>
                <c:pt idx="4021">
                  <c:v>103.2316692</c:v>
                </c:pt>
                <c:pt idx="4022">
                  <c:v>103.2316692</c:v>
                </c:pt>
                <c:pt idx="4023">
                  <c:v>103.2316692</c:v>
                </c:pt>
                <c:pt idx="4024">
                  <c:v>103.2316692</c:v>
                </c:pt>
                <c:pt idx="4025">
                  <c:v>103.2316692</c:v>
                </c:pt>
                <c:pt idx="4026">
                  <c:v>103.2316692</c:v>
                </c:pt>
                <c:pt idx="4027">
                  <c:v>104.15606270000001</c:v>
                </c:pt>
                <c:pt idx="4028">
                  <c:v>104.15606270000001</c:v>
                </c:pt>
                <c:pt idx="4029">
                  <c:v>104.15606270000001</c:v>
                </c:pt>
                <c:pt idx="4030">
                  <c:v>104.15606270000001</c:v>
                </c:pt>
                <c:pt idx="4031">
                  <c:v>104.15606270000001</c:v>
                </c:pt>
                <c:pt idx="4032">
                  <c:v>104.15606270000001</c:v>
                </c:pt>
                <c:pt idx="4033">
                  <c:v>104.15606270000001</c:v>
                </c:pt>
                <c:pt idx="4034">
                  <c:v>104.15606270000001</c:v>
                </c:pt>
                <c:pt idx="4035">
                  <c:v>104.15606270000001</c:v>
                </c:pt>
                <c:pt idx="4036">
                  <c:v>104.15606270000001</c:v>
                </c:pt>
                <c:pt idx="4037">
                  <c:v>104.15606270000001</c:v>
                </c:pt>
                <c:pt idx="4038">
                  <c:v>104.15606270000001</c:v>
                </c:pt>
                <c:pt idx="4039">
                  <c:v>104.15606270000001</c:v>
                </c:pt>
                <c:pt idx="4040">
                  <c:v>104.15606270000001</c:v>
                </c:pt>
                <c:pt idx="4041">
                  <c:v>104.15606270000001</c:v>
                </c:pt>
                <c:pt idx="4042">
                  <c:v>104.15606270000001</c:v>
                </c:pt>
                <c:pt idx="4043">
                  <c:v>104.15606270000001</c:v>
                </c:pt>
                <c:pt idx="4044">
                  <c:v>104.15606270000001</c:v>
                </c:pt>
                <c:pt idx="4045">
                  <c:v>104.15606270000001</c:v>
                </c:pt>
                <c:pt idx="4046">
                  <c:v>104.15606270000001</c:v>
                </c:pt>
                <c:pt idx="4047">
                  <c:v>104.15606270000001</c:v>
                </c:pt>
                <c:pt idx="4048">
                  <c:v>104.15606270000001</c:v>
                </c:pt>
                <c:pt idx="4049">
                  <c:v>104.15606270000001</c:v>
                </c:pt>
                <c:pt idx="4050">
                  <c:v>104.15606270000001</c:v>
                </c:pt>
                <c:pt idx="4051">
                  <c:v>104.15606270000001</c:v>
                </c:pt>
                <c:pt idx="4052">
                  <c:v>104.15606270000001</c:v>
                </c:pt>
                <c:pt idx="4053">
                  <c:v>104.15606270000001</c:v>
                </c:pt>
                <c:pt idx="4054">
                  <c:v>104.15606270000001</c:v>
                </c:pt>
                <c:pt idx="4055">
                  <c:v>104.15606270000001</c:v>
                </c:pt>
                <c:pt idx="4056">
                  <c:v>104.15606270000001</c:v>
                </c:pt>
                <c:pt idx="4057">
                  <c:v>104.15606270000001</c:v>
                </c:pt>
                <c:pt idx="4058">
                  <c:v>104.15606270000001</c:v>
                </c:pt>
                <c:pt idx="4059">
                  <c:v>104.15606270000001</c:v>
                </c:pt>
                <c:pt idx="4060">
                  <c:v>104.15606270000001</c:v>
                </c:pt>
                <c:pt idx="4061">
                  <c:v>104.15606270000001</c:v>
                </c:pt>
                <c:pt idx="4062">
                  <c:v>104.15606270000001</c:v>
                </c:pt>
                <c:pt idx="4063">
                  <c:v>104.15606270000001</c:v>
                </c:pt>
                <c:pt idx="4064">
                  <c:v>104.15606270000001</c:v>
                </c:pt>
                <c:pt idx="4065">
                  <c:v>104.15606270000001</c:v>
                </c:pt>
                <c:pt idx="4066">
                  <c:v>104.15606270000001</c:v>
                </c:pt>
                <c:pt idx="4067">
                  <c:v>104.15606270000001</c:v>
                </c:pt>
                <c:pt idx="4068">
                  <c:v>104.15606270000001</c:v>
                </c:pt>
                <c:pt idx="4069">
                  <c:v>104.15606270000001</c:v>
                </c:pt>
                <c:pt idx="4070">
                  <c:v>104.15606270000001</c:v>
                </c:pt>
                <c:pt idx="4071">
                  <c:v>104.15606270000001</c:v>
                </c:pt>
                <c:pt idx="4072">
                  <c:v>104.15606270000001</c:v>
                </c:pt>
                <c:pt idx="4073">
                  <c:v>104.15606270000001</c:v>
                </c:pt>
                <c:pt idx="4074">
                  <c:v>104.15606270000001</c:v>
                </c:pt>
                <c:pt idx="4075">
                  <c:v>104.15606270000001</c:v>
                </c:pt>
                <c:pt idx="4076">
                  <c:v>104.15606270000001</c:v>
                </c:pt>
                <c:pt idx="4077">
                  <c:v>104.15606270000001</c:v>
                </c:pt>
                <c:pt idx="4078">
                  <c:v>104.15606270000001</c:v>
                </c:pt>
                <c:pt idx="4079">
                  <c:v>104.15606270000001</c:v>
                </c:pt>
                <c:pt idx="4080">
                  <c:v>104.15606270000001</c:v>
                </c:pt>
                <c:pt idx="4081">
                  <c:v>104.15606270000001</c:v>
                </c:pt>
                <c:pt idx="4082">
                  <c:v>104.15606270000001</c:v>
                </c:pt>
                <c:pt idx="4083">
                  <c:v>104.15606270000001</c:v>
                </c:pt>
                <c:pt idx="4084">
                  <c:v>104.15606270000001</c:v>
                </c:pt>
                <c:pt idx="4085">
                  <c:v>104.15606270000001</c:v>
                </c:pt>
                <c:pt idx="4086">
                  <c:v>104.15606270000001</c:v>
                </c:pt>
                <c:pt idx="4087">
                  <c:v>104.15606270000001</c:v>
                </c:pt>
                <c:pt idx="4088">
                  <c:v>104.15606270000001</c:v>
                </c:pt>
                <c:pt idx="4089">
                  <c:v>104.15606270000001</c:v>
                </c:pt>
                <c:pt idx="4090">
                  <c:v>104.15606270000001</c:v>
                </c:pt>
                <c:pt idx="4091">
                  <c:v>104.15606270000001</c:v>
                </c:pt>
                <c:pt idx="4092">
                  <c:v>104.15606270000001</c:v>
                </c:pt>
                <c:pt idx="4093">
                  <c:v>104.15606270000001</c:v>
                </c:pt>
                <c:pt idx="4094">
                  <c:v>104.15606270000001</c:v>
                </c:pt>
                <c:pt idx="4095">
                  <c:v>104.15606270000001</c:v>
                </c:pt>
                <c:pt idx="4096">
                  <c:v>104.15606270000001</c:v>
                </c:pt>
                <c:pt idx="4097">
                  <c:v>104.15606270000001</c:v>
                </c:pt>
                <c:pt idx="4098">
                  <c:v>104.15606270000001</c:v>
                </c:pt>
                <c:pt idx="4099">
                  <c:v>104.15606270000001</c:v>
                </c:pt>
                <c:pt idx="4100">
                  <c:v>104.15606270000001</c:v>
                </c:pt>
                <c:pt idx="4101">
                  <c:v>104.15606270000001</c:v>
                </c:pt>
                <c:pt idx="4102">
                  <c:v>104.15606270000001</c:v>
                </c:pt>
                <c:pt idx="4103">
                  <c:v>104.15606270000001</c:v>
                </c:pt>
                <c:pt idx="4104">
                  <c:v>104.15606270000001</c:v>
                </c:pt>
                <c:pt idx="4105">
                  <c:v>104.15606270000001</c:v>
                </c:pt>
                <c:pt idx="4106">
                  <c:v>104.15606270000001</c:v>
                </c:pt>
                <c:pt idx="4107">
                  <c:v>104.15606270000001</c:v>
                </c:pt>
                <c:pt idx="4108">
                  <c:v>104.15606270000001</c:v>
                </c:pt>
                <c:pt idx="4109">
                  <c:v>104.15606270000001</c:v>
                </c:pt>
                <c:pt idx="4110">
                  <c:v>104.15606270000001</c:v>
                </c:pt>
                <c:pt idx="4111">
                  <c:v>104.15606270000001</c:v>
                </c:pt>
                <c:pt idx="4112">
                  <c:v>104.15606270000001</c:v>
                </c:pt>
                <c:pt idx="4113">
                  <c:v>104.15606270000001</c:v>
                </c:pt>
                <c:pt idx="4114">
                  <c:v>104.15606270000001</c:v>
                </c:pt>
                <c:pt idx="4115">
                  <c:v>104.15606270000001</c:v>
                </c:pt>
                <c:pt idx="4116">
                  <c:v>104.15606270000001</c:v>
                </c:pt>
                <c:pt idx="4117">
                  <c:v>104.15606270000001</c:v>
                </c:pt>
                <c:pt idx="4118">
                  <c:v>104.15606270000001</c:v>
                </c:pt>
                <c:pt idx="4119">
                  <c:v>104.15606270000001</c:v>
                </c:pt>
                <c:pt idx="4120">
                  <c:v>104.15606270000001</c:v>
                </c:pt>
                <c:pt idx="4121">
                  <c:v>104.15606270000001</c:v>
                </c:pt>
                <c:pt idx="4122">
                  <c:v>104.15606270000001</c:v>
                </c:pt>
                <c:pt idx="4123">
                  <c:v>104.15606270000001</c:v>
                </c:pt>
                <c:pt idx="4124">
                  <c:v>104.15606270000001</c:v>
                </c:pt>
                <c:pt idx="4125">
                  <c:v>104.15606270000001</c:v>
                </c:pt>
                <c:pt idx="4126">
                  <c:v>104.15606270000001</c:v>
                </c:pt>
                <c:pt idx="4127">
                  <c:v>104.15606270000001</c:v>
                </c:pt>
                <c:pt idx="4128">
                  <c:v>104.15606270000001</c:v>
                </c:pt>
                <c:pt idx="4129">
                  <c:v>104.15606270000001</c:v>
                </c:pt>
                <c:pt idx="4130">
                  <c:v>104.15606270000001</c:v>
                </c:pt>
                <c:pt idx="4131">
                  <c:v>104.15606270000001</c:v>
                </c:pt>
                <c:pt idx="4132">
                  <c:v>104.15606270000001</c:v>
                </c:pt>
                <c:pt idx="4133">
                  <c:v>104.15606270000001</c:v>
                </c:pt>
                <c:pt idx="4134">
                  <c:v>104.15606270000001</c:v>
                </c:pt>
                <c:pt idx="4135">
                  <c:v>104.15606270000001</c:v>
                </c:pt>
                <c:pt idx="4136">
                  <c:v>104.15606270000001</c:v>
                </c:pt>
                <c:pt idx="4137">
                  <c:v>104.15606270000001</c:v>
                </c:pt>
                <c:pt idx="4138">
                  <c:v>104.15606270000001</c:v>
                </c:pt>
                <c:pt idx="4139">
                  <c:v>104.15606270000001</c:v>
                </c:pt>
                <c:pt idx="4140">
                  <c:v>104.15606270000001</c:v>
                </c:pt>
                <c:pt idx="4141">
                  <c:v>104.15606270000001</c:v>
                </c:pt>
                <c:pt idx="4142">
                  <c:v>104.15606270000001</c:v>
                </c:pt>
                <c:pt idx="4143">
                  <c:v>104.15606270000001</c:v>
                </c:pt>
                <c:pt idx="4144">
                  <c:v>104.15606270000001</c:v>
                </c:pt>
                <c:pt idx="4145">
                  <c:v>104.15606270000001</c:v>
                </c:pt>
                <c:pt idx="4146">
                  <c:v>104.15606270000001</c:v>
                </c:pt>
                <c:pt idx="4147">
                  <c:v>104.15606270000001</c:v>
                </c:pt>
                <c:pt idx="4148">
                  <c:v>104.15606270000001</c:v>
                </c:pt>
                <c:pt idx="4149">
                  <c:v>104.15606270000001</c:v>
                </c:pt>
                <c:pt idx="4150">
                  <c:v>104.15606270000001</c:v>
                </c:pt>
                <c:pt idx="4151">
                  <c:v>104.15606270000001</c:v>
                </c:pt>
                <c:pt idx="4152">
                  <c:v>104.15606270000001</c:v>
                </c:pt>
                <c:pt idx="4153">
                  <c:v>104.15606270000001</c:v>
                </c:pt>
                <c:pt idx="4154">
                  <c:v>104.15606270000001</c:v>
                </c:pt>
                <c:pt idx="4155">
                  <c:v>104.15606270000001</c:v>
                </c:pt>
                <c:pt idx="4156">
                  <c:v>104.15606270000001</c:v>
                </c:pt>
                <c:pt idx="4157">
                  <c:v>104.15606270000001</c:v>
                </c:pt>
                <c:pt idx="4158">
                  <c:v>104.15606270000001</c:v>
                </c:pt>
                <c:pt idx="4159">
                  <c:v>104.15606270000001</c:v>
                </c:pt>
                <c:pt idx="4160">
                  <c:v>104.15606270000001</c:v>
                </c:pt>
                <c:pt idx="4161">
                  <c:v>104.15606270000001</c:v>
                </c:pt>
                <c:pt idx="4162">
                  <c:v>104.15606270000001</c:v>
                </c:pt>
                <c:pt idx="4163">
                  <c:v>104.15606270000001</c:v>
                </c:pt>
                <c:pt idx="4164">
                  <c:v>104.15606270000001</c:v>
                </c:pt>
                <c:pt idx="4165">
                  <c:v>104.15606270000001</c:v>
                </c:pt>
                <c:pt idx="4166">
                  <c:v>104.15606270000001</c:v>
                </c:pt>
                <c:pt idx="4167">
                  <c:v>104.15606270000001</c:v>
                </c:pt>
                <c:pt idx="4168">
                  <c:v>104.15606270000001</c:v>
                </c:pt>
                <c:pt idx="4169">
                  <c:v>104.15606270000001</c:v>
                </c:pt>
                <c:pt idx="4170">
                  <c:v>104.15606270000001</c:v>
                </c:pt>
                <c:pt idx="4171">
                  <c:v>104.15606270000001</c:v>
                </c:pt>
                <c:pt idx="4172">
                  <c:v>104.15606270000001</c:v>
                </c:pt>
                <c:pt idx="4173">
                  <c:v>104.15606270000001</c:v>
                </c:pt>
                <c:pt idx="4174">
                  <c:v>104.15606270000001</c:v>
                </c:pt>
                <c:pt idx="4175">
                  <c:v>104.15606270000001</c:v>
                </c:pt>
                <c:pt idx="4176">
                  <c:v>104.15606270000001</c:v>
                </c:pt>
                <c:pt idx="4177">
                  <c:v>104.15606270000001</c:v>
                </c:pt>
                <c:pt idx="4178">
                  <c:v>104.15606270000001</c:v>
                </c:pt>
                <c:pt idx="4179">
                  <c:v>104.15606270000001</c:v>
                </c:pt>
                <c:pt idx="4180">
                  <c:v>104.15606270000001</c:v>
                </c:pt>
                <c:pt idx="4181">
                  <c:v>104.15606270000001</c:v>
                </c:pt>
                <c:pt idx="4182">
                  <c:v>104.15606270000001</c:v>
                </c:pt>
                <c:pt idx="4183">
                  <c:v>104.15606270000001</c:v>
                </c:pt>
                <c:pt idx="4184">
                  <c:v>104.15606270000001</c:v>
                </c:pt>
                <c:pt idx="4185">
                  <c:v>104.15606270000001</c:v>
                </c:pt>
                <c:pt idx="4186">
                  <c:v>104.15606270000001</c:v>
                </c:pt>
                <c:pt idx="4187">
                  <c:v>104.15606270000001</c:v>
                </c:pt>
                <c:pt idx="4188">
                  <c:v>104.15606270000001</c:v>
                </c:pt>
                <c:pt idx="4189">
                  <c:v>104.15606270000001</c:v>
                </c:pt>
                <c:pt idx="4190">
                  <c:v>104.15606270000001</c:v>
                </c:pt>
                <c:pt idx="4191">
                  <c:v>104.15606270000001</c:v>
                </c:pt>
                <c:pt idx="4192">
                  <c:v>104.15606270000001</c:v>
                </c:pt>
                <c:pt idx="4193">
                  <c:v>104.15606270000001</c:v>
                </c:pt>
                <c:pt idx="4194">
                  <c:v>104.15606270000001</c:v>
                </c:pt>
                <c:pt idx="4195">
                  <c:v>104.15606270000001</c:v>
                </c:pt>
                <c:pt idx="4196">
                  <c:v>104.15606270000001</c:v>
                </c:pt>
                <c:pt idx="4197">
                  <c:v>104.15606270000001</c:v>
                </c:pt>
                <c:pt idx="4198">
                  <c:v>104.15606270000001</c:v>
                </c:pt>
                <c:pt idx="4199">
                  <c:v>104.15606270000001</c:v>
                </c:pt>
                <c:pt idx="4200">
                  <c:v>104.15606270000001</c:v>
                </c:pt>
                <c:pt idx="4201">
                  <c:v>104.15606270000001</c:v>
                </c:pt>
                <c:pt idx="4202">
                  <c:v>104.15606270000001</c:v>
                </c:pt>
                <c:pt idx="4203">
                  <c:v>104.15606270000001</c:v>
                </c:pt>
                <c:pt idx="4204">
                  <c:v>104.15606270000001</c:v>
                </c:pt>
                <c:pt idx="4205">
                  <c:v>104.15606270000001</c:v>
                </c:pt>
                <c:pt idx="4206">
                  <c:v>104.15606270000001</c:v>
                </c:pt>
                <c:pt idx="4207">
                  <c:v>104.15606270000001</c:v>
                </c:pt>
                <c:pt idx="4208">
                  <c:v>104.15606270000001</c:v>
                </c:pt>
                <c:pt idx="4209">
                  <c:v>104.15606270000001</c:v>
                </c:pt>
                <c:pt idx="4210">
                  <c:v>104.15606270000001</c:v>
                </c:pt>
                <c:pt idx="4211">
                  <c:v>104.15606270000001</c:v>
                </c:pt>
                <c:pt idx="4212">
                  <c:v>104.15606270000001</c:v>
                </c:pt>
                <c:pt idx="4213">
                  <c:v>104.15606270000001</c:v>
                </c:pt>
                <c:pt idx="4214">
                  <c:v>104.15606270000001</c:v>
                </c:pt>
                <c:pt idx="4215">
                  <c:v>104.15606270000001</c:v>
                </c:pt>
                <c:pt idx="4216">
                  <c:v>104.15606270000001</c:v>
                </c:pt>
                <c:pt idx="4217">
                  <c:v>104.15606270000001</c:v>
                </c:pt>
                <c:pt idx="4218">
                  <c:v>104.15606270000001</c:v>
                </c:pt>
                <c:pt idx="4219">
                  <c:v>104.15606270000001</c:v>
                </c:pt>
                <c:pt idx="4220">
                  <c:v>104.15606270000001</c:v>
                </c:pt>
                <c:pt idx="4221">
                  <c:v>104.15606270000001</c:v>
                </c:pt>
                <c:pt idx="4222">
                  <c:v>104.15606270000001</c:v>
                </c:pt>
                <c:pt idx="4223">
                  <c:v>104.15606270000001</c:v>
                </c:pt>
                <c:pt idx="4224">
                  <c:v>104.15606270000001</c:v>
                </c:pt>
                <c:pt idx="4225">
                  <c:v>104.15606270000001</c:v>
                </c:pt>
                <c:pt idx="4226">
                  <c:v>104.15606270000001</c:v>
                </c:pt>
                <c:pt idx="4227">
                  <c:v>104.15606270000001</c:v>
                </c:pt>
                <c:pt idx="4228">
                  <c:v>104.15606270000001</c:v>
                </c:pt>
                <c:pt idx="4229">
                  <c:v>104.15606270000001</c:v>
                </c:pt>
                <c:pt idx="4230">
                  <c:v>104.15606270000001</c:v>
                </c:pt>
                <c:pt idx="4231">
                  <c:v>104.15606270000001</c:v>
                </c:pt>
                <c:pt idx="4232">
                  <c:v>104.15606270000001</c:v>
                </c:pt>
                <c:pt idx="4233">
                  <c:v>104.15606270000001</c:v>
                </c:pt>
                <c:pt idx="4234">
                  <c:v>104.15606270000001</c:v>
                </c:pt>
                <c:pt idx="4235">
                  <c:v>104.15606270000001</c:v>
                </c:pt>
                <c:pt idx="4236">
                  <c:v>104.15606270000001</c:v>
                </c:pt>
                <c:pt idx="4237">
                  <c:v>104.15606270000001</c:v>
                </c:pt>
                <c:pt idx="4238">
                  <c:v>104.15606270000001</c:v>
                </c:pt>
                <c:pt idx="4239">
                  <c:v>104.15606270000001</c:v>
                </c:pt>
                <c:pt idx="4240">
                  <c:v>104.15606270000001</c:v>
                </c:pt>
                <c:pt idx="4241">
                  <c:v>104.15606270000001</c:v>
                </c:pt>
                <c:pt idx="4242">
                  <c:v>104.15606270000001</c:v>
                </c:pt>
                <c:pt idx="4243">
                  <c:v>104.15606270000001</c:v>
                </c:pt>
                <c:pt idx="4244">
                  <c:v>104.15606270000001</c:v>
                </c:pt>
                <c:pt idx="4245">
                  <c:v>104.15606270000001</c:v>
                </c:pt>
                <c:pt idx="4246">
                  <c:v>104.15606270000001</c:v>
                </c:pt>
                <c:pt idx="4247">
                  <c:v>104.15606270000001</c:v>
                </c:pt>
                <c:pt idx="4248">
                  <c:v>104.15606270000001</c:v>
                </c:pt>
                <c:pt idx="4249">
                  <c:v>104.15606270000001</c:v>
                </c:pt>
                <c:pt idx="4250">
                  <c:v>104.15606270000001</c:v>
                </c:pt>
                <c:pt idx="4251">
                  <c:v>104.15606270000001</c:v>
                </c:pt>
                <c:pt idx="4252">
                  <c:v>104.15606270000001</c:v>
                </c:pt>
                <c:pt idx="4253">
                  <c:v>104.15606270000001</c:v>
                </c:pt>
                <c:pt idx="4254">
                  <c:v>104.15606270000001</c:v>
                </c:pt>
                <c:pt idx="4255">
                  <c:v>104.15606270000001</c:v>
                </c:pt>
                <c:pt idx="4256">
                  <c:v>104.15606270000001</c:v>
                </c:pt>
                <c:pt idx="4257">
                  <c:v>104.15606270000001</c:v>
                </c:pt>
                <c:pt idx="4258">
                  <c:v>104.15606270000001</c:v>
                </c:pt>
                <c:pt idx="4259">
                  <c:v>104.15606270000001</c:v>
                </c:pt>
                <c:pt idx="4260">
                  <c:v>104.15606270000001</c:v>
                </c:pt>
                <c:pt idx="4261">
                  <c:v>104.15606270000001</c:v>
                </c:pt>
                <c:pt idx="4262">
                  <c:v>104.15606270000001</c:v>
                </c:pt>
                <c:pt idx="4263">
                  <c:v>104.15606270000001</c:v>
                </c:pt>
                <c:pt idx="4264">
                  <c:v>104.15606270000001</c:v>
                </c:pt>
                <c:pt idx="4265">
                  <c:v>104.15606270000001</c:v>
                </c:pt>
                <c:pt idx="4266">
                  <c:v>104.15606270000001</c:v>
                </c:pt>
                <c:pt idx="4267">
                  <c:v>104.15606270000001</c:v>
                </c:pt>
                <c:pt idx="4268">
                  <c:v>104.15606270000001</c:v>
                </c:pt>
                <c:pt idx="4269">
                  <c:v>104.15606270000001</c:v>
                </c:pt>
                <c:pt idx="4270">
                  <c:v>104.15606270000001</c:v>
                </c:pt>
                <c:pt idx="4271">
                  <c:v>104.15606270000001</c:v>
                </c:pt>
                <c:pt idx="4272">
                  <c:v>104.15606270000001</c:v>
                </c:pt>
                <c:pt idx="4273">
                  <c:v>104.15606270000001</c:v>
                </c:pt>
                <c:pt idx="4274">
                  <c:v>104.15606270000001</c:v>
                </c:pt>
                <c:pt idx="4275">
                  <c:v>104.15606270000001</c:v>
                </c:pt>
                <c:pt idx="4276">
                  <c:v>104.15606270000001</c:v>
                </c:pt>
                <c:pt idx="4277">
                  <c:v>104.15606270000001</c:v>
                </c:pt>
                <c:pt idx="4278">
                  <c:v>104.15606270000001</c:v>
                </c:pt>
                <c:pt idx="4279">
                  <c:v>104.15606270000001</c:v>
                </c:pt>
                <c:pt idx="4280">
                  <c:v>104.15606270000001</c:v>
                </c:pt>
                <c:pt idx="4281">
                  <c:v>104.15606270000001</c:v>
                </c:pt>
                <c:pt idx="4282">
                  <c:v>104.15606270000001</c:v>
                </c:pt>
                <c:pt idx="4283">
                  <c:v>104.15606270000001</c:v>
                </c:pt>
                <c:pt idx="4284">
                  <c:v>104.15606270000001</c:v>
                </c:pt>
                <c:pt idx="4285">
                  <c:v>104.15606270000001</c:v>
                </c:pt>
                <c:pt idx="4286">
                  <c:v>104.15606270000001</c:v>
                </c:pt>
                <c:pt idx="4287">
                  <c:v>104.15606270000001</c:v>
                </c:pt>
                <c:pt idx="4288">
                  <c:v>104.15606270000001</c:v>
                </c:pt>
                <c:pt idx="4289">
                  <c:v>104.15606270000001</c:v>
                </c:pt>
                <c:pt idx="4290">
                  <c:v>104.15606270000001</c:v>
                </c:pt>
                <c:pt idx="4291">
                  <c:v>104.15606270000001</c:v>
                </c:pt>
                <c:pt idx="4292">
                  <c:v>104.15606270000001</c:v>
                </c:pt>
                <c:pt idx="4293">
                  <c:v>104.15606270000001</c:v>
                </c:pt>
                <c:pt idx="4294">
                  <c:v>104.15606270000001</c:v>
                </c:pt>
                <c:pt idx="4295">
                  <c:v>104.15606270000001</c:v>
                </c:pt>
                <c:pt idx="4296">
                  <c:v>104.15606270000001</c:v>
                </c:pt>
                <c:pt idx="4297">
                  <c:v>104.15606270000001</c:v>
                </c:pt>
                <c:pt idx="4298">
                  <c:v>104.15606270000001</c:v>
                </c:pt>
                <c:pt idx="4299">
                  <c:v>104.15606270000001</c:v>
                </c:pt>
                <c:pt idx="4300">
                  <c:v>104.15606270000001</c:v>
                </c:pt>
                <c:pt idx="4301">
                  <c:v>104.15606270000001</c:v>
                </c:pt>
                <c:pt idx="4302">
                  <c:v>104.15606270000001</c:v>
                </c:pt>
                <c:pt idx="4303">
                  <c:v>104.15606270000001</c:v>
                </c:pt>
                <c:pt idx="4304">
                  <c:v>104.15606270000001</c:v>
                </c:pt>
                <c:pt idx="4305">
                  <c:v>104.15606270000001</c:v>
                </c:pt>
                <c:pt idx="4306">
                  <c:v>104.15606270000001</c:v>
                </c:pt>
                <c:pt idx="4307">
                  <c:v>104.15606270000001</c:v>
                </c:pt>
                <c:pt idx="4308">
                  <c:v>104.15606270000001</c:v>
                </c:pt>
                <c:pt idx="4309">
                  <c:v>104.15606270000001</c:v>
                </c:pt>
                <c:pt idx="4310">
                  <c:v>104.15606270000001</c:v>
                </c:pt>
                <c:pt idx="4311">
                  <c:v>104.15606270000001</c:v>
                </c:pt>
                <c:pt idx="4312">
                  <c:v>104.15606270000001</c:v>
                </c:pt>
                <c:pt idx="4313">
                  <c:v>104.15606270000001</c:v>
                </c:pt>
                <c:pt idx="4314">
                  <c:v>104.15606270000001</c:v>
                </c:pt>
                <c:pt idx="4315">
                  <c:v>104.15606270000001</c:v>
                </c:pt>
                <c:pt idx="4316">
                  <c:v>104.15606270000001</c:v>
                </c:pt>
                <c:pt idx="4317">
                  <c:v>104.15606270000001</c:v>
                </c:pt>
                <c:pt idx="4318">
                  <c:v>104.15606270000001</c:v>
                </c:pt>
                <c:pt idx="4319">
                  <c:v>104.15606270000001</c:v>
                </c:pt>
                <c:pt idx="4320">
                  <c:v>104.15606270000001</c:v>
                </c:pt>
                <c:pt idx="4321">
                  <c:v>104.15606270000001</c:v>
                </c:pt>
                <c:pt idx="4322">
                  <c:v>104.15606270000001</c:v>
                </c:pt>
                <c:pt idx="4323">
                  <c:v>104.15606270000001</c:v>
                </c:pt>
                <c:pt idx="4324">
                  <c:v>104.15606270000001</c:v>
                </c:pt>
                <c:pt idx="4325">
                  <c:v>104.15606270000001</c:v>
                </c:pt>
                <c:pt idx="4326">
                  <c:v>104.15606270000001</c:v>
                </c:pt>
                <c:pt idx="4327">
                  <c:v>104.15606270000001</c:v>
                </c:pt>
                <c:pt idx="4328">
                  <c:v>104.15606270000001</c:v>
                </c:pt>
                <c:pt idx="4329">
                  <c:v>104.15606270000001</c:v>
                </c:pt>
                <c:pt idx="4330">
                  <c:v>104.15606270000001</c:v>
                </c:pt>
                <c:pt idx="4331">
                  <c:v>104.15606270000001</c:v>
                </c:pt>
                <c:pt idx="4332">
                  <c:v>104.15606270000001</c:v>
                </c:pt>
                <c:pt idx="4333">
                  <c:v>104.15606270000001</c:v>
                </c:pt>
                <c:pt idx="4334">
                  <c:v>104.15606270000001</c:v>
                </c:pt>
                <c:pt idx="4335">
                  <c:v>104.15606270000001</c:v>
                </c:pt>
                <c:pt idx="4336">
                  <c:v>104.15606270000001</c:v>
                </c:pt>
                <c:pt idx="4337">
                  <c:v>104.15606270000001</c:v>
                </c:pt>
                <c:pt idx="4338">
                  <c:v>104.15606270000001</c:v>
                </c:pt>
                <c:pt idx="4339">
                  <c:v>104.15606270000001</c:v>
                </c:pt>
                <c:pt idx="4340">
                  <c:v>104.15606270000001</c:v>
                </c:pt>
                <c:pt idx="4341">
                  <c:v>104.15606270000001</c:v>
                </c:pt>
                <c:pt idx="4342">
                  <c:v>104.15606270000001</c:v>
                </c:pt>
                <c:pt idx="4343">
                  <c:v>104.15606270000001</c:v>
                </c:pt>
                <c:pt idx="4344">
                  <c:v>104.15606270000001</c:v>
                </c:pt>
                <c:pt idx="4345">
                  <c:v>104.15606270000001</c:v>
                </c:pt>
                <c:pt idx="4346">
                  <c:v>104.15606270000001</c:v>
                </c:pt>
                <c:pt idx="4347">
                  <c:v>104.15606270000001</c:v>
                </c:pt>
                <c:pt idx="4348">
                  <c:v>104.15606270000001</c:v>
                </c:pt>
                <c:pt idx="4349">
                  <c:v>104.15606270000001</c:v>
                </c:pt>
                <c:pt idx="4350">
                  <c:v>104.15606270000001</c:v>
                </c:pt>
                <c:pt idx="4351">
                  <c:v>104.15606270000001</c:v>
                </c:pt>
                <c:pt idx="4352">
                  <c:v>104.15606270000001</c:v>
                </c:pt>
                <c:pt idx="4353">
                  <c:v>104.15606270000001</c:v>
                </c:pt>
                <c:pt idx="4354">
                  <c:v>104.15606270000001</c:v>
                </c:pt>
                <c:pt idx="4355">
                  <c:v>104.15606270000001</c:v>
                </c:pt>
                <c:pt idx="4356">
                  <c:v>104.15606270000001</c:v>
                </c:pt>
                <c:pt idx="4357">
                  <c:v>104.15606270000001</c:v>
                </c:pt>
                <c:pt idx="4358">
                  <c:v>104.15606270000001</c:v>
                </c:pt>
                <c:pt idx="4359">
                  <c:v>104.15606270000001</c:v>
                </c:pt>
                <c:pt idx="4360">
                  <c:v>104.15606270000001</c:v>
                </c:pt>
                <c:pt idx="4361">
                  <c:v>104.15606270000001</c:v>
                </c:pt>
                <c:pt idx="4362">
                  <c:v>104.15606270000001</c:v>
                </c:pt>
                <c:pt idx="4363">
                  <c:v>104.15606270000001</c:v>
                </c:pt>
                <c:pt idx="4364">
                  <c:v>104.15606270000001</c:v>
                </c:pt>
                <c:pt idx="4365">
                  <c:v>104.15606270000001</c:v>
                </c:pt>
                <c:pt idx="4366">
                  <c:v>104.15606270000001</c:v>
                </c:pt>
                <c:pt idx="4367">
                  <c:v>104.15606270000001</c:v>
                </c:pt>
                <c:pt idx="4368">
                  <c:v>104.15606270000001</c:v>
                </c:pt>
                <c:pt idx="4369">
                  <c:v>104.15606270000001</c:v>
                </c:pt>
                <c:pt idx="4370">
                  <c:v>104.15606270000001</c:v>
                </c:pt>
                <c:pt idx="4371">
                  <c:v>104.15606270000001</c:v>
                </c:pt>
                <c:pt idx="4372">
                  <c:v>104.15606270000001</c:v>
                </c:pt>
                <c:pt idx="4373">
                  <c:v>104.15606270000001</c:v>
                </c:pt>
                <c:pt idx="4374">
                  <c:v>104.15606270000001</c:v>
                </c:pt>
                <c:pt idx="4375">
                  <c:v>104.15606270000001</c:v>
                </c:pt>
                <c:pt idx="4376">
                  <c:v>104.15606270000001</c:v>
                </c:pt>
                <c:pt idx="4377">
                  <c:v>104.15606270000001</c:v>
                </c:pt>
                <c:pt idx="4378">
                  <c:v>104.15606270000001</c:v>
                </c:pt>
                <c:pt idx="4379">
                  <c:v>104.15606270000001</c:v>
                </c:pt>
                <c:pt idx="4380">
                  <c:v>104.15606270000001</c:v>
                </c:pt>
                <c:pt idx="4381">
                  <c:v>104.15606270000001</c:v>
                </c:pt>
                <c:pt idx="4382">
                  <c:v>104.15606270000001</c:v>
                </c:pt>
                <c:pt idx="4383">
                  <c:v>104.15606270000001</c:v>
                </c:pt>
                <c:pt idx="4384">
                  <c:v>104.15606270000001</c:v>
                </c:pt>
                <c:pt idx="4385">
                  <c:v>104.15606270000001</c:v>
                </c:pt>
                <c:pt idx="4386">
                  <c:v>104.15606270000001</c:v>
                </c:pt>
                <c:pt idx="4387">
                  <c:v>104.15606270000001</c:v>
                </c:pt>
                <c:pt idx="4388">
                  <c:v>104.15606270000001</c:v>
                </c:pt>
                <c:pt idx="4389">
                  <c:v>104.15606270000001</c:v>
                </c:pt>
                <c:pt idx="4390">
                  <c:v>104.15606270000001</c:v>
                </c:pt>
                <c:pt idx="4391">
                  <c:v>104.15606270000001</c:v>
                </c:pt>
                <c:pt idx="4392">
                  <c:v>104.15606270000001</c:v>
                </c:pt>
                <c:pt idx="4393">
                  <c:v>104.15606270000001</c:v>
                </c:pt>
                <c:pt idx="4394">
                  <c:v>104.15606270000001</c:v>
                </c:pt>
                <c:pt idx="4395">
                  <c:v>104.15606270000001</c:v>
                </c:pt>
                <c:pt idx="4396">
                  <c:v>104.15606270000001</c:v>
                </c:pt>
                <c:pt idx="4397">
                  <c:v>104.15606270000001</c:v>
                </c:pt>
                <c:pt idx="4398">
                  <c:v>104.15606270000001</c:v>
                </c:pt>
                <c:pt idx="4399">
                  <c:v>104.15606270000001</c:v>
                </c:pt>
                <c:pt idx="4400">
                  <c:v>104.15606270000001</c:v>
                </c:pt>
                <c:pt idx="4401">
                  <c:v>104.15606270000001</c:v>
                </c:pt>
                <c:pt idx="4402">
                  <c:v>104.15606270000001</c:v>
                </c:pt>
                <c:pt idx="4403">
                  <c:v>104.15606270000001</c:v>
                </c:pt>
                <c:pt idx="4404">
                  <c:v>104.15606270000001</c:v>
                </c:pt>
                <c:pt idx="4405">
                  <c:v>104.15606270000001</c:v>
                </c:pt>
                <c:pt idx="4406">
                  <c:v>104.15606270000001</c:v>
                </c:pt>
                <c:pt idx="4407">
                  <c:v>104.15606270000001</c:v>
                </c:pt>
                <c:pt idx="4408">
                  <c:v>104.15606270000001</c:v>
                </c:pt>
                <c:pt idx="4409">
                  <c:v>104.15606270000001</c:v>
                </c:pt>
                <c:pt idx="4410">
                  <c:v>104.15606270000001</c:v>
                </c:pt>
                <c:pt idx="4411">
                  <c:v>104.15606270000001</c:v>
                </c:pt>
                <c:pt idx="4412">
                  <c:v>104.15606270000001</c:v>
                </c:pt>
                <c:pt idx="4413">
                  <c:v>104.15606270000001</c:v>
                </c:pt>
                <c:pt idx="4414">
                  <c:v>104.15606270000001</c:v>
                </c:pt>
                <c:pt idx="4415">
                  <c:v>104.15606270000001</c:v>
                </c:pt>
                <c:pt idx="4416">
                  <c:v>104.15606270000001</c:v>
                </c:pt>
                <c:pt idx="4417">
                  <c:v>104.15606270000001</c:v>
                </c:pt>
                <c:pt idx="4418">
                  <c:v>104.15606270000001</c:v>
                </c:pt>
                <c:pt idx="4419">
                  <c:v>104.15606270000001</c:v>
                </c:pt>
                <c:pt idx="4420">
                  <c:v>104.15606270000001</c:v>
                </c:pt>
                <c:pt idx="4421">
                  <c:v>104.15606270000001</c:v>
                </c:pt>
                <c:pt idx="4422">
                  <c:v>104.15606270000001</c:v>
                </c:pt>
                <c:pt idx="4423">
                  <c:v>104.15606270000001</c:v>
                </c:pt>
                <c:pt idx="4424">
                  <c:v>104.15606270000001</c:v>
                </c:pt>
                <c:pt idx="4425">
                  <c:v>104.15606270000001</c:v>
                </c:pt>
                <c:pt idx="4426">
                  <c:v>104.15606270000001</c:v>
                </c:pt>
                <c:pt idx="4427">
                  <c:v>104.15606270000001</c:v>
                </c:pt>
                <c:pt idx="4428">
                  <c:v>104.15606270000001</c:v>
                </c:pt>
                <c:pt idx="4429">
                  <c:v>104.15606270000001</c:v>
                </c:pt>
                <c:pt idx="4430">
                  <c:v>104.15606270000001</c:v>
                </c:pt>
                <c:pt idx="4431">
                  <c:v>104.15606270000001</c:v>
                </c:pt>
                <c:pt idx="4432">
                  <c:v>104.15606270000001</c:v>
                </c:pt>
                <c:pt idx="4433">
                  <c:v>104.15606270000001</c:v>
                </c:pt>
                <c:pt idx="4434">
                  <c:v>104.15606270000001</c:v>
                </c:pt>
                <c:pt idx="4435">
                  <c:v>104.15606270000001</c:v>
                </c:pt>
                <c:pt idx="4436">
                  <c:v>104.15606270000001</c:v>
                </c:pt>
                <c:pt idx="4437">
                  <c:v>104.15606270000001</c:v>
                </c:pt>
                <c:pt idx="4438">
                  <c:v>104.15606270000001</c:v>
                </c:pt>
                <c:pt idx="4439">
                  <c:v>104.15606270000001</c:v>
                </c:pt>
                <c:pt idx="4440">
                  <c:v>104.15606270000001</c:v>
                </c:pt>
                <c:pt idx="4441">
                  <c:v>104.15606270000001</c:v>
                </c:pt>
                <c:pt idx="4442">
                  <c:v>104.15606270000001</c:v>
                </c:pt>
                <c:pt idx="4443">
                  <c:v>104.15606270000001</c:v>
                </c:pt>
                <c:pt idx="4444">
                  <c:v>104.15606270000001</c:v>
                </c:pt>
                <c:pt idx="4445">
                  <c:v>104.15606270000001</c:v>
                </c:pt>
                <c:pt idx="4446">
                  <c:v>104.15606270000001</c:v>
                </c:pt>
                <c:pt idx="4447">
                  <c:v>104.15606270000001</c:v>
                </c:pt>
                <c:pt idx="4448">
                  <c:v>104.15606270000001</c:v>
                </c:pt>
                <c:pt idx="4449">
                  <c:v>104.15606270000001</c:v>
                </c:pt>
                <c:pt idx="4450">
                  <c:v>104.15606270000001</c:v>
                </c:pt>
                <c:pt idx="4451">
                  <c:v>104.15606270000001</c:v>
                </c:pt>
                <c:pt idx="4452">
                  <c:v>104.15606270000001</c:v>
                </c:pt>
                <c:pt idx="4453">
                  <c:v>104.15606270000001</c:v>
                </c:pt>
                <c:pt idx="4454">
                  <c:v>104.15606270000001</c:v>
                </c:pt>
                <c:pt idx="4455">
                  <c:v>104.15606270000001</c:v>
                </c:pt>
                <c:pt idx="4456">
                  <c:v>104.15606270000001</c:v>
                </c:pt>
                <c:pt idx="4457">
                  <c:v>104.15606270000001</c:v>
                </c:pt>
                <c:pt idx="4458">
                  <c:v>104.15606270000001</c:v>
                </c:pt>
                <c:pt idx="4459">
                  <c:v>104.15606270000001</c:v>
                </c:pt>
                <c:pt idx="4460">
                  <c:v>104.15606270000001</c:v>
                </c:pt>
                <c:pt idx="4461">
                  <c:v>104.15606270000001</c:v>
                </c:pt>
                <c:pt idx="4462">
                  <c:v>104.15606270000001</c:v>
                </c:pt>
                <c:pt idx="4463">
                  <c:v>104.15606270000001</c:v>
                </c:pt>
                <c:pt idx="4464">
                  <c:v>104.15606270000001</c:v>
                </c:pt>
                <c:pt idx="4465">
                  <c:v>104.15606270000001</c:v>
                </c:pt>
                <c:pt idx="4466">
                  <c:v>104.15606270000001</c:v>
                </c:pt>
                <c:pt idx="4467">
                  <c:v>104.15606270000001</c:v>
                </c:pt>
                <c:pt idx="4468">
                  <c:v>104.15606270000001</c:v>
                </c:pt>
                <c:pt idx="4469">
                  <c:v>104.15606270000001</c:v>
                </c:pt>
                <c:pt idx="4470">
                  <c:v>104.15606270000001</c:v>
                </c:pt>
                <c:pt idx="4471">
                  <c:v>104.15606270000001</c:v>
                </c:pt>
                <c:pt idx="4472">
                  <c:v>104.15606270000001</c:v>
                </c:pt>
                <c:pt idx="4473">
                  <c:v>104.15606270000001</c:v>
                </c:pt>
                <c:pt idx="4474">
                  <c:v>104.15606270000001</c:v>
                </c:pt>
                <c:pt idx="4475">
                  <c:v>104.15606270000001</c:v>
                </c:pt>
                <c:pt idx="4476">
                  <c:v>104.15606270000001</c:v>
                </c:pt>
                <c:pt idx="4477">
                  <c:v>104.15606270000001</c:v>
                </c:pt>
                <c:pt idx="4478">
                  <c:v>104.15606270000001</c:v>
                </c:pt>
                <c:pt idx="4479">
                  <c:v>104.15606270000001</c:v>
                </c:pt>
                <c:pt idx="4480">
                  <c:v>104.15606270000001</c:v>
                </c:pt>
                <c:pt idx="4481">
                  <c:v>104.15606270000001</c:v>
                </c:pt>
                <c:pt idx="4482">
                  <c:v>104.15606270000001</c:v>
                </c:pt>
                <c:pt idx="4483">
                  <c:v>104.15606270000001</c:v>
                </c:pt>
                <c:pt idx="4484">
                  <c:v>104.15606270000001</c:v>
                </c:pt>
                <c:pt idx="4485">
                  <c:v>104.15606270000001</c:v>
                </c:pt>
                <c:pt idx="4486">
                  <c:v>104.15606270000001</c:v>
                </c:pt>
                <c:pt idx="4487">
                  <c:v>104.15606270000001</c:v>
                </c:pt>
                <c:pt idx="4488">
                  <c:v>104.15606270000001</c:v>
                </c:pt>
                <c:pt idx="4489">
                  <c:v>104.15606270000001</c:v>
                </c:pt>
                <c:pt idx="4490">
                  <c:v>104.15606270000001</c:v>
                </c:pt>
                <c:pt idx="4491">
                  <c:v>104.15606270000001</c:v>
                </c:pt>
                <c:pt idx="4492">
                  <c:v>104.15606270000001</c:v>
                </c:pt>
                <c:pt idx="4493">
                  <c:v>104.15606270000001</c:v>
                </c:pt>
                <c:pt idx="4494">
                  <c:v>104.15606270000001</c:v>
                </c:pt>
                <c:pt idx="4495">
                  <c:v>116.880306</c:v>
                </c:pt>
                <c:pt idx="4496">
                  <c:v>116.880306</c:v>
                </c:pt>
                <c:pt idx="4497">
                  <c:v>116.880306</c:v>
                </c:pt>
                <c:pt idx="4498">
                  <c:v>116.880306</c:v>
                </c:pt>
                <c:pt idx="4499">
                  <c:v>116.880306</c:v>
                </c:pt>
                <c:pt idx="4500">
                  <c:v>116.880306</c:v>
                </c:pt>
                <c:pt idx="4501">
                  <c:v>116.880306</c:v>
                </c:pt>
                <c:pt idx="4502">
                  <c:v>116.880306</c:v>
                </c:pt>
                <c:pt idx="4503">
                  <c:v>116.880306</c:v>
                </c:pt>
                <c:pt idx="4504">
                  <c:v>116.880306</c:v>
                </c:pt>
                <c:pt idx="4505">
                  <c:v>116.880306</c:v>
                </c:pt>
                <c:pt idx="4506">
                  <c:v>116.880306</c:v>
                </c:pt>
                <c:pt idx="4507">
                  <c:v>116.880306</c:v>
                </c:pt>
                <c:pt idx="4508">
                  <c:v>116.880306</c:v>
                </c:pt>
                <c:pt idx="4509">
                  <c:v>116.880306</c:v>
                </c:pt>
                <c:pt idx="4510">
                  <c:v>116.880306</c:v>
                </c:pt>
                <c:pt idx="4511">
                  <c:v>116.880306</c:v>
                </c:pt>
                <c:pt idx="4512">
                  <c:v>116.880306</c:v>
                </c:pt>
                <c:pt idx="4513">
                  <c:v>116.880306</c:v>
                </c:pt>
                <c:pt idx="4514">
                  <c:v>116.880306</c:v>
                </c:pt>
                <c:pt idx="4515">
                  <c:v>116.880306</c:v>
                </c:pt>
                <c:pt idx="4516">
                  <c:v>116.880306</c:v>
                </c:pt>
                <c:pt idx="4517">
                  <c:v>116.880306</c:v>
                </c:pt>
                <c:pt idx="4518">
                  <c:v>116.880306</c:v>
                </c:pt>
                <c:pt idx="4519">
                  <c:v>116.880306</c:v>
                </c:pt>
                <c:pt idx="4520">
                  <c:v>116.880306</c:v>
                </c:pt>
                <c:pt idx="4521">
                  <c:v>116.880306</c:v>
                </c:pt>
                <c:pt idx="4522">
                  <c:v>116.880306</c:v>
                </c:pt>
                <c:pt idx="4523">
                  <c:v>117.7711485</c:v>
                </c:pt>
                <c:pt idx="4524">
                  <c:v>117.7711485</c:v>
                </c:pt>
                <c:pt idx="4525">
                  <c:v>117.7711485</c:v>
                </c:pt>
                <c:pt idx="4526">
                  <c:v>117.8929246</c:v>
                </c:pt>
                <c:pt idx="4527">
                  <c:v>117.8929246</c:v>
                </c:pt>
                <c:pt idx="4528">
                  <c:v>117.8929246</c:v>
                </c:pt>
                <c:pt idx="4529">
                  <c:v>117.8929246</c:v>
                </c:pt>
                <c:pt idx="4530">
                  <c:v>117.8929246</c:v>
                </c:pt>
                <c:pt idx="4531">
                  <c:v>117.8929246</c:v>
                </c:pt>
                <c:pt idx="4532">
                  <c:v>128.05239599999999</c:v>
                </c:pt>
                <c:pt idx="4533">
                  <c:v>128.05239599999999</c:v>
                </c:pt>
                <c:pt idx="4534">
                  <c:v>128.05239599999999</c:v>
                </c:pt>
                <c:pt idx="4535">
                  <c:v>128.05239599999999</c:v>
                </c:pt>
                <c:pt idx="4536">
                  <c:v>128.05239599999999</c:v>
                </c:pt>
                <c:pt idx="4537">
                  <c:v>128.05239599999999</c:v>
                </c:pt>
                <c:pt idx="4538">
                  <c:v>128.05239599999999</c:v>
                </c:pt>
                <c:pt idx="4539">
                  <c:v>128.05239599999999</c:v>
                </c:pt>
                <c:pt idx="4540">
                  <c:v>128.05239599999999</c:v>
                </c:pt>
                <c:pt idx="4541">
                  <c:v>128.05239599999999</c:v>
                </c:pt>
                <c:pt idx="4542">
                  <c:v>128.05239599999999</c:v>
                </c:pt>
                <c:pt idx="4543">
                  <c:v>128.05239599999999</c:v>
                </c:pt>
                <c:pt idx="4544">
                  <c:v>128.05239599999999</c:v>
                </c:pt>
                <c:pt idx="4545">
                  <c:v>128.05239599999999</c:v>
                </c:pt>
                <c:pt idx="4546">
                  <c:v>128.05239599999999</c:v>
                </c:pt>
                <c:pt idx="4547">
                  <c:v>128.05239599999999</c:v>
                </c:pt>
                <c:pt idx="4548">
                  <c:v>128.05239599999999</c:v>
                </c:pt>
                <c:pt idx="4549">
                  <c:v>128.05239599999999</c:v>
                </c:pt>
                <c:pt idx="4550">
                  <c:v>128.05239599999999</c:v>
                </c:pt>
                <c:pt idx="4551">
                  <c:v>128.05239599999999</c:v>
                </c:pt>
                <c:pt idx="4552">
                  <c:v>128.05239599999999</c:v>
                </c:pt>
                <c:pt idx="4553">
                  <c:v>128.05239599999999</c:v>
                </c:pt>
                <c:pt idx="4554">
                  <c:v>128.05239599999999</c:v>
                </c:pt>
                <c:pt idx="4555">
                  <c:v>128.05239599999999</c:v>
                </c:pt>
                <c:pt idx="4556">
                  <c:v>128.05239599999999</c:v>
                </c:pt>
                <c:pt idx="4557">
                  <c:v>128.05239599999999</c:v>
                </c:pt>
                <c:pt idx="4558">
                  <c:v>128.05239599999999</c:v>
                </c:pt>
                <c:pt idx="4559">
                  <c:v>128.05239599999999</c:v>
                </c:pt>
                <c:pt idx="4560">
                  <c:v>128.05239599999999</c:v>
                </c:pt>
                <c:pt idx="4561">
                  <c:v>128.05239599999999</c:v>
                </c:pt>
                <c:pt idx="4562">
                  <c:v>128.05239599999999</c:v>
                </c:pt>
                <c:pt idx="4563">
                  <c:v>128.05239599999999</c:v>
                </c:pt>
                <c:pt idx="4564">
                  <c:v>128.05239599999999</c:v>
                </c:pt>
                <c:pt idx="4565">
                  <c:v>128.05239599999999</c:v>
                </c:pt>
                <c:pt idx="4566">
                  <c:v>128.05239599999999</c:v>
                </c:pt>
                <c:pt idx="4567">
                  <c:v>128.05239599999999</c:v>
                </c:pt>
                <c:pt idx="4568">
                  <c:v>128.05239599999999</c:v>
                </c:pt>
                <c:pt idx="4569">
                  <c:v>128.05239599999999</c:v>
                </c:pt>
                <c:pt idx="4570">
                  <c:v>128.05239599999999</c:v>
                </c:pt>
                <c:pt idx="4571">
                  <c:v>128.05239599999999</c:v>
                </c:pt>
                <c:pt idx="4572">
                  <c:v>128.05239599999999</c:v>
                </c:pt>
                <c:pt idx="4573">
                  <c:v>128.05239599999999</c:v>
                </c:pt>
                <c:pt idx="4574">
                  <c:v>128.05239599999999</c:v>
                </c:pt>
                <c:pt idx="4575">
                  <c:v>128.05239599999999</c:v>
                </c:pt>
                <c:pt idx="4576">
                  <c:v>128.05239599999999</c:v>
                </c:pt>
                <c:pt idx="4577">
                  <c:v>128.05239599999999</c:v>
                </c:pt>
                <c:pt idx="4578">
                  <c:v>128.05239599999999</c:v>
                </c:pt>
                <c:pt idx="4579">
                  <c:v>128.05239599999999</c:v>
                </c:pt>
                <c:pt idx="4580">
                  <c:v>128.05239599999999</c:v>
                </c:pt>
                <c:pt idx="4581">
                  <c:v>128.05239599999999</c:v>
                </c:pt>
                <c:pt idx="4582">
                  <c:v>128.05239599999999</c:v>
                </c:pt>
                <c:pt idx="4583">
                  <c:v>128.05239599999999</c:v>
                </c:pt>
                <c:pt idx="4584">
                  <c:v>128.05239599999999</c:v>
                </c:pt>
                <c:pt idx="4585">
                  <c:v>128.05239599999999</c:v>
                </c:pt>
                <c:pt idx="4586">
                  <c:v>128.05239599999999</c:v>
                </c:pt>
                <c:pt idx="4587">
                  <c:v>128.05239599999999</c:v>
                </c:pt>
                <c:pt idx="4588">
                  <c:v>128.05239599999999</c:v>
                </c:pt>
                <c:pt idx="4589">
                  <c:v>128.05239599999999</c:v>
                </c:pt>
                <c:pt idx="4590">
                  <c:v>128.05239599999999</c:v>
                </c:pt>
                <c:pt idx="4591">
                  <c:v>128.05239599999999</c:v>
                </c:pt>
                <c:pt idx="4592">
                  <c:v>128.05239599999999</c:v>
                </c:pt>
                <c:pt idx="4593">
                  <c:v>128.05239599999999</c:v>
                </c:pt>
                <c:pt idx="4594">
                  <c:v>128.05239599999999</c:v>
                </c:pt>
                <c:pt idx="4595">
                  <c:v>128.05239599999999</c:v>
                </c:pt>
                <c:pt idx="4596">
                  <c:v>128.05239599999999</c:v>
                </c:pt>
                <c:pt idx="4597">
                  <c:v>128.05239599999999</c:v>
                </c:pt>
                <c:pt idx="4598">
                  <c:v>128.05239599999999</c:v>
                </c:pt>
                <c:pt idx="4599">
                  <c:v>128.05239599999999</c:v>
                </c:pt>
                <c:pt idx="4600">
                  <c:v>128.05239599999999</c:v>
                </c:pt>
                <c:pt idx="4601">
                  <c:v>128.05239599999999</c:v>
                </c:pt>
                <c:pt idx="4602">
                  <c:v>128.05239599999999</c:v>
                </c:pt>
                <c:pt idx="4603">
                  <c:v>128.05239599999999</c:v>
                </c:pt>
                <c:pt idx="4604">
                  <c:v>128.05239599999999</c:v>
                </c:pt>
                <c:pt idx="4605">
                  <c:v>128.05239599999999</c:v>
                </c:pt>
                <c:pt idx="4606">
                  <c:v>128.05239599999999</c:v>
                </c:pt>
                <c:pt idx="4607">
                  <c:v>128.05239599999999</c:v>
                </c:pt>
                <c:pt idx="4608">
                  <c:v>128.05239599999999</c:v>
                </c:pt>
                <c:pt idx="4609">
                  <c:v>128.05239599999999</c:v>
                </c:pt>
                <c:pt idx="4610">
                  <c:v>128.05239599999999</c:v>
                </c:pt>
                <c:pt idx="4611">
                  <c:v>128.05239599999999</c:v>
                </c:pt>
                <c:pt idx="4612">
                  <c:v>128.05239599999999</c:v>
                </c:pt>
                <c:pt idx="4613">
                  <c:v>128.05239599999999</c:v>
                </c:pt>
                <c:pt idx="4614">
                  <c:v>128.05239599999999</c:v>
                </c:pt>
                <c:pt idx="4615">
                  <c:v>128.05239599999999</c:v>
                </c:pt>
                <c:pt idx="4616">
                  <c:v>128.05239599999999</c:v>
                </c:pt>
                <c:pt idx="4617">
                  <c:v>128.05239599999999</c:v>
                </c:pt>
                <c:pt idx="4618">
                  <c:v>128.05239599999999</c:v>
                </c:pt>
                <c:pt idx="4619">
                  <c:v>128.05239599999999</c:v>
                </c:pt>
                <c:pt idx="4620">
                  <c:v>128.05239599999999</c:v>
                </c:pt>
                <c:pt idx="4621">
                  <c:v>128.05239599999999</c:v>
                </c:pt>
                <c:pt idx="4622">
                  <c:v>128.05239599999999</c:v>
                </c:pt>
                <c:pt idx="4623">
                  <c:v>128.05239599999999</c:v>
                </c:pt>
                <c:pt idx="4624">
                  <c:v>128.05239599999999</c:v>
                </c:pt>
                <c:pt idx="4625">
                  <c:v>128.05239599999999</c:v>
                </c:pt>
                <c:pt idx="4626">
                  <c:v>128.05239599999999</c:v>
                </c:pt>
                <c:pt idx="4627">
                  <c:v>128.05239599999999</c:v>
                </c:pt>
                <c:pt idx="4628">
                  <c:v>128.05239599999999</c:v>
                </c:pt>
                <c:pt idx="4629">
                  <c:v>128.05239599999999</c:v>
                </c:pt>
                <c:pt idx="4630">
                  <c:v>128.05239599999999</c:v>
                </c:pt>
                <c:pt idx="4631">
                  <c:v>128.05239599999999</c:v>
                </c:pt>
                <c:pt idx="4632">
                  <c:v>128.05239599999999</c:v>
                </c:pt>
                <c:pt idx="4633">
                  <c:v>128.05239599999999</c:v>
                </c:pt>
                <c:pt idx="4634">
                  <c:v>128.05239599999999</c:v>
                </c:pt>
                <c:pt idx="4635">
                  <c:v>128.05239599999999</c:v>
                </c:pt>
                <c:pt idx="4636">
                  <c:v>128.05239599999999</c:v>
                </c:pt>
                <c:pt idx="4637">
                  <c:v>128.05239599999999</c:v>
                </c:pt>
                <c:pt idx="4638">
                  <c:v>128.05239599999999</c:v>
                </c:pt>
                <c:pt idx="4639">
                  <c:v>128.05239599999999</c:v>
                </c:pt>
                <c:pt idx="4640">
                  <c:v>128.05239599999999</c:v>
                </c:pt>
                <c:pt idx="4641">
                  <c:v>128.05239599999999</c:v>
                </c:pt>
                <c:pt idx="4642">
                  <c:v>128.05239599999999</c:v>
                </c:pt>
                <c:pt idx="4643">
                  <c:v>128.05239599999999</c:v>
                </c:pt>
                <c:pt idx="4644">
                  <c:v>128.05239599999999</c:v>
                </c:pt>
                <c:pt idx="4645">
                  <c:v>128.05239599999999</c:v>
                </c:pt>
                <c:pt idx="4646">
                  <c:v>128.05239599999999</c:v>
                </c:pt>
                <c:pt idx="4647">
                  <c:v>128.05239599999999</c:v>
                </c:pt>
                <c:pt idx="4648">
                  <c:v>128.05239599999999</c:v>
                </c:pt>
                <c:pt idx="4649">
                  <c:v>128.05239599999999</c:v>
                </c:pt>
                <c:pt idx="4650">
                  <c:v>128.05239599999999</c:v>
                </c:pt>
                <c:pt idx="4651">
                  <c:v>128.05239599999999</c:v>
                </c:pt>
                <c:pt idx="4652">
                  <c:v>128.05239599999999</c:v>
                </c:pt>
                <c:pt idx="4653">
                  <c:v>128.05239599999999</c:v>
                </c:pt>
                <c:pt idx="4654">
                  <c:v>128.05239599999999</c:v>
                </c:pt>
                <c:pt idx="4655">
                  <c:v>128.05239599999999</c:v>
                </c:pt>
                <c:pt idx="4656">
                  <c:v>128.05239599999999</c:v>
                </c:pt>
                <c:pt idx="4657">
                  <c:v>128.05239599999999</c:v>
                </c:pt>
                <c:pt idx="4658">
                  <c:v>128.05239599999999</c:v>
                </c:pt>
                <c:pt idx="4659">
                  <c:v>128.05239599999999</c:v>
                </c:pt>
                <c:pt idx="4660">
                  <c:v>128.05239599999999</c:v>
                </c:pt>
                <c:pt idx="4661">
                  <c:v>128.05239599999999</c:v>
                </c:pt>
                <c:pt idx="4662">
                  <c:v>128.05239599999999</c:v>
                </c:pt>
                <c:pt idx="4663">
                  <c:v>128.05239599999999</c:v>
                </c:pt>
                <c:pt idx="4664">
                  <c:v>128.05239599999999</c:v>
                </c:pt>
                <c:pt idx="4665">
                  <c:v>128.05239599999999</c:v>
                </c:pt>
                <c:pt idx="4666">
                  <c:v>128.05239599999999</c:v>
                </c:pt>
                <c:pt idx="4667">
                  <c:v>128.05239599999999</c:v>
                </c:pt>
                <c:pt idx="4668">
                  <c:v>128.05239599999999</c:v>
                </c:pt>
                <c:pt idx="4669">
                  <c:v>128.05239599999999</c:v>
                </c:pt>
                <c:pt idx="4670">
                  <c:v>128.05239599999999</c:v>
                </c:pt>
                <c:pt idx="4671">
                  <c:v>128.05239599999999</c:v>
                </c:pt>
                <c:pt idx="4672">
                  <c:v>128.05239599999999</c:v>
                </c:pt>
                <c:pt idx="4673">
                  <c:v>128.05239599999999</c:v>
                </c:pt>
                <c:pt idx="4674">
                  <c:v>128.05239599999999</c:v>
                </c:pt>
                <c:pt idx="4675">
                  <c:v>128.05239599999999</c:v>
                </c:pt>
                <c:pt idx="4676">
                  <c:v>128.05239599999999</c:v>
                </c:pt>
                <c:pt idx="4677">
                  <c:v>128.05239599999999</c:v>
                </c:pt>
                <c:pt idx="4678">
                  <c:v>128.05239599999999</c:v>
                </c:pt>
                <c:pt idx="4679">
                  <c:v>128.05239599999999</c:v>
                </c:pt>
                <c:pt idx="4680">
                  <c:v>128.05239599999999</c:v>
                </c:pt>
                <c:pt idx="4681">
                  <c:v>128.05239599999999</c:v>
                </c:pt>
                <c:pt idx="4682">
                  <c:v>128.05239599999999</c:v>
                </c:pt>
                <c:pt idx="4683">
                  <c:v>128.05239599999999</c:v>
                </c:pt>
                <c:pt idx="4684">
                  <c:v>128.05239599999999</c:v>
                </c:pt>
                <c:pt idx="4685">
                  <c:v>128.05239599999999</c:v>
                </c:pt>
                <c:pt idx="4686">
                  <c:v>128.05239599999999</c:v>
                </c:pt>
                <c:pt idx="4687">
                  <c:v>128.05239599999999</c:v>
                </c:pt>
                <c:pt idx="4688">
                  <c:v>128.05239599999999</c:v>
                </c:pt>
                <c:pt idx="4689">
                  <c:v>128.05239599999999</c:v>
                </c:pt>
                <c:pt idx="4690">
                  <c:v>128.05239599999999</c:v>
                </c:pt>
                <c:pt idx="4691">
                  <c:v>128.05239599999999</c:v>
                </c:pt>
                <c:pt idx="4692">
                  <c:v>128.05239599999999</c:v>
                </c:pt>
                <c:pt idx="4693">
                  <c:v>128.05239599999999</c:v>
                </c:pt>
                <c:pt idx="4694">
                  <c:v>128.05239599999999</c:v>
                </c:pt>
                <c:pt idx="4695">
                  <c:v>128.05239599999999</c:v>
                </c:pt>
                <c:pt idx="4696">
                  <c:v>128.05239599999999</c:v>
                </c:pt>
                <c:pt idx="4697">
                  <c:v>128.05239599999999</c:v>
                </c:pt>
                <c:pt idx="4698">
                  <c:v>128.05239599999999</c:v>
                </c:pt>
                <c:pt idx="4699">
                  <c:v>128.05239599999999</c:v>
                </c:pt>
                <c:pt idx="4700">
                  <c:v>128.05239599999999</c:v>
                </c:pt>
                <c:pt idx="4701">
                  <c:v>128.05239599999999</c:v>
                </c:pt>
                <c:pt idx="4702">
                  <c:v>128.05239599999999</c:v>
                </c:pt>
                <c:pt idx="4703">
                  <c:v>128.05239599999999</c:v>
                </c:pt>
                <c:pt idx="4704">
                  <c:v>128.05239599999999</c:v>
                </c:pt>
                <c:pt idx="4705">
                  <c:v>128.05239599999999</c:v>
                </c:pt>
                <c:pt idx="4706">
                  <c:v>128.05239599999999</c:v>
                </c:pt>
                <c:pt idx="4707">
                  <c:v>128.05239599999999</c:v>
                </c:pt>
                <c:pt idx="4708">
                  <c:v>128.05239599999999</c:v>
                </c:pt>
                <c:pt idx="4709">
                  <c:v>128.05239599999999</c:v>
                </c:pt>
                <c:pt idx="4710">
                  <c:v>128.05239599999999</c:v>
                </c:pt>
                <c:pt idx="4711">
                  <c:v>128.05239599999999</c:v>
                </c:pt>
                <c:pt idx="4712">
                  <c:v>128.05239599999999</c:v>
                </c:pt>
                <c:pt idx="4713">
                  <c:v>128.05239599999999</c:v>
                </c:pt>
                <c:pt idx="4714">
                  <c:v>128.05239599999999</c:v>
                </c:pt>
                <c:pt idx="4715">
                  <c:v>128.05239599999999</c:v>
                </c:pt>
                <c:pt idx="4716">
                  <c:v>128.05239599999999</c:v>
                </c:pt>
                <c:pt idx="4717">
                  <c:v>128.05239599999999</c:v>
                </c:pt>
                <c:pt idx="4718">
                  <c:v>128.05239599999999</c:v>
                </c:pt>
                <c:pt idx="4719">
                  <c:v>128.05239599999999</c:v>
                </c:pt>
                <c:pt idx="4720">
                  <c:v>128.05239599999999</c:v>
                </c:pt>
                <c:pt idx="4721">
                  <c:v>128.05239599999999</c:v>
                </c:pt>
                <c:pt idx="4722">
                  <c:v>128.05239599999999</c:v>
                </c:pt>
                <c:pt idx="4723">
                  <c:v>128.05239599999999</c:v>
                </c:pt>
                <c:pt idx="4724">
                  <c:v>128.05239599999999</c:v>
                </c:pt>
                <c:pt idx="4725">
                  <c:v>128.05239599999999</c:v>
                </c:pt>
                <c:pt idx="4726">
                  <c:v>128.05239599999999</c:v>
                </c:pt>
                <c:pt idx="4727">
                  <c:v>128.05239599999999</c:v>
                </c:pt>
                <c:pt idx="4728">
                  <c:v>128.05239599999999</c:v>
                </c:pt>
                <c:pt idx="4729">
                  <c:v>128.05239599999999</c:v>
                </c:pt>
                <c:pt idx="4730">
                  <c:v>128.05239599999999</c:v>
                </c:pt>
                <c:pt idx="4731">
                  <c:v>128.05239599999999</c:v>
                </c:pt>
                <c:pt idx="4732">
                  <c:v>128.05239599999999</c:v>
                </c:pt>
                <c:pt idx="4733">
                  <c:v>128.05239599999999</c:v>
                </c:pt>
                <c:pt idx="4734">
                  <c:v>128.05239599999999</c:v>
                </c:pt>
                <c:pt idx="4735">
                  <c:v>128.05239599999999</c:v>
                </c:pt>
                <c:pt idx="4736">
                  <c:v>128.05239599999999</c:v>
                </c:pt>
                <c:pt idx="4737">
                  <c:v>128.05239599999999</c:v>
                </c:pt>
                <c:pt idx="4738">
                  <c:v>128.05239599999999</c:v>
                </c:pt>
                <c:pt idx="4739">
                  <c:v>128.05239599999999</c:v>
                </c:pt>
                <c:pt idx="4740">
                  <c:v>128.05239599999999</c:v>
                </c:pt>
                <c:pt idx="4741">
                  <c:v>128.05239599999999</c:v>
                </c:pt>
                <c:pt idx="4742">
                  <c:v>128.05239599999999</c:v>
                </c:pt>
                <c:pt idx="4743">
                  <c:v>128.05239599999999</c:v>
                </c:pt>
                <c:pt idx="4744">
                  <c:v>128.05239599999999</c:v>
                </c:pt>
                <c:pt idx="4745">
                  <c:v>128.05239599999999</c:v>
                </c:pt>
                <c:pt idx="4746">
                  <c:v>128.05239599999999</c:v>
                </c:pt>
                <c:pt idx="4747">
                  <c:v>128.05239599999999</c:v>
                </c:pt>
                <c:pt idx="4748">
                  <c:v>128.05239599999999</c:v>
                </c:pt>
                <c:pt idx="4749">
                  <c:v>128.05239599999999</c:v>
                </c:pt>
                <c:pt idx="4750">
                  <c:v>128.05239599999999</c:v>
                </c:pt>
                <c:pt idx="4751">
                  <c:v>128.05239599999999</c:v>
                </c:pt>
                <c:pt idx="4752">
                  <c:v>128.05239599999999</c:v>
                </c:pt>
                <c:pt idx="4753">
                  <c:v>128.05239599999999</c:v>
                </c:pt>
                <c:pt idx="4754">
                  <c:v>128.05239599999999</c:v>
                </c:pt>
                <c:pt idx="4755">
                  <c:v>128.05239599999999</c:v>
                </c:pt>
                <c:pt idx="4756">
                  <c:v>128.05239599999999</c:v>
                </c:pt>
                <c:pt idx="4757">
                  <c:v>128.05239599999999</c:v>
                </c:pt>
                <c:pt idx="4758">
                  <c:v>128.05239599999999</c:v>
                </c:pt>
                <c:pt idx="4759">
                  <c:v>128.05239599999999</c:v>
                </c:pt>
                <c:pt idx="4760">
                  <c:v>128.05239599999999</c:v>
                </c:pt>
                <c:pt idx="4761">
                  <c:v>128.05239599999999</c:v>
                </c:pt>
                <c:pt idx="4762">
                  <c:v>128.05239599999999</c:v>
                </c:pt>
                <c:pt idx="4763">
                  <c:v>128.05239599999999</c:v>
                </c:pt>
                <c:pt idx="4764">
                  <c:v>128.05239599999999</c:v>
                </c:pt>
                <c:pt idx="4765">
                  <c:v>128.05239599999999</c:v>
                </c:pt>
                <c:pt idx="4766">
                  <c:v>128.05239599999999</c:v>
                </c:pt>
                <c:pt idx="4767">
                  <c:v>128.05239599999999</c:v>
                </c:pt>
                <c:pt idx="4768">
                  <c:v>128.05239599999999</c:v>
                </c:pt>
                <c:pt idx="4769">
                  <c:v>128.05239599999999</c:v>
                </c:pt>
                <c:pt idx="4770">
                  <c:v>128.05239599999999</c:v>
                </c:pt>
                <c:pt idx="4771">
                  <c:v>128.05239599999999</c:v>
                </c:pt>
                <c:pt idx="4772">
                  <c:v>128.05239599999999</c:v>
                </c:pt>
                <c:pt idx="4773">
                  <c:v>128.05239599999999</c:v>
                </c:pt>
                <c:pt idx="4774">
                  <c:v>128.05239599999999</c:v>
                </c:pt>
                <c:pt idx="4775">
                  <c:v>128.05239599999999</c:v>
                </c:pt>
                <c:pt idx="4776">
                  <c:v>128.05239599999999</c:v>
                </c:pt>
                <c:pt idx="4777">
                  <c:v>128.05239599999999</c:v>
                </c:pt>
                <c:pt idx="4778">
                  <c:v>128.05239599999999</c:v>
                </c:pt>
                <c:pt idx="4779">
                  <c:v>128.05239599999999</c:v>
                </c:pt>
                <c:pt idx="4780">
                  <c:v>128.05239599999999</c:v>
                </c:pt>
                <c:pt idx="4781">
                  <c:v>128.05239599999999</c:v>
                </c:pt>
                <c:pt idx="4782">
                  <c:v>128.05239599999999</c:v>
                </c:pt>
                <c:pt idx="4783">
                  <c:v>128.05239599999999</c:v>
                </c:pt>
                <c:pt idx="4784">
                  <c:v>128.05239599999999</c:v>
                </c:pt>
                <c:pt idx="4785">
                  <c:v>128.05239599999999</c:v>
                </c:pt>
                <c:pt idx="4786">
                  <c:v>128.05239599999999</c:v>
                </c:pt>
                <c:pt idx="4787">
                  <c:v>128.05239599999999</c:v>
                </c:pt>
                <c:pt idx="4788">
                  <c:v>128.05239599999999</c:v>
                </c:pt>
                <c:pt idx="4789">
                  <c:v>128.05239599999999</c:v>
                </c:pt>
                <c:pt idx="4790">
                  <c:v>128.05239599999999</c:v>
                </c:pt>
                <c:pt idx="4791">
                  <c:v>128.05239599999999</c:v>
                </c:pt>
                <c:pt idx="4792">
                  <c:v>128.05239599999999</c:v>
                </c:pt>
                <c:pt idx="4793">
                  <c:v>128.05239599999999</c:v>
                </c:pt>
                <c:pt idx="4794">
                  <c:v>128.05239599999999</c:v>
                </c:pt>
                <c:pt idx="4795">
                  <c:v>128.05239599999999</c:v>
                </c:pt>
                <c:pt idx="4796">
                  <c:v>128.05239599999999</c:v>
                </c:pt>
                <c:pt idx="4797">
                  <c:v>128.05239599999999</c:v>
                </c:pt>
                <c:pt idx="4798">
                  <c:v>128.05239599999999</c:v>
                </c:pt>
                <c:pt idx="4799">
                  <c:v>128.05239599999999</c:v>
                </c:pt>
                <c:pt idx="4800">
                  <c:v>128.05239599999999</c:v>
                </c:pt>
                <c:pt idx="4801">
                  <c:v>128.05239599999999</c:v>
                </c:pt>
                <c:pt idx="4802">
                  <c:v>128.05239599999999</c:v>
                </c:pt>
                <c:pt idx="4803">
                  <c:v>128.05239599999999</c:v>
                </c:pt>
                <c:pt idx="4804">
                  <c:v>128.05239599999999</c:v>
                </c:pt>
                <c:pt idx="4805">
                  <c:v>128.05239599999999</c:v>
                </c:pt>
                <c:pt idx="4806">
                  <c:v>128.05239599999999</c:v>
                </c:pt>
                <c:pt idx="4807">
                  <c:v>128.05239599999999</c:v>
                </c:pt>
                <c:pt idx="4808">
                  <c:v>128.05239599999999</c:v>
                </c:pt>
                <c:pt idx="4809">
                  <c:v>128.05239599999999</c:v>
                </c:pt>
                <c:pt idx="4810">
                  <c:v>128.05239599999999</c:v>
                </c:pt>
                <c:pt idx="4811">
                  <c:v>128.05239599999999</c:v>
                </c:pt>
                <c:pt idx="4812">
                  <c:v>128.05239599999999</c:v>
                </c:pt>
                <c:pt idx="4813">
                  <c:v>128.05239599999999</c:v>
                </c:pt>
                <c:pt idx="4814">
                  <c:v>128.05239599999999</c:v>
                </c:pt>
                <c:pt idx="4815">
                  <c:v>128.05239599999999</c:v>
                </c:pt>
                <c:pt idx="4816">
                  <c:v>128.05239599999999</c:v>
                </c:pt>
                <c:pt idx="4817">
                  <c:v>128.05239599999999</c:v>
                </c:pt>
                <c:pt idx="4818">
                  <c:v>128.05239599999999</c:v>
                </c:pt>
                <c:pt idx="4819">
                  <c:v>128.05239599999999</c:v>
                </c:pt>
                <c:pt idx="4820">
                  <c:v>128.05239599999999</c:v>
                </c:pt>
                <c:pt idx="4821">
                  <c:v>128.05239599999999</c:v>
                </c:pt>
                <c:pt idx="4822">
                  <c:v>128.05239599999999</c:v>
                </c:pt>
                <c:pt idx="4823">
                  <c:v>128.05239599999999</c:v>
                </c:pt>
                <c:pt idx="4824">
                  <c:v>128.05239599999999</c:v>
                </c:pt>
                <c:pt idx="4825">
                  <c:v>128.05239599999999</c:v>
                </c:pt>
                <c:pt idx="4826">
                  <c:v>128.05239599999999</c:v>
                </c:pt>
                <c:pt idx="4827">
                  <c:v>128.05239599999999</c:v>
                </c:pt>
                <c:pt idx="4828">
                  <c:v>128.05239599999999</c:v>
                </c:pt>
                <c:pt idx="4829">
                  <c:v>128.05239599999999</c:v>
                </c:pt>
                <c:pt idx="4830">
                  <c:v>128.05239599999999</c:v>
                </c:pt>
                <c:pt idx="4831">
                  <c:v>128.05239599999999</c:v>
                </c:pt>
                <c:pt idx="4832">
                  <c:v>128.05239599999999</c:v>
                </c:pt>
                <c:pt idx="4833">
                  <c:v>128.05239599999999</c:v>
                </c:pt>
                <c:pt idx="4834">
                  <c:v>128.05239599999999</c:v>
                </c:pt>
                <c:pt idx="4835">
                  <c:v>128.05239599999999</c:v>
                </c:pt>
                <c:pt idx="4836">
                  <c:v>128.05239599999999</c:v>
                </c:pt>
                <c:pt idx="4837">
                  <c:v>128.05239599999999</c:v>
                </c:pt>
                <c:pt idx="4838">
                  <c:v>128.05239599999999</c:v>
                </c:pt>
                <c:pt idx="4839">
                  <c:v>128.05239599999999</c:v>
                </c:pt>
                <c:pt idx="4840">
                  <c:v>128.05239599999999</c:v>
                </c:pt>
                <c:pt idx="4841">
                  <c:v>128.05239599999999</c:v>
                </c:pt>
                <c:pt idx="4842">
                  <c:v>128.05239599999999</c:v>
                </c:pt>
                <c:pt idx="4843">
                  <c:v>128.05239599999999</c:v>
                </c:pt>
                <c:pt idx="4844">
                  <c:v>128.05239599999999</c:v>
                </c:pt>
                <c:pt idx="4845">
                  <c:v>128.05239599999999</c:v>
                </c:pt>
                <c:pt idx="4846">
                  <c:v>128.05239599999999</c:v>
                </c:pt>
                <c:pt idx="4847">
                  <c:v>128.05239599999999</c:v>
                </c:pt>
                <c:pt idx="4848">
                  <c:v>128.05239599999999</c:v>
                </c:pt>
                <c:pt idx="4849">
                  <c:v>128.05239599999999</c:v>
                </c:pt>
                <c:pt idx="4850">
                  <c:v>128.05239599999999</c:v>
                </c:pt>
                <c:pt idx="4851">
                  <c:v>128.05239599999999</c:v>
                </c:pt>
                <c:pt idx="4852">
                  <c:v>128.05239599999999</c:v>
                </c:pt>
                <c:pt idx="4853">
                  <c:v>128.05239599999999</c:v>
                </c:pt>
                <c:pt idx="4854">
                  <c:v>128.05239599999999</c:v>
                </c:pt>
                <c:pt idx="4855">
                  <c:v>128.05239599999999</c:v>
                </c:pt>
                <c:pt idx="4856">
                  <c:v>128.05239599999999</c:v>
                </c:pt>
                <c:pt idx="4857">
                  <c:v>128.05239599999999</c:v>
                </c:pt>
                <c:pt idx="4858">
                  <c:v>128.05239599999999</c:v>
                </c:pt>
                <c:pt idx="4859">
                  <c:v>128.05239599999999</c:v>
                </c:pt>
                <c:pt idx="4860">
                  <c:v>128.05239599999999</c:v>
                </c:pt>
                <c:pt idx="4861">
                  <c:v>128.05239599999999</c:v>
                </c:pt>
                <c:pt idx="4862">
                  <c:v>128.05239599999999</c:v>
                </c:pt>
                <c:pt idx="4863">
                  <c:v>128.05239599999999</c:v>
                </c:pt>
                <c:pt idx="4864">
                  <c:v>128.05239599999999</c:v>
                </c:pt>
                <c:pt idx="4865">
                  <c:v>128.05239599999999</c:v>
                </c:pt>
                <c:pt idx="4866">
                  <c:v>128.05239599999999</c:v>
                </c:pt>
                <c:pt idx="4867">
                  <c:v>128.05239599999999</c:v>
                </c:pt>
                <c:pt idx="4868">
                  <c:v>128.05239599999999</c:v>
                </c:pt>
                <c:pt idx="4869">
                  <c:v>128.05239599999999</c:v>
                </c:pt>
                <c:pt idx="4870">
                  <c:v>128.05239599999999</c:v>
                </c:pt>
                <c:pt idx="4871">
                  <c:v>128.05239599999999</c:v>
                </c:pt>
                <c:pt idx="4872">
                  <c:v>128.05239599999999</c:v>
                </c:pt>
                <c:pt idx="4873">
                  <c:v>128.05239599999999</c:v>
                </c:pt>
                <c:pt idx="4874">
                  <c:v>128.05239599999999</c:v>
                </c:pt>
                <c:pt idx="4875">
                  <c:v>128.05239599999999</c:v>
                </c:pt>
                <c:pt idx="4876">
                  <c:v>128.05239599999999</c:v>
                </c:pt>
                <c:pt idx="4877">
                  <c:v>128.05239599999999</c:v>
                </c:pt>
                <c:pt idx="4878">
                  <c:v>128.05239599999999</c:v>
                </c:pt>
                <c:pt idx="4879">
                  <c:v>128.05239599999999</c:v>
                </c:pt>
                <c:pt idx="4880">
                  <c:v>128.05239599999999</c:v>
                </c:pt>
                <c:pt idx="4881">
                  <c:v>128.05239599999999</c:v>
                </c:pt>
                <c:pt idx="4882">
                  <c:v>128.05239599999999</c:v>
                </c:pt>
                <c:pt idx="4883">
                  <c:v>128.05239599999999</c:v>
                </c:pt>
                <c:pt idx="4884">
                  <c:v>128.05239599999999</c:v>
                </c:pt>
                <c:pt idx="4885">
                  <c:v>128.05239599999999</c:v>
                </c:pt>
                <c:pt idx="4886">
                  <c:v>128.05239599999999</c:v>
                </c:pt>
                <c:pt idx="4887">
                  <c:v>128.05239599999999</c:v>
                </c:pt>
                <c:pt idx="4888">
                  <c:v>128.05239599999999</c:v>
                </c:pt>
                <c:pt idx="4889">
                  <c:v>128.05239599999999</c:v>
                </c:pt>
                <c:pt idx="4890">
                  <c:v>128.05239599999999</c:v>
                </c:pt>
                <c:pt idx="4891">
                  <c:v>128.05239599999999</c:v>
                </c:pt>
                <c:pt idx="4892">
                  <c:v>128.05239599999999</c:v>
                </c:pt>
                <c:pt idx="4893">
                  <c:v>128.05239599999999</c:v>
                </c:pt>
                <c:pt idx="4894">
                  <c:v>128.05239599999999</c:v>
                </c:pt>
                <c:pt idx="4895">
                  <c:v>128.05239599999999</c:v>
                </c:pt>
                <c:pt idx="4896">
                  <c:v>128.05239599999999</c:v>
                </c:pt>
                <c:pt idx="4897">
                  <c:v>128.05239599999999</c:v>
                </c:pt>
                <c:pt idx="4898">
                  <c:v>128.05239599999999</c:v>
                </c:pt>
                <c:pt idx="4899">
                  <c:v>128.05239599999999</c:v>
                </c:pt>
                <c:pt idx="4900">
                  <c:v>128.05239599999999</c:v>
                </c:pt>
                <c:pt idx="4901">
                  <c:v>128.05239599999999</c:v>
                </c:pt>
                <c:pt idx="4902">
                  <c:v>128.05239599999999</c:v>
                </c:pt>
                <c:pt idx="4903">
                  <c:v>128.05239599999999</c:v>
                </c:pt>
                <c:pt idx="4904">
                  <c:v>128.05239599999999</c:v>
                </c:pt>
                <c:pt idx="4905">
                  <c:v>128.05239599999999</c:v>
                </c:pt>
                <c:pt idx="4906">
                  <c:v>128.05239599999999</c:v>
                </c:pt>
                <c:pt idx="4907">
                  <c:v>128.05239599999999</c:v>
                </c:pt>
                <c:pt idx="4908">
                  <c:v>128.05239599999999</c:v>
                </c:pt>
                <c:pt idx="4909">
                  <c:v>128.05239599999999</c:v>
                </c:pt>
                <c:pt idx="4910">
                  <c:v>128.05239599999999</c:v>
                </c:pt>
                <c:pt idx="4911">
                  <c:v>128.05239599999999</c:v>
                </c:pt>
                <c:pt idx="4912">
                  <c:v>128.05239599999999</c:v>
                </c:pt>
                <c:pt idx="4913">
                  <c:v>128.05239599999999</c:v>
                </c:pt>
                <c:pt idx="4914">
                  <c:v>128.05239599999999</c:v>
                </c:pt>
                <c:pt idx="4915">
                  <c:v>128.05239599999999</c:v>
                </c:pt>
                <c:pt idx="4916">
                  <c:v>128.05239599999999</c:v>
                </c:pt>
                <c:pt idx="4917">
                  <c:v>128.05239599999999</c:v>
                </c:pt>
                <c:pt idx="4918">
                  <c:v>128.05239599999999</c:v>
                </c:pt>
                <c:pt idx="4919">
                  <c:v>128.05239599999999</c:v>
                </c:pt>
                <c:pt idx="4920">
                  <c:v>128.05239599999999</c:v>
                </c:pt>
                <c:pt idx="4921">
                  <c:v>128.05239599999999</c:v>
                </c:pt>
                <c:pt idx="4922">
                  <c:v>128.05239599999999</c:v>
                </c:pt>
                <c:pt idx="4923">
                  <c:v>128.05239599999999</c:v>
                </c:pt>
                <c:pt idx="4924">
                  <c:v>128.05239599999999</c:v>
                </c:pt>
                <c:pt idx="4925">
                  <c:v>128.05239599999999</c:v>
                </c:pt>
                <c:pt idx="4926">
                  <c:v>128.05239599999999</c:v>
                </c:pt>
                <c:pt idx="4927">
                  <c:v>128.05239599999999</c:v>
                </c:pt>
                <c:pt idx="4928">
                  <c:v>128.05239599999999</c:v>
                </c:pt>
                <c:pt idx="4929">
                  <c:v>128.05239599999999</c:v>
                </c:pt>
                <c:pt idx="4930">
                  <c:v>128.05239599999999</c:v>
                </c:pt>
                <c:pt idx="4931">
                  <c:v>128.05239599999999</c:v>
                </c:pt>
                <c:pt idx="4932">
                  <c:v>128.05239599999999</c:v>
                </c:pt>
                <c:pt idx="4933">
                  <c:v>128.05239599999999</c:v>
                </c:pt>
                <c:pt idx="4934">
                  <c:v>128.05239599999999</c:v>
                </c:pt>
                <c:pt idx="4935">
                  <c:v>128.05239599999999</c:v>
                </c:pt>
                <c:pt idx="4936">
                  <c:v>128.05239599999999</c:v>
                </c:pt>
                <c:pt idx="4937">
                  <c:v>128.05239599999999</c:v>
                </c:pt>
                <c:pt idx="4938">
                  <c:v>128.05239599999999</c:v>
                </c:pt>
                <c:pt idx="4939">
                  <c:v>128.05239599999999</c:v>
                </c:pt>
                <c:pt idx="4940">
                  <c:v>128.05239599999999</c:v>
                </c:pt>
                <c:pt idx="4941">
                  <c:v>128.05239599999999</c:v>
                </c:pt>
                <c:pt idx="4942">
                  <c:v>128.05239599999999</c:v>
                </c:pt>
                <c:pt idx="4943">
                  <c:v>128.05239599999999</c:v>
                </c:pt>
                <c:pt idx="4944">
                  <c:v>128.05239599999999</c:v>
                </c:pt>
                <c:pt idx="4945">
                  <c:v>128.05239599999999</c:v>
                </c:pt>
                <c:pt idx="4946">
                  <c:v>128.05239599999999</c:v>
                </c:pt>
                <c:pt idx="4947">
                  <c:v>128.05239599999999</c:v>
                </c:pt>
                <c:pt idx="4948">
                  <c:v>128.05239599999999</c:v>
                </c:pt>
                <c:pt idx="4949">
                  <c:v>128.05239599999999</c:v>
                </c:pt>
                <c:pt idx="4950">
                  <c:v>128.05239599999999</c:v>
                </c:pt>
                <c:pt idx="4951">
                  <c:v>128.05239599999999</c:v>
                </c:pt>
                <c:pt idx="4952">
                  <c:v>128.05239599999999</c:v>
                </c:pt>
                <c:pt idx="4953">
                  <c:v>128.05239599999999</c:v>
                </c:pt>
                <c:pt idx="4954">
                  <c:v>128.05239599999999</c:v>
                </c:pt>
                <c:pt idx="4955">
                  <c:v>128.05239599999999</c:v>
                </c:pt>
                <c:pt idx="4956">
                  <c:v>128.05239599999999</c:v>
                </c:pt>
                <c:pt idx="4957">
                  <c:v>128.05239599999999</c:v>
                </c:pt>
                <c:pt idx="4958">
                  <c:v>128.05239599999999</c:v>
                </c:pt>
                <c:pt idx="4959">
                  <c:v>128.05239599999999</c:v>
                </c:pt>
                <c:pt idx="4960">
                  <c:v>128.05239599999999</c:v>
                </c:pt>
                <c:pt idx="4961">
                  <c:v>128.05239599999999</c:v>
                </c:pt>
                <c:pt idx="4962">
                  <c:v>128.05239599999999</c:v>
                </c:pt>
                <c:pt idx="4963">
                  <c:v>128.05239599999999</c:v>
                </c:pt>
                <c:pt idx="4964">
                  <c:v>128.05239599999999</c:v>
                </c:pt>
                <c:pt idx="4965">
                  <c:v>128.05239599999999</c:v>
                </c:pt>
                <c:pt idx="4966">
                  <c:v>128.05239599999999</c:v>
                </c:pt>
                <c:pt idx="4967">
                  <c:v>128.05239599999999</c:v>
                </c:pt>
                <c:pt idx="4968">
                  <c:v>128.05239599999999</c:v>
                </c:pt>
                <c:pt idx="4969">
                  <c:v>128.05239599999999</c:v>
                </c:pt>
                <c:pt idx="4970">
                  <c:v>128.05239599999999</c:v>
                </c:pt>
                <c:pt idx="4971">
                  <c:v>128.05239599999999</c:v>
                </c:pt>
                <c:pt idx="4972">
                  <c:v>128.05239599999999</c:v>
                </c:pt>
                <c:pt idx="4973">
                  <c:v>128.05239599999999</c:v>
                </c:pt>
                <c:pt idx="4974">
                  <c:v>128.05239599999999</c:v>
                </c:pt>
                <c:pt idx="4975">
                  <c:v>128.05239599999999</c:v>
                </c:pt>
                <c:pt idx="4976">
                  <c:v>128.05239599999999</c:v>
                </c:pt>
                <c:pt idx="4977">
                  <c:v>128.05239599999999</c:v>
                </c:pt>
                <c:pt idx="4978">
                  <c:v>128.05239599999999</c:v>
                </c:pt>
                <c:pt idx="4979">
                  <c:v>128.05239599999999</c:v>
                </c:pt>
                <c:pt idx="4980">
                  <c:v>128.05239599999999</c:v>
                </c:pt>
                <c:pt idx="4981">
                  <c:v>128.05239599999999</c:v>
                </c:pt>
                <c:pt idx="4982">
                  <c:v>128.05239599999999</c:v>
                </c:pt>
                <c:pt idx="4983">
                  <c:v>128.05239599999999</c:v>
                </c:pt>
                <c:pt idx="4984">
                  <c:v>128.05239599999999</c:v>
                </c:pt>
                <c:pt idx="4985">
                  <c:v>128.05239599999999</c:v>
                </c:pt>
                <c:pt idx="4986">
                  <c:v>128.05239599999999</c:v>
                </c:pt>
                <c:pt idx="4987">
                  <c:v>128.05239599999999</c:v>
                </c:pt>
                <c:pt idx="4988">
                  <c:v>128.05239599999999</c:v>
                </c:pt>
                <c:pt idx="4989">
                  <c:v>128.05239599999999</c:v>
                </c:pt>
                <c:pt idx="4990">
                  <c:v>128.05239599999999</c:v>
                </c:pt>
                <c:pt idx="4991">
                  <c:v>128.05239599999999</c:v>
                </c:pt>
                <c:pt idx="4992">
                  <c:v>128.05239599999999</c:v>
                </c:pt>
                <c:pt idx="4993">
                  <c:v>128.05239599999999</c:v>
                </c:pt>
                <c:pt idx="4994">
                  <c:v>128.05239599999999</c:v>
                </c:pt>
                <c:pt idx="4995">
                  <c:v>128.05239599999999</c:v>
                </c:pt>
                <c:pt idx="4996">
                  <c:v>128.05239599999999</c:v>
                </c:pt>
                <c:pt idx="4997">
                  <c:v>128.05239599999999</c:v>
                </c:pt>
                <c:pt idx="4998">
                  <c:v>128.05239599999999</c:v>
                </c:pt>
                <c:pt idx="4999">
                  <c:v>128.05239599999999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5C2B-48D5-903A-427DE0C675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0378575"/>
        <c:axId val="920374831"/>
      </c:scatterChart>
      <c:valAx>
        <c:axId val="920378575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ysClr val="windowText" lastClr="000000"/>
                    </a:solidFill>
                  </a:rPr>
                  <a:t>Probability</a:t>
                </a:r>
                <a:endParaRPr lang="zh-CN" altLang="en-US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0374831"/>
        <c:crosses val="autoZero"/>
        <c:crossBetween val="midCat"/>
      </c:valAx>
      <c:valAx>
        <c:axId val="9203748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>
                    <a:solidFill>
                      <a:sysClr val="windowText" lastClr="000000"/>
                    </a:solidFill>
                  </a:rPr>
                  <a:t>FPS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037857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C71A57-1C03-488F-BBC0-889E673BFA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744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9475" y="733425"/>
            <a:ext cx="4887913" cy="3667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94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5025"/>
            <a:ext cx="4875213" cy="439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94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94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64006FD-05B5-4BDC-96C6-6F0C69A588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0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1FE34C0-D118-46BD-BCA6-8464AECCE90E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152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7A6A9-A667-4E1B-9B96-BA661881895D}" type="slidenum">
              <a:rPr lang="en-US" altLang="zh-CN" sz="1200"/>
              <a:pPr eaLnBrk="1" hangingPunct="1"/>
              <a:t>2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120689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7A6A9-A667-4E1B-9B96-BA661881895D}" type="slidenum">
              <a:rPr lang="en-US" altLang="zh-CN" sz="1200"/>
              <a:pPr eaLnBrk="1" hangingPunct="1"/>
              <a:t>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7418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3CB18F-7F03-4336-846D-8A3A51192731}" type="slidenum">
              <a:rPr lang="en-US" altLang="zh-CN" sz="1200"/>
              <a:pPr eaLnBrk="1" hangingPunct="1"/>
              <a:t>4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12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3CB18F-7F03-4336-846D-8A3A51192731}" type="slidenum">
              <a:rPr lang="en-US" altLang="zh-CN" sz="1200"/>
              <a:pPr eaLnBrk="1" hangingPunct="1"/>
              <a:t>5</a:t>
            </a:fld>
            <a:endParaRPr lang="en-US" altLang="zh-CN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032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67B6CE-AFE5-4217-AECE-15106B01A874}" type="slidenum">
              <a:rPr lang="en-US" altLang="zh-CN" sz="1200"/>
              <a:pPr eaLnBrk="1" hangingPunct="1"/>
              <a:t>6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77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67B6CE-AFE5-4217-AECE-15106B01A874}" type="slidenum">
              <a:rPr lang="en-US" altLang="zh-CN" sz="1200"/>
              <a:pPr eaLnBrk="1" hangingPunct="1"/>
              <a:t>7</a:t>
            </a:fld>
            <a:endParaRPr lang="en-US" altLang="zh-CN" sz="120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考虑虚拟化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934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7E43F27-80AF-4936-B1AC-12A6AE4025C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80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8971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439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12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280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13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131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14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43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15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679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16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96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17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465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18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4688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19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6317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20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446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7A6A9-A667-4E1B-9B96-BA661881895D}" type="slidenum">
              <a:rPr lang="en-US" altLang="zh-CN" sz="1200"/>
              <a:pPr eaLnBrk="1" hangingPunct="1"/>
              <a:t>63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3444471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64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5694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65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7370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66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16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67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2238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68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013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69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4656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70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329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71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21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72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4256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73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2344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74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5947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06039D-A7BD-469F-AFAF-E9BCF3938FA6}" type="slidenum">
              <a:rPr lang="en-US" altLang="zh-CN" sz="1200"/>
              <a:pPr eaLnBrk="1" hangingPunct="1"/>
              <a:t>75</a:t>
            </a:fld>
            <a:endParaRPr lang="en-US" altLang="zh-CN" sz="120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2956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7A6A9-A667-4E1B-9B96-BA661881895D}" type="slidenum">
              <a:rPr lang="en-US" altLang="zh-CN" sz="1200"/>
              <a:pPr eaLnBrk="1" hangingPunct="1"/>
              <a:t>76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8904432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37A6A9-A667-4E1B-9B96-BA661881895D}" type="slidenum">
              <a:rPr lang="en-US" altLang="zh-CN" sz="1200"/>
              <a:pPr eaLnBrk="1" hangingPunct="1"/>
              <a:t>77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24650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C1FCA96-E0F7-4C2E-AEB2-C7E6E9F623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6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E5E10C-6527-482A-8435-A6CF53ED13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364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E9FE7A-88C4-4484-86B1-5FFA56BE75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096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A8D32E-BA88-43DF-9EB5-E8F821C202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54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F77E2-E4C9-4685-9EFA-F9EB97DA61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596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6FE81F-CBBF-45EE-9754-981697BDC49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10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F26297-4609-4B04-8C73-999955D77C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613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C9743D-0C24-439F-BBF8-703E96FF74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31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E1A14A-D461-41BA-855C-5C9DABC3D4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4441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8522D7-8C91-4738-9A05-B4FED97CF5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2461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6A565F-870A-4D71-B78F-841F1C469F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8788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23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46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79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552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084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5811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5971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173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4413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784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259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D6E0A40-596A-4A3E-A96D-FB001E1D806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24" r:id="rId1"/>
    <p:sldLayoutId id="2147485314" r:id="rId2"/>
    <p:sldLayoutId id="2147485315" r:id="rId3"/>
    <p:sldLayoutId id="2147485316" r:id="rId4"/>
    <p:sldLayoutId id="2147485317" r:id="rId5"/>
    <p:sldLayoutId id="2147485318" r:id="rId6"/>
    <p:sldLayoutId id="2147485319" r:id="rId7"/>
    <p:sldLayoutId id="2147485320" r:id="rId8"/>
    <p:sldLayoutId id="2147485321" r:id="rId9"/>
    <p:sldLayoutId id="2147485322" r:id="rId10"/>
    <p:sldLayoutId id="21474853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rgbClr val="CC0000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rgbClr val="1717B7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4B1A8-C199-4886-9E0B-0B2F13E8397E}" type="datetimeFigureOut">
              <a:rPr lang="zh-CN" altLang="en-US" smtClean="0"/>
              <a:t>2018/12/14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42461-A1C1-4E03-8151-CBC9C56C0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652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26" r:id="rId1"/>
    <p:sldLayoutId id="2147485327" r:id="rId2"/>
    <p:sldLayoutId id="2147485328" r:id="rId3"/>
    <p:sldLayoutId id="2147485329" r:id="rId4"/>
    <p:sldLayoutId id="2147485330" r:id="rId5"/>
    <p:sldLayoutId id="2147485331" r:id="rId6"/>
    <p:sldLayoutId id="2147485332" r:id="rId7"/>
    <p:sldLayoutId id="2147485333" r:id="rId8"/>
    <p:sldLayoutId id="2147485334" r:id="rId9"/>
    <p:sldLayoutId id="2147485335" r:id="rId10"/>
    <p:sldLayoutId id="21474853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package" Target="../embeddings/Microsoft_Visio___1.vsdx"/><Relationship Id="rId5" Type="http://schemas.openxmlformats.org/officeDocument/2006/relationships/image" Target="../media/image2.emf"/><Relationship Id="rId4" Type="http://schemas.openxmlformats.org/officeDocument/2006/relationships/package" Target="../embeddings/Microsoft_Visio___.vsd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612900"/>
            <a:ext cx="7772400" cy="736600"/>
          </a:xfrm>
        </p:spPr>
        <p:txBody>
          <a:bodyPr/>
          <a:lstStyle/>
          <a:p>
            <a:pPr eaLnBrk="1" hangingPunct="1"/>
            <a:r>
              <a:rPr lang="zh-CN" altLang="en-US" sz="4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分布式系统</a:t>
            </a:r>
            <a:endParaRPr lang="zh-CN" altLang="fr-FR" sz="4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09600" y="3269590"/>
            <a:ext cx="7620000" cy="72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云资源管理</a:t>
            </a:r>
            <a:endParaRPr lang="zh-CN" altLang="fr-FR" sz="3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599" y="4793918"/>
            <a:ext cx="7381875" cy="724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南开百度联合</a:t>
            </a:r>
            <a:r>
              <a:rPr lang="zh-CN" altLang="en-US" sz="2800" b="1" dirty="0" smtClean="0">
                <a:latin typeface="华文中宋" panose="02010600040101010101" pitchFamily="2" charset="-122"/>
                <a:ea typeface="华文中宋" panose="02010600040101010101" pitchFamily="2" charset="-122"/>
              </a:rPr>
              <a:t>实验室</a:t>
            </a:r>
            <a:endParaRPr lang="zh-CN" altLang="fr-FR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advTm="2308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600" b="1"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云游戏中的资源管理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搜索引擎中的资源管理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AI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在资源管理中的应用</a:t>
            </a:r>
            <a:endParaRPr lang="en-SG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advTm="172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600" b="1"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云游戏中的资源管理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搜索引擎中的资源管理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AI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在资源管理中的应用</a:t>
            </a:r>
            <a:endParaRPr lang="en-SG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7945910"/>
      </p:ext>
    </p:extLst>
  </p:cSld>
  <p:clrMapOvr>
    <a:masterClrMapping/>
  </p:clrMapOvr>
  <p:transition advTm="172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云游戏</a:t>
            </a:r>
          </a:p>
        </p:txBody>
      </p:sp>
      <p:sp>
        <p:nvSpPr>
          <p:cNvPr id="8" name="Rectangle 9"/>
          <p:cNvSpPr/>
          <p:nvPr/>
        </p:nvSpPr>
        <p:spPr>
          <a:xfrm>
            <a:off x="3048296" y="4839963"/>
            <a:ext cx="6009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Server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端运行游戏，并将压缩的视频传给 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Client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sp>
        <p:nvSpPr>
          <p:cNvPr id="9" name="Rectangle 13"/>
          <p:cNvSpPr/>
          <p:nvPr/>
        </p:nvSpPr>
        <p:spPr>
          <a:xfrm>
            <a:off x="498475" y="5350753"/>
            <a:ext cx="3685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Client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只负责解压、显示视频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63" y="2266950"/>
            <a:ext cx="7058024" cy="2395658"/>
          </a:xfrm>
          <a:prstGeom prst="rect">
            <a:avLst/>
          </a:prstGeom>
        </p:spPr>
      </p:pic>
    </p:spTree>
  </p:cSld>
  <p:clrMapOvr>
    <a:masterClrMapping/>
  </p:clrMapOvr>
  <p:transition advTm="125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云游戏</a:t>
            </a:r>
          </a:p>
        </p:txBody>
      </p:sp>
      <p:sp>
        <p:nvSpPr>
          <p:cNvPr id="9" name="Rectangle 13"/>
          <p:cNvSpPr/>
          <p:nvPr/>
        </p:nvSpPr>
        <p:spPr>
          <a:xfrm>
            <a:off x="574675" y="4940530"/>
            <a:ext cx="4649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优点</a:t>
            </a:r>
            <a:r>
              <a:rPr lang="en-US" altLang="zh-CN" sz="2000" b="1" dirty="0">
                <a:solidFill>
                  <a:srgbClr val="C00000"/>
                </a:solidFill>
              </a:rPr>
              <a:t>: </a:t>
            </a:r>
            <a:r>
              <a:rPr lang="zh-CN" altLang="en-US" sz="2000" b="1" dirty="0">
                <a:solidFill>
                  <a:srgbClr val="C00000"/>
                </a:solidFill>
              </a:rPr>
              <a:t>将 </a:t>
            </a:r>
            <a:r>
              <a:rPr lang="en-US" altLang="zh-CN" sz="2000" b="1" dirty="0">
                <a:solidFill>
                  <a:srgbClr val="C00000"/>
                </a:solidFill>
              </a:rPr>
              <a:t>load </a:t>
            </a:r>
            <a:r>
              <a:rPr lang="zh-CN" altLang="en-US" sz="2000" b="1" dirty="0">
                <a:solidFill>
                  <a:srgbClr val="C00000"/>
                </a:solidFill>
              </a:rPr>
              <a:t>从客户端转移到 </a:t>
            </a:r>
            <a:r>
              <a:rPr lang="en-US" altLang="zh-CN" sz="2000" b="1" dirty="0">
                <a:solidFill>
                  <a:srgbClr val="C00000"/>
                </a:solidFill>
              </a:rPr>
              <a:t>Cloud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sp>
        <p:nvSpPr>
          <p:cNvPr id="10" name="Rectangle 13"/>
          <p:cNvSpPr/>
          <p:nvPr/>
        </p:nvSpPr>
        <p:spPr>
          <a:xfrm>
            <a:off x="1938925" y="5532837"/>
            <a:ext cx="63081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en-US" sz="2000" b="1" dirty="0">
                <a:solidFill>
                  <a:srgbClr val="C00000"/>
                </a:solidFill>
              </a:rPr>
              <a:t>Gaming anywhere, anytime, on any device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63" y="2266950"/>
            <a:ext cx="7058024" cy="239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15358"/>
      </p:ext>
    </p:extLst>
  </p:cSld>
  <p:clrMapOvr>
    <a:masterClrMapping/>
  </p:clrMapOvr>
  <p:transition advTm="125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挑战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577262" cy="4046538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延迟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双倍网络延迟 </a:t>
            </a:r>
            <a:r>
              <a:rPr lang="en-US" altLang="zh-CN" sz="24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(Client - Server - Client)</a:t>
            </a:r>
            <a:endParaRPr lang="en-US" altLang="zh-CN" sz="1700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带宽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最低要求：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3~5 Mbps</a:t>
            </a:r>
          </a:p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成本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每台 </a:t>
            </a: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server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同时只能运行几个游戏</a:t>
            </a:r>
            <a:endParaRPr lang="en-US" altLang="zh-CN" sz="21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1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advTm="14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总体研究目标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577262" cy="4046538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优化成本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所有 </a:t>
            </a:r>
            <a:r>
              <a:rPr lang="en-US" altLang="zh-CN" sz="24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server </a:t>
            </a:r>
            <a:r>
              <a:rPr lang="zh-CN" altLang="en-US" sz="2400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的总运行时间最短</a:t>
            </a:r>
            <a:endParaRPr lang="en-US" altLang="zh-CN" sz="1700" b="1" dirty="0">
              <a:solidFill>
                <a:schemeClr val="tx2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471487" lvl="1" indent="0" eaLnBrk="1" hangingPunct="1">
              <a:buNone/>
            </a:pPr>
            <a:endParaRPr lang="en-US" altLang="zh-CN" sz="21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5" name="Group 16"/>
          <p:cNvGrpSpPr/>
          <p:nvPr/>
        </p:nvGrpSpPr>
        <p:grpSpPr>
          <a:xfrm>
            <a:off x="2084107" y="4016274"/>
            <a:ext cx="4982135" cy="1403451"/>
            <a:chOff x="2123728" y="4401813"/>
            <a:chExt cx="4982135" cy="1403451"/>
          </a:xfrm>
        </p:grpSpPr>
        <p:grpSp>
          <p:nvGrpSpPr>
            <p:cNvPr id="6" name="Group 3"/>
            <p:cNvGrpSpPr/>
            <p:nvPr/>
          </p:nvGrpSpPr>
          <p:grpSpPr>
            <a:xfrm>
              <a:off x="2123728" y="4401813"/>
              <a:ext cx="4982135" cy="1360267"/>
              <a:chOff x="2055541" y="5587604"/>
              <a:chExt cx="4532683" cy="946362"/>
            </a:xfrm>
          </p:grpSpPr>
          <p:grpSp>
            <p:nvGrpSpPr>
              <p:cNvPr id="8" name="Group 3"/>
              <p:cNvGrpSpPr/>
              <p:nvPr/>
            </p:nvGrpSpPr>
            <p:grpSpPr>
              <a:xfrm>
                <a:off x="2411760" y="5587604"/>
                <a:ext cx="4176464" cy="649708"/>
                <a:chOff x="1907704" y="5371580"/>
                <a:chExt cx="4176464" cy="649708"/>
              </a:xfrm>
            </p:grpSpPr>
            <p:sp>
              <p:nvSpPr>
                <p:cNvPr id="11" name="Rectangle 7"/>
                <p:cNvSpPr/>
                <p:nvPr/>
              </p:nvSpPr>
              <p:spPr bwMode="auto">
                <a:xfrm>
                  <a:off x="3779912" y="5372398"/>
                  <a:ext cx="576064" cy="648890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2" name="Rectangle 8"/>
                <p:cNvSpPr/>
                <p:nvPr/>
              </p:nvSpPr>
              <p:spPr bwMode="auto">
                <a:xfrm>
                  <a:off x="4644008" y="5373216"/>
                  <a:ext cx="576064" cy="648072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3" name="Rectangle 9"/>
                <p:cNvSpPr/>
                <p:nvPr/>
              </p:nvSpPr>
              <p:spPr bwMode="auto">
                <a:xfrm>
                  <a:off x="5508104" y="5372398"/>
                  <a:ext cx="576064" cy="648072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4" name="Rectangle 10"/>
                <p:cNvSpPr/>
                <p:nvPr/>
              </p:nvSpPr>
              <p:spPr bwMode="auto">
                <a:xfrm>
                  <a:off x="3779912" y="5371580"/>
                  <a:ext cx="576064" cy="162836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5" name="Rectangle 11"/>
                <p:cNvSpPr/>
                <p:nvPr/>
              </p:nvSpPr>
              <p:spPr bwMode="auto">
                <a:xfrm>
                  <a:off x="4644008" y="5373216"/>
                  <a:ext cx="576064" cy="432048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6" name="Rectangle 12"/>
                <p:cNvSpPr/>
                <p:nvPr/>
              </p:nvSpPr>
              <p:spPr bwMode="auto">
                <a:xfrm>
                  <a:off x="5508104" y="5371580"/>
                  <a:ext cx="576064" cy="324854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  <p:sp>
              <p:nvSpPr>
                <p:cNvPr id="17" name="Rectangle 13"/>
                <p:cNvSpPr/>
                <p:nvPr/>
              </p:nvSpPr>
              <p:spPr bwMode="auto">
                <a:xfrm>
                  <a:off x="1907704" y="5615143"/>
                  <a:ext cx="576064" cy="280114"/>
                </a:xfrm>
                <a:prstGeom prst="rect">
                  <a:avLst/>
                </a:prstGeom>
                <a:solidFill>
                  <a:schemeClr val="tx2">
                    <a:lumMod val="7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SG" sz="2400" b="0" i="0" u="none" strike="noStrike" cap="none" normalizeH="0" baseline="-25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ＭＳ Ｐゴシック" pitchFamily="64" charset="-128"/>
                  </a:endParaRPr>
                </a:p>
              </p:txBody>
            </p:sp>
          </p:grpSp>
          <p:cxnSp>
            <p:nvCxnSpPr>
              <p:cNvPr id="9" name="Curved Connector 5"/>
              <p:cNvCxnSpPr/>
              <p:nvPr/>
            </p:nvCxnSpPr>
            <p:spPr bwMode="auto">
              <a:xfrm rot="5400000" flipH="1" flipV="1">
                <a:off x="3894792" y="4342052"/>
                <a:ext cx="241927" cy="2736304"/>
              </a:xfrm>
              <a:prstGeom prst="curvedConnector3">
                <a:avLst>
                  <a:gd name="adj1" fmla="val 344988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10" name="Rectangle 6"/>
              <p:cNvSpPr/>
              <p:nvPr/>
            </p:nvSpPr>
            <p:spPr>
              <a:xfrm>
                <a:off x="2055541" y="6210801"/>
                <a:ext cx="1584645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aseline="0" dirty="0"/>
                  <a:t>Play Request</a:t>
                </a:r>
                <a:endParaRPr lang="en-SG" sz="1600" dirty="0"/>
              </a:p>
            </p:txBody>
          </p:sp>
        </p:grpSp>
        <p:sp>
          <p:nvSpPr>
            <p:cNvPr id="7" name="Rectangle 14"/>
            <p:cNvSpPr/>
            <p:nvPr/>
          </p:nvSpPr>
          <p:spPr>
            <a:xfrm>
              <a:off x="5426860" y="5466710"/>
              <a:ext cx="9394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servers</a:t>
              </a:r>
              <a:endParaRPr lang="en-SG" sz="1600" dirty="0"/>
            </a:p>
          </p:txBody>
        </p:sp>
      </p:grpSp>
      <p:sp>
        <p:nvSpPr>
          <p:cNvPr id="18" name="Rectangle 13"/>
          <p:cNvSpPr/>
          <p:nvPr/>
        </p:nvSpPr>
        <p:spPr>
          <a:xfrm>
            <a:off x="2084107" y="5670606"/>
            <a:ext cx="50898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Server </a:t>
            </a:r>
            <a:r>
              <a:rPr lang="zh-CN" altLang="en-US" sz="2000" b="1" dirty="0">
                <a:solidFill>
                  <a:srgbClr val="C00000"/>
                </a:solidFill>
              </a:rPr>
              <a:t>的总运行时间由请求调度算法决定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506157"/>
      </p:ext>
    </p:extLst>
  </p:cSld>
  <p:clrMapOvr>
    <a:masterClrMapping/>
  </p:clrMapOvr>
  <p:transition advTm="14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996082" y="4509579"/>
            <a:ext cx="28190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baseline="0" dirty="0"/>
              <a:t>假设每台 </a:t>
            </a:r>
            <a:r>
              <a:rPr lang="en-US" altLang="zh-CN" sz="2000" b="1" dirty="0"/>
              <a:t>server </a:t>
            </a:r>
            <a:r>
              <a:rPr lang="zh-CN" altLang="en-US" sz="2000" b="1" dirty="0"/>
              <a:t>只能同时运行两个游戏</a:t>
            </a:r>
            <a:endParaRPr lang="en-SG" sz="2000" b="1" dirty="0"/>
          </a:p>
        </p:txBody>
      </p:sp>
      <p:grpSp>
        <p:nvGrpSpPr>
          <p:cNvPr id="40" name="Group 39"/>
          <p:cNvGrpSpPr/>
          <p:nvPr/>
        </p:nvGrpSpPr>
        <p:grpSpPr>
          <a:xfrm>
            <a:off x="827584" y="2177060"/>
            <a:ext cx="4975912" cy="3429637"/>
            <a:chOff x="1259632" y="2560340"/>
            <a:chExt cx="4471109" cy="3063493"/>
          </a:xfrm>
        </p:grpSpPr>
        <p:sp>
          <p:nvSpPr>
            <p:cNvPr id="8" name="Rectangle 7"/>
            <p:cNvSpPr/>
            <p:nvPr/>
          </p:nvSpPr>
          <p:spPr>
            <a:xfrm>
              <a:off x="1312590" y="2560340"/>
              <a:ext cx="2336584" cy="35739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b="1" baseline="0" dirty="0"/>
                <a:t>游戏请求 </a:t>
              </a:r>
              <a:r>
                <a:rPr lang="en-US" sz="2000" b="1" baseline="0" dirty="0"/>
                <a:t>r1, r2, r3</a:t>
              </a:r>
              <a:endParaRPr lang="en-SG" sz="2000" b="1" dirty="0"/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>
              <a:off x="1403648" y="5238780"/>
              <a:ext cx="424847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0" name="Rectangle 19"/>
            <p:cNvSpPr/>
            <p:nvPr/>
          </p:nvSpPr>
          <p:spPr>
            <a:xfrm>
              <a:off x="5216237" y="5321423"/>
              <a:ext cx="514504" cy="3024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time</a:t>
              </a:r>
              <a:endParaRPr lang="en-SG" sz="16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59632" y="5310788"/>
              <a:ext cx="268199" cy="3024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0</a:t>
              </a:r>
              <a:endParaRPr lang="en-SG" sz="16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703164" y="5310788"/>
              <a:ext cx="268199" cy="3024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1</a:t>
              </a:r>
              <a:endParaRPr lang="en-SG" sz="1600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27984" y="5310788"/>
              <a:ext cx="370465" cy="3024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10</a:t>
              </a:r>
              <a:endParaRPr lang="en-SG" sz="1600" baseline="0" dirty="0"/>
            </a:p>
          </p:txBody>
        </p:sp>
        <p:cxnSp>
          <p:nvCxnSpPr>
            <p:cNvPr id="25" name="Straight Connector 24"/>
            <p:cNvCxnSpPr/>
            <p:nvPr/>
          </p:nvCxnSpPr>
          <p:spPr bwMode="auto">
            <a:xfrm>
              <a:off x="1403648" y="5166772"/>
              <a:ext cx="0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1817532" y="5166772"/>
              <a:ext cx="0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4603750" y="5166772"/>
              <a:ext cx="0" cy="7200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3" name="Rectangle 32"/>
            <p:cNvSpPr/>
            <p:nvPr/>
          </p:nvSpPr>
          <p:spPr bwMode="auto">
            <a:xfrm>
              <a:off x="1403648" y="3131676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403648" y="3131676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r1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1403648" y="3717032"/>
              <a:ext cx="432048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03648" y="3717032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r2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1403648" y="4283804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403648" y="4283804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r3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Rectangle 38"/>
          <p:cNvSpPr/>
          <p:nvPr/>
        </p:nvSpPr>
        <p:spPr bwMode="auto">
          <a:xfrm>
            <a:off x="6792232" y="3230153"/>
            <a:ext cx="1011541" cy="886757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-2500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6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741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SG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31257" y="5233055"/>
            <a:ext cx="35104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baseline="0" dirty="0"/>
              <a:t>总时间</a:t>
            </a:r>
            <a:r>
              <a:rPr lang="en-US" altLang="zh-CN" sz="2000" b="1" baseline="0" dirty="0"/>
              <a:t>:</a:t>
            </a:r>
            <a:r>
              <a:rPr lang="en-US" sz="2000" b="1" baseline="0" dirty="0"/>
              <a:t> 10 + 10 = 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9667" y="5227360"/>
            <a:ext cx="33123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baseline="0" dirty="0"/>
              <a:t>总时间</a:t>
            </a:r>
            <a:r>
              <a:rPr lang="en-US" altLang="zh-CN" sz="2000" b="1" baseline="0" dirty="0"/>
              <a:t>:</a:t>
            </a:r>
            <a:r>
              <a:rPr lang="en-US" sz="2000" b="1" baseline="0" dirty="0"/>
              <a:t> 10 + 1 = 11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922292" y="2491602"/>
            <a:ext cx="3222142" cy="1881461"/>
            <a:chOff x="854767" y="2627658"/>
            <a:chExt cx="3222142" cy="1881461"/>
          </a:xfrm>
        </p:grpSpPr>
        <p:sp>
          <p:nvSpPr>
            <p:cNvPr id="39" name="Rectangle 38"/>
            <p:cNvSpPr/>
            <p:nvPr/>
          </p:nvSpPr>
          <p:spPr bwMode="auto">
            <a:xfrm>
              <a:off x="863732" y="2627658"/>
              <a:ext cx="3213177" cy="801341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899592" y="2680345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90067" y="2665487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r1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899592" y="3049910"/>
              <a:ext cx="432048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899592" y="3059668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r2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854767" y="3707778"/>
              <a:ext cx="3213177" cy="801341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890627" y="4124697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881102" y="4115172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r3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4941294" y="2491602"/>
            <a:ext cx="3222141" cy="1881461"/>
            <a:chOff x="4806243" y="2627659"/>
            <a:chExt cx="3222141" cy="1881461"/>
          </a:xfrm>
        </p:grpSpPr>
        <p:sp>
          <p:nvSpPr>
            <p:cNvPr id="53" name="Rectangle 52"/>
            <p:cNvSpPr/>
            <p:nvPr/>
          </p:nvSpPr>
          <p:spPr bwMode="auto">
            <a:xfrm>
              <a:off x="4815207" y="2627659"/>
              <a:ext cx="3213177" cy="801341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4851067" y="2680346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841542" y="2665488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r1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4833137" y="4149080"/>
              <a:ext cx="432048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851067" y="2996952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r2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4806243" y="3707779"/>
              <a:ext cx="485838" cy="801341"/>
            </a:xfrm>
            <a:prstGeom prst="rect">
              <a:avLst/>
            </a:prstGeom>
            <a:noFill/>
            <a:ln w="28575" cap="flat" cmpd="sng" algn="ctr">
              <a:solidFill>
                <a:srgbClr val="C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4842102" y="3049910"/>
              <a:ext cx="3168352" cy="36004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832577" y="4115173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r2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850507" y="3059668"/>
              <a:ext cx="38985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800" baseline="0" dirty="0">
                  <a:solidFill>
                    <a:schemeClr val="bg1"/>
                  </a:solidFill>
                </a:rPr>
                <a:t>r3</a:t>
              </a:r>
              <a:endParaRPr lang="en-SG" sz="18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89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研究工作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469106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理论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经典调度算法在云游戏请求调度上的表现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算法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预测请求结束时间，优化请求调度算法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考虑游戏部署开销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系统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考虑游戏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interference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789813"/>
      </p:ext>
    </p:extLst>
  </p:cSld>
  <p:clrMapOvr>
    <a:masterClrMapping/>
  </p:clrMapOvr>
  <p:transition advTm="15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理论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经典算法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351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Any Fit (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一系列算法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只有当前正在运行的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server 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都满负载时，才开一台新的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First Fit </a:t>
            </a: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在所有有空闲的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server 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中，选择最早开始运行的那台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server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Best Fit</a:t>
            </a: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在所有有空闲的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server </a:t>
            </a: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中，选择空闲最少的那台 </a:t>
            </a:r>
            <a:r>
              <a:rPr lang="en-US" altLang="zh-CN" sz="2000" dirty="0">
                <a:latin typeface="华文中宋" pitchFamily="2" charset="-122"/>
                <a:ea typeface="华文中宋" pitchFamily="2" charset="-122"/>
              </a:rPr>
              <a:t>server</a:t>
            </a: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4" name="Group 33"/>
          <p:cNvGrpSpPr/>
          <p:nvPr/>
        </p:nvGrpSpPr>
        <p:grpSpPr>
          <a:xfrm>
            <a:off x="2580319" y="5408651"/>
            <a:ext cx="4225495" cy="1365174"/>
            <a:chOff x="2411760" y="5157192"/>
            <a:chExt cx="4624785" cy="1303121"/>
          </a:xfrm>
        </p:grpSpPr>
        <p:grpSp>
          <p:nvGrpSpPr>
            <p:cNvPr id="5" name="Group 3"/>
            <p:cNvGrpSpPr/>
            <p:nvPr/>
          </p:nvGrpSpPr>
          <p:grpSpPr>
            <a:xfrm>
              <a:off x="2411760" y="5587604"/>
              <a:ext cx="4176464" cy="649708"/>
              <a:chOff x="1907704" y="5371580"/>
              <a:chExt cx="4176464" cy="649708"/>
            </a:xfrm>
          </p:grpSpPr>
          <p:sp>
            <p:nvSpPr>
              <p:cNvPr id="12" name="Rectangle 1"/>
              <p:cNvSpPr/>
              <p:nvPr/>
            </p:nvSpPr>
            <p:spPr bwMode="auto">
              <a:xfrm>
                <a:off x="3779912" y="5372398"/>
                <a:ext cx="576064" cy="648890"/>
              </a:xfrm>
              <a:prstGeom prst="rect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3" name="Rectangle 5"/>
              <p:cNvSpPr/>
              <p:nvPr/>
            </p:nvSpPr>
            <p:spPr bwMode="auto">
              <a:xfrm>
                <a:off x="4644008" y="5373216"/>
                <a:ext cx="576064" cy="648072"/>
              </a:xfrm>
              <a:prstGeom prst="rect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4" name="Rectangle 6"/>
              <p:cNvSpPr/>
              <p:nvPr/>
            </p:nvSpPr>
            <p:spPr bwMode="auto">
              <a:xfrm>
                <a:off x="5508104" y="5372398"/>
                <a:ext cx="576064" cy="648072"/>
              </a:xfrm>
              <a:prstGeom prst="rect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5" name="Rectangle 7"/>
              <p:cNvSpPr/>
              <p:nvPr/>
            </p:nvSpPr>
            <p:spPr bwMode="auto">
              <a:xfrm>
                <a:off x="3779912" y="5371580"/>
                <a:ext cx="576064" cy="162836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6" name="Rectangle 8"/>
              <p:cNvSpPr/>
              <p:nvPr/>
            </p:nvSpPr>
            <p:spPr bwMode="auto">
              <a:xfrm>
                <a:off x="4644008" y="5373216"/>
                <a:ext cx="576064" cy="432048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7" name="Rectangle 9"/>
              <p:cNvSpPr/>
              <p:nvPr/>
            </p:nvSpPr>
            <p:spPr bwMode="auto">
              <a:xfrm>
                <a:off x="5508104" y="5371580"/>
                <a:ext cx="576064" cy="324854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8" name="Rectangle 10"/>
              <p:cNvSpPr/>
              <p:nvPr/>
            </p:nvSpPr>
            <p:spPr bwMode="auto">
              <a:xfrm>
                <a:off x="1907704" y="5615143"/>
                <a:ext cx="576064" cy="280114"/>
              </a:xfrm>
              <a:prstGeom prst="rect">
                <a:avLst/>
              </a:prstGeom>
              <a:solidFill>
                <a:schemeClr val="tx2">
                  <a:lumMod val="7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SG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</p:grpSp>
        <p:cxnSp>
          <p:nvCxnSpPr>
            <p:cNvPr id="6" name="Curved Connector 21"/>
            <p:cNvCxnSpPr>
              <a:stCxn id="18" idx="0"/>
              <a:endCxn id="13" idx="0"/>
            </p:cNvCxnSpPr>
            <p:nvPr/>
          </p:nvCxnSpPr>
          <p:spPr bwMode="auto">
            <a:xfrm rot="5400000" flipH="1" flipV="1">
              <a:off x="3946981" y="4342052"/>
              <a:ext cx="241927" cy="2736304"/>
            </a:xfrm>
            <a:prstGeom prst="curvedConnector3">
              <a:avLst>
                <a:gd name="adj1" fmla="val 30608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" name="Curved Connector 31"/>
            <p:cNvCxnSpPr>
              <a:stCxn id="18" idx="0"/>
              <a:endCxn id="14" idx="0"/>
            </p:cNvCxnSpPr>
            <p:nvPr/>
          </p:nvCxnSpPr>
          <p:spPr bwMode="auto">
            <a:xfrm rot="5400000" flipH="1" flipV="1">
              <a:off x="4378620" y="3909595"/>
              <a:ext cx="242745" cy="3600400"/>
            </a:xfrm>
            <a:prstGeom prst="curvedConnector3">
              <a:avLst>
                <a:gd name="adj1" fmla="val 40583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Rectangle 35"/>
            <p:cNvSpPr/>
            <p:nvPr/>
          </p:nvSpPr>
          <p:spPr>
            <a:xfrm>
              <a:off x="2469821" y="6121759"/>
              <a:ext cx="57259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item</a:t>
              </a:r>
              <a:endParaRPr lang="en-SG" sz="1600" dirty="0"/>
            </a:p>
          </p:txBody>
        </p:sp>
        <p:sp>
          <p:nvSpPr>
            <p:cNvPr id="10" name="Rectangle 37"/>
            <p:cNvSpPr/>
            <p:nvPr/>
          </p:nvSpPr>
          <p:spPr>
            <a:xfrm>
              <a:off x="5215019" y="5157192"/>
              <a:ext cx="86914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First Fit</a:t>
              </a:r>
              <a:endParaRPr lang="en-SG" sz="1600" dirty="0"/>
            </a:p>
          </p:txBody>
        </p:sp>
        <p:sp>
          <p:nvSpPr>
            <p:cNvPr id="11" name="Rectangle 38"/>
            <p:cNvSpPr/>
            <p:nvPr/>
          </p:nvSpPr>
          <p:spPr>
            <a:xfrm>
              <a:off x="6156176" y="5157192"/>
              <a:ext cx="88036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aseline="0" dirty="0"/>
                <a:t>Best Fit</a:t>
              </a:r>
              <a:endParaRPr lang="en-SG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0884097"/>
      </p:ext>
    </p:extLst>
  </p:cSld>
  <p:clrMapOvr>
    <a:masterClrMapping/>
  </p:clrMapOvr>
  <p:transition advTm="156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理论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经典算法分析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351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Worst Case Ratio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分析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275753"/>
                  </p:ext>
                </p:extLst>
              </p:nvPr>
            </p:nvGraphicFramePr>
            <p:xfrm>
              <a:off x="686743" y="2716932"/>
              <a:ext cx="7776864" cy="328549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162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39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Algorithm</a:t>
                          </a:r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aseline="0" dirty="0"/>
                            <a:t>Competitive Ratio</a:t>
                          </a:r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Any Fit</a:t>
                          </a:r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lower bound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zh-CN" altLang="en-US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Best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lower bound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not bounded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53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First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/>
                            <a:t>upper bound</a:t>
                          </a:r>
                          <a:endParaRPr lang="en-US" altLang="zh-CN" dirty="0"/>
                        </a:p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aseline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800" baseline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800" baseline="0" smtClean="0">
                                  <a:latin typeface="Cambria Math" panose="02040503050406030204" pitchFamily="18" charset="0"/>
                                </a:rPr>
                                <m:t>+13</m:t>
                              </m:r>
                            </m:oMath>
                          </a14:m>
                          <a:r>
                            <a:rPr lang="en-US" altLang="zh-CN" dirty="0"/>
                            <a:t> (</a:t>
                          </a:r>
                          <a:r>
                            <a:rPr lang="en-US" altLang="zh-CN" i="1" dirty="0"/>
                            <a:t>SPAA</a:t>
                          </a:r>
                          <a:r>
                            <a:rPr lang="en-US" altLang="zh-CN" i="1" baseline="0" dirty="0"/>
                            <a:t> 14</a:t>
                          </a:r>
                          <a:r>
                            <a:rPr lang="en-US" altLang="zh-CN" dirty="0"/>
                            <a:t>)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aseline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800" baseline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800" baseline="0" smtClean="0">
                                  <a:latin typeface="Cambria Math" panose="02040503050406030204" pitchFamily="18" charset="0"/>
                                </a:rPr>
                                <m:t>+7</m:t>
                              </m:r>
                            </m:oMath>
                          </a14:m>
                          <a:r>
                            <a:rPr lang="en-US" altLang="zh-CN" dirty="0"/>
                            <a:t> (</a:t>
                          </a:r>
                          <a:r>
                            <a:rPr lang="en-US" altLang="zh-CN" i="1" dirty="0"/>
                            <a:t>TPDS 15</a:t>
                          </a:r>
                          <a:r>
                            <a:rPr lang="en-US" altLang="zh-CN" dirty="0"/>
                            <a:t>)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aseline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800" baseline="0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oMath>
                          </a14:m>
                          <a:r>
                            <a:rPr lang="en-US" altLang="zh-CN" dirty="0"/>
                            <a:t> (</a:t>
                          </a:r>
                          <a:r>
                            <a:rPr lang="en-US" altLang="zh-CN" i="1" dirty="0"/>
                            <a:t>IPDPS 16</a:t>
                          </a:r>
                          <a:r>
                            <a:rPr lang="en-US" altLang="zh-CN" dirty="0"/>
                            <a:t>)</a:t>
                          </a: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800" baseline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sz="1800" baseline="0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</m:oMath>
                          </a14:m>
                          <a:r>
                            <a:rPr lang="en-US" altLang="zh-CN" dirty="0"/>
                            <a:t> (</a:t>
                          </a:r>
                          <a:r>
                            <a:rPr lang="en-US" altLang="zh-CN" i="1" dirty="0"/>
                            <a:t>TON 16</a:t>
                          </a:r>
                          <a:r>
                            <a:rPr lang="en-US" altLang="zh-CN" dirty="0"/>
                            <a:t>)</a:t>
                          </a:r>
                          <a:endParaRPr lang="en-US" altLang="zh-CN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877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/>
                            <a:t>Modified First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zh-CN" altLang="en-US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sz="1800" kern="1200" dirty="0"/>
                            <a:t>is not known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CN" sz="1800" i="1" baseline="0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aseline="0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altLang="zh-CN" sz="1800" baseline="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altLang="zh-CN" sz="1800" baseline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zh-CN" sz="1800" baseline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800" baseline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CN" sz="1800" i="1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1800" baseline="0" dirty="0" smtClean="0"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US" altLang="zh-CN" sz="1800" baseline="0" dirty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8778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zh-CN" altLang="en-US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zh-CN" altLang="en-US" dirty="0"/>
                            <a:t> </a:t>
                          </a:r>
                          <a:r>
                            <a:rPr lang="en-US" altLang="zh-CN" sz="1800" kern="1200" dirty="0"/>
                            <a:t>is known</a:t>
                          </a:r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800" baseline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altLang="zh-CN" sz="1800" baseline="0" smtClean="0"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oMath>
                            </m:oMathPara>
                          </a14:m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表格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275753"/>
                  </p:ext>
                </p:extLst>
              </p:nvPr>
            </p:nvGraphicFramePr>
            <p:xfrm>
              <a:off x="686743" y="2716932"/>
              <a:ext cx="7776864" cy="328549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20162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2403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Algorithm</a:t>
                          </a:r>
                          <a:endParaRPr lang="zh-CN" altLang="en-US" dirty="0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aseline="0" dirty="0" smtClean="0"/>
                            <a:t>Competitive Ratio</a:t>
                          </a:r>
                          <a:endParaRPr lang="zh-CN" alt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/>
                            <a:t>Any Fit</a:t>
                          </a:r>
                          <a:endParaRPr lang="zh-CN" altLang="en-US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lower bound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226" t="-106557" r="-752" b="-7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Best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lower bound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not bounded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First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1800" kern="1200" dirty="0" smtClean="0"/>
                            <a:t>upper bound</a:t>
                          </a:r>
                          <a:endParaRPr lang="en-US" altLang="zh-CN" dirty="0" smtClean="0"/>
                        </a:p>
                        <a:p>
                          <a:pPr algn="ctr"/>
                          <a:endParaRPr lang="zh-CN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226" t="-95897" r="-752" b="-912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055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800" kern="1200" dirty="0" smtClean="0"/>
                            <a:t>Modified First Fit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Arial" panose="020B0604020202020204" pitchFamily="34" charset="0"/>
                            <a:ea typeface="+mn-ea"/>
                            <a:cs typeface="Arial" panose="020B060402020202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93" t="-378218" r="-129469" b="-76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226" t="-378218" r="-752" b="-76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8778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80193" t="-779032" r="-129469" b="-241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0226" t="-779032" r="-752" b="-241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5053256"/>
      </p:ext>
    </p:extLst>
  </p:cSld>
  <p:clrMapOvr>
    <a:masterClrMapping/>
  </p:clrMapOvr>
  <p:transition advTm="156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理论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经典算法分析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43053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Stochastic 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分析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defRPr/>
            </a:pPr>
            <a:r>
              <a:rPr lang="zh-CN" altLang="en-US" sz="2000" dirty="0">
                <a:latin typeface="华文中宋" pitchFamily="2" charset="-122"/>
                <a:ea typeface="华文中宋" pitchFamily="2" charset="-122"/>
              </a:rPr>
              <a:t>调度算法统计学上的平均性能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16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341405"/>
              </p:ext>
            </p:extLst>
          </p:nvPr>
        </p:nvGraphicFramePr>
        <p:xfrm>
          <a:off x="1429941" y="3252763"/>
          <a:ext cx="3024336" cy="302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0" name="Visio" r:id="rId4" imgW="6219825" imgH="6219825" progId="Visio.Drawing.15">
                  <p:embed/>
                </p:oleObj>
              </mc:Choice>
              <mc:Fallback>
                <p:oleObj name="Visio" r:id="rId4" imgW="6219825" imgH="6219825" progId="Visio.Drawing.15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941" y="3252763"/>
                        <a:ext cx="3024336" cy="30243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5288"/>
              </p:ext>
            </p:extLst>
          </p:nvPr>
        </p:nvGraphicFramePr>
        <p:xfrm>
          <a:off x="5541640" y="2859931"/>
          <a:ext cx="242887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1" name="Visio" r:id="rId6" imgW="4829175" imgH="7610475" progId="Visio.Drawing.15">
                  <p:embed/>
                </p:oleObj>
              </mc:Choice>
              <mc:Fallback>
                <p:oleObj name="Visio" r:id="rId6" imgW="4829175" imgH="7610475" progId="Visio.Drawing.15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640" y="2859931"/>
                        <a:ext cx="2428875" cy="381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8725524"/>
      </p:ext>
    </p:extLst>
  </p:cSld>
  <p:clrMapOvr>
    <a:masterClrMapping/>
  </p:clrMapOvr>
  <p:transition advTm="156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基于请求结束时间预测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351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游戏请求的 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Daily Pattern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19" name="Group 10"/>
          <p:cNvGrpSpPr/>
          <p:nvPr/>
        </p:nvGrpSpPr>
        <p:grpSpPr>
          <a:xfrm>
            <a:off x="912775" y="2421447"/>
            <a:ext cx="7324799" cy="3535660"/>
            <a:chOff x="1503377" y="786377"/>
            <a:chExt cx="6108526" cy="3312368"/>
          </a:xfrm>
        </p:grpSpPr>
        <p:graphicFrame>
          <p:nvGraphicFramePr>
            <p:cNvPr id="20" name="Chart 1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52626042"/>
                </p:ext>
              </p:extLst>
            </p:nvPr>
          </p:nvGraphicFramePr>
          <p:xfrm>
            <a:off x="1503377" y="786377"/>
            <a:ext cx="6108526" cy="331236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1" name="TextBox 5"/>
            <p:cNvSpPr txBox="1"/>
            <p:nvPr/>
          </p:nvSpPr>
          <p:spPr>
            <a:xfrm>
              <a:off x="3360254" y="1628800"/>
              <a:ext cx="2376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Wasted Running Hours </a:t>
              </a:r>
            </a:p>
          </p:txBody>
        </p:sp>
        <p:cxnSp>
          <p:nvCxnSpPr>
            <p:cNvPr id="22" name="Straight Arrow Connector 7"/>
            <p:cNvCxnSpPr/>
            <p:nvPr/>
          </p:nvCxnSpPr>
          <p:spPr bwMode="auto">
            <a:xfrm flipH="1">
              <a:off x="2842006" y="2132856"/>
              <a:ext cx="792088" cy="8640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3" name="Rectangle 20"/>
          <p:cNvSpPr/>
          <p:nvPr/>
        </p:nvSpPr>
        <p:spPr>
          <a:xfrm>
            <a:off x="1288938" y="6018232"/>
            <a:ext cx="694863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baseline="0" dirty="0">
                <a:solidFill>
                  <a:srgbClr val="C00000"/>
                </a:solidFill>
              </a:rPr>
              <a:t>First Fit/Best Fit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在“下坡阶段”浪费大量服务器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397828"/>
      </p:ext>
    </p:extLst>
  </p:cSld>
  <p:clrMapOvr>
    <a:masterClrMapping/>
  </p:clrMapOvr>
  <p:transition advTm="156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基于请求结束时间预测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351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请求结束时间预测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1246907" y="5989657"/>
            <a:ext cx="694863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000" b="1" baseline="0" dirty="0" err="1">
                <a:solidFill>
                  <a:srgbClr val="C00000"/>
                </a:solidFill>
              </a:rPr>
              <a:t>Dota</a:t>
            </a:r>
            <a:r>
              <a:rPr lang="en-US" sz="2000" b="1" dirty="0">
                <a:solidFill>
                  <a:srgbClr val="C00000"/>
                </a:solidFill>
              </a:rPr>
              <a:t>, </a:t>
            </a:r>
            <a:r>
              <a:rPr lang="en-US" sz="2000" b="1" dirty="0" err="1">
                <a:solidFill>
                  <a:srgbClr val="C00000"/>
                </a:solidFill>
              </a:rPr>
              <a:t>WoT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</a:rPr>
              <a:t>等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“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match-based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”游戏，结束时间可预测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graphicFrame>
        <p:nvGraphicFramePr>
          <p:cNvPr id="9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6154371"/>
              </p:ext>
            </p:extLst>
          </p:nvPr>
        </p:nvGraphicFramePr>
        <p:xfrm>
          <a:off x="1018840" y="2584351"/>
          <a:ext cx="7488832" cy="324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74172351"/>
      </p:ext>
    </p:extLst>
  </p:cSld>
  <p:clrMapOvr>
    <a:masterClrMapping/>
  </p:clrMapOvr>
  <p:transition advTm="156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基于请求结束时间预测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1"/>
            <a:ext cx="8308975" cy="990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基于请求结束时间预测的调度算法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986458" y="5373050"/>
            <a:ext cx="6948636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将差不多同一时间结束的请求放到同一台 </a:t>
            </a:r>
            <a:r>
              <a:rPr lang="en-US" altLang="zh-CN" sz="2000" b="1" dirty="0">
                <a:solidFill>
                  <a:srgbClr val="C00000"/>
                </a:solidFill>
              </a:rPr>
              <a:t>server </a:t>
            </a:r>
            <a:r>
              <a:rPr lang="zh-CN" altLang="en-US" sz="2000" b="1" dirty="0">
                <a:solidFill>
                  <a:srgbClr val="C00000"/>
                </a:solidFill>
              </a:rPr>
              <a:t>上</a:t>
            </a:r>
            <a:endParaRPr lang="en-SG" sz="2000" b="1" baseline="0" dirty="0">
              <a:solidFill>
                <a:srgbClr val="C0000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86458" y="2895073"/>
            <a:ext cx="7344816" cy="1872208"/>
            <a:chOff x="1043608" y="3284984"/>
            <a:chExt cx="7344816" cy="1872208"/>
          </a:xfrm>
        </p:grpSpPr>
        <p:sp>
          <p:nvSpPr>
            <p:cNvPr id="6" name="Right Arrow 69"/>
            <p:cNvSpPr/>
            <p:nvPr/>
          </p:nvSpPr>
          <p:spPr bwMode="auto">
            <a:xfrm>
              <a:off x="4499992" y="4280902"/>
              <a:ext cx="432048" cy="288032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-2500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64" charset="-128"/>
              </a:endParaRPr>
            </a:p>
          </p:txBody>
        </p:sp>
        <p:grpSp>
          <p:nvGrpSpPr>
            <p:cNvPr id="7" name="Group 91"/>
            <p:cNvGrpSpPr/>
            <p:nvPr/>
          </p:nvGrpSpPr>
          <p:grpSpPr>
            <a:xfrm>
              <a:off x="1043608" y="3573016"/>
              <a:ext cx="2880320" cy="1530752"/>
              <a:chOff x="1187624" y="3356992"/>
              <a:chExt cx="2880320" cy="1530752"/>
            </a:xfrm>
          </p:grpSpPr>
          <p:sp>
            <p:nvSpPr>
              <p:cNvPr id="8" name="Rectangle 78"/>
              <p:cNvSpPr/>
              <p:nvPr/>
            </p:nvSpPr>
            <p:spPr bwMode="auto">
              <a:xfrm>
                <a:off x="1187624" y="3366284"/>
                <a:ext cx="2520280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0" name="Rectangle 79"/>
              <p:cNvSpPr/>
              <p:nvPr/>
            </p:nvSpPr>
            <p:spPr>
              <a:xfrm>
                <a:off x="1187624" y="3356992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r1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Rectangle 80"/>
              <p:cNvSpPr/>
              <p:nvPr/>
            </p:nvSpPr>
            <p:spPr bwMode="auto">
              <a:xfrm>
                <a:off x="1187624" y="3942348"/>
                <a:ext cx="1080120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2" name="Rectangle 81"/>
              <p:cNvSpPr/>
              <p:nvPr/>
            </p:nvSpPr>
            <p:spPr>
              <a:xfrm>
                <a:off x="1187624" y="3942348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r2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Rectangle 82"/>
              <p:cNvSpPr/>
              <p:nvPr/>
            </p:nvSpPr>
            <p:spPr bwMode="auto">
              <a:xfrm>
                <a:off x="1187624" y="4518412"/>
                <a:ext cx="2880320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4" name="Rectangle 83"/>
              <p:cNvSpPr/>
              <p:nvPr/>
            </p:nvSpPr>
            <p:spPr>
              <a:xfrm>
                <a:off x="1187624" y="4518412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r3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" name="Group 92"/>
            <p:cNvGrpSpPr/>
            <p:nvPr/>
          </p:nvGrpSpPr>
          <p:grpSpPr>
            <a:xfrm>
              <a:off x="5436096" y="3284984"/>
              <a:ext cx="2952328" cy="1872208"/>
              <a:chOff x="5580112" y="3438292"/>
              <a:chExt cx="2952328" cy="1872208"/>
            </a:xfrm>
          </p:grpSpPr>
          <p:sp>
            <p:nvSpPr>
              <p:cNvPr id="16" name="Rectangle 77"/>
              <p:cNvSpPr/>
              <p:nvPr/>
            </p:nvSpPr>
            <p:spPr bwMode="auto">
              <a:xfrm>
                <a:off x="5580112" y="3438292"/>
                <a:ext cx="1152128" cy="801341"/>
              </a:xfrm>
              <a:prstGeom prst="rect">
                <a:avLst/>
              </a:prstGeom>
              <a:noFill/>
              <a:ln w="28575" cap="flat" cmpd="sng" algn="ctr">
                <a:solidFill>
                  <a:srgbClr val="C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7" name="Rectangle 84"/>
              <p:cNvSpPr/>
              <p:nvPr/>
            </p:nvSpPr>
            <p:spPr bwMode="auto">
              <a:xfrm>
                <a:off x="5604494" y="3870340"/>
                <a:ext cx="1127745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18" name="Rectangle 85"/>
              <p:cNvSpPr/>
              <p:nvPr/>
            </p:nvSpPr>
            <p:spPr>
              <a:xfrm>
                <a:off x="5604495" y="3870340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r2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Rectangle 86"/>
              <p:cNvSpPr/>
              <p:nvPr/>
            </p:nvSpPr>
            <p:spPr bwMode="auto">
              <a:xfrm>
                <a:off x="5580112" y="4509159"/>
                <a:ext cx="2952328" cy="801341"/>
              </a:xfrm>
              <a:prstGeom prst="rect">
                <a:avLst/>
              </a:prstGeom>
              <a:noFill/>
              <a:ln w="28575" cap="flat" cmpd="sng" algn="ctr">
                <a:solidFill>
                  <a:srgbClr val="C0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20" name="Rectangle 87"/>
              <p:cNvSpPr/>
              <p:nvPr/>
            </p:nvSpPr>
            <p:spPr bwMode="auto">
              <a:xfrm>
                <a:off x="5607006" y="4940880"/>
                <a:ext cx="2925433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21" name="Rectangle 88"/>
              <p:cNvSpPr/>
              <p:nvPr/>
            </p:nvSpPr>
            <p:spPr>
              <a:xfrm>
                <a:off x="5607007" y="4940880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r3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89"/>
              <p:cNvSpPr/>
              <p:nvPr/>
            </p:nvSpPr>
            <p:spPr bwMode="auto">
              <a:xfrm>
                <a:off x="5607007" y="4572490"/>
                <a:ext cx="2520280" cy="360040"/>
              </a:xfrm>
              <a:prstGeom prst="rect">
                <a:avLst/>
              </a:prstGeom>
              <a:solidFill>
                <a:schemeClr val="tx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-2500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64" charset="-128"/>
                </a:endParaRPr>
              </a:p>
            </p:txBody>
          </p:sp>
          <p:sp>
            <p:nvSpPr>
              <p:cNvPr id="24" name="Rectangle 90"/>
              <p:cNvSpPr/>
              <p:nvPr/>
            </p:nvSpPr>
            <p:spPr>
              <a:xfrm>
                <a:off x="5607007" y="4563198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baseline="0" dirty="0">
                    <a:solidFill>
                      <a:schemeClr val="bg1"/>
                    </a:solidFill>
                  </a:rPr>
                  <a:t>r1</a:t>
                </a:r>
                <a:endParaRPr lang="en-SG" sz="18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8825625"/>
      </p:ext>
    </p:extLst>
  </p:cSld>
  <p:clrMapOvr>
    <a:masterClrMapping/>
  </p:clrMapOvr>
  <p:transition advTm="156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基于请求结束时间预测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1"/>
            <a:ext cx="8308975" cy="990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基于请求结束时间预测的调度算法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24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8127373"/>
              </p:ext>
            </p:extLst>
          </p:nvPr>
        </p:nvGraphicFramePr>
        <p:xfrm>
          <a:off x="864386" y="2634560"/>
          <a:ext cx="7220359" cy="34284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292080" y="6165304"/>
            <a:ext cx="30243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NetGames</a:t>
            </a:r>
            <a:r>
              <a:rPr lang="en-US" altLang="zh-CN" dirty="0"/>
              <a:t> 2014</a:t>
            </a:r>
            <a:r>
              <a:rPr lang="zh-CN" altLang="en-US" dirty="0"/>
              <a:t>、</a:t>
            </a:r>
            <a:r>
              <a:rPr lang="en-US" altLang="zh-CN" dirty="0"/>
              <a:t>TCSVT 2017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051661"/>
      </p:ext>
    </p:extLst>
  </p:cSld>
  <p:clrMapOvr>
    <a:masterClrMapping/>
  </p:clrMapOvr>
  <p:transition advTm="156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考虑游戏布局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351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游戏部署开销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>
              <a:lnSpc>
                <a:spcPct val="150000"/>
              </a:lnSpc>
              <a:defRPr/>
            </a:pP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en-US" altLang="zh-CN" sz="2800" b="1" dirty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defRPr/>
            </a:pP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929185" y="2643121"/>
            <a:ext cx="3240360" cy="2881326"/>
            <a:chOff x="755576" y="2356533"/>
            <a:chExt cx="3240360" cy="2881326"/>
          </a:xfrm>
        </p:grpSpPr>
        <p:sp>
          <p:nvSpPr>
            <p:cNvPr id="43" name="圆角矩形 42"/>
            <p:cNvSpPr/>
            <p:nvPr/>
          </p:nvSpPr>
          <p:spPr bwMode="auto">
            <a:xfrm>
              <a:off x="755576" y="2924944"/>
              <a:ext cx="1296144" cy="1080120"/>
            </a:xfrm>
            <a:prstGeom prst="roundRect">
              <a:avLst/>
            </a:prstGeom>
            <a:solidFill>
              <a:srgbClr val="F798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4" name="Rectangle 13"/>
            <p:cNvSpPr/>
            <p:nvPr/>
          </p:nvSpPr>
          <p:spPr>
            <a:xfrm>
              <a:off x="1916173" y="2356533"/>
              <a:ext cx="110345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</a:rPr>
                <a:t>Servers</a:t>
              </a:r>
              <a:endParaRPr kumimoji="0" lang="en-SG" sz="1800" b="1" i="0" u="none" strike="noStrike" kern="0" cap="none" spc="0" normalizeH="0" baseline="-2500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endParaRPr>
            </a:p>
          </p:txBody>
        </p:sp>
        <p:sp>
          <p:nvSpPr>
            <p:cNvPr id="45" name="Rectangle 13"/>
            <p:cNvSpPr/>
            <p:nvPr/>
          </p:nvSpPr>
          <p:spPr>
            <a:xfrm>
              <a:off x="1971204" y="4868527"/>
              <a:ext cx="13115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</a:rPr>
                <a:t>游戏软件</a:t>
              </a:r>
              <a:endParaRPr kumimoji="0" lang="en-SG" sz="1800" b="1" i="0" u="none" strike="noStrike" kern="0" cap="none" spc="0" normalizeH="0" baseline="-2500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endParaRPr>
            </a:p>
          </p:txBody>
        </p:sp>
        <p:sp>
          <p:nvSpPr>
            <p:cNvPr id="46" name="圆角矩形 45"/>
            <p:cNvSpPr/>
            <p:nvPr/>
          </p:nvSpPr>
          <p:spPr bwMode="auto">
            <a:xfrm>
              <a:off x="852984" y="3573017"/>
              <a:ext cx="1118220" cy="377510"/>
            </a:xfrm>
            <a:prstGeom prst="roundRect">
              <a:avLst/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7" name="等腰三角形 46"/>
            <p:cNvSpPr/>
            <p:nvPr/>
          </p:nvSpPr>
          <p:spPr bwMode="auto">
            <a:xfrm>
              <a:off x="903263" y="3581677"/>
              <a:ext cx="348969" cy="324036"/>
            </a:xfrm>
            <a:prstGeom prst="triangle">
              <a:avLst/>
            </a:prstGeom>
            <a:solidFill>
              <a:srgbClr val="0055C4">
                <a:lumMod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8" name="椭圆 47"/>
            <p:cNvSpPr/>
            <p:nvPr/>
          </p:nvSpPr>
          <p:spPr bwMode="auto">
            <a:xfrm>
              <a:off x="1269689" y="3599370"/>
              <a:ext cx="321540" cy="314571"/>
            </a:xfrm>
            <a:prstGeom prst="ellipse">
              <a:avLst/>
            </a:prstGeom>
            <a:solidFill>
              <a:srgbClr val="0055C4">
                <a:lumMod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49" name="正五边形 48"/>
            <p:cNvSpPr/>
            <p:nvPr/>
          </p:nvSpPr>
          <p:spPr bwMode="auto">
            <a:xfrm>
              <a:off x="1615777" y="3595015"/>
              <a:ext cx="318694" cy="318926"/>
            </a:xfrm>
            <a:prstGeom prst="pentagon">
              <a:avLst/>
            </a:prstGeom>
            <a:solidFill>
              <a:srgbClr val="0055C4">
                <a:lumMod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0" name="Rectangle 13"/>
            <p:cNvSpPr/>
            <p:nvPr/>
          </p:nvSpPr>
          <p:spPr>
            <a:xfrm>
              <a:off x="758247" y="3282639"/>
              <a:ext cx="64344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</a:rPr>
                <a:t>SSD</a:t>
              </a:r>
              <a:endParaRPr kumimoji="0" lang="en-SG" sz="1600" b="0" i="0" u="none" strike="noStrike" kern="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endParaRPr>
            </a:p>
          </p:txBody>
        </p:sp>
        <p:sp>
          <p:nvSpPr>
            <p:cNvPr id="51" name="圆角矩形 50"/>
            <p:cNvSpPr/>
            <p:nvPr/>
          </p:nvSpPr>
          <p:spPr bwMode="auto">
            <a:xfrm>
              <a:off x="2699792" y="2924944"/>
              <a:ext cx="1296144" cy="1080120"/>
            </a:xfrm>
            <a:prstGeom prst="roundRect">
              <a:avLst/>
            </a:prstGeom>
            <a:solidFill>
              <a:srgbClr val="F7982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2" name="圆角矩形 51"/>
            <p:cNvSpPr/>
            <p:nvPr/>
          </p:nvSpPr>
          <p:spPr bwMode="auto">
            <a:xfrm>
              <a:off x="2797200" y="3573017"/>
              <a:ext cx="1118220" cy="377510"/>
            </a:xfrm>
            <a:prstGeom prst="roundRect">
              <a:avLst/>
            </a:prstGeom>
            <a:solidFill>
              <a:sysClr val="window" lastClr="FFFFFF">
                <a:lumMod val="65000"/>
              </a:sys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3" name="等腰三角形 52"/>
            <p:cNvSpPr/>
            <p:nvPr/>
          </p:nvSpPr>
          <p:spPr bwMode="auto">
            <a:xfrm>
              <a:off x="2847479" y="3581677"/>
              <a:ext cx="348969" cy="324036"/>
            </a:xfrm>
            <a:prstGeom prst="triangle">
              <a:avLst/>
            </a:prstGeom>
            <a:solidFill>
              <a:srgbClr val="0055C4">
                <a:lumMod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-2500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charset="0"/>
                <a:ea typeface="ＭＳ Ｐゴシック" pitchFamily="64" charset="-128"/>
              </a:endParaRPr>
            </a:p>
          </p:txBody>
        </p:sp>
        <p:sp>
          <p:nvSpPr>
            <p:cNvPr id="56" name="Rectangle 13"/>
            <p:cNvSpPr/>
            <p:nvPr/>
          </p:nvSpPr>
          <p:spPr>
            <a:xfrm>
              <a:off x="2702463" y="3282639"/>
              <a:ext cx="64344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ＭＳ Ｐゴシック" pitchFamily="34" charset="-128"/>
                </a:rPr>
                <a:t>SSD</a:t>
              </a:r>
              <a:endParaRPr kumimoji="0" lang="en-SG" sz="1600" b="0" i="0" u="none" strike="noStrike" kern="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endParaRPr>
            </a:p>
          </p:txBody>
        </p:sp>
        <p:cxnSp>
          <p:nvCxnSpPr>
            <p:cNvPr id="57" name="直接箭头连接符 56"/>
            <p:cNvCxnSpPr>
              <a:endCxn id="52" idx="2"/>
            </p:cNvCxnSpPr>
            <p:nvPr/>
          </p:nvCxnSpPr>
          <p:spPr bwMode="auto">
            <a:xfrm flipV="1">
              <a:off x="2610830" y="3950527"/>
              <a:ext cx="745480" cy="837334"/>
            </a:xfrm>
            <a:prstGeom prst="straightConnector1">
              <a:avLst/>
            </a:prstGeom>
            <a:solidFill>
              <a:srgbClr val="C60C30"/>
            </a:solidFill>
            <a:ln w="9525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>
              <a:endCxn id="46" idx="2"/>
            </p:cNvCxnSpPr>
            <p:nvPr/>
          </p:nvCxnSpPr>
          <p:spPr bwMode="auto">
            <a:xfrm flipH="1" flipV="1">
              <a:off x="1412094" y="3950527"/>
              <a:ext cx="922431" cy="837334"/>
            </a:xfrm>
            <a:prstGeom prst="straightConnector1">
              <a:avLst/>
            </a:prstGeom>
            <a:solidFill>
              <a:srgbClr val="C60C30"/>
            </a:solidFill>
            <a:ln w="9525" cap="flat" cmpd="sng" algn="ctr">
              <a:solidFill>
                <a:srgbClr val="262626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59" name="Rectangle 13"/>
          <p:cNvSpPr/>
          <p:nvPr/>
        </p:nvSpPr>
        <p:spPr>
          <a:xfrm>
            <a:off x="4581976" y="2689677"/>
            <a:ext cx="4248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0" baseline="0" dirty="0">
                <a:solidFill>
                  <a:schemeClr val="tx2"/>
                </a:solidFill>
                <a:ea typeface="+mn-ea"/>
                <a:cs typeface="Arial" pitchFamily="34" charset="0"/>
              </a:rPr>
              <a:t>Trade-Off</a:t>
            </a:r>
            <a:r>
              <a:rPr lang="zh-CN" altLang="en-US" sz="2000" b="1" kern="0" baseline="0" dirty="0">
                <a:solidFill>
                  <a:schemeClr val="tx2"/>
                </a:solidFill>
                <a:ea typeface="+mn-ea"/>
                <a:cs typeface="Arial" pitchFamily="34" charset="0"/>
              </a:rPr>
              <a:t>：</a:t>
            </a:r>
            <a:endParaRPr lang="en-SG" sz="2000" b="1" kern="0" baseline="0" dirty="0">
              <a:solidFill>
                <a:schemeClr val="tx2"/>
              </a:solidFill>
              <a:ea typeface="+mn-ea"/>
              <a:cs typeface="Arial" pitchFamily="34" charset="0"/>
            </a:endParaRPr>
          </a:p>
        </p:txBody>
      </p:sp>
      <p:sp>
        <p:nvSpPr>
          <p:cNvPr id="60" name="Rectangle 13"/>
          <p:cNvSpPr/>
          <p:nvPr/>
        </p:nvSpPr>
        <p:spPr>
          <a:xfrm>
            <a:off x="4906012" y="3377628"/>
            <a:ext cx="392443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每台 </a:t>
            </a:r>
            <a:r>
              <a:rPr lang="en-US" altLang="zh-CN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server </a:t>
            </a:r>
            <a:r>
              <a:rPr lang="zh-CN" altLang="en-US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装更多游戏，开销变大，但需要的 </a:t>
            </a:r>
            <a:r>
              <a:rPr lang="en-US" altLang="zh-CN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server </a:t>
            </a:r>
            <a:r>
              <a:rPr lang="zh-CN" altLang="en-US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总数较少</a:t>
            </a:r>
            <a:endParaRPr lang="en-US" sz="2000" b="1" kern="0" baseline="0" dirty="0">
              <a:solidFill>
                <a:schemeClr val="tx2"/>
              </a:solidFill>
              <a:ea typeface="+mn-ea"/>
              <a:cs typeface="Arial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每台 </a:t>
            </a:r>
            <a:r>
              <a:rPr lang="en-US" altLang="zh-CN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server </a:t>
            </a:r>
            <a:r>
              <a:rPr lang="zh-CN" altLang="en-US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装较少游戏，开销变小，但可能需要更多 </a:t>
            </a:r>
            <a:r>
              <a:rPr lang="en-US" altLang="zh-CN" sz="2000" b="1" kern="0" dirty="0">
                <a:solidFill>
                  <a:schemeClr val="tx2"/>
                </a:solidFill>
                <a:ea typeface="+mn-ea"/>
                <a:cs typeface="Arial" pitchFamily="34" charset="0"/>
              </a:rPr>
              <a:t>server</a:t>
            </a:r>
            <a:endParaRPr lang="en-SG" sz="1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Rectangle 13"/>
          <p:cNvSpPr/>
          <p:nvPr/>
        </p:nvSpPr>
        <p:spPr>
          <a:xfrm>
            <a:off x="769122" y="5658520"/>
            <a:ext cx="79222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baseline="0" dirty="0">
                <a:solidFill>
                  <a:srgbClr val="C00000"/>
                </a:solidFill>
              </a:rPr>
              <a:t>即使 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server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空闲，但是如果没有安装相应的游戏，也无法</a:t>
            </a:r>
            <a:r>
              <a:rPr lang="zh-CN" altLang="en-US" sz="2000" b="1" dirty="0">
                <a:solidFill>
                  <a:srgbClr val="C00000"/>
                </a:solidFill>
              </a:rPr>
              <a:t>满足游戏请求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093320"/>
      </p:ext>
    </p:extLst>
  </p:cSld>
  <p:clrMapOvr>
    <a:masterClrMapping/>
  </p:clrMapOvr>
  <p:transition advTm="156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考虑游戏布局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401955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如何部署游戏使得总开销最小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分析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Stochastic, Markov models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Simple Algorithms</a:t>
            </a: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Dynamic Programming Algorithms</a:t>
            </a: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Heuristic Algorithms</a:t>
            </a:r>
            <a:endParaRPr lang="zh-CN" altLang="en-US" sz="2600" b="1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2080" y="6165304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ACM MM 2017</a:t>
            </a:r>
            <a:r>
              <a:rPr lang="zh-CN" altLang="en-US" dirty="0"/>
              <a:t>、</a:t>
            </a:r>
            <a:r>
              <a:rPr lang="en-US" altLang="zh-CN" dirty="0"/>
              <a:t>TOMM 2018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4209919"/>
      </p:ext>
    </p:extLst>
  </p:cSld>
  <p:clrMapOvr>
    <a:masterClrMapping/>
  </p:clrMapOvr>
  <p:transition advTm="156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系统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考虑游戏</a:t>
            </a:r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interference</a:t>
            </a:r>
            <a:endParaRPr lang="zh-CN" altLang="en-US" sz="4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45463CA-6874-4395-8A89-92964AE67F51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84538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Contention on shared resources, e.g., CPU, GPU, cache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39BAB17E-6566-4067-98C9-C24B0495D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751705"/>
              </p:ext>
            </p:extLst>
          </p:nvPr>
        </p:nvGraphicFramePr>
        <p:xfrm>
          <a:off x="733671" y="2776079"/>
          <a:ext cx="432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52311036-CF94-4199-BCE8-70CADCDB4FD4}"/>
              </a:ext>
            </a:extLst>
          </p:cNvPr>
          <p:cNvSpPr txBox="1"/>
          <p:nvPr/>
        </p:nvSpPr>
        <p:spPr>
          <a:xfrm>
            <a:off x="5234720" y="3427524"/>
            <a:ext cx="34685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prstClr val="black"/>
                </a:solidFill>
                <a:latin typeface="Calibri"/>
                <a:ea typeface="等线" panose="02010600030101010101" pitchFamily="2" charset="-122"/>
              </a:rPr>
              <a:t>Various performance degradations observed</a:t>
            </a:r>
            <a:endParaRPr lang="zh-CN" altLang="en-US" sz="2400" dirty="0">
              <a:solidFill>
                <a:prstClr val="black"/>
              </a:solidFill>
              <a:latin typeface="Calibri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4911078"/>
      </p:ext>
    </p:extLst>
  </p:cSld>
  <p:clrMapOvr>
    <a:masterClrMapping/>
  </p:clrMapOvr>
  <p:transition advTm="156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 games are co-located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If performance degradations can be predicted, more efficient resource allocations are enabled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1296314" y="2993764"/>
            <a:ext cx="7060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a. Given a set of game requests, minimizing resource usage (number of servers) with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QoS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guarantees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6313" y="4075354"/>
            <a:ext cx="7060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b. Given a fixed number of servers, maximizing overall performance (e.g. average frame rate)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of Benchmark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dirty="0"/>
              <a:t>We design the benchmark which can cause tunable pressure on the shared resource</a:t>
            </a:r>
          </a:p>
          <a:p>
            <a:r>
              <a:rPr lang="en-US" dirty="0"/>
              <a:t>Shared resource includes :CPU cores,lastlevel cache,memory bandwidth,GPU cores,GPU memory bandwidth,GPU L2 cache and PCIe bandwidth.</a:t>
            </a:r>
          </a:p>
          <a:p>
            <a:r>
              <a:rPr lang="en-US" dirty="0"/>
              <a:t>The benchmark should not cause significant contention in other shared resources.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Benchmark Design:</a:t>
            </a:r>
            <a:r>
              <a:rPr lang="en-US" dirty="0"/>
              <a:t>GPU cores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图片 4" descr="NVIDIA-Kepler-GK110-GK210-Architecture-Whitepaper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638425"/>
            <a:ext cx="2919095" cy="20605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02915" y="2912745"/>
            <a:ext cx="314960" cy="7277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8" name="直接箭头连接符 7"/>
          <p:cNvCxnSpPr>
            <a:stCxn id="7" idx="3"/>
          </p:cNvCxnSpPr>
          <p:nvPr/>
        </p:nvCxnSpPr>
        <p:spPr>
          <a:xfrm flipV="1">
            <a:off x="3317875" y="2945130"/>
            <a:ext cx="978535" cy="3314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NVIDIA-Kepler-GK110-GK210-Architecture-Whitepape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410" y="1364615"/>
            <a:ext cx="4128135" cy="46081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83920" y="4792345"/>
            <a:ext cx="24339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Kepler GPU GK110 </a:t>
            </a: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  <a:sym typeface="+mn-ea"/>
              </a:rPr>
              <a:t>Architecture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42180" y="6071235"/>
            <a:ext cx="413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Streaming Multiprocessor (SMX) Architecture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Benchmark Design:GPU cores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dirty="0"/>
              <a:t>As we can see,GPU have a massively parallel thread running on thousands of cores</a:t>
            </a:r>
          </a:p>
          <a:p>
            <a:r>
              <a:rPr lang="en-US" dirty="0"/>
              <a:t>We repeatedly launch a thread on each core,so that all the cores execute the same kernel in parallel</a:t>
            </a:r>
          </a:p>
          <a:p>
            <a:r>
              <a:rPr lang="en-US" dirty="0"/>
              <a:t>Between two rounds,we add a sleep and the sleep time will determine the utilization of each core,by tuning the sleep time,GPU utilization gets </a:t>
            </a:r>
            <a:r>
              <a:rPr lang="en-US" dirty="0">
                <a:sym typeface="+mn-ea"/>
              </a:rPr>
              <a:t>tunable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ym typeface="+mn-ea"/>
              </a:rPr>
              <a:t>Benchmark Design:Bandwidth</a:t>
            </a:r>
            <a:r>
              <a:rPr lang="en-US" dirty="0"/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24305"/>
            <a:ext cx="8453755" cy="47529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 Main Memory Bandwidth:copy data from one address space to another address space using a cache bypass</a:t>
            </a:r>
          </a:p>
          <a:p>
            <a:pPr marL="0" indent="0">
              <a:buNone/>
            </a:pPr>
            <a:r>
              <a:rPr lang="en-US" dirty="0"/>
              <a:t>   instruction _mm_stream_si64x(),and then insert sleep</a:t>
            </a:r>
          </a:p>
          <a:p>
            <a:pPr marL="0" indent="0">
              <a:buNone/>
            </a:pPr>
            <a:r>
              <a:rPr lang="en-US" dirty="0"/>
              <a:t>   between rounds</a:t>
            </a:r>
          </a:p>
          <a:p>
            <a:r>
              <a:rPr lang="en-US" dirty="0"/>
              <a:t>Global Memory Bandwidth:</a:t>
            </a:r>
            <a:r>
              <a:rPr lang="en-US" dirty="0">
                <a:sym typeface="+mn-ea"/>
              </a:rPr>
              <a:t>copy data from one address space to another address space.Benchmark for PCIe is </a:t>
            </a:r>
          </a:p>
          <a:p>
            <a:pPr marL="0" indent="0">
              <a:buNone/>
            </a:pPr>
            <a:r>
              <a:rPr lang="en-US" dirty="0"/>
              <a:t>   similar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Traditional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Profiling</a:t>
            </a:r>
            <a:endParaRPr lang="zh-CN" altLang="en-US" dirty="0"/>
          </a:p>
        </p:txBody>
      </p:sp>
      <p:graphicFrame>
        <p:nvGraphicFramePr>
          <p:cNvPr id="8" name="图表 7"/>
          <p:cNvGraphicFramePr/>
          <p:nvPr/>
        </p:nvGraphicFramePr>
        <p:xfrm>
          <a:off x="408842" y="262969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125365" y="3245879"/>
            <a:ext cx="387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Collect sensitivity curve of 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64668" y="3803465"/>
            <a:ext cx="38177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Co-locate A with benchmark with tunable intensity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62518" y="5239601"/>
            <a:ext cx="2125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 of 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28650" y="1404920"/>
            <a:ext cx="5936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Predict performance of game A when co-located with game 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62171" y="2730483"/>
            <a:ext cx="9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Step 1: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图表 19"/>
          <p:cNvGraphicFramePr/>
          <p:nvPr/>
        </p:nvGraphicFramePr>
        <p:xfrm>
          <a:off x="359116" y="26209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Traditional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Profiling 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995681" y="2726409"/>
            <a:ext cx="3735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Compute intensity of 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7918" y="3271050"/>
            <a:ext cx="34328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Design a reporter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Co-locate reporter with benchmark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Co-locate B with reporter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584189" y="5200075"/>
            <a:ext cx="2779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 of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reporter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44939" y="5058357"/>
            <a:ext cx="42365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Suppose the performance degradation of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reporter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is 0.6 when co-located with B, B’s intensity is 0.3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072665" y="3530484"/>
            <a:ext cx="11166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89288" y="3530484"/>
            <a:ext cx="0" cy="11407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951082" y="4671280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0.3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4845888" y="3850779"/>
            <a:ext cx="825153" cy="4222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788075" y="2357077"/>
            <a:ext cx="9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Step 2: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28650" y="1404920"/>
            <a:ext cx="5936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Predict performance of game A when co-located with game 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Traditional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Prediction</a:t>
            </a:r>
            <a:endParaRPr lang="zh-CN" altLang="en-US" dirty="0"/>
          </a:p>
        </p:txBody>
      </p:sp>
      <p:graphicFrame>
        <p:nvGraphicFramePr>
          <p:cNvPr id="8" name="图表 7"/>
          <p:cNvGraphicFramePr/>
          <p:nvPr/>
        </p:nvGraphicFramePr>
        <p:xfrm>
          <a:off x="452809" y="259452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213844" y="3147199"/>
            <a:ext cx="3875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Compute performance degradation of 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37739" y="4113132"/>
            <a:ext cx="4005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A’s sensitivity curve &amp; B’s intensity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70463" y="5153058"/>
            <a:ext cx="2125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 of 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 flipV="1">
            <a:off x="2294065" y="3715054"/>
            <a:ext cx="244" cy="9282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1212367" y="3715054"/>
            <a:ext cx="10729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24953" y="3521596"/>
            <a:ext cx="47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0.5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2294065" y="4643315"/>
            <a:ext cx="1170110" cy="14017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419330" y="5869176"/>
            <a:ext cx="18442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B’s intensity is 0.3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24809" y="2710399"/>
            <a:ext cx="940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Step 3: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52809" y="3778436"/>
            <a:ext cx="677564" cy="12120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-95467" y="5056329"/>
            <a:ext cx="17631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A’s performance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(predicted)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28650" y="1404920"/>
            <a:ext cx="5936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Predict performance of game A when co-located with game 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for multiple resources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Profiling</a:t>
            </a:r>
            <a:endParaRPr lang="zh-CN" altLang="en-US" u="sng" dirty="0"/>
          </a:p>
        </p:txBody>
      </p:sp>
      <p:sp>
        <p:nvSpPr>
          <p:cNvPr id="9" name="文本框 8"/>
          <p:cNvSpPr txBox="1"/>
          <p:nvPr/>
        </p:nvSpPr>
        <p:spPr>
          <a:xfrm>
            <a:off x="4951717" y="2958054"/>
            <a:ext cx="4324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 has multiple sensitivity curves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08930" y="3487187"/>
            <a:ext cx="3573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One for each resource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89101" y="5323164"/>
            <a:ext cx="2215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curves of 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628650" y="2629694"/>
          <a:ext cx="479647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for multiple resources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Profiling</a:t>
            </a:r>
            <a:endParaRPr lang="zh-CN" altLang="en-US" u="sng" dirty="0"/>
          </a:p>
        </p:txBody>
      </p:sp>
      <p:sp>
        <p:nvSpPr>
          <p:cNvPr id="9" name="文本框 8"/>
          <p:cNvSpPr txBox="1"/>
          <p:nvPr/>
        </p:nvSpPr>
        <p:spPr>
          <a:xfrm>
            <a:off x="5118773" y="2590857"/>
            <a:ext cx="387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B’s intensity is a vector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21009" y="3135498"/>
            <a:ext cx="35735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One item corresponds to one resource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59962" y="5323164"/>
            <a:ext cx="2868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curves of reporter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329711" y="2629694"/>
          <a:ext cx="479647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923192" y="4037081"/>
            <a:ext cx="342900" cy="40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1266239" y="4039092"/>
            <a:ext cx="6873" cy="7773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32473" y="3771255"/>
            <a:ext cx="6431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 flipV="1">
            <a:off x="1571368" y="3774072"/>
            <a:ext cx="4213" cy="104240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932473" y="3644900"/>
            <a:ext cx="4768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409359" y="3644900"/>
            <a:ext cx="1368" cy="11715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5396221" y="3978320"/>
            <a:ext cx="1628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&lt;0.1, 0.15, 0.2&gt;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484449" y="5179467"/>
            <a:ext cx="1736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on CPU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5196531" y="4347652"/>
            <a:ext cx="474509" cy="782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29" idx="2"/>
          </p:cNvCxnSpPr>
          <p:nvPr/>
        </p:nvCxnSpPr>
        <p:spPr>
          <a:xfrm>
            <a:off x="6210707" y="4347652"/>
            <a:ext cx="304395" cy="11514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5671040" y="5548799"/>
            <a:ext cx="2138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on memory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6687546" y="4344850"/>
            <a:ext cx="589690" cy="6033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6737191" y="4945071"/>
            <a:ext cx="1759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on GPU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 for multiple resources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4351338"/>
          </a:xfrm>
        </p:spPr>
        <p:txBody>
          <a:bodyPr/>
          <a:lstStyle/>
          <a:p>
            <a:r>
              <a:rPr lang="en-US" altLang="zh-CN" dirty="0"/>
              <a:t>Prediction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5057225" y="3177365"/>
            <a:ext cx="4066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How to combine A’s sensitivity curves and B’s intensity vector to predict A’s final performance?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1" name="图表 20"/>
          <p:cNvGraphicFramePr/>
          <p:nvPr/>
        </p:nvGraphicFramePr>
        <p:xfrm>
          <a:off x="485225" y="26121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矩形 21"/>
          <p:cNvSpPr/>
          <p:nvPr/>
        </p:nvSpPr>
        <p:spPr>
          <a:xfrm>
            <a:off x="1404036" y="5305580"/>
            <a:ext cx="2215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curves of 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094155" y="3621446"/>
            <a:ext cx="180731" cy="20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1275033" y="3623458"/>
            <a:ext cx="7105" cy="11754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1094155" y="3079779"/>
            <a:ext cx="490220" cy="281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H="1" flipV="1">
            <a:off x="1577122" y="3079779"/>
            <a:ext cx="7255" cy="17191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1094155" y="3089137"/>
            <a:ext cx="323998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1418153" y="3079779"/>
            <a:ext cx="0" cy="171911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Existing Approaches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12179" y="2215664"/>
          <a:ext cx="7833947" cy="30030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6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5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2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Approach</a:t>
                      </a:r>
                      <a:endParaRPr lang="zh-CN" sz="20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Resources</a:t>
                      </a:r>
                      <a:endParaRPr lang="zh-CN" sz="20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Colocation</a:t>
                      </a:r>
                      <a:r>
                        <a:rPr lang="en-US" altLang="zh-CN" sz="2000" b="1" kern="1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Size</a:t>
                      </a:r>
                      <a:endParaRPr lang="zh-CN" sz="20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effectLst/>
                        </a:rPr>
                        <a:t>Assumptions</a:t>
                      </a:r>
                      <a:endParaRPr lang="zh-CN" sz="2000" b="1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Bubble-up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Single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Two 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-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9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Cuanta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Single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Multiple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-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5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Paragon/Quasar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Multiple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Multiple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Intensities of different applications is addictive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51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 err="1">
                          <a:effectLst/>
                        </a:rPr>
                        <a:t>SMiTe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</a:rPr>
                        <a:t>Multiple</a:t>
                      </a:r>
                      <a:endParaRPr lang="zh-CN" sz="1800" kern="10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Two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Sensitivity is linear to pressure; 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</a:rPr>
                        <a:t>Performance degradation from each shared dimension is addictive;</a:t>
                      </a:r>
                      <a:endParaRPr lang="zh-CN" sz="1800" kern="100" dirty="0">
                        <a:effectLst/>
                        <a:latin typeface="等线" panose="02010600030101010101" charset="-122"/>
                        <a:ea typeface="等线" panose="02010600030101010101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/>
          <a:lstStyle/>
          <a:p>
            <a:r>
              <a:rPr lang="en-US" altLang="zh-CN" dirty="0"/>
              <a:t>Diversity of sensitivity and intensity of games</a:t>
            </a:r>
            <a:endParaRPr lang="zh-CN" altLang="en-US" u="sng" dirty="0"/>
          </a:p>
        </p:txBody>
      </p:sp>
      <p:sp>
        <p:nvSpPr>
          <p:cNvPr id="10" name="文本框 9"/>
          <p:cNvSpPr txBox="1"/>
          <p:nvPr/>
        </p:nvSpPr>
        <p:spPr>
          <a:xfrm>
            <a:off x="5649607" y="4085064"/>
            <a:ext cx="357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6616" y="4719241"/>
            <a:ext cx="7501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Different games have different sensitivity to the same shared resource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Different games have different intensity on the same shared resource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Each game has different sensitivity to different shared resources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Sensitivity curves are not linear to pressure</a:t>
            </a:r>
          </a:p>
        </p:txBody>
      </p:sp>
      <p:graphicFrame>
        <p:nvGraphicFramePr>
          <p:cNvPr id="18" name="图表 17"/>
          <p:cNvGraphicFramePr/>
          <p:nvPr/>
        </p:nvGraphicFramePr>
        <p:xfrm>
          <a:off x="-32841" y="2439465"/>
          <a:ext cx="3057396" cy="2107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图表 19"/>
          <p:cNvGraphicFramePr/>
          <p:nvPr/>
        </p:nvGraphicFramePr>
        <p:xfrm>
          <a:off x="3024555" y="2439465"/>
          <a:ext cx="3000953" cy="2107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图表 20"/>
          <p:cNvGraphicFramePr/>
          <p:nvPr/>
        </p:nvGraphicFramePr>
        <p:xfrm>
          <a:off x="6076850" y="2439465"/>
          <a:ext cx="2954262" cy="2171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矩形 23"/>
          <p:cNvSpPr/>
          <p:nvPr/>
        </p:nvSpPr>
        <p:spPr>
          <a:xfrm>
            <a:off x="872887" y="6087381"/>
            <a:ext cx="7398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*Need to use the whole curve to characterize sensitivity, instead of using slope only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/>
          <a:lstStyle/>
          <a:p>
            <a:r>
              <a:rPr lang="en-US" altLang="zh-CN" dirty="0"/>
              <a:t>Memory and GPU-memory are insignificant</a:t>
            </a:r>
            <a:endParaRPr lang="zh-CN" altLang="en-US" u="sng" dirty="0"/>
          </a:p>
        </p:txBody>
      </p:sp>
      <p:sp>
        <p:nvSpPr>
          <p:cNvPr id="10" name="文本框 9"/>
          <p:cNvSpPr txBox="1"/>
          <p:nvPr/>
        </p:nvSpPr>
        <p:spPr>
          <a:xfrm>
            <a:off x="5649607" y="4085064"/>
            <a:ext cx="357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7147" y="5348043"/>
            <a:ext cx="75827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90% games have less than 4% performance degradation against pressure 1.0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554027" y="243946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矩形 10"/>
          <p:cNvSpPr/>
          <p:nvPr/>
        </p:nvSpPr>
        <p:spPr>
          <a:xfrm>
            <a:off x="5490406" y="3336288"/>
            <a:ext cx="32276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Large pressure can increase the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game loading time and stutter</a:t>
            </a:r>
          </a:p>
        </p:txBody>
      </p:sp>
      <p:sp>
        <p:nvSpPr>
          <p:cNvPr id="8" name="矩形 7"/>
          <p:cNvSpPr/>
          <p:nvPr/>
        </p:nvSpPr>
        <p:spPr>
          <a:xfrm>
            <a:off x="628650" y="5796505"/>
            <a:ext cx="8365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*If game can be loaded, the fps is almost not affected; otherwise, the game is not playable;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Intensities of multiple games are not addictive</a:t>
            </a:r>
            <a:endParaRPr lang="zh-CN" altLang="en-US" u="sng" dirty="0"/>
          </a:p>
        </p:txBody>
      </p:sp>
      <p:sp>
        <p:nvSpPr>
          <p:cNvPr id="32" name="矩形 31"/>
          <p:cNvSpPr/>
          <p:nvPr/>
        </p:nvSpPr>
        <p:spPr>
          <a:xfrm>
            <a:off x="708354" y="5370226"/>
            <a:ext cx="52000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*non-linear relationship needs to be captured </a:t>
            </a:r>
          </a:p>
        </p:txBody>
      </p:sp>
      <p:sp>
        <p:nvSpPr>
          <p:cNvPr id="11" name="矩形 10"/>
          <p:cNvSpPr/>
          <p:nvPr/>
        </p:nvSpPr>
        <p:spPr>
          <a:xfrm>
            <a:off x="5037650" y="2627026"/>
            <a:ext cx="4106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The overall intensity of A + B is not equal to A’s intensity + B’s intensity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465650" y="243946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矩形 9"/>
          <p:cNvSpPr/>
          <p:nvPr/>
        </p:nvSpPr>
        <p:spPr>
          <a:xfrm>
            <a:off x="5207635" y="3366254"/>
            <a:ext cx="4106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Reporter cannot perfectly mimic the behavior of game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will change when against different pressures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Correlations between sensitivities and intensities across different resources</a:t>
            </a:r>
            <a:endParaRPr lang="zh-CN" altLang="en-US" u="sng" dirty="0"/>
          </a:p>
        </p:txBody>
      </p:sp>
      <p:sp>
        <p:nvSpPr>
          <p:cNvPr id="10" name="文本框 9"/>
          <p:cNvSpPr txBox="1"/>
          <p:nvPr/>
        </p:nvSpPr>
        <p:spPr>
          <a:xfrm>
            <a:off x="5649607" y="4085064"/>
            <a:ext cx="3573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17147" y="5549087"/>
            <a:ext cx="75827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*cache and mem-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bw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are somehow related;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gpu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gpu-bw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, gpu-L2,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pcie-bw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are somehow related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*none of the resource can be completely represented by another resource  </a:t>
            </a:r>
          </a:p>
        </p:txBody>
      </p:sp>
      <p:sp>
        <p:nvSpPr>
          <p:cNvPr id="11" name="矩形 10"/>
          <p:cNvSpPr/>
          <p:nvPr/>
        </p:nvSpPr>
        <p:spPr>
          <a:xfrm>
            <a:off x="4855552" y="2961900"/>
            <a:ext cx="4106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Large Pearson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coefficiency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indicates higher linear relationship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95" y="2565348"/>
            <a:ext cx="3651174" cy="283454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Impact of resolution – on intensity</a:t>
            </a:r>
            <a:endParaRPr lang="zh-CN" altLang="en-US" u="sng" dirty="0"/>
          </a:p>
        </p:txBody>
      </p:sp>
      <p:sp>
        <p:nvSpPr>
          <p:cNvPr id="32" name="矩形 31"/>
          <p:cNvSpPr/>
          <p:nvPr/>
        </p:nvSpPr>
        <p:spPr>
          <a:xfrm>
            <a:off x="4760720" y="2866193"/>
            <a:ext cx="38733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of CPU, memory, LLC are not affected by resolution (&lt;5%)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Intensity of GPU related resources are linear to the # of pixels </a:t>
            </a:r>
          </a:p>
        </p:txBody>
      </p:sp>
      <p:sp>
        <p:nvSpPr>
          <p:cNvPr id="11" name="矩形 10"/>
          <p:cNvSpPr/>
          <p:nvPr/>
        </p:nvSpPr>
        <p:spPr>
          <a:xfrm>
            <a:off x="869811" y="5007333"/>
            <a:ext cx="47220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Correlation between resolution and intensity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68574" y="5453515"/>
          <a:ext cx="5023335" cy="828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GPU-Memory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GPU-BW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GPU-L2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PCIe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0.94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0.98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0.99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0.99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0.99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39465"/>
            <a:ext cx="3855850" cy="252245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686846" y="5455799"/>
            <a:ext cx="3756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*Profiling two resolutions for each resource, others can be derived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Impact of resolution – on sensitivity</a:t>
            </a:r>
            <a:endParaRPr lang="zh-CN" altLang="en-US" u="sng" dirty="0"/>
          </a:p>
        </p:txBody>
      </p:sp>
      <p:sp>
        <p:nvSpPr>
          <p:cNvPr id="32" name="矩形 31"/>
          <p:cNvSpPr/>
          <p:nvPr/>
        </p:nvSpPr>
        <p:spPr>
          <a:xfrm>
            <a:off x="4716758" y="3161595"/>
            <a:ext cx="38733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Distance among sensitivity curves of different resolution is very small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39465"/>
            <a:ext cx="3933117" cy="27414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58336" y="5326190"/>
            <a:ext cx="74712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*Even initial fps is different for different resolutions, sensitivity curves are not affected by resolutions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*Strong negative linear relationship (coefficient: -0.98) between fps and resolution (# of pixels)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Observations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Performance degradation incurred by each resource is not addictive</a:t>
            </a:r>
            <a:endParaRPr lang="zh-CN" altLang="en-US" u="sng" dirty="0"/>
          </a:p>
        </p:txBody>
      </p:sp>
      <p:sp>
        <p:nvSpPr>
          <p:cNvPr id="32" name="矩形 31"/>
          <p:cNvSpPr/>
          <p:nvPr/>
        </p:nvSpPr>
        <p:spPr>
          <a:xfrm>
            <a:off x="717147" y="5549087"/>
            <a:ext cx="77982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*large prediction errors (34%) are observed, non-linear relationship needs to be mined  </a:t>
            </a:r>
          </a:p>
        </p:txBody>
      </p:sp>
      <p:sp>
        <p:nvSpPr>
          <p:cNvPr id="11" name="矩形 10"/>
          <p:cNvSpPr/>
          <p:nvPr/>
        </p:nvSpPr>
        <p:spPr>
          <a:xfrm>
            <a:off x="5037650" y="2617478"/>
            <a:ext cx="41063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Assume resources are independent, and A’s performance degradation is equal to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768437" y="3323516"/>
                <a:ext cx="2291718" cy="6905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𝑟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𝑒𝑠𝑜𝑢𝑟𝑐𝑒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_</m:t>
                          </m:r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zh-CN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∗</m:t>
                          </m:r>
                          <m:sSub>
                            <m:sSubPr>
                              <m:ctrlP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𝑃𝑑</m:t>
                              </m:r>
                            </m:e>
                            <m:sub>
                              <m:r>
                                <a:rPr kumimoji="0" lang="en-US" altLang="zh-CN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437" y="3323516"/>
                <a:ext cx="2291718" cy="6905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248666" y="4137628"/>
                <a:ext cx="410635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𝑃𝑑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 is the performance degradation incurred by resource 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i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666" y="4137628"/>
                <a:ext cx="4106350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1187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graphicFrame>
        <p:nvGraphicFramePr>
          <p:cNvPr id="9" name="图表 8"/>
          <p:cNvGraphicFramePr/>
          <p:nvPr/>
        </p:nvGraphicFramePr>
        <p:xfrm>
          <a:off x="357650" y="2535967"/>
          <a:ext cx="4680000" cy="28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Proposed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Machine learning</a:t>
            </a:r>
          </a:p>
        </p:txBody>
      </p:sp>
      <p:sp>
        <p:nvSpPr>
          <p:cNvPr id="9" name="矩形 8"/>
          <p:cNvSpPr/>
          <p:nvPr/>
        </p:nvSpPr>
        <p:spPr>
          <a:xfrm>
            <a:off x="1242304" y="2434224"/>
            <a:ext cx="6582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Efficient to mine non-linear relationships</a:t>
            </a:r>
          </a:p>
        </p:txBody>
      </p:sp>
      <p:sp>
        <p:nvSpPr>
          <p:cNvPr id="10" name="矩形 9"/>
          <p:cNvSpPr/>
          <p:nvPr/>
        </p:nvSpPr>
        <p:spPr>
          <a:xfrm>
            <a:off x="817342" y="2937137"/>
            <a:ext cx="2412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Model 1: Classification</a:t>
            </a:r>
          </a:p>
        </p:txBody>
      </p:sp>
      <p:sp>
        <p:nvSpPr>
          <p:cNvPr id="13" name="矩形 12"/>
          <p:cNvSpPr/>
          <p:nvPr/>
        </p:nvSpPr>
        <p:spPr>
          <a:xfrm>
            <a:off x="804767" y="3328997"/>
            <a:ext cx="6706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To predict whether game A satisfies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QoS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when co-located with B, C, 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92664" y="3922639"/>
            <a:ext cx="64118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(A’s initial fps, A’s sensitivity, B’s intensity, C’s intensity, …) -&gt;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3369654" y="1679263"/>
            <a:ext cx="307731" cy="578973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29364" y="4789643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6" name="矩形 15"/>
          <p:cNvSpPr/>
          <p:nvPr/>
        </p:nvSpPr>
        <p:spPr>
          <a:xfrm>
            <a:off x="7511218" y="4727265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Output</a:t>
            </a:r>
          </a:p>
        </p:txBody>
      </p:sp>
      <p:sp>
        <p:nvSpPr>
          <p:cNvPr id="17" name="矩形 16"/>
          <p:cNvSpPr/>
          <p:nvPr/>
        </p:nvSpPr>
        <p:spPr>
          <a:xfrm>
            <a:off x="7090988" y="3759975"/>
            <a:ext cx="12880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1   satisfy</a:t>
            </a:r>
          </a:p>
        </p:txBody>
      </p:sp>
      <p:sp>
        <p:nvSpPr>
          <p:cNvPr id="18" name="矩形 17"/>
          <p:cNvSpPr/>
          <p:nvPr/>
        </p:nvSpPr>
        <p:spPr>
          <a:xfrm>
            <a:off x="7109517" y="4129307"/>
            <a:ext cx="16564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0  not satisfy</a:t>
            </a:r>
          </a:p>
        </p:txBody>
      </p:sp>
      <p:sp>
        <p:nvSpPr>
          <p:cNvPr id="19" name="左大括号 18"/>
          <p:cNvSpPr/>
          <p:nvPr/>
        </p:nvSpPr>
        <p:spPr>
          <a:xfrm>
            <a:off x="6969387" y="3819897"/>
            <a:ext cx="171922" cy="61882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Proposed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Machine learning</a:t>
            </a:r>
          </a:p>
        </p:txBody>
      </p:sp>
      <p:sp>
        <p:nvSpPr>
          <p:cNvPr id="9" name="矩形 8"/>
          <p:cNvSpPr/>
          <p:nvPr/>
        </p:nvSpPr>
        <p:spPr>
          <a:xfrm>
            <a:off x="1242304" y="2434224"/>
            <a:ext cx="6582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Efficient to mine non-linear relationships</a:t>
            </a:r>
          </a:p>
        </p:txBody>
      </p:sp>
      <p:sp>
        <p:nvSpPr>
          <p:cNvPr id="10" name="矩形 9"/>
          <p:cNvSpPr/>
          <p:nvPr/>
        </p:nvSpPr>
        <p:spPr>
          <a:xfrm>
            <a:off x="817342" y="2937137"/>
            <a:ext cx="2412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Model 2: Regression</a:t>
            </a:r>
          </a:p>
        </p:txBody>
      </p:sp>
      <p:sp>
        <p:nvSpPr>
          <p:cNvPr id="13" name="矩形 12"/>
          <p:cNvSpPr/>
          <p:nvPr/>
        </p:nvSpPr>
        <p:spPr>
          <a:xfrm>
            <a:off x="1242304" y="3328334"/>
            <a:ext cx="6244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To predict game A’s performance when co-located with B, C, 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8650" y="3837775"/>
            <a:ext cx="81589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(A’s sensitivity, B’s intensity, C’s intensity, …) -&gt; A’s performance degradation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2837223" y="2316215"/>
            <a:ext cx="307731" cy="435757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684237" y="4738632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6" name="矩形 15"/>
          <p:cNvSpPr/>
          <p:nvPr/>
        </p:nvSpPr>
        <p:spPr>
          <a:xfrm>
            <a:off x="6614403" y="4738632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Output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Proposed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Machine learning</a:t>
            </a:r>
          </a:p>
        </p:txBody>
      </p:sp>
      <p:sp>
        <p:nvSpPr>
          <p:cNvPr id="14" name="矩形 13"/>
          <p:cNvSpPr/>
          <p:nvPr/>
        </p:nvSpPr>
        <p:spPr>
          <a:xfrm>
            <a:off x="1152089" y="2429051"/>
            <a:ext cx="70511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(A’s sensitivity, B’s intensity, C’s intensity, …) -&gt;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3382350" y="839111"/>
            <a:ext cx="307731" cy="435757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29364" y="3261528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6" name="矩形 15"/>
          <p:cNvSpPr/>
          <p:nvPr/>
        </p:nvSpPr>
        <p:spPr>
          <a:xfrm>
            <a:off x="6095657" y="2459829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Output</a:t>
            </a:r>
          </a:p>
        </p:txBody>
      </p:sp>
      <p:sp>
        <p:nvSpPr>
          <p:cNvPr id="11" name="矩形 10"/>
          <p:cNvSpPr/>
          <p:nvPr/>
        </p:nvSpPr>
        <p:spPr>
          <a:xfrm>
            <a:off x="250580" y="3720624"/>
            <a:ext cx="3116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7 curves, each curve has 10 sampling points, 70 columns</a:t>
            </a:r>
          </a:p>
        </p:txBody>
      </p:sp>
      <p:sp>
        <p:nvSpPr>
          <p:cNvPr id="12" name="矩形 11"/>
          <p:cNvSpPr/>
          <p:nvPr/>
        </p:nvSpPr>
        <p:spPr>
          <a:xfrm>
            <a:off x="2938339" y="4452923"/>
            <a:ext cx="23814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 vector of 7 columns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1477108" y="2851592"/>
            <a:ext cx="562707" cy="790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3747411" y="2839453"/>
            <a:ext cx="31756" cy="16053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924985" y="4010304"/>
            <a:ext cx="23814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 vector of 7 columns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855552" y="2841126"/>
            <a:ext cx="732269" cy="12026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105290" y="5086433"/>
            <a:ext cx="4861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Problems: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Too many columns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The number of columns is not fixed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Proposed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Machine learning</a:t>
            </a:r>
          </a:p>
        </p:txBody>
      </p:sp>
      <p:sp>
        <p:nvSpPr>
          <p:cNvPr id="14" name="矩形 13"/>
          <p:cNvSpPr/>
          <p:nvPr/>
        </p:nvSpPr>
        <p:spPr>
          <a:xfrm>
            <a:off x="1152089" y="2429051"/>
            <a:ext cx="70511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(A’s sensitivity, B’s intensity, C’s intensity, …) -&gt;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3382350" y="839111"/>
            <a:ext cx="307731" cy="435757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095657" y="2459829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Output</a:t>
            </a:r>
          </a:p>
        </p:txBody>
      </p:sp>
      <p:sp>
        <p:nvSpPr>
          <p:cNvPr id="11" name="矩形 10"/>
          <p:cNvSpPr/>
          <p:nvPr/>
        </p:nvSpPr>
        <p:spPr>
          <a:xfrm>
            <a:off x="250580" y="3720624"/>
            <a:ext cx="31165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7 curves, each curve has 10 sampling points, 70 columns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1477108" y="2851592"/>
            <a:ext cx="562707" cy="790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3802520" y="3688039"/>
            <a:ext cx="38249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Each curve is represented by 4 values: (min, 1/4quantile, mean, 3/4quantile)</a:t>
            </a:r>
          </a:p>
        </p:txBody>
      </p:sp>
      <p:sp>
        <p:nvSpPr>
          <p:cNvPr id="19" name="矩形 18"/>
          <p:cNvSpPr/>
          <p:nvPr/>
        </p:nvSpPr>
        <p:spPr>
          <a:xfrm>
            <a:off x="809023" y="4557545"/>
            <a:ext cx="7438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Proof: compute distances between each pair of games, using 10 values and 4 values respectively, obtain the correlation between these two set of distances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641807" y="5279201"/>
          <a:ext cx="609599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CPU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LLC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Mem-BW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GPU-BW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/>
                        <a:t>GPU-L2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/>
                        <a:t>PCIe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0.98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0.99</a:t>
                      </a:r>
                      <a:endParaRPr lang="zh-CN" altLang="en-US" sz="18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矩形 22"/>
          <p:cNvSpPr/>
          <p:nvPr/>
        </p:nvSpPr>
        <p:spPr>
          <a:xfrm>
            <a:off x="881690" y="6124303"/>
            <a:ext cx="7136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*Linear relationship exists, indicating 4 values can represent 10 values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Proposed Approach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Machine learning</a:t>
            </a:r>
          </a:p>
        </p:txBody>
      </p:sp>
      <p:sp>
        <p:nvSpPr>
          <p:cNvPr id="14" name="矩形 13"/>
          <p:cNvSpPr/>
          <p:nvPr/>
        </p:nvSpPr>
        <p:spPr>
          <a:xfrm>
            <a:off x="1152089" y="2429051"/>
            <a:ext cx="70511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(A’s sensitivity, B’s intensity, C’s intensity, …) -&gt;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3382350" y="839111"/>
            <a:ext cx="307731" cy="435757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29364" y="3261528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Input</a:t>
            </a:r>
          </a:p>
        </p:txBody>
      </p:sp>
      <p:sp>
        <p:nvSpPr>
          <p:cNvPr id="16" name="矩形 15"/>
          <p:cNvSpPr/>
          <p:nvPr/>
        </p:nvSpPr>
        <p:spPr>
          <a:xfrm>
            <a:off x="6095657" y="2459829"/>
            <a:ext cx="12107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Output</a:t>
            </a:r>
          </a:p>
        </p:txBody>
      </p:sp>
      <p:sp>
        <p:nvSpPr>
          <p:cNvPr id="12" name="矩形 11"/>
          <p:cNvSpPr/>
          <p:nvPr/>
        </p:nvSpPr>
        <p:spPr>
          <a:xfrm>
            <a:off x="532540" y="4372155"/>
            <a:ext cx="3649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&lt;0.1, 0.2, 0.1, 0.3, 0.5, 0.1, 0.3&gt;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3747411" y="2839453"/>
            <a:ext cx="833381" cy="853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4695092" y="2841126"/>
            <a:ext cx="160460" cy="851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1416673" y="3763523"/>
            <a:ext cx="65219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Use statistical data to represent the intensities of multiple games</a:t>
            </a:r>
          </a:p>
        </p:txBody>
      </p:sp>
      <p:sp>
        <p:nvSpPr>
          <p:cNvPr id="19" name="矩形 18"/>
          <p:cNvSpPr/>
          <p:nvPr/>
        </p:nvSpPr>
        <p:spPr>
          <a:xfrm>
            <a:off x="532540" y="4787839"/>
            <a:ext cx="3649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&lt;0.2, 0.1, 0.1, 0.2, 0.4, 0.2, 0.3&gt;</a:t>
            </a:r>
          </a:p>
        </p:txBody>
      </p:sp>
      <p:sp>
        <p:nvSpPr>
          <p:cNvPr id="21" name="矩形 20"/>
          <p:cNvSpPr/>
          <p:nvPr/>
        </p:nvSpPr>
        <p:spPr>
          <a:xfrm>
            <a:off x="532540" y="5227925"/>
            <a:ext cx="3649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&lt;0.2, 0.2, 0.3, 0.5, 0.1, 0.1, 0.2&gt;</a:t>
            </a:r>
          </a:p>
        </p:txBody>
      </p:sp>
      <p:cxnSp>
        <p:nvCxnSpPr>
          <p:cNvPr id="9" name="直接箭头连接符 8"/>
          <p:cNvCxnSpPr/>
          <p:nvPr/>
        </p:nvCxnSpPr>
        <p:spPr>
          <a:xfrm>
            <a:off x="3747411" y="4958862"/>
            <a:ext cx="6927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528186" y="4774196"/>
            <a:ext cx="45542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{3, (sum1, var1), (sum1, var1), …, (sum1, var1)}</a:t>
            </a:r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4440115" y="5143528"/>
            <a:ext cx="301138" cy="453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3417459" y="5561243"/>
            <a:ext cx="20453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Number of games</a:t>
            </a:r>
          </a:p>
        </p:txBody>
      </p:sp>
      <p:sp>
        <p:nvSpPr>
          <p:cNvPr id="26" name="矩形 25"/>
          <p:cNvSpPr/>
          <p:nvPr/>
        </p:nvSpPr>
        <p:spPr>
          <a:xfrm>
            <a:off x="5374847" y="5506495"/>
            <a:ext cx="33971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Sum and variance of each column for all games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582724" y="5163892"/>
            <a:ext cx="307731" cy="4258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6731926" y="5171455"/>
            <a:ext cx="180813" cy="4182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636481" y="6238598"/>
            <a:ext cx="744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*The intensity of any number of games can be represented by 15 columns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Design of benchmarks</a:t>
            </a:r>
          </a:p>
        </p:txBody>
      </p:sp>
      <p:sp>
        <p:nvSpPr>
          <p:cNvPr id="28" name="矩形 27"/>
          <p:cNvSpPr/>
          <p:nvPr/>
        </p:nvSpPr>
        <p:spPr>
          <a:xfrm>
            <a:off x="1207136" y="2434224"/>
            <a:ext cx="72730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Linear increase of intensity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Each benchmark only generates pressure on the specific shared resource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Experimental environment</a:t>
            </a:r>
          </a:p>
        </p:txBody>
      </p:sp>
      <p:sp>
        <p:nvSpPr>
          <p:cNvPr id="28" name="矩形 27"/>
          <p:cNvSpPr/>
          <p:nvPr/>
        </p:nvSpPr>
        <p:spPr>
          <a:xfrm>
            <a:off x="1207136" y="2434224"/>
            <a:ext cx="727304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Server with 4 Cores Intel i7-7700 3.4 GHz CPU, 8GB RAM and an NVIDIA GeForce GTX 1060 GPU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100 popular games with various genres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ASTER: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Multiseat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for Windows 10 (support multiple games running concurrently)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Over 2000 co-locations for 2 games, 500 co-locations for 3 games and 500 co-locations for 4 games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(classification)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98988" y="3592022"/>
          <a:ext cx="3429000" cy="904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35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108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255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GBDT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0.81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0.93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086350" y="3592022"/>
          <a:ext cx="3429000" cy="904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72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108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GBDT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0.94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0.82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0.92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883648" y="2551138"/>
            <a:ext cx="5993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Colocations of 3-games</a:t>
            </a:r>
          </a:p>
        </p:txBody>
      </p:sp>
      <p:sp>
        <p:nvSpPr>
          <p:cNvPr id="7" name="矩形 6"/>
          <p:cNvSpPr/>
          <p:nvPr/>
        </p:nvSpPr>
        <p:spPr>
          <a:xfrm>
            <a:off x="1489966" y="3111017"/>
            <a:ext cx="1847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Full intensity data</a:t>
            </a:r>
          </a:p>
        </p:txBody>
      </p:sp>
      <p:sp>
        <p:nvSpPr>
          <p:cNvPr id="8" name="矩形 7"/>
          <p:cNvSpPr/>
          <p:nvPr/>
        </p:nvSpPr>
        <p:spPr>
          <a:xfrm>
            <a:off x="5654905" y="3111017"/>
            <a:ext cx="2444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Simplified intensity data</a:t>
            </a:r>
          </a:p>
        </p:txBody>
      </p:sp>
      <p:sp>
        <p:nvSpPr>
          <p:cNvPr id="9" name="矩形 8"/>
          <p:cNvSpPr/>
          <p:nvPr/>
        </p:nvSpPr>
        <p:spPr>
          <a:xfrm>
            <a:off x="1044246" y="5045357"/>
            <a:ext cx="4585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*The simplified intensity also works well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(classification)</a:t>
            </a:r>
          </a:p>
        </p:txBody>
      </p:sp>
      <p:sp>
        <p:nvSpPr>
          <p:cNvPr id="6" name="矩形 5"/>
          <p:cNvSpPr/>
          <p:nvPr/>
        </p:nvSpPr>
        <p:spPr>
          <a:xfrm>
            <a:off x="883648" y="2359180"/>
            <a:ext cx="5993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Training with colocations of 2, 3 games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Testing with colocations of 2, 3, 4 games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28650" y="3384061"/>
          <a:ext cx="3429000" cy="1085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QoS</a:t>
                      </a:r>
                      <a:r>
                        <a:rPr lang="en-US" sz="1100" u="none" strike="noStrike" baseline="0" dirty="0">
                          <a:effectLst/>
                        </a:rPr>
                        <a:t> = </a:t>
                      </a:r>
                      <a:r>
                        <a:rPr lang="en-US" sz="1100" u="none" strike="noStrike" dirty="0">
                          <a:effectLst/>
                        </a:rPr>
                        <a:t>50 fps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175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351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526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1229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GBDT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0.95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0.93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0.93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011616" y="3384061"/>
          <a:ext cx="3429000" cy="1085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QoS</a:t>
                      </a:r>
                      <a:r>
                        <a:rPr lang="en-US" sz="1100" u="none" strike="noStrike" dirty="0">
                          <a:effectLst/>
                        </a:rPr>
                        <a:t> = 55 fps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496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GBDT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0.93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SVC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0.91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787161" y="5010187"/>
          <a:ext cx="3429000" cy="1085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</a:rPr>
                        <a:t>QoS</a:t>
                      </a:r>
                      <a:r>
                        <a:rPr lang="en-US" sz="1100" u="none" strike="noStrike" baseline="0" dirty="0">
                          <a:effectLst/>
                        </a:rPr>
                        <a:t> =</a:t>
                      </a:r>
                      <a:r>
                        <a:rPr lang="en-US" sz="1100" u="none" strike="noStrike" dirty="0">
                          <a:effectLst/>
                        </a:rPr>
                        <a:t> 60 fps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330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496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1157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GBDT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0.96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0.94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0.77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0.87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0.90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(regression)</a:t>
            </a:r>
          </a:p>
        </p:txBody>
      </p:sp>
      <p:sp>
        <p:nvSpPr>
          <p:cNvPr id="5" name="矩形 4"/>
          <p:cNvSpPr/>
          <p:nvPr/>
        </p:nvSpPr>
        <p:spPr>
          <a:xfrm>
            <a:off x="811611" y="2676854"/>
            <a:ext cx="72220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Alternatives: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Sigmoid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3199144" y="3789220"/>
                <a:ext cx="3650063" cy="576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fps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</m:t>
                        </m:r>
                      </m:num>
                      <m:den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1+ </m:t>
                        </m:r>
                        <m:sSup>
                          <m:sSupPr>
                            <m:ctrlP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𝑒</m:t>
                            </m:r>
                          </m:e>
                          <m:sup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𝑏</m:t>
                            </m:r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+</m:t>
                            </m:r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𝑐</m:t>
                            </m:r>
                          </m:sup>
                        </m:sSup>
                      </m:den>
                    </m:f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9144" y="3789220"/>
                <a:ext cx="3650063" cy="576504"/>
              </a:xfrm>
              <a:prstGeom prst="rect">
                <a:avLst/>
              </a:prstGeom>
              <a:blipFill rotWithShape="1">
                <a:blip r:embed="rId2"/>
                <a:stretch>
                  <a:fillRect l="-5175" t="-8511" b="-22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646776" y="4816315"/>
            <a:ext cx="5993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a, b, c are parameters, n is the number of games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colocated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(regression)</a:t>
            </a:r>
          </a:p>
        </p:txBody>
      </p:sp>
      <p:sp>
        <p:nvSpPr>
          <p:cNvPr id="5" name="矩形 4"/>
          <p:cNvSpPr/>
          <p:nvPr/>
        </p:nvSpPr>
        <p:spPr>
          <a:xfrm>
            <a:off x="811611" y="2676854"/>
            <a:ext cx="72220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Alternatives: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SMiTe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Approach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(for two games)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068265" y="3868350"/>
                <a:ext cx="7007469" cy="486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Performance_A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sSubSup>
                              <m:sSubSupPr>
                                <m:ctrlP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𝑆𝑒𝑛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sSubSup>
                              <m:sSubSupPr>
                                <m:ctrlPr>
                                  <a:rPr kumimoji="0" lang="en-US" altLang="zh-C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𝐼𝑛𝑡𝑒𝑛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𝐵</m:t>
                                </m:r>
                              </m:sup>
                            </m:sSubSup>
                          </m:e>
                        </m:d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e>
                    </m:nary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265" y="3868350"/>
                <a:ext cx="7007469" cy="486352"/>
              </a:xfrm>
              <a:prstGeom prst="rect">
                <a:avLst/>
              </a:prstGeom>
              <a:blipFill rotWithShape="1">
                <a:blip r:embed="rId2"/>
                <a:stretch>
                  <a:fillRect l="-2609" t="-15190" b="-40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511062" y="5226840"/>
            <a:ext cx="3156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A’s sensitivity against maximum intensity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853352" y="4354702"/>
            <a:ext cx="2" cy="790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2963008" y="4354702"/>
            <a:ext cx="1110762" cy="68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26080" y="5042174"/>
            <a:ext cx="3156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Parameter for resource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829300" y="4857508"/>
            <a:ext cx="3156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B’s intensity on resource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6131170" y="4364188"/>
            <a:ext cx="665284" cy="493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(regression)</a:t>
            </a:r>
          </a:p>
        </p:txBody>
      </p:sp>
      <p:sp>
        <p:nvSpPr>
          <p:cNvPr id="5" name="矩形 4"/>
          <p:cNvSpPr/>
          <p:nvPr/>
        </p:nvSpPr>
        <p:spPr>
          <a:xfrm>
            <a:off x="811611" y="2676854"/>
            <a:ext cx="72220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Alternatives: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SMiTe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Approach + Paragon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(for more games)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068265" y="3868350"/>
                <a:ext cx="7007469" cy="486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Performance_A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等线" panose="02010600030101010101" pitchFamily="2" charset="-122"/>
                    <a:cs typeface="+mn-cs"/>
                  </a:rPr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  <m:sup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sSubSup>
                              <m:sSubSupPr>
                                <m:ctrlP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Sup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𝑆𝑒𝑛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𝐴</m:t>
                                </m:r>
                              </m:sup>
                            </m:sSubSup>
                            <m:r>
                              <a:rPr kumimoji="0" lang="en-US" altLang="zh-CN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𝐼𝑛𝑡𝑒𝑛</m:t>
                                </m:r>
                              </m:e>
                              <m:sub>
                                <m:r>
                                  <a:rPr kumimoji="0" lang="en-US" altLang="zh-CN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</m:e>
                    </m:nary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265" y="3868350"/>
                <a:ext cx="7007469" cy="486352"/>
              </a:xfrm>
              <a:prstGeom prst="rect">
                <a:avLst/>
              </a:prstGeom>
              <a:blipFill rotWithShape="1">
                <a:blip r:embed="rId2"/>
                <a:stretch>
                  <a:fillRect l="-2609" t="-15190" b="-405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3307685" y="5653151"/>
            <a:ext cx="3156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A’s sensitivity against maximum intensity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713408" y="4354702"/>
            <a:ext cx="139946" cy="12984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3174023" y="4354702"/>
            <a:ext cx="899747" cy="705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26080" y="5042174"/>
            <a:ext cx="3156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Parameter for resource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750902" y="4857508"/>
            <a:ext cx="31561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Sum of intensity of all games on resource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i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6131170" y="4364188"/>
            <a:ext cx="665284" cy="493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(classification)</a:t>
            </a:r>
          </a:p>
        </p:txBody>
      </p:sp>
      <p:sp>
        <p:nvSpPr>
          <p:cNvPr id="6" name="矩形 5"/>
          <p:cNvSpPr/>
          <p:nvPr/>
        </p:nvSpPr>
        <p:spPr>
          <a:xfrm>
            <a:off x="883648" y="2551138"/>
            <a:ext cx="5993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Colocations of 3-games</a:t>
            </a:r>
          </a:p>
        </p:txBody>
      </p:sp>
      <p:sp>
        <p:nvSpPr>
          <p:cNvPr id="7" name="矩形 6"/>
          <p:cNvSpPr/>
          <p:nvPr/>
        </p:nvSpPr>
        <p:spPr>
          <a:xfrm>
            <a:off x="1489966" y="3111017"/>
            <a:ext cx="18470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Full intensity data</a:t>
            </a:r>
          </a:p>
        </p:txBody>
      </p:sp>
      <p:sp>
        <p:nvSpPr>
          <p:cNvPr id="8" name="矩形 7"/>
          <p:cNvSpPr/>
          <p:nvPr/>
        </p:nvSpPr>
        <p:spPr>
          <a:xfrm>
            <a:off x="5654905" y="3111017"/>
            <a:ext cx="2444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Simplified intensity data</a:t>
            </a:r>
          </a:p>
        </p:txBody>
      </p:sp>
      <p:sp>
        <p:nvSpPr>
          <p:cNvPr id="9" name="矩形 8"/>
          <p:cNvSpPr/>
          <p:nvPr/>
        </p:nvSpPr>
        <p:spPr>
          <a:xfrm>
            <a:off x="1044246" y="5133843"/>
            <a:ext cx="4585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*The simplified intensity also works well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00100" y="3759385"/>
          <a:ext cx="3429000" cy="904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0.157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0.144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0.096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0.255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0.147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0.124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0.133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0.098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086350" y="3742164"/>
          <a:ext cx="3429000" cy="904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109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256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0.136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0.134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0.121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0.090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0.229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0.143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0.137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0.121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0.094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(classification)</a:t>
            </a:r>
          </a:p>
        </p:txBody>
      </p:sp>
      <p:sp>
        <p:nvSpPr>
          <p:cNvPr id="6" name="矩形 5"/>
          <p:cNvSpPr/>
          <p:nvPr/>
        </p:nvSpPr>
        <p:spPr>
          <a:xfrm>
            <a:off x="883648" y="2551138"/>
            <a:ext cx="5993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Colocations of 2-games (compare with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SMiTe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, Sigmoid)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29761" y="3731967"/>
          <a:ext cx="3429000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168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1176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0.101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0.076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0.072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0.083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0.069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err="1">
                          <a:effectLst/>
                        </a:rPr>
                        <a:t>SMiTe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0.19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0.185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Sigmoid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0.470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0.470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0.460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0.460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图表 11"/>
          <p:cNvGraphicFramePr/>
          <p:nvPr/>
        </p:nvGraphicFramePr>
        <p:xfrm>
          <a:off x="4572000" y="3093690"/>
          <a:ext cx="4202722" cy="29026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Prediction Accuracy (classification)</a:t>
            </a:r>
          </a:p>
        </p:txBody>
      </p:sp>
      <p:sp>
        <p:nvSpPr>
          <p:cNvPr id="7" name="矩形 6"/>
          <p:cNvSpPr/>
          <p:nvPr/>
        </p:nvSpPr>
        <p:spPr>
          <a:xfrm>
            <a:off x="883648" y="2359180"/>
            <a:ext cx="59937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Training with colocations of 2, 3 games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Testing with colocations of 2, 3, 4 games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42950" y="3780326"/>
          <a:ext cx="3429000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186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373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560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u="none" strike="noStrike">
                          <a:effectLst/>
                        </a:rPr>
                        <a:t>1308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DTR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GBRT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0.108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0.095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0.074</a:t>
                      </a:r>
                      <a:r>
                        <a:rPr lang="en-US" altLang="zh-CN" sz="1100" u="none" strike="noStrike" dirty="0">
                          <a:effectLst/>
                        </a:rPr>
                        <a:t> </a:t>
                      </a:r>
                      <a:endParaRPr lang="en-US" altLang="zh-CN" sz="1100" b="0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0.107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0.102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0.075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0.116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0.115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0.114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0.089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 err="1">
                          <a:effectLst/>
                        </a:rPr>
                        <a:t>SMiTe</a:t>
                      </a:r>
                      <a:r>
                        <a:rPr lang="en-US" sz="1100" b="1" u="none" strike="noStrike" dirty="0">
                          <a:effectLst/>
                        </a:rPr>
                        <a:t>*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0.215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0.208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CN" sz="1100" u="none" strike="noStrike">
                          <a:effectLst/>
                        </a:rPr>
                        <a:t>0.204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u="none" strike="noStrike" dirty="0">
                          <a:effectLst/>
                        </a:rPr>
                        <a:t>Sigmoid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0.460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0.460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0.460 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0.450 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图表 8"/>
          <p:cNvGraphicFramePr/>
          <p:nvPr/>
        </p:nvGraphicFramePr>
        <p:xfrm>
          <a:off x="4572000" y="3005511"/>
          <a:ext cx="4202702" cy="290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resource usage</a:t>
            </a:r>
          </a:p>
        </p:txBody>
      </p:sp>
      <p:sp>
        <p:nvSpPr>
          <p:cNvPr id="4" name="矩形 3"/>
          <p:cNvSpPr/>
          <p:nvPr/>
        </p:nvSpPr>
        <p:spPr>
          <a:xfrm>
            <a:off x="1207136" y="2434224"/>
            <a:ext cx="72730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 given set of requests, a predefined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QoS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threshold, to pack the requests to servers with minimum number of servers</a:t>
            </a:r>
          </a:p>
        </p:txBody>
      </p:sp>
      <p:sp>
        <p:nvSpPr>
          <p:cNvPr id="5" name="矩形 4"/>
          <p:cNvSpPr/>
          <p:nvPr/>
        </p:nvSpPr>
        <p:spPr>
          <a:xfrm>
            <a:off x="866041" y="3166710"/>
            <a:ext cx="717012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Algorithm (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lnK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)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Generate all the feasible game co-locations according to the proposed prediction approach (classification)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Sort the feasible game co-locations according to size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Repeat until all the requests are packed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     3.1 Each time, select the feasible co-location with the largest size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      3.2 If the remaining requests can cover the selected co-location, remove all the covered requests, and increase the number of servers used, otherwise, remove the co-location;</a:t>
            </a:r>
          </a:p>
        </p:txBody>
      </p:sp>
      <p:sp>
        <p:nvSpPr>
          <p:cNvPr id="6" name="矩形 5"/>
          <p:cNvSpPr/>
          <p:nvPr/>
        </p:nvSpPr>
        <p:spPr>
          <a:xfrm>
            <a:off x="866041" y="5838188"/>
            <a:ext cx="74459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Compare: vector bin packing, according to the initial CPU, GPU, memory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resource usage</a:t>
            </a:r>
          </a:p>
        </p:txBody>
      </p:sp>
      <p:sp>
        <p:nvSpPr>
          <p:cNvPr id="6" name="矩形 5"/>
          <p:cNvSpPr/>
          <p:nvPr/>
        </p:nvSpPr>
        <p:spPr>
          <a:xfrm>
            <a:off x="760533" y="5600795"/>
            <a:ext cx="65019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*our approach has more feasible colocations</a:t>
            </a:r>
          </a:p>
        </p:txBody>
      </p:sp>
      <p:graphicFrame>
        <p:nvGraphicFramePr>
          <p:cNvPr id="7" name="图表 6"/>
          <p:cNvGraphicFramePr/>
          <p:nvPr/>
        </p:nvGraphicFramePr>
        <p:xfrm>
          <a:off x="628650" y="2574401"/>
          <a:ext cx="432435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矩形 7"/>
          <p:cNvSpPr/>
          <p:nvPr/>
        </p:nvSpPr>
        <p:spPr>
          <a:xfrm>
            <a:off x="5312751" y="3650956"/>
            <a:ext cx="3646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Feasible colocations of 10 selected games generated by two approaches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Minimizing resource usage</a:t>
            </a:r>
          </a:p>
        </p:txBody>
      </p:sp>
      <p:sp>
        <p:nvSpPr>
          <p:cNvPr id="6" name="矩形 5"/>
          <p:cNvSpPr/>
          <p:nvPr/>
        </p:nvSpPr>
        <p:spPr>
          <a:xfrm>
            <a:off x="830872" y="5508778"/>
            <a:ext cx="7143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*our approach can save 20%~40% depending on various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QoS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12751" y="3650956"/>
            <a:ext cx="3646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Number of servers used for packing 5000 requests</a:t>
            </a:r>
          </a:p>
        </p:txBody>
      </p:sp>
      <p:graphicFrame>
        <p:nvGraphicFramePr>
          <p:cNvPr id="9" name="图表 8"/>
          <p:cNvGraphicFramePr/>
          <p:nvPr/>
        </p:nvGraphicFramePr>
        <p:xfrm>
          <a:off x="492368" y="257440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Maximizing performance</a:t>
            </a:r>
          </a:p>
        </p:txBody>
      </p:sp>
      <p:sp>
        <p:nvSpPr>
          <p:cNvPr id="4" name="矩形 3"/>
          <p:cNvSpPr/>
          <p:nvPr/>
        </p:nvSpPr>
        <p:spPr>
          <a:xfrm>
            <a:off x="1207136" y="2434224"/>
            <a:ext cx="72730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 given set of requests, a set of servers, to pack the requests to servers for maximizing the overall performance</a:t>
            </a:r>
          </a:p>
        </p:txBody>
      </p:sp>
      <p:sp>
        <p:nvSpPr>
          <p:cNvPr id="5" name="矩形 4"/>
          <p:cNvSpPr/>
          <p:nvPr/>
        </p:nvSpPr>
        <p:spPr>
          <a:xfrm>
            <a:off x="866041" y="3166710"/>
            <a:ext cx="71701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Algorithm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Pack each request in some predefined order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For each request, select the server that minimize the performance degradation</a:t>
            </a:r>
          </a:p>
        </p:txBody>
      </p:sp>
      <p:sp>
        <p:nvSpPr>
          <p:cNvPr id="6" name="矩形 5"/>
          <p:cNvSpPr/>
          <p:nvPr/>
        </p:nvSpPr>
        <p:spPr>
          <a:xfrm>
            <a:off x="866041" y="4607264"/>
            <a:ext cx="5464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Compare: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vector bin packing with worst-fit policy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SMiTe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Sigmoid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Maximizing performance</a:t>
            </a:r>
          </a:p>
        </p:txBody>
      </p:sp>
      <p:sp>
        <p:nvSpPr>
          <p:cNvPr id="6" name="矩形 5"/>
          <p:cNvSpPr/>
          <p:nvPr/>
        </p:nvSpPr>
        <p:spPr>
          <a:xfrm>
            <a:off x="968252" y="5337025"/>
            <a:ext cx="64227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*Our approach achieves higher performance</a:t>
            </a:r>
          </a:p>
        </p:txBody>
      </p:sp>
      <p:sp>
        <p:nvSpPr>
          <p:cNvPr id="8" name="矩形 7"/>
          <p:cNvSpPr/>
          <p:nvPr/>
        </p:nvSpPr>
        <p:spPr>
          <a:xfrm>
            <a:off x="5567729" y="3360609"/>
            <a:ext cx="3646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Average fps by different packing approaches</a:t>
            </a:r>
          </a:p>
        </p:txBody>
      </p:sp>
      <p:graphicFrame>
        <p:nvGraphicFramePr>
          <p:cNvPr id="11" name="图表 10"/>
          <p:cNvGraphicFramePr/>
          <p:nvPr/>
        </p:nvGraphicFramePr>
        <p:xfrm>
          <a:off x="628650" y="251664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Maximizing performance</a:t>
            </a:r>
          </a:p>
        </p:txBody>
      </p:sp>
      <p:sp>
        <p:nvSpPr>
          <p:cNvPr id="8" name="矩形 7"/>
          <p:cNvSpPr/>
          <p:nvPr/>
        </p:nvSpPr>
        <p:spPr>
          <a:xfrm>
            <a:off x="5233620" y="3707973"/>
            <a:ext cx="37521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CDF of fps of all games (2000 server)</a:t>
            </a:r>
          </a:p>
        </p:txBody>
      </p:sp>
      <p:graphicFrame>
        <p:nvGraphicFramePr>
          <p:cNvPr id="6" name="图表 5"/>
          <p:cNvGraphicFramePr/>
          <p:nvPr/>
        </p:nvGraphicFramePr>
        <p:xfrm>
          <a:off x="531935" y="2574401"/>
          <a:ext cx="4506058" cy="3005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Discussions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8453804" cy="3423383"/>
          </a:xfrm>
        </p:spPr>
        <p:txBody>
          <a:bodyPr>
            <a:normAutofit/>
          </a:bodyPr>
          <a:lstStyle/>
          <a:p>
            <a:r>
              <a:rPr lang="en-US" altLang="zh-CN" dirty="0"/>
              <a:t>Dynamic changes of frame rates</a:t>
            </a:r>
          </a:p>
          <a:p>
            <a:r>
              <a:rPr lang="en-US" altLang="zh-CN" dirty="0"/>
              <a:t>Impact of different game configurations</a:t>
            </a:r>
          </a:p>
          <a:p>
            <a:r>
              <a:rPr lang="en-US" altLang="zh-CN" dirty="0"/>
              <a:t>Latency in Cloud Gaming</a:t>
            </a:r>
          </a:p>
          <a:p>
            <a:r>
              <a:rPr lang="en-US" altLang="zh-CN" dirty="0"/>
              <a:t>Impact of Video Encoding/Streaming in Cloud Gaming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Work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453804" cy="613840"/>
          </a:xfrm>
        </p:spPr>
        <p:txBody>
          <a:bodyPr>
            <a:normAutofit/>
          </a:bodyPr>
          <a:lstStyle/>
          <a:p>
            <a:r>
              <a:rPr lang="en-US" altLang="zh-CN" dirty="0"/>
              <a:t>Interference-aware resource allocation/partition</a:t>
            </a:r>
          </a:p>
        </p:txBody>
      </p:sp>
      <p:sp>
        <p:nvSpPr>
          <p:cNvPr id="4" name="矩形 3"/>
          <p:cNvSpPr/>
          <p:nvPr/>
        </p:nvSpPr>
        <p:spPr>
          <a:xfrm>
            <a:off x="1207136" y="2434224"/>
            <a:ext cx="72730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Partition multiple CPU cores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Partition multiple GPU cards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Cache partition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Virtual GPU partition (AMD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MxGPUs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600" b="1"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云游戏中的资源管理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搜索引擎中的资源管理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AI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在资源管理中的应用</a:t>
            </a:r>
            <a:endParaRPr lang="en-SG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250245"/>
      </p:ext>
    </p:extLst>
  </p:cSld>
  <p:clrMapOvr>
    <a:masterClrMapping/>
  </p:clrMapOvr>
  <p:transition advTm="172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08975" cy="274036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问题描述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IDC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中有多种 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service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，每个 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service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有很多实例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对已有实例的分布进行调整，达到负载均衡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约束条件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r>
              <a:rPr lang="en-US" altLang="zh-CN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Resource Constraints (CPU, Memory, SSD)</a:t>
            </a:r>
          </a:p>
          <a:p>
            <a:pPr lvl="2" eaLnBrk="1" hangingPunct="1"/>
            <a:r>
              <a:rPr lang="en-US" altLang="zh-CN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Conflict Constraints</a:t>
            </a:r>
          </a:p>
          <a:p>
            <a:pPr lvl="2" eaLnBrk="1" hangingPunct="1"/>
            <a:r>
              <a:rPr lang="en-US" altLang="zh-CN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No Service Interruption (Online)</a:t>
            </a: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162907" y="4763389"/>
            <a:ext cx="4824536" cy="1177053"/>
            <a:chOff x="3190032" y="3632674"/>
            <a:chExt cx="4824536" cy="1177053"/>
          </a:xfrm>
        </p:grpSpPr>
        <p:grpSp>
          <p:nvGrpSpPr>
            <p:cNvPr id="27" name="组合 26"/>
            <p:cNvGrpSpPr/>
            <p:nvPr/>
          </p:nvGrpSpPr>
          <p:grpSpPr>
            <a:xfrm>
              <a:off x="3190032" y="3632674"/>
              <a:ext cx="1944214" cy="1177053"/>
              <a:chOff x="3628717" y="3940561"/>
              <a:chExt cx="2261784" cy="1432655"/>
            </a:xfrm>
          </p:grpSpPr>
          <p:sp>
            <p:nvSpPr>
              <p:cNvPr id="39" name="矩形 38"/>
              <p:cNvSpPr/>
              <p:nvPr/>
            </p:nvSpPr>
            <p:spPr bwMode="auto">
              <a:xfrm>
                <a:off x="3628717" y="3940561"/>
                <a:ext cx="2261784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3818340" y="4077072"/>
                <a:ext cx="648072" cy="661045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auto">
              <a:xfrm>
                <a:off x="5074889" y="4065066"/>
                <a:ext cx="648072" cy="661045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 bwMode="auto">
              <a:xfrm>
                <a:off x="4298872" y="4620001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6070352" y="3632674"/>
              <a:ext cx="1944216" cy="1177053"/>
              <a:chOff x="430682" y="3940561"/>
              <a:chExt cx="2261787" cy="1432655"/>
            </a:xfrm>
          </p:grpSpPr>
          <p:sp>
            <p:nvSpPr>
              <p:cNvPr id="34" name="矩形 33"/>
              <p:cNvSpPr/>
              <p:nvPr/>
            </p:nvSpPr>
            <p:spPr bwMode="auto">
              <a:xfrm>
                <a:off x="430682" y="3940561"/>
                <a:ext cx="2261787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auto">
              <a:xfrm>
                <a:off x="598222" y="4077072"/>
                <a:ext cx="648072" cy="661045"/>
              </a:xfrm>
              <a:prstGeom prst="ellipse">
                <a:avLst/>
              </a:prstGeom>
              <a:solidFill>
                <a:srgbClr val="92D05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 bwMode="auto">
              <a:xfrm>
                <a:off x="1656304" y="4582508"/>
                <a:ext cx="648072" cy="661045"/>
              </a:xfrm>
              <a:prstGeom prst="ellipse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8162466"/>
      </p:ext>
    </p:extLst>
  </p:cSld>
  <p:clrMapOvr>
    <a:masterClrMapping/>
  </p:clrMapOvr>
  <p:transition advTm="156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挑战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大规模调整复杂度高、小规模调整效果差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线上调整对安全性、可靠性有极高要求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调整过程约束条件多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02018" y="4123380"/>
            <a:ext cx="3806856" cy="1509443"/>
            <a:chOff x="3982442" y="3857625"/>
            <a:chExt cx="4248150" cy="1671018"/>
          </a:xfrm>
        </p:grpSpPr>
        <p:sp>
          <p:nvSpPr>
            <p:cNvPr id="27" name="矩形 26"/>
            <p:cNvSpPr/>
            <p:nvPr/>
          </p:nvSpPr>
          <p:spPr bwMode="auto">
            <a:xfrm>
              <a:off x="4727443" y="3867171"/>
              <a:ext cx="2619784" cy="156189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8" name="椭圆 27"/>
            <p:cNvSpPr/>
            <p:nvPr/>
          </p:nvSpPr>
          <p:spPr bwMode="auto">
            <a:xfrm>
              <a:off x="5156141" y="4017640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6439024" y="3956934"/>
              <a:ext cx="557078" cy="54310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 bwMode="auto">
            <a:xfrm>
              <a:off x="5984235" y="4554653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032916" y="4671942"/>
              <a:ext cx="557078" cy="30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25</a:t>
              </a:r>
              <a:endParaRPr lang="zh-CN" altLang="en-US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498490" y="4070492"/>
              <a:ext cx="55707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20</a:t>
              </a:r>
              <a:endParaRPr lang="zh-CN" altLang="en-US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205033" y="4122172"/>
              <a:ext cx="557078" cy="30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25</a:t>
              </a:r>
              <a:endParaRPr lang="zh-CN" altLang="en-US" dirty="0"/>
            </a:p>
          </p:txBody>
        </p:sp>
        <p:sp>
          <p:nvSpPr>
            <p:cNvPr id="34" name="椭圆 33"/>
            <p:cNvSpPr/>
            <p:nvPr/>
          </p:nvSpPr>
          <p:spPr bwMode="auto">
            <a:xfrm>
              <a:off x="5070872" y="4842685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24979" y="4960726"/>
              <a:ext cx="55707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30</a:t>
              </a:r>
              <a:endParaRPr lang="zh-CN" altLang="en-US" dirty="0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3982442" y="5257800"/>
              <a:ext cx="1095375" cy="270843"/>
            </a:xfrm>
            <a:custGeom>
              <a:avLst/>
              <a:gdLst>
                <a:gd name="connsiteX0" fmla="*/ 1095375 w 1095375"/>
                <a:gd name="connsiteY0" fmla="*/ 0 h 270843"/>
                <a:gd name="connsiteX1" fmla="*/ 942975 w 1095375"/>
                <a:gd name="connsiteY1" fmla="*/ 85725 h 270843"/>
                <a:gd name="connsiteX2" fmla="*/ 504825 w 1095375"/>
                <a:gd name="connsiteY2" fmla="*/ 257175 h 270843"/>
                <a:gd name="connsiteX3" fmla="*/ 0 w 1095375"/>
                <a:gd name="connsiteY3" fmla="*/ 247650 h 270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5375" h="270843">
                  <a:moveTo>
                    <a:pt x="1095375" y="0"/>
                  </a:moveTo>
                  <a:cubicBezTo>
                    <a:pt x="1068387" y="21431"/>
                    <a:pt x="1041400" y="42862"/>
                    <a:pt x="942975" y="85725"/>
                  </a:cubicBezTo>
                  <a:cubicBezTo>
                    <a:pt x="844550" y="128588"/>
                    <a:pt x="661987" y="230188"/>
                    <a:pt x="504825" y="257175"/>
                  </a:cubicBezTo>
                  <a:cubicBezTo>
                    <a:pt x="347662" y="284163"/>
                    <a:pt x="173831" y="265906"/>
                    <a:pt x="0" y="24765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/>
          </p:nvSpPr>
          <p:spPr>
            <a:xfrm>
              <a:off x="7001867" y="3857625"/>
              <a:ext cx="1228725" cy="228600"/>
            </a:xfrm>
            <a:custGeom>
              <a:avLst/>
              <a:gdLst>
                <a:gd name="connsiteX0" fmla="*/ 1228725 w 1228725"/>
                <a:gd name="connsiteY0" fmla="*/ 0 h 228600"/>
                <a:gd name="connsiteX1" fmla="*/ 523875 w 1228725"/>
                <a:gd name="connsiteY1" fmla="*/ 47625 h 228600"/>
                <a:gd name="connsiteX2" fmla="*/ 0 w 1228725"/>
                <a:gd name="connsiteY2" fmla="*/ 22860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28725" h="228600">
                  <a:moveTo>
                    <a:pt x="1228725" y="0"/>
                  </a:moveTo>
                  <a:cubicBezTo>
                    <a:pt x="978693" y="4762"/>
                    <a:pt x="728662" y="9525"/>
                    <a:pt x="523875" y="47625"/>
                  </a:cubicBezTo>
                  <a:cubicBezTo>
                    <a:pt x="319088" y="85725"/>
                    <a:pt x="159544" y="157162"/>
                    <a:pt x="0" y="22860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Rectangle 13"/>
          <p:cNvSpPr/>
          <p:nvPr/>
        </p:nvSpPr>
        <p:spPr>
          <a:xfrm>
            <a:off x="4610203" y="3962237"/>
            <a:ext cx="47857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Transient</a:t>
            </a:r>
            <a:r>
              <a:rPr lang="en-US" altLang="zh-CN" sz="2000" b="1" dirty="0">
                <a:solidFill>
                  <a:srgbClr val="C00000"/>
                </a:solidFill>
              </a:rPr>
              <a:t> Constraint: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Rectangle 13"/>
          <p:cNvSpPr/>
          <p:nvPr/>
        </p:nvSpPr>
        <p:spPr>
          <a:xfrm>
            <a:off x="4120933" y="4718788"/>
            <a:ext cx="47857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baseline="0" dirty="0">
                <a:solidFill>
                  <a:srgbClr val="C00000"/>
                </a:solidFill>
              </a:rPr>
              <a:t>有些资源在原 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server </a:t>
            </a:r>
            <a:r>
              <a:rPr lang="zh-CN" altLang="en-US" sz="2000" b="1" dirty="0">
                <a:solidFill>
                  <a:srgbClr val="C00000"/>
                </a:solidFill>
              </a:rPr>
              <a:t>和目标 </a:t>
            </a:r>
            <a:r>
              <a:rPr lang="en-US" altLang="zh-CN" sz="2000" b="1" dirty="0">
                <a:solidFill>
                  <a:srgbClr val="C00000"/>
                </a:solidFill>
              </a:rPr>
              <a:t>server </a:t>
            </a:r>
            <a:r>
              <a:rPr lang="zh-CN" altLang="en-US" sz="2000" b="1" dirty="0">
                <a:solidFill>
                  <a:srgbClr val="C00000"/>
                </a:solidFill>
              </a:rPr>
              <a:t>上都需要消耗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466447"/>
      </p:ext>
    </p:extLst>
  </p:cSld>
  <p:clrMapOvr>
    <a:masterClrMapping/>
  </p:clrMapOvr>
  <p:transition advTm="156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617433" y="3426259"/>
            <a:ext cx="4207583" cy="1177054"/>
            <a:chOff x="395536" y="4772226"/>
            <a:chExt cx="4138364" cy="1177054"/>
          </a:xfrm>
        </p:grpSpPr>
        <p:grpSp>
          <p:nvGrpSpPr>
            <p:cNvPr id="17" name="组合 16"/>
            <p:cNvGrpSpPr/>
            <p:nvPr/>
          </p:nvGrpSpPr>
          <p:grpSpPr>
            <a:xfrm>
              <a:off x="395536" y="4772226"/>
              <a:ext cx="4138364" cy="1177054"/>
              <a:chOff x="395536" y="2386980"/>
              <a:chExt cx="4138364" cy="1177054"/>
            </a:xfrm>
          </p:grpSpPr>
          <p:grpSp>
            <p:nvGrpSpPr>
              <p:cNvPr id="21" name="组合 20"/>
              <p:cNvGrpSpPr/>
              <p:nvPr/>
            </p:nvGrpSpPr>
            <p:grpSpPr>
              <a:xfrm>
                <a:off x="395536" y="2386980"/>
                <a:ext cx="1944216" cy="1177053"/>
                <a:chOff x="1115616" y="3940561"/>
                <a:chExt cx="2261786" cy="1432655"/>
              </a:xfrm>
            </p:grpSpPr>
            <p:sp>
              <p:nvSpPr>
                <p:cNvPr id="26" name="矩形 25"/>
                <p:cNvSpPr/>
                <p:nvPr/>
              </p:nvSpPr>
              <p:spPr bwMode="auto">
                <a:xfrm>
                  <a:off x="1115616" y="3940561"/>
                  <a:ext cx="2261786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7" name="椭圆 26"/>
                <p:cNvSpPr/>
                <p:nvPr/>
              </p:nvSpPr>
              <p:spPr bwMode="auto">
                <a:xfrm>
                  <a:off x="1331640" y="4077072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 bwMode="auto">
                <a:xfrm>
                  <a:off x="2519524" y="4065066"/>
                  <a:ext cx="648072" cy="661045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" name="椭圆 28"/>
                <p:cNvSpPr/>
                <p:nvPr/>
              </p:nvSpPr>
              <p:spPr bwMode="auto">
                <a:xfrm>
                  <a:off x="1864792" y="4620001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1941346" y="4785554"/>
                  <a:ext cx="6480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25</a:t>
                  </a:r>
                  <a:endParaRPr lang="zh-CN" altLang="en-US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2602738" y="4222929"/>
                  <a:ext cx="6480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25</a:t>
                  </a:r>
                  <a:endParaRPr lang="zh-CN" altLang="en-US" dirty="0"/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1420263" y="4252281"/>
                  <a:ext cx="6480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25</a:t>
                  </a:r>
                  <a:endParaRPr lang="zh-CN" altLang="en-US" dirty="0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2578847" y="2390374"/>
                <a:ext cx="1955053" cy="1173660"/>
                <a:chOff x="3885828" y="2390373"/>
                <a:chExt cx="2261786" cy="1432655"/>
              </a:xfrm>
            </p:grpSpPr>
            <p:sp>
              <p:nvSpPr>
                <p:cNvPr id="23" name="矩形 22"/>
                <p:cNvSpPr/>
                <p:nvPr/>
              </p:nvSpPr>
              <p:spPr bwMode="auto">
                <a:xfrm>
                  <a:off x="3885828" y="2390373"/>
                  <a:ext cx="2261786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4" name="椭圆 23"/>
                <p:cNvSpPr/>
                <p:nvPr/>
              </p:nvSpPr>
              <p:spPr bwMode="auto">
                <a:xfrm>
                  <a:off x="4067944" y="2564904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4156762" y="2710761"/>
                  <a:ext cx="648071" cy="4508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45</a:t>
                  </a:r>
                  <a:endParaRPr lang="zh-CN" altLang="en-US" dirty="0"/>
                </a:p>
              </p:txBody>
            </p:sp>
          </p:grpSp>
        </p:grpSp>
        <p:sp>
          <p:nvSpPr>
            <p:cNvPr id="18" name="椭圆 17"/>
            <p:cNvSpPr/>
            <p:nvPr/>
          </p:nvSpPr>
          <p:spPr bwMode="auto">
            <a:xfrm>
              <a:off x="3582874" y="5262157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70614" y="5391262"/>
              <a:ext cx="557078" cy="30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25</a:t>
              </a:r>
              <a:endParaRPr lang="zh-CN" altLang="en-US" dirty="0"/>
            </a:p>
          </p:txBody>
        </p:sp>
        <p:sp>
          <p:nvSpPr>
            <p:cNvPr id="20" name="任意多边形 19"/>
            <p:cNvSpPr/>
            <p:nvPr/>
          </p:nvSpPr>
          <p:spPr bwMode="auto">
            <a:xfrm>
              <a:off x="2006600" y="5422900"/>
              <a:ext cx="1587500" cy="360406"/>
            </a:xfrm>
            <a:custGeom>
              <a:avLst/>
              <a:gdLst>
                <a:gd name="connsiteX0" fmla="*/ 0 w 1587500"/>
                <a:gd name="connsiteY0" fmla="*/ 0 h 360406"/>
                <a:gd name="connsiteX1" fmla="*/ 495300 w 1587500"/>
                <a:gd name="connsiteY1" fmla="*/ 342900 h 360406"/>
                <a:gd name="connsiteX2" fmla="*/ 1587500 w 1587500"/>
                <a:gd name="connsiteY2" fmla="*/ 279400 h 36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7500" h="360406">
                  <a:moveTo>
                    <a:pt x="0" y="0"/>
                  </a:moveTo>
                  <a:cubicBezTo>
                    <a:pt x="115358" y="148166"/>
                    <a:pt x="230717" y="296333"/>
                    <a:pt x="495300" y="342900"/>
                  </a:cubicBezTo>
                  <a:cubicBezTo>
                    <a:pt x="759883" y="389467"/>
                    <a:pt x="1173691" y="334433"/>
                    <a:pt x="1587500" y="279400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Rectangle 13"/>
          <p:cNvSpPr/>
          <p:nvPr/>
        </p:nvSpPr>
        <p:spPr>
          <a:xfrm>
            <a:off x="2444375" y="5153534"/>
            <a:ext cx="47857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Shift: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移动一个实例到另一台 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server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769143"/>
      </p:ext>
    </p:extLst>
  </p:cSld>
  <p:clrMapOvr>
    <a:masterClrMapping/>
  </p:clrMapOvr>
  <p:transition advTm="156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Rectangle 13"/>
          <p:cNvSpPr/>
          <p:nvPr/>
        </p:nvSpPr>
        <p:spPr>
          <a:xfrm>
            <a:off x="2036841" y="5141503"/>
            <a:ext cx="542308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Swap: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交换位于不同 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server </a:t>
            </a:r>
            <a:r>
              <a:rPr lang="zh-CN" altLang="en-US" sz="2000" b="1" baseline="0" dirty="0">
                <a:solidFill>
                  <a:srgbClr val="C00000"/>
                </a:solidFill>
              </a:rPr>
              <a:t>上的两个实例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200768" y="3415908"/>
            <a:ext cx="4824536" cy="1177053"/>
            <a:chOff x="3190032" y="3632674"/>
            <a:chExt cx="4824536" cy="1177053"/>
          </a:xfrm>
        </p:grpSpPr>
        <p:grpSp>
          <p:nvGrpSpPr>
            <p:cNvPr id="47" name="组合 46"/>
            <p:cNvGrpSpPr/>
            <p:nvPr/>
          </p:nvGrpSpPr>
          <p:grpSpPr>
            <a:xfrm>
              <a:off x="3190032" y="3632674"/>
              <a:ext cx="1944214" cy="1177053"/>
              <a:chOff x="3628717" y="3940561"/>
              <a:chExt cx="2261784" cy="1432655"/>
            </a:xfrm>
          </p:grpSpPr>
          <p:sp>
            <p:nvSpPr>
              <p:cNvPr id="59" name="矩形 58"/>
              <p:cNvSpPr/>
              <p:nvPr/>
            </p:nvSpPr>
            <p:spPr bwMode="auto">
              <a:xfrm>
                <a:off x="3628717" y="3940561"/>
                <a:ext cx="2261784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 bwMode="auto">
              <a:xfrm>
                <a:off x="3818340" y="4077072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 bwMode="auto">
              <a:xfrm>
                <a:off x="5074889" y="4065066"/>
                <a:ext cx="648072" cy="66104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/>
                <a:endParaRPr lang="zh-CN" altLang="en-US" sz="1800">
                  <a:ea typeface="宋体" pitchFamily="2" charset="-122"/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5147031" y="4219482"/>
                <a:ext cx="480608" cy="37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30</a:t>
                </a:r>
                <a:endParaRPr lang="zh-CN" altLang="en-US" dirty="0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3880024" y="4214629"/>
                <a:ext cx="604709" cy="37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10</a:t>
                </a:r>
                <a:endParaRPr lang="zh-CN" altLang="en-US" dirty="0"/>
              </a:p>
            </p:txBody>
          </p:sp>
        </p:grpSp>
        <p:grpSp>
          <p:nvGrpSpPr>
            <p:cNvPr id="49" name="组合 48"/>
            <p:cNvGrpSpPr/>
            <p:nvPr/>
          </p:nvGrpSpPr>
          <p:grpSpPr>
            <a:xfrm>
              <a:off x="6070352" y="3632674"/>
              <a:ext cx="1944216" cy="1177053"/>
              <a:chOff x="430682" y="3940561"/>
              <a:chExt cx="2261787" cy="1432655"/>
            </a:xfrm>
          </p:grpSpPr>
          <p:sp>
            <p:nvSpPr>
              <p:cNvPr id="54" name="矩形 53"/>
              <p:cNvSpPr/>
              <p:nvPr/>
            </p:nvSpPr>
            <p:spPr bwMode="auto">
              <a:xfrm>
                <a:off x="430682" y="3940561"/>
                <a:ext cx="2261787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 bwMode="auto">
              <a:xfrm>
                <a:off x="598222" y="4077072"/>
                <a:ext cx="648072" cy="66104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 bwMode="auto">
              <a:xfrm>
                <a:off x="1656304" y="4582508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1739890" y="4767082"/>
                <a:ext cx="487070" cy="37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50</a:t>
                </a:r>
                <a:endParaRPr lang="zh-CN" altLang="en-US" dirty="0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80635" y="4228665"/>
                <a:ext cx="565520" cy="37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50</a:t>
                </a:r>
                <a:endParaRPr lang="zh-CN" altLang="en-US" dirty="0"/>
              </a:p>
            </p:txBody>
          </p:sp>
        </p:grpSp>
      </p:grpSp>
      <p:grpSp>
        <p:nvGrpSpPr>
          <p:cNvPr id="67" name="组合 66"/>
          <p:cNvGrpSpPr/>
          <p:nvPr/>
        </p:nvGrpSpPr>
        <p:grpSpPr>
          <a:xfrm>
            <a:off x="3443982" y="3117440"/>
            <a:ext cx="3012016" cy="1481814"/>
            <a:chOff x="4164967" y="4989825"/>
            <a:chExt cx="3012016" cy="1481814"/>
          </a:xfrm>
        </p:grpSpPr>
        <p:sp>
          <p:nvSpPr>
            <p:cNvPr id="68" name="椭圆 67"/>
            <p:cNvSpPr/>
            <p:nvPr/>
          </p:nvSpPr>
          <p:spPr bwMode="auto">
            <a:xfrm>
              <a:off x="4164967" y="5928532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0" name="椭圆 69"/>
            <p:cNvSpPr/>
            <p:nvPr/>
          </p:nvSpPr>
          <p:spPr bwMode="auto">
            <a:xfrm>
              <a:off x="6619905" y="5271861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4724400" y="5880100"/>
              <a:ext cx="1333500" cy="590056"/>
            </a:xfrm>
            <a:custGeom>
              <a:avLst/>
              <a:gdLst>
                <a:gd name="connsiteX0" fmla="*/ 1333500 w 1333500"/>
                <a:gd name="connsiteY0" fmla="*/ 0 h 590056"/>
                <a:gd name="connsiteX1" fmla="*/ 812800 w 1333500"/>
                <a:gd name="connsiteY1" fmla="*/ 558800 h 590056"/>
                <a:gd name="connsiteX2" fmla="*/ 0 w 1333500"/>
                <a:gd name="connsiteY2" fmla="*/ 469900 h 59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0" h="590056">
                  <a:moveTo>
                    <a:pt x="1333500" y="0"/>
                  </a:moveTo>
                  <a:cubicBezTo>
                    <a:pt x="1184275" y="240241"/>
                    <a:pt x="1035050" y="480483"/>
                    <a:pt x="812800" y="558800"/>
                  </a:cubicBezTo>
                  <a:cubicBezTo>
                    <a:pt x="590550" y="637117"/>
                    <a:pt x="295275" y="553508"/>
                    <a:pt x="0" y="46990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4635500" y="4989825"/>
              <a:ext cx="2108200" cy="394975"/>
            </a:xfrm>
            <a:custGeom>
              <a:avLst/>
              <a:gdLst>
                <a:gd name="connsiteX0" fmla="*/ 0 w 2108200"/>
                <a:gd name="connsiteY0" fmla="*/ 394975 h 394975"/>
                <a:gd name="connsiteX1" fmla="*/ 927100 w 2108200"/>
                <a:gd name="connsiteY1" fmla="*/ 1275 h 394975"/>
                <a:gd name="connsiteX2" fmla="*/ 2108200 w 2108200"/>
                <a:gd name="connsiteY2" fmla="*/ 293375 h 39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8200" h="394975">
                  <a:moveTo>
                    <a:pt x="0" y="394975"/>
                  </a:moveTo>
                  <a:cubicBezTo>
                    <a:pt x="287866" y="206591"/>
                    <a:pt x="575733" y="18208"/>
                    <a:pt x="927100" y="1275"/>
                  </a:cubicBezTo>
                  <a:cubicBezTo>
                    <a:pt x="1278467" y="-15658"/>
                    <a:pt x="1693333" y="138858"/>
                    <a:pt x="2108200" y="293375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4221906" y="6075703"/>
              <a:ext cx="4316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50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6690747" y="5392700"/>
              <a:ext cx="43255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30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38117"/>
      </p:ext>
    </p:extLst>
  </p:cSld>
  <p:clrMapOvr>
    <a:masterClrMapping/>
  </p:clrMapOvr>
  <p:transition advTm="156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3" name="Rectangle 13"/>
          <p:cNvSpPr/>
          <p:nvPr/>
        </p:nvSpPr>
        <p:spPr>
          <a:xfrm>
            <a:off x="651843" y="6099739"/>
            <a:ext cx="82225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C00000"/>
                </a:solidFill>
              </a:rPr>
              <a:t>BigMove</a:t>
            </a:r>
            <a:r>
              <a:rPr lang="zh-CN" altLang="en-US" sz="2000" b="1" dirty="0">
                <a:solidFill>
                  <a:srgbClr val="C00000"/>
                </a:solidFill>
              </a:rPr>
              <a:t>：移动实例到一台 </a:t>
            </a:r>
            <a:r>
              <a:rPr lang="en-US" altLang="zh-CN" sz="2000" b="1" dirty="0">
                <a:solidFill>
                  <a:srgbClr val="C00000"/>
                </a:solidFill>
              </a:rPr>
              <a:t>server, </a:t>
            </a:r>
            <a:r>
              <a:rPr lang="zh-CN" altLang="en-US" sz="2000" b="1" dirty="0">
                <a:solidFill>
                  <a:srgbClr val="C00000"/>
                </a:solidFill>
              </a:rPr>
              <a:t>同时移走 </a:t>
            </a:r>
            <a:r>
              <a:rPr lang="en-US" altLang="zh-CN" sz="2000" b="1" dirty="0">
                <a:solidFill>
                  <a:srgbClr val="C00000"/>
                </a:solidFill>
              </a:rPr>
              <a:t>server </a:t>
            </a:r>
            <a:r>
              <a:rPr lang="zh-CN" altLang="en-US" sz="2000" b="1" dirty="0">
                <a:solidFill>
                  <a:srgbClr val="C00000"/>
                </a:solidFill>
              </a:rPr>
              <a:t>上若干实例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84355" y="2419549"/>
            <a:ext cx="5269116" cy="3501418"/>
            <a:chOff x="6403646" y="2403099"/>
            <a:chExt cx="6116841" cy="4282939"/>
          </a:xfrm>
        </p:grpSpPr>
        <p:grpSp>
          <p:nvGrpSpPr>
            <p:cNvPr id="25" name="组合 24"/>
            <p:cNvGrpSpPr/>
            <p:nvPr/>
          </p:nvGrpSpPr>
          <p:grpSpPr>
            <a:xfrm>
              <a:off x="10518179" y="2403099"/>
              <a:ext cx="1955053" cy="1173660"/>
              <a:chOff x="3885828" y="2390373"/>
              <a:chExt cx="2261786" cy="1432655"/>
            </a:xfrm>
          </p:grpSpPr>
          <p:sp>
            <p:nvSpPr>
              <p:cNvPr id="26" name="矩形 25"/>
              <p:cNvSpPr/>
              <p:nvPr/>
            </p:nvSpPr>
            <p:spPr bwMode="auto">
              <a:xfrm>
                <a:off x="3885828" y="2390373"/>
                <a:ext cx="2261786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 bwMode="auto">
              <a:xfrm>
                <a:off x="5205548" y="3031945"/>
                <a:ext cx="648071" cy="661044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9037584" y="4021879"/>
              <a:ext cx="1944216" cy="1177053"/>
              <a:chOff x="430682" y="3940561"/>
              <a:chExt cx="2261787" cy="1432655"/>
            </a:xfrm>
          </p:grpSpPr>
          <p:sp>
            <p:nvSpPr>
              <p:cNvPr id="29" name="矩形 28"/>
              <p:cNvSpPr/>
              <p:nvPr/>
            </p:nvSpPr>
            <p:spPr bwMode="auto">
              <a:xfrm>
                <a:off x="430682" y="3940561"/>
                <a:ext cx="2261787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 bwMode="auto">
              <a:xfrm>
                <a:off x="1656752" y="4024576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6403646" y="4021364"/>
              <a:ext cx="1944214" cy="1177053"/>
              <a:chOff x="3628717" y="3940561"/>
              <a:chExt cx="2261784" cy="1432655"/>
            </a:xfrm>
          </p:grpSpPr>
          <p:sp>
            <p:nvSpPr>
              <p:cNvPr id="32" name="矩形 31"/>
              <p:cNvSpPr/>
              <p:nvPr/>
            </p:nvSpPr>
            <p:spPr bwMode="auto">
              <a:xfrm>
                <a:off x="3628717" y="3940561"/>
                <a:ext cx="2261784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 bwMode="auto">
              <a:xfrm>
                <a:off x="3818340" y="4077072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 bwMode="auto">
              <a:xfrm>
                <a:off x="5074890" y="4111440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 bwMode="auto">
              <a:xfrm>
                <a:off x="4298872" y="4620001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10565434" y="5512378"/>
              <a:ext cx="1955053" cy="1173660"/>
              <a:chOff x="3885828" y="2390373"/>
              <a:chExt cx="2261786" cy="1432655"/>
            </a:xfrm>
          </p:grpSpPr>
          <p:sp>
            <p:nvSpPr>
              <p:cNvPr id="38" name="矩形 37"/>
              <p:cNvSpPr/>
              <p:nvPr/>
            </p:nvSpPr>
            <p:spPr bwMode="auto">
              <a:xfrm>
                <a:off x="3885828" y="2390373"/>
                <a:ext cx="2261786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5205548" y="3031945"/>
                <a:ext cx="648071" cy="661044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sp>
          <p:nvSpPr>
            <p:cNvPr id="40" name="任意多边形 39"/>
            <p:cNvSpPr/>
            <p:nvPr/>
          </p:nvSpPr>
          <p:spPr>
            <a:xfrm>
              <a:off x="8113486" y="4180595"/>
              <a:ext cx="1480457" cy="333348"/>
            </a:xfrm>
            <a:custGeom>
              <a:avLst/>
              <a:gdLst>
                <a:gd name="connsiteX0" fmla="*/ 0 w 1480457"/>
                <a:gd name="connsiteY0" fmla="*/ 86605 h 333348"/>
                <a:gd name="connsiteX1" fmla="*/ 986971 w 1480457"/>
                <a:gd name="connsiteY1" fmla="*/ 14034 h 333348"/>
                <a:gd name="connsiteX2" fmla="*/ 1480457 w 1480457"/>
                <a:gd name="connsiteY2" fmla="*/ 333348 h 333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80457" h="333348">
                  <a:moveTo>
                    <a:pt x="0" y="86605"/>
                  </a:moveTo>
                  <a:cubicBezTo>
                    <a:pt x="370114" y="29757"/>
                    <a:pt x="740228" y="-27090"/>
                    <a:pt x="986971" y="14034"/>
                  </a:cubicBezTo>
                  <a:cubicBezTo>
                    <a:pt x="1233714" y="55158"/>
                    <a:pt x="1357085" y="194253"/>
                    <a:pt x="1480457" y="333348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 bwMode="auto">
            <a:xfrm>
              <a:off x="9452614" y="4532782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 bwMode="auto">
            <a:xfrm>
              <a:off x="10357917" y="4598935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 bwMode="auto">
            <a:xfrm>
              <a:off x="10810013" y="2781026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 bwMode="auto">
            <a:xfrm>
              <a:off x="10869836" y="5827654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10566400" y="3367314"/>
              <a:ext cx="551543" cy="798286"/>
            </a:xfrm>
            <a:custGeom>
              <a:avLst/>
              <a:gdLst>
                <a:gd name="connsiteX0" fmla="*/ 0 w 551543"/>
                <a:gd name="connsiteY0" fmla="*/ 798286 h 798286"/>
                <a:gd name="connsiteX1" fmla="*/ 435429 w 551543"/>
                <a:gd name="connsiteY1" fmla="*/ 638629 h 798286"/>
                <a:gd name="connsiteX2" fmla="*/ 551543 w 551543"/>
                <a:gd name="connsiteY2" fmla="*/ 0 h 798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1543" h="798286">
                  <a:moveTo>
                    <a:pt x="0" y="798286"/>
                  </a:moveTo>
                  <a:cubicBezTo>
                    <a:pt x="171752" y="784981"/>
                    <a:pt x="343505" y="771677"/>
                    <a:pt x="435429" y="638629"/>
                  </a:cubicBezTo>
                  <a:cubicBezTo>
                    <a:pt x="527353" y="505581"/>
                    <a:pt x="539448" y="252790"/>
                    <a:pt x="551543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10885714" y="5036457"/>
              <a:ext cx="470907" cy="798286"/>
            </a:xfrm>
            <a:custGeom>
              <a:avLst/>
              <a:gdLst>
                <a:gd name="connsiteX0" fmla="*/ 0 w 470907"/>
                <a:gd name="connsiteY0" fmla="*/ 0 h 798286"/>
                <a:gd name="connsiteX1" fmla="*/ 406400 w 470907"/>
                <a:gd name="connsiteY1" fmla="*/ 319314 h 798286"/>
                <a:gd name="connsiteX2" fmla="*/ 464457 w 470907"/>
                <a:gd name="connsiteY2" fmla="*/ 798286 h 798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0907" h="798286">
                  <a:moveTo>
                    <a:pt x="0" y="0"/>
                  </a:moveTo>
                  <a:cubicBezTo>
                    <a:pt x="164495" y="93133"/>
                    <a:pt x="328991" y="186266"/>
                    <a:pt x="406400" y="319314"/>
                  </a:cubicBezTo>
                  <a:cubicBezTo>
                    <a:pt x="483810" y="452362"/>
                    <a:pt x="474133" y="625324"/>
                    <a:pt x="464457" y="798286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63268324"/>
      </p:ext>
    </p:extLst>
  </p:cSld>
  <p:clrMapOvr>
    <a:masterClrMapping/>
  </p:clrMapOvr>
  <p:transition advTm="156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71451" y="3004808"/>
            <a:ext cx="7607448" cy="1177053"/>
            <a:chOff x="3190032" y="3632674"/>
            <a:chExt cx="7607448" cy="1177053"/>
          </a:xfrm>
        </p:grpSpPr>
        <p:grpSp>
          <p:nvGrpSpPr>
            <p:cNvPr id="26" name="组合 25"/>
            <p:cNvGrpSpPr/>
            <p:nvPr/>
          </p:nvGrpSpPr>
          <p:grpSpPr>
            <a:xfrm>
              <a:off x="3190032" y="3632674"/>
              <a:ext cx="1944214" cy="1177053"/>
              <a:chOff x="3628717" y="3940561"/>
              <a:chExt cx="2261784" cy="1432655"/>
            </a:xfrm>
          </p:grpSpPr>
          <p:sp>
            <p:nvSpPr>
              <p:cNvPr id="39" name="矩形 38"/>
              <p:cNvSpPr/>
              <p:nvPr/>
            </p:nvSpPr>
            <p:spPr bwMode="auto">
              <a:xfrm>
                <a:off x="3628717" y="3940561"/>
                <a:ext cx="2261784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3818340" y="4077072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 bwMode="auto">
              <a:xfrm>
                <a:off x="5074889" y="4065066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 bwMode="auto">
              <a:xfrm>
                <a:off x="4298872" y="4620001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4384150" y="4780959"/>
                <a:ext cx="648072" cy="54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20</a:t>
                </a:r>
                <a:endParaRPr lang="zh-CN" altLang="en-US" dirty="0"/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5157562" y="4241521"/>
                <a:ext cx="648072" cy="54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30</a:t>
                </a:r>
                <a:endParaRPr lang="zh-CN" altLang="en-US" dirty="0"/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3880024" y="4225648"/>
                <a:ext cx="615937" cy="374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10</a:t>
                </a:r>
                <a:endParaRPr lang="zh-CN" altLang="en-US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6070352" y="3632674"/>
              <a:ext cx="4727128" cy="1177053"/>
              <a:chOff x="-193228" y="2386980"/>
              <a:chExt cx="4727128" cy="1177053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-193228" y="2386980"/>
                <a:ext cx="1944216" cy="1177053"/>
                <a:chOff x="430682" y="3940561"/>
                <a:chExt cx="2261787" cy="1432655"/>
              </a:xfrm>
            </p:grpSpPr>
            <p:sp>
              <p:nvSpPr>
                <p:cNvPr id="34" name="矩形 33"/>
                <p:cNvSpPr/>
                <p:nvPr/>
              </p:nvSpPr>
              <p:spPr bwMode="auto">
                <a:xfrm>
                  <a:off x="430682" y="3940561"/>
                  <a:ext cx="2261787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5" name="椭圆 34"/>
                <p:cNvSpPr/>
                <p:nvPr/>
              </p:nvSpPr>
              <p:spPr bwMode="auto">
                <a:xfrm>
                  <a:off x="598222" y="4077072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6" name="椭圆 35"/>
                <p:cNvSpPr/>
                <p:nvPr/>
              </p:nvSpPr>
              <p:spPr bwMode="auto">
                <a:xfrm>
                  <a:off x="1656304" y="4582508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1739890" y="4734020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670103" y="4239684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2578847" y="2390373"/>
                <a:ext cx="1955053" cy="1173660"/>
                <a:chOff x="3885828" y="2390373"/>
                <a:chExt cx="2261786" cy="1432655"/>
              </a:xfrm>
            </p:grpSpPr>
            <p:sp>
              <p:nvSpPr>
                <p:cNvPr id="30" name="矩形 29"/>
                <p:cNvSpPr/>
                <p:nvPr/>
              </p:nvSpPr>
              <p:spPr bwMode="auto">
                <a:xfrm>
                  <a:off x="3885828" y="2390373"/>
                  <a:ext cx="2261786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1" name="椭圆 30"/>
                <p:cNvSpPr/>
                <p:nvPr/>
              </p:nvSpPr>
              <p:spPr bwMode="auto">
                <a:xfrm>
                  <a:off x="5205548" y="3031945"/>
                  <a:ext cx="648071" cy="661044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5297774" y="3194095"/>
                  <a:ext cx="648071" cy="5447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</p:grpSp>
        </p:grpSp>
      </p:grpSp>
      <p:grpSp>
        <p:nvGrpSpPr>
          <p:cNvPr id="109" name="组合 108"/>
          <p:cNvGrpSpPr/>
          <p:nvPr/>
        </p:nvGrpSpPr>
        <p:grpSpPr>
          <a:xfrm>
            <a:off x="771451" y="5075949"/>
            <a:ext cx="7607448" cy="1177053"/>
            <a:chOff x="3190032" y="3632674"/>
            <a:chExt cx="7607448" cy="1177053"/>
          </a:xfrm>
        </p:grpSpPr>
        <p:grpSp>
          <p:nvGrpSpPr>
            <p:cNvPr id="111" name="组合 110"/>
            <p:cNvGrpSpPr/>
            <p:nvPr/>
          </p:nvGrpSpPr>
          <p:grpSpPr>
            <a:xfrm>
              <a:off x="3190032" y="3632674"/>
              <a:ext cx="1944214" cy="1177053"/>
              <a:chOff x="3628717" y="3940561"/>
              <a:chExt cx="2261784" cy="1432655"/>
            </a:xfrm>
          </p:grpSpPr>
          <p:sp>
            <p:nvSpPr>
              <p:cNvPr id="123" name="矩形 122"/>
              <p:cNvSpPr/>
              <p:nvPr/>
            </p:nvSpPr>
            <p:spPr bwMode="auto">
              <a:xfrm>
                <a:off x="3628717" y="3940561"/>
                <a:ext cx="2261784" cy="1432655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24" name="椭圆 123"/>
              <p:cNvSpPr/>
              <p:nvPr/>
            </p:nvSpPr>
            <p:spPr bwMode="auto">
              <a:xfrm>
                <a:off x="3818340" y="4077072"/>
                <a:ext cx="648072" cy="66104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 bwMode="auto">
              <a:xfrm>
                <a:off x="5074889" y="4065066"/>
                <a:ext cx="648072" cy="66104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/>
                <a:endParaRPr lang="zh-CN" altLang="en-US" sz="1800">
                  <a:ea typeface="宋体" pitchFamily="2" charset="-122"/>
                </a:endParaRPr>
              </a:p>
            </p:txBody>
          </p:sp>
          <p:sp>
            <p:nvSpPr>
              <p:cNvPr id="126" name="椭圆 125"/>
              <p:cNvSpPr/>
              <p:nvPr/>
            </p:nvSpPr>
            <p:spPr bwMode="auto">
              <a:xfrm>
                <a:off x="4298872" y="4620001"/>
                <a:ext cx="648072" cy="661045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/>
                <a:endParaRPr lang="zh-CN" altLang="en-US" sz="1800">
                  <a:ea typeface="宋体" pitchFamily="2" charset="-122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4373618" y="4769942"/>
                <a:ext cx="648072" cy="54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20</a:t>
                </a:r>
                <a:endParaRPr lang="zh-CN" altLang="en-US" dirty="0"/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5157564" y="4219482"/>
                <a:ext cx="648072" cy="54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30</a:t>
                </a:r>
                <a:endParaRPr lang="zh-CN" altLang="en-US" dirty="0"/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3880024" y="4225648"/>
                <a:ext cx="648072" cy="543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10</a:t>
                </a:r>
                <a:endParaRPr lang="zh-CN" altLang="en-US" dirty="0"/>
              </a:p>
            </p:txBody>
          </p:sp>
        </p:grpSp>
        <p:grpSp>
          <p:nvGrpSpPr>
            <p:cNvPr id="112" name="组合 111"/>
            <p:cNvGrpSpPr/>
            <p:nvPr/>
          </p:nvGrpSpPr>
          <p:grpSpPr>
            <a:xfrm>
              <a:off x="6070352" y="3632674"/>
              <a:ext cx="4727128" cy="1177053"/>
              <a:chOff x="-193228" y="2386980"/>
              <a:chExt cx="4727128" cy="1177053"/>
            </a:xfrm>
          </p:grpSpPr>
          <p:grpSp>
            <p:nvGrpSpPr>
              <p:cNvPr id="113" name="组合 112"/>
              <p:cNvGrpSpPr/>
              <p:nvPr/>
            </p:nvGrpSpPr>
            <p:grpSpPr>
              <a:xfrm>
                <a:off x="-193228" y="2386980"/>
                <a:ext cx="1944216" cy="1177053"/>
                <a:chOff x="430682" y="3940561"/>
                <a:chExt cx="2261787" cy="1432655"/>
              </a:xfrm>
            </p:grpSpPr>
            <p:sp>
              <p:nvSpPr>
                <p:cNvPr id="118" name="矩形 117"/>
                <p:cNvSpPr/>
                <p:nvPr/>
              </p:nvSpPr>
              <p:spPr bwMode="auto">
                <a:xfrm>
                  <a:off x="430682" y="3940561"/>
                  <a:ext cx="2261787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19" name="椭圆 118"/>
                <p:cNvSpPr/>
                <p:nvPr/>
              </p:nvSpPr>
              <p:spPr bwMode="auto">
                <a:xfrm>
                  <a:off x="598222" y="4077072"/>
                  <a:ext cx="648072" cy="661045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20" name="椭圆 119"/>
                <p:cNvSpPr/>
                <p:nvPr/>
              </p:nvSpPr>
              <p:spPr bwMode="auto">
                <a:xfrm>
                  <a:off x="1656304" y="4582508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21" name="文本框 120"/>
                <p:cNvSpPr txBox="1"/>
                <p:nvPr/>
              </p:nvSpPr>
              <p:spPr>
                <a:xfrm>
                  <a:off x="1739890" y="4711982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  <p:sp>
              <p:nvSpPr>
                <p:cNvPr id="122" name="文本框 121"/>
                <p:cNvSpPr txBox="1"/>
                <p:nvPr/>
              </p:nvSpPr>
              <p:spPr>
                <a:xfrm>
                  <a:off x="670103" y="4206627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2578847" y="2390373"/>
                <a:ext cx="1955053" cy="1173660"/>
                <a:chOff x="3885828" y="2390373"/>
                <a:chExt cx="2261786" cy="1432655"/>
              </a:xfrm>
            </p:grpSpPr>
            <p:sp>
              <p:nvSpPr>
                <p:cNvPr id="115" name="矩形 114"/>
                <p:cNvSpPr/>
                <p:nvPr/>
              </p:nvSpPr>
              <p:spPr bwMode="auto">
                <a:xfrm>
                  <a:off x="3885828" y="2390373"/>
                  <a:ext cx="2261786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16" name="椭圆 115"/>
                <p:cNvSpPr/>
                <p:nvPr/>
              </p:nvSpPr>
              <p:spPr bwMode="auto">
                <a:xfrm>
                  <a:off x="5205548" y="3031945"/>
                  <a:ext cx="648071" cy="661044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17" name="文本框 116"/>
                <p:cNvSpPr txBox="1"/>
                <p:nvPr/>
              </p:nvSpPr>
              <p:spPr>
                <a:xfrm>
                  <a:off x="5287300" y="3194095"/>
                  <a:ext cx="648071" cy="5447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50</a:t>
                  </a:r>
                  <a:endParaRPr lang="zh-CN" altLang="en-US" dirty="0"/>
                </a:p>
              </p:txBody>
            </p:sp>
          </p:grpSp>
        </p:grpSp>
      </p:grpSp>
      <p:sp>
        <p:nvSpPr>
          <p:cNvPr id="130" name="下箭头 129"/>
          <p:cNvSpPr/>
          <p:nvPr/>
        </p:nvSpPr>
        <p:spPr>
          <a:xfrm>
            <a:off x="4555072" y="4404839"/>
            <a:ext cx="216024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1" name="组合 130"/>
          <p:cNvGrpSpPr/>
          <p:nvPr/>
        </p:nvGrpSpPr>
        <p:grpSpPr>
          <a:xfrm>
            <a:off x="1683643" y="4776915"/>
            <a:ext cx="5692478" cy="2032552"/>
            <a:chOff x="3886200" y="4989825"/>
            <a:chExt cx="5692478" cy="2032552"/>
          </a:xfrm>
        </p:grpSpPr>
        <p:sp>
          <p:nvSpPr>
            <p:cNvPr id="132" name="椭圆 131"/>
            <p:cNvSpPr/>
            <p:nvPr/>
          </p:nvSpPr>
          <p:spPr bwMode="auto">
            <a:xfrm>
              <a:off x="4164967" y="5928532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" name="椭圆 132"/>
            <p:cNvSpPr/>
            <p:nvPr/>
          </p:nvSpPr>
          <p:spPr bwMode="auto">
            <a:xfrm>
              <a:off x="8939290" y="5352387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4" name="椭圆 133"/>
            <p:cNvSpPr/>
            <p:nvPr/>
          </p:nvSpPr>
          <p:spPr bwMode="auto">
            <a:xfrm>
              <a:off x="6619905" y="5271861"/>
              <a:ext cx="557078" cy="543107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5" name="任意多边形 134"/>
            <p:cNvSpPr/>
            <p:nvPr/>
          </p:nvSpPr>
          <p:spPr>
            <a:xfrm>
              <a:off x="4724400" y="5880100"/>
              <a:ext cx="1333500" cy="590056"/>
            </a:xfrm>
            <a:custGeom>
              <a:avLst/>
              <a:gdLst>
                <a:gd name="connsiteX0" fmla="*/ 1333500 w 1333500"/>
                <a:gd name="connsiteY0" fmla="*/ 0 h 590056"/>
                <a:gd name="connsiteX1" fmla="*/ 812800 w 1333500"/>
                <a:gd name="connsiteY1" fmla="*/ 558800 h 590056"/>
                <a:gd name="connsiteX2" fmla="*/ 0 w 1333500"/>
                <a:gd name="connsiteY2" fmla="*/ 469900 h 590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33500" h="590056">
                  <a:moveTo>
                    <a:pt x="1333500" y="0"/>
                  </a:moveTo>
                  <a:cubicBezTo>
                    <a:pt x="1184275" y="240241"/>
                    <a:pt x="1035050" y="480483"/>
                    <a:pt x="812800" y="558800"/>
                  </a:cubicBezTo>
                  <a:cubicBezTo>
                    <a:pt x="590550" y="637117"/>
                    <a:pt x="295275" y="553508"/>
                    <a:pt x="0" y="46990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任意多边形 135"/>
            <p:cNvSpPr/>
            <p:nvPr/>
          </p:nvSpPr>
          <p:spPr>
            <a:xfrm>
              <a:off x="3886200" y="5930900"/>
              <a:ext cx="5321300" cy="1091477"/>
            </a:xfrm>
            <a:custGeom>
              <a:avLst/>
              <a:gdLst>
                <a:gd name="connsiteX0" fmla="*/ 0 w 5321300"/>
                <a:gd name="connsiteY0" fmla="*/ 482600 h 1091477"/>
                <a:gd name="connsiteX1" fmla="*/ 3009900 w 5321300"/>
                <a:gd name="connsiteY1" fmla="*/ 1079500 h 1091477"/>
                <a:gd name="connsiteX2" fmla="*/ 5321300 w 5321300"/>
                <a:gd name="connsiteY2" fmla="*/ 0 h 109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21300" h="1091477">
                  <a:moveTo>
                    <a:pt x="0" y="482600"/>
                  </a:moveTo>
                  <a:cubicBezTo>
                    <a:pt x="1061508" y="821266"/>
                    <a:pt x="2123017" y="1159933"/>
                    <a:pt x="3009900" y="1079500"/>
                  </a:cubicBezTo>
                  <a:cubicBezTo>
                    <a:pt x="3896783" y="999067"/>
                    <a:pt x="4609041" y="499533"/>
                    <a:pt x="5321300" y="0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任意多边形 136"/>
            <p:cNvSpPr/>
            <p:nvPr/>
          </p:nvSpPr>
          <p:spPr>
            <a:xfrm>
              <a:off x="4635500" y="4989825"/>
              <a:ext cx="2108200" cy="394975"/>
            </a:xfrm>
            <a:custGeom>
              <a:avLst/>
              <a:gdLst>
                <a:gd name="connsiteX0" fmla="*/ 0 w 2108200"/>
                <a:gd name="connsiteY0" fmla="*/ 394975 h 394975"/>
                <a:gd name="connsiteX1" fmla="*/ 927100 w 2108200"/>
                <a:gd name="connsiteY1" fmla="*/ 1275 h 394975"/>
                <a:gd name="connsiteX2" fmla="*/ 2108200 w 2108200"/>
                <a:gd name="connsiteY2" fmla="*/ 293375 h 394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08200" h="394975">
                  <a:moveTo>
                    <a:pt x="0" y="394975"/>
                  </a:moveTo>
                  <a:cubicBezTo>
                    <a:pt x="287866" y="206591"/>
                    <a:pt x="575733" y="18208"/>
                    <a:pt x="927100" y="1275"/>
                  </a:cubicBezTo>
                  <a:cubicBezTo>
                    <a:pt x="1278467" y="-15658"/>
                    <a:pt x="1693333" y="138858"/>
                    <a:pt x="2108200" y="293375"/>
                  </a:cubicBezTo>
                </a:path>
              </a:pathLst>
            </a:custGeom>
            <a:noFill/>
            <a:ln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4240013" y="6030438"/>
              <a:ext cx="55707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50</a:t>
              </a:r>
              <a:endParaRPr lang="zh-CN" altLang="en-US" dirty="0"/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6690747" y="5374594"/>
              <a:ext cx="55707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30</a:t>
              </a:r>
              <a:endParaRPr lang="zh-CN" altLang="en-US" dirty="0"/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9021600" y="5466853"/>
              <a:ext cx="55707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20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13180104"/>
      </p:ext>
    </p:extLst>
  </p:cSld>
  <p:clrMapOvr>
    <a:masterClrMapping/>
  </p:clrMapOvr>
  <p:transition advTm="156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771451" y="3365968"/>
            <a:ext cx="7607448" cy="2540728"/>
            <a:chOff x="2974008" y="3565144"/>
            <a:chExt cx="7607448" cy="2540728"/>
          </a:xfrm>
        </p:grpSpPr>
        <p:grpSp>
          <p:nvGrpSpPr>
            <p:cNvPr id="56" name="组合 55"/>
            <p:cNvGrpSpPr/>
            <p:nvPr/>
          </p:nvGrpSpPr>
          <p:grpSpPr>
            <a:xfrm>
              <a:off x="2974008" y="3864178"/>
              <a:ext cx="7607448" cy="1177053"/>
              <a:chOff x="3190032" y="3632674"/>
              <a:chExt cx="7607448" cy="1177053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3190032" y="3632674"/>
                <a:ext cx="1944214" cy="1177053"/>
                <a:chOff x="3628717" y="3940561"/>
                <a:chExt cx="2261784" cy="1432655"/>
              </a:xfrm>
            </p:grpSpPr>
            <p:sp>
              <p:nvSpPr>
                <p:cNvPr id="81" name="矩形 80"/>
                <p:cNvSpPr/>
                <p:nvPr/>
              </p:nvSpPr>
              <p:spPr bwMode="auto">
                <a:xfrm>
                  <a:off x="3628717" y="3940561"/>
                  <a:ext cx="2261784" cy="143265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2" name="椭圆 81"/>
                <p:cNvSpPr/>
                <p:nvPr/>
              </p:nvSpPr>
              <p:spPr bwMode="auto">
                <a:xfrm>
                  <a:off x="3818340" y="4077072"/>
                  <a:ext cx="648072" cy="661045"/>
                </a:xfrm>
                <a:prstGeom prst="ellipse">
                  <a:avLst/>
                </a:pr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 bwMode="auto">
                <a:xfrm>
                  <a:off x="5074889" y="4065066"/>
                  <a:ext cx="648072" cy="661045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/>
                  <a:endParaRPr lang="zh-CN" altLang="en-US" sz="1800">
                    <a:ea typeface="宋体" pitchFamily="2" charset="-122"/>
                  </a:endParaRPr>
                </a:p>
              </p:txBody>
            </p:sp>
            <p:sp>
              <p:nvSpPr>
                <p:cNvPr id="84" name="椭圆 83"/>
                <p:cNvSpPr/>
                <p:nvPr/>
              </p:nvSpPr>
              <p:spPr bwMode="auto">
                <a:xfrm>
                  <a:off x="4298872" y="4620001"/>
                  <a:ext cx="648072" cy="661045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/>
                  <a:endParaRPr lang="zh-CN" altLang="en-US" sz="1800">
                    <a:ea typeface="宋体" pitchFamily="2" charset="-122"/>
                  </a:endParaRPr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4352555" y="4769940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20</a:t>
                  </a:r>
                  <a:endParaRPr lang="zh-CN" altLang="en-US" dirty="0"/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>
                  <a:off x="5147031" y="4208463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30</a:t>
                  </a:r>
                  <a:endParaRPr lang="zh-CN" altLang="en-US" dirty="0"/>
                </a:p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3880024" y="4203610"/>
                  <a:ext cx="648072" cy="5431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10</a:t>
                  </a:r>
                  <a:endParaRPr lang="zh-CN" altLang="en-US" dirty="0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070352" y="3632674"/>
                <a:ext cx="4727128" cy="1177053"/>
                <a:chOff x="-193228" y="2386980"/>
                <a:chExt cx="4727128" cy="1177053"/>
              </a:xfrm>
            </p:grpSpPr>
            <p:grpSp>
              <p:nvGrpSpPr>
                <p:cNvPr id="71" name="组合 70"/>
                <p:cNvGrpSpPr/>
                <p:nvPr/>
              </p:nvGrpSpPr>
              <p:grpSpPr>
                <a:xfrm>
                  <a:off x="-193228" y="2386980"/>
                  <a:ext cx="1944216" cy="1177053"/>
                  <a:chOff x="430682" y="3940561"/>
                  <a:chExt cx="2261787" cy="1432655"/>
                </a:xfrm>
              </p:grpSpPr>
              <p:sp>
                <p:nvSpPr>
                  <p:cNvPr id="76" name="矩形 75"/>
                  <p:cNvSpPr/>
                  <p:nvPr/>
                </p:nvSpPr>
                <p:spPr bwMode="auto">
                  <a:xfrm>
                    <a:off x="430682" y="3940561"/>
                    <a:ext cx="2261787" cy="1432655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7" name="椭圆 76"/>
                  <p:cNvSpPr/>
                  <p:nvPr/>
                </p:nvSpPr>
                <p:spPr bwMode="auto">
                  <a:xfrm>
                    <a:off x="598222" y="4077072"/>
                    <a:ext cx="648072" cy="661045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8" name="椭圆 77"/>
                  <p:cNvSpPr/>
                  <p:nvPr/>
                </p:nvSpPr>
                <p:spPr bwMode="auto">
                  <a:xfrm>
                    <a:off x="1656304" y="4582508"/>
                    <a:ext cx="648072" cy="661045"/>
                  </a:xfrm>
                  <a:prstGeom prst="ellipse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9" name="文本框 78"/>
                  <p:cNvSpPr txBox="1"/>
                  <p:nvPr/>
                </p:nvSpPr>
                <p:spPr>
                  <a:xfrm>
                    <a:off x="1729358" y="4723001"/>
                    <a:ext cx="648072" cy="5431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/>
                      <a:t>50</a:t>
                    </a:r>
                    <a:endParaRPr lang="zh-CN" altLang="en-US" dirty="0"/>
                  </a:p>
                </p:txBody>
              </p:sp>
              <p:sp>
                <p:nvSpPr>
                  <p:cNvPr id="80" name="文本框 79"/>
                  <p:cNvSpPr txBox="1"/>
                  <p:nvPr/>
                </p:nvSpPr>
                <p:spPr>
                  <a:xfrm>
                    <a:off x="670103" y="4217646"/>
                    <a:ext cx="648072" cy="5431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/>
                      <a:t>50</a:t>
                    </a:r>
                    <a:endParaRPr lang="zh-CN" altLang="en-US" dirty="0"/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2578847" y="2390373"/>
                  <a:ext cx="1955053" cy="1173660"/>
                  <a:chOff x="3885828" y="2390373"/>
                  <a:chExt cx="2261786" cy="1432655"/>
                </a:xfrm>
              </p:grpSpPr>
              <p:sp>
                <p:nvSpPr>
                  <p:cNvPr id="73" name="矩形 72"/>
                  <p:cNvSpPr/>
                  <p:nvPr/>
                </p:nvSpPr>
                <p:spPr bwMode="auto">
                  <a:xfrm>
                    <a:off x="3885828" y="2390373"/>
                    <a:ext cx="2261786" cy="1432655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4" name="椭圆 73"/>
                  <p:cNvSpPr/>
                  <p:nvPr/>
                </p:nvSpPr>
                <p:spPr bwMode="auto">
                  <a:xfrm>
                    <a:off x="5205548" y="3031945"/>
                    <a:ext cx="648071" cy="661044"/>
                  </a:xfrm>
                  <a:prstGeom prst="ellipse">
                    <a:avLst/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75" name="文本框 74"/>
                  <p:cNvSpPr txBox="1"/>
                  <p:nvPr/>
                </p:nvSpPr>
                <p:spPr>
                  <a:xfrm>
                    <a:off x="5276827" y="3194095"/>
                    <a:ext cx="648071" cy="544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dirty="0"/>
                      <a:t>50</a:t>
                    </a:r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57" name="组合 56"/>
            <p:cNvGrpSpPr/>
            <p:nvPr/>
          </p:nvGrpSpPr>
          <p:grpSpPr>
            <a:xfrm>
              <a:off x="3886200" y="3565144"/>
              <a:ext cx="5683425" cy="2032552"/>
              <a:chOff x="3886200" y="4989825"/>
              <a:chExt cx="5683425" cy="2032552"/>
            </a:xfrm>
          </p:grpSpPr>
          <p:sp>
            <p:nvSpPr>
              <p:cNvPr id="60" name="椭圆 59"/>
              <p:cNvSpPr/>
              <p:nvPr/>
            </p:nvSpPr>
            <p:spPr bwMode="auto">
              <a:xfrm>
                <a:off x="4164967" y="5928532"/>
                <a:ext cx="557078" cy="543107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 bwMode="auto">
              <a:xfrm>
                <a:off x="8939290" y="5352387"/>
                <a:ext cx="557078" cy="543107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 bwMode="auto">
              <a:xfrm>
                <a:off x="6619905" y="5271861"/>
                <a:ext cx="557078" cy="543107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63" name="任意多边形 62"/>
              <p:cNvSpPr/>
              <p:nvPr/>
            </p:nvSpPr>
            <p:spPr>
              <a:xfrm>
                <a:off x="4724400" y="5880100"/>
                <a:ext cx="1333500" cy="590056"/>
              </a:xfrm>
              <a:custGeom>
                <a:avLst/>
                <a:gdLst>
                  <a:gd name="connsiteX0" fmla="*/ 1333500 w 1333500"/>
                  <a:gd name="connsiteY0" fmla="*/ 0 h 590056"/>
                  <a:gd name="connsiteX1" fmla="*/ 812800 w 1333500"/>
                  <a:gd name="connsiteY1" fmla="*/ 558800 h 590056"/>
                  <a:gd name="connsiteX2" fmla="*/ 0 w 1333500"/>
                  <a:gd name="connsiteY2" fmla="*/ 469900 h 590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33500" h="590056">
                    <a:moveTo>
                      <a:pt x="1333500" y="0"/>
                    </a:moveTo>
                    <a:cubicBezTo>
                      <a:pt x="1184275" y="240241"/>
                      <a:pt x="1035050" y="480483"/>
                      <a:pt x="812800" y="558800"/>
                    </a:cubicBezTo>
                    <a:cubicBezTo>
                      <a:pt x="590550" y="637117"/>
                      <a:pt x="295275" y="553508"/>
                      <a:pt x="0" y="469900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任意多边形 63"/>
              <p:cNvSpPr/>
              <p:nvPr/>
            </p:nvSpPr>
            <p:spPr>
              <a:xfrm>
                <a:off x="3886200" y="5930900"/>
                <a:ext cx="5321300" cy="1091477"/>
              </a:xfrm>
              <a:custGeom>
                <a:avLst/>
                <a:gdLst>
                  <a:gd name="connsiteX0" fmla="*/ 0 w 5321300"/>
                  <a:gd name="connsiteY0" fmla="*/ 482600 h 1091477"/>
                  <a:gd name="connsiteX1" fmla="*/ 3009900 w 5321300"/>
                  <a:gd name="connsiteY1" fmla="*/ 1079500 h 1091477"/>
                  <a:gd name="connsiteX2" fmla="*/ 5321300 w 5321300"/>
                  <a:gd name="connsiteY2" fmla="*/ 0 h 109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321300" h="1091477">
                    <a:moveTo>
                      <a:pt x="0" y="482600"/>
                    </a:moveTo>
                    <a:cubicBezTo>
                      <a:pt x="1061508" y="821266"/>
                      <a:pt x="2123017" y="1159933"/>
                      <a:pt x="3009900" y="1079500"/>
                    </a:cubicBezTo>
                    <a:cubicBezTo>
                      <a:pt x="3896783" y="999067"/>
                      <a:pt x="4609041" y="499533"/>
                      <a:pt x="5321300" y="0"/>
                    </a:cubicBezTo>
                  </a:path>
                </a:pathLst>
              </a:custGeom>
              <a:noFill/>
              <a:ln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4635500" y="4989825"/>
                <a:ext cx="2108200" cy="394975"/>
              </a:xfrm>
              <a:custGeom>
                <a:avLst/>
                <a:gdLst>
                  <a:gd name="connsiteX0" fmla="*/ 0 w 2108200"/>
                  <a:gd name="connsiteY0" fmla="*/ 394975 h 394975"/>
                  <a:gd name="connsiteX1" fmla="*/ 927100 w 2108200"/>
                  <a:gd name="connsiteY1" fmla="*/ 1275 h 394975"/>
                  <a:gd name="connsiteX2" fmla="*/ 2108200 w 2108200"/>
                  <a:gd name="connsiteY2" fmla="*/ 293375 h 3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108200" h="394975">
                    <a:moveTo>
                      <a:pt x="0" y="394975"/>
                    </a:moveTo>
                    <a:cubicBezTo>
                      <a:pt x="287866" y="206591"/>
                      <a:pt x="575733" y="18208"/>
                      <a:pt x="927100" y="1275"/>
                    </a:cubicBezTo>
                    <a:cubicBezTo>
                      <a:pt x="1278467" y="-15658"/>
                      <a:pt x="1693333" y="138858"/>
                      <a:pt x="2108200" y="293375"/>
                    </a:cubicBezTo>
                  </a:path>
                </a:pathLst>
              </a:custGeom>
              <a:noFill/>
              <a:ln>
                <a:solidFill>
                  <a:srgbClr val="C00000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4230960" y="6039491"/>
                <a:ext cx="557078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50</a:t>
                </a:r>
                <a:endParaRPr lang="zh-CN" altLang="en-US" dirty="0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6681694" y="5383647"/>
                <a:ext cx="557078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30</a:t>
                </a:r>
                <a:endParaRPr lang="zh-CN" altLang="en-US" dirty="0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9012547" y="5466853"/>
                <a:ext cx="557078" cy="446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20</a:t>
                </a:r>
                <a:endParaRPr lang="zh-CN" altLang="en-US" dirty="0"/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6276883" y="5659596"/>
              <a:ext cx="1351463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第一轮</a:t>
              </a: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4990228" y="3722246"/>
              <a:ext cx="1351463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第二轮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7844152"/>
      </p:ext>
    </p:extLst>
  </p:cSld>
  <p:clrMapOvr>
    <a:masterClrMapping/>
  </p:clrMapOvr>
  <p:transition advTm="156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调整算法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局部搜索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12813" y="3215914"/>
            <a:ext cx="7416824" cy="2323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zh-CN" altLang="en-US" dirty="0"/>
              <a:t>以</a:t>
            </a:r>
            <a:r>
              <a:rPr lang="en-US" altLang="zh-CN" dirty="0"/>
              <a:t>server</a:t>
            </a:r>
            <a:r>
              <a:rPr lang="zh-CN" altLang="en-US" dirty="0"/>
              <a:t>为单位多轮迭代，直到所有</a:t>
            </a:r>
            <a:r>
              <a:rPr lang="en-US" altLang="zh-CN" dirty="0"/>
              <a:t>server</a:t>
            </a:r>
            <a:r>
              <a:rPr lang="zh-CN" altLang="en-US" dirty="0"/>
              <a:t>变为不可调状态</a:t>
            </a:r>
            <a:endParaRPr lang="en-US" altLang="zh-CN" dirty="0"/>
          </a:p>
          <a:p>
            <a:pPr algn="l">
              <a:spcAft>
                <a:spcPts val="600"/>
              </a:spcAft>
            </a:pPr>
            <a:r>
              <a:rPr lang="en-US" altLang="zh-CN" sz="1600" dirty="0"/>
              <a:t>  (1) </a:t>
            </a:r>
            <a:r>
              <a:rPr lang="zh-CN" altLang="en-US" sz="1600" dirty="0"/>
              <a:t>每次迭代选取</a:t>
            </a:r>
            <a:r>
              <a:rPr lang="zh-CN" altLang="en-US" sz="1600" dirty="0">
                <a:solidFill>
                  <a:srgbClr val="FF0000"/>
                </a:solidFill>
              </a:rPr>
              <a:t>当前</a:t>
            </a:r>
            <a:r>
              <a:rPr lang="en-US" altLang="zh-CN" sz="1600" dirty="0" err="1">
                <a:solidFill>
                  <a:srgbClr val="FF0000"/>
                </a:solidFill>
              </a:rPr>
              <a:t>cpu</a:t>
            </a:r>
            <a:r>
              <a:rPr lang="zh-CN" altLang="en-US" sz="1600" dirty="0">
                <a:solidFill>
                  <a:srgbClr val="FF0000"/>
                </a:solidFill>
              </a:rPr>
              <a:t>使用率最高</a:t>
            </a:r>
            <a:r>
              <a:rPr lang="zh-CN" altLang="en-US" sz="1600" dirty="0"/>
              <a:t>的</a:t>
            </a:r>
            <a:r>
              <a:rPr lang="en-US" altLang="zh-CN" sz="1600" dirty="0"/>
              <a:t>server</a:t>
            </a:r>
            <a:r>
              <a:rPr lang="zh-CN" altLang="en-US" sz="1600" dirty="0"/>
              <a:t>进行调整</a:t>
            </a:r>
            <a:endParaRPr lang="en-US" altLang="zh-CN" sz="1600" dirty="0"/>
          </a:p>
          <a:p>
            <a:pPr algn="l"/>
            <a:r>
              <a:rPr lang="en-US" altLang="zh-CN" sz="1600" dirty="0"/>
              <a:t>  (2) </a:t>
            </a:r>
            <a:r>
              <a:rPr lang="zh-CN" altLang="en-US" sz="1600" dirty="0"/>
              <a:t>依次对</a:t>
            </a:r>
            <a:r>
              <a:rPr lang="en-US" altLang="zh-CN" sz="1600" dirty="0"/>
              <a:t>server</a:t>
            </a:r>
            <a:r>
              <a:rPr lang="zh-CN" altLang="en-US" sz="1600" dirty="0"/>
              <a:t>上的每一个实例进行如下操作：</a:t>
            </a:r>
            <a:endParaRPr lang="en-US" altLang="zh-CN" sz="1600" dirty="0"/>
          </a:p>
          <a:p>
            <a:pPr algn="l"/>
            <a:r>
              <a:rPr lang="en-US" altLang="zh-CN" sz="1600" dirty="0"/>
              <a:t>      (a) </a:t>
            </a:r>
            <a:r>
              <a:rPr lang="zh-CN" altLang="en-US" sz="1600" dirty="0"/>
              <a:t>依次尝试</a:t>
            </a:r>
            <a:r>
              <a:rPr lang="en-US" altLang="zh-CN" sz="1600" dirty="0"/>
              <a:t>shift, swap</a:t>
            </a:r>
            <a:r>
              <a:rPr lang="zh-CN" altLang="en-US" sz="1600" dirty="0"/>
              <a:t>和</a:t>
            </a:r>
            <a:r>
              <a:rPr lang="en-US" altLang="zh-CN" sz="1600" dirty="0" err="1"/>
              <a:t>BigMove</a:t>
            </a:r>
            <a:r>
              <a:rPr lang="zh-CN" altLang="en-US" sz="1600" dirty="0"/>
              <a:t>调整</a:t>
            </a:r>
            <a:endParaRPr lang="en-US" altLang="zh-CN" sz="1600" dirty="0"/>
          </a:p>
          <a:p>
            <a:pPr algn="l"/>
            <a:r>
              <a:rPr lang="en-US" altLang="zh-CN" sz="1600" dirty="0"/>
              <a:t>      (b) </a:t>
            </a:r>
            <a:r>
              <a:rPr lang="zh-CN" altLang="en-US" sz="1600" dirty="0"/>
              <a:t>如果上述任意一个尝试成功，本次迭代结束，跳至步骤</a:t>
            </a:r>
            <a:r>
              <a:rPr lang="en-US" altLang="zh-CN" sz="1600" dirty="0"/>
              <a:t>(1)</a:t>
            </a:r>
          </a:p>
          <a:p>
            <a:pPr algn="l">
              <a:spcAft>
                <a:spcPts val="600"/>
              </a:spcAft>
            </a:pPr>
            <a:r>
              <a:rPr lang="en-US" altLang="zh-CN" sz="1600" dirty="0"/>
              <a:t>      (c) </a:t>
            </a:r>
            <a:r>
              <a:rPr lang="zh-CN" altLang="en-US" sz="1600" dirty="0"/>
              <a:t>如果全部尝试失败，标记此实例为失败</a:t>
            </a:r>
            <a:endParaRPr lang="en-US" altLang="zh-CN" sz="1600" dirty="0"/>
          </a:p>
          <a:p>
            <a:pPr algn="l"/>
            <a:r>
              <a:rPr lang="en-US" altLang="zh-CN" sz="1600" dirty="0"/>
              <a:t>  (3) </a:t>
            </a:r>
            <a:r>
              <a:rPr lang="zh-CN" altLang="en-US" sz="1600" dirty="0"/>
              <a:t>如果</a:t>
            </a:r>
            <a:r>
              <a:rPr lang="en-US" altLang="zh-CN" sz="1600" dirty="0"/>
              <a:t>server</a:t>
            </a:r>
            <a:r>
              <a:rPr lang="zh-CN" altLang="en-US" sz="1600" dirty="0"/>
              <a:t>上所有的实例都失败，标记此</a:t>
            </a:r>
            <a:r>
              <a:rPr lang="en-US" altLang="zh-CN" sz="1600" dirty="0"/>
              <a:t>server</a:t>
            </a:r>
            <a:r>
              <a:rPr lang="zh-CN" altLang="en-US" sz="1600" dirty="0"/>
              <a:t>为不可调</a:t>
            </a:r>
            <a:r>
              <a:rPr lang="en-US" altLang="zh-CN" sz="1600" dirty="0"/>
              <a:t>(</a:t>
            </a:r>
            <a:r>
              <a:rPr lang="zh-CN" altLang="en-US" sz="1600" dirty="0"/>
              <a:t>以后不参与调整</a:t>
            </a:r>
            <a:r>
              <a:rPr lang="en-US" altLang="zh-CN" sz="1600" dirty="0"/>
              <a:t>)</a:t>
            </a:r>
            <a:r>
              <a:rPr lang="zh-CN" altLang="en-US" sz="1600" dirty="0"/>
              <a:t>，结束本次迭代，跳至步骤</a:t>
            </a:r>
            <a:r>
              <a:rPr lang="en-US" altLang="zh-CN" sz="1600" dirty="0"/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595109895"/>
      </p:ext>
    </p:extLst>
  </p:cSld>
  <p:clrMapOvr>
    <a:masterClrMapping/>
  </p:clrMapOvr>
  <p:transition advTm="156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实例分布调整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5243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调整效果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78134"/>
              </p:ext>
            </p:extLst>
          </p:nvPr>
        </p:nvGraphicFramePr>
        <p:xfrm>
          <a:off x="1158687" y="2724329"/>
          <a:ext cx="7125076" cy="19563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2883">
                  <a:extLst>
                    <a:ext uri="{9D8B030D-6E8A-4147-A177-3AD203B41FA5}">
                      <a16:colId xmlns:a16="http://schemas.microsoft.com/office/drawing/2014/main" val="2105883981"/>
                    </a:ext>
                  </a:extLst>
                </a:gridCol>
                <a:gridCol w="949055">
                  <a:extLst>
                    <a:ext uri="{9D8B030D-6E8A-4147-A177-3AD203B41FA5}">
                      <a16:colId xmlns:a16="http://schemas.microsoft.com/office/drawing/2014/main" val="1306502296"/>
                    </a:ext>
                  </a:extLst>
                </a:gridCol>
                <a:gridCol w="948098">
                  <a:extLst>
                    <a:ext uri="{9D8B030D-6E8A-4147-A177-3AD203B41FA5}">
                      <a16:colId xmlns:a16="http://schemas.microsoft.com/office/drawing/2014/main" val="1803961529"/>
                    </a:ext>
                  </a:extLst>
                </a:gridCol>
                <a:gridCol w="948098">
                  <a:extLst>
                    <a:ext uri="{9D8B030D-6E8A-4147-A177-3AD203B41FA5}">
                      <a16:colId xmlns:a16="http://schemas.microsoft.com/office/drawing/2014/main" val="3547467929"/>
                    </a:ext>
                  </a:extLst>
                </a:gridCol>
                <a:gridCol w="1836942">
                  <a:extLst>
                    <a:ext uri="{9D8B030D-6E8A-4147-A177-3AD203B41FA5}">
                      <a16:colId xmlns:a16="http://schemas.microsoft.com/office/drawing/2014/main" val="3898164465"/>
                    </a:ext>
                  </a:extLst>
                </a:gridCol>
              </a:tblGrid>
              <a:tr h="6473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top 1%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top 5%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top 10%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effectLst/>
                        </a:rPr>
                        <a:t>cpu_idl</a:t>
                      </a:r>
                      <a:endParaRPr lang="en-US" sz="2000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系统均值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2140141"/>
                  </a:ext>
                </a:extLst>
              </a:tr>
              <a:tr h="4363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调整前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0.27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0.37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0.42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0.53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1672127"/>
                  </a:ext>
                </a:extLst>
              </a:tr>
              <a:tr h="4363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贪心算法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0.36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0.4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0.44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0.53</a:t>
                      </a:r>
                      <a:endParaRPr lang="zh-CN" sz="20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347574"/>
                  </a:ext>
                </a:extLst>
              </a:tr>
              <a:tr h="4363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effectLst/>
                          <a:latin typeface="+mn-lt"/>
                          <a:ea typeface="+mn-ea"/>
                          <a:cs typeface="+mn-cs"/>
                        </a:rPr>
                        <a:t>局部搜索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</a:rPr>
                        <a:t>0.46</a:t>
                      </a:r>
                      <a:endParaRPr lang="zh-CN" sz="20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0.47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0.48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0.53</a:t>
                      </a:r>
                      <a:endParaRPr lang="zh-CN" sz="20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87425710"/>
                  </a:ext>
                </a:extLst>
              </a:tr>
            </a:tbl>
          </a:graphicData>
        </a:graphic>
      </p:graphicFrame>
      <p:sp>
        <p:nvSpPr>
          <p:cNvPr id="6" name="Rectangle 13"/>
          <p:cNvSpPr/>
          <p:nvPr/>
        </p:nvSpPr>
        <p:spPr>
          <a:xfrm>
            <a:off x="2539337" y="4993899"/>
            <a:ext cx="43637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</a:rPr>
              <a:t>某机房调整前后 </a:t>
            </a:r>
            <a:r>
              <a:rPr lang="en-US" altLang="zh-CN" sz="2000" b="1" dirty="0">
                <a:solidFill>
                  <a:srgbClr val="C00000"/>
                </a:solidFill>
              </a:rPr>
              <a:t>CPU-Idle </a:t>
            </a:r>
            <a:r>
              <a:rPr lang="zh-CN" altLang="en-US" sz="2000" b="1" dirty="0">
                <a:solidFill>
                  <a:srgbClr val="C00000"/>
                </a:solidFill>
              </a:rPr>
              <a:t>对比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831169" y="6133170"/>
            <a:ext cx="159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ICDCS 2017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6639275"/>
      </p:ext>
    </p:extLst>
  </p:cSld>
  <p:clrMapOvr>
    <a:masterClrMapping/>
  </p:clrMapOvr>
  <p:transition advTm="156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副本策略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38057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实例副本</a:t>
            </a: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每个 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service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通常有多个实例副本，以满足大量并发请求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副本个数影响单实例资源消耗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6" name="Rectangle 13"/>
          <p:cNvSpPr/>
          <p:nvPr/>
        </p:nvSpPr>
        <p:spPr>
          <a:xfrm>
            <a:off x="824400" y="5929522"/>
            <a:ext cx="79022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Observation: </a:t>
            </a:r>
            <a:r>
              <a:rPr lang="zh-CN" altLang="en-US" sz="2000" b="1" dirty="0">
                <a:solidFill>
                  <a:srgbClr val="C00000"/>
                </a:solidFill>
              </a:rPr>
              <a:t>单实例消耗的</a:t>
            </a:r>
            <a:r>
              <a:rPr lang="en-US" altLang="zh-CN" sz="2000" b="1" dirty="0">
                <a:solidFill>
                  <a:srgbClr val="C00000"/>
                </a:solidFill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</a:rPr>
              <a:t>近似与实例个数成反比，而内存与实例个数无关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830" y="3237868"/>
            <a:ext cx="5306068" cy="257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175391"/>
      </p:ext>
    </p:extLst>
  </p:cSld>
  <p:clrMapOvr>
    <a:masterClrMapping/>
  </p:clrMapOvr>
  <p:transition advTm="156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副本策略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38057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副本策略的影响</a:t>
            </a:r>
            <a:endParaRPr lang="en-US" altLang="zh-CN" sz="2000" dirty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86" y="2556981"/>
            <a:ext cx="7383377" cy="2836289"/>
          </a:xfrm>
          <a:prstGeom prst="rect">
            <a:avLst/>
          </a:prstGeom>
        </p:spPr>
      </p:pic>
      <p:sp>
        <p:nvSpPr>
          <p:cNvPr id="7" name="Rectangle 13"/>
          <p:cNvSpPr/>
          <p:nvPr/>
        </p:nvSpPr>
        <p:spPr>
          <a:xfrm>
            <a:off x="1077894" y="5648873"/>
            <a:ext cx="59294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baseline="0" dirty="0">
                <a:solidFill>
                  <a:srgbClr val="C00000"/>
                </a:solidFill>
              </a:rPr>
              <a:t>A: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</a:rPr>
              <a:t>总 </a:t>
            </a:r>
            <a:r>
              <a:rPr lang="en-US" altLang="zh-CN" sz="2000" b="1" dirty="0">
                <a:solidFill>
                  <a:srgbClr val="C00000"/>
                </a:solidFill>
              </a:rPr>
              <a:t>CPU </a:t>
            </a:r>
            <a:r>
              <a:rPr lang="zh-CN" altLang="en-US" sz="2000" b="1" dirty="0">
                <a:solidFill>
                  <a:srgbClr val="C00000"/>
                </a:solidFill>
              </a:rPr>
              <a:t>需求 </a:t>
            </a:r>
            <a:r>
              <a:rPr lang="en-US" altLang="zh-CN" sz="2000" b="1" dirty="0">
                <a:solidFill>
                  <a:srgbClr val="C00000"/>
                </a:solidFill>
              </a:rPr>
              <a:t>6.0, </a:t>
            </a:r>
            <a:r>
              <a:rPr lang="zh-CN" altLang="en-US" sz="2000" b="1" dirty="0">
                <a:solidFill>
                  <a:srgbClr val="C00000"/>
                </a:solidFill>
              </a:rPr>
              <a:t>单实例内存需求 </a:t>
            </a:r>
            <a:r>
              <a:rPr lang="en-US" altLang="zh-CN" sz="2000" b="1" dirty="0">
                <a:solidFill>
                  <a:srgbClr val="C00000"/>
                </a:solidFill>
              </a:rPr>
              <a:t>0.5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1077894" y="5999783"/>
            <a:ext cx="57846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B</a:t>
            </a:r>
            <a:r>
              <a:rPr lang="en-US" altLang="zh-CN" sz="2000" b="1" baseline="0" dirty="0">
                <a:solidFill>
                  <a:srgbClr val="C00000"/>
                </a:solidFill>
              </a:rPr>
              <a:t>: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zh-CN" altLang="en-US" sz="2000" b="1" dirty="0">
                <a:solidFill>
                  <a:srgbClr val="C00000"/>
                </a:solidFill>
              </a:rPr>
              <a:t>总 </a:t>
            </a:r>
            <a:r>
              <a:rPr lang="en-US" altLang="zh-CN" sz="2000" b="1" dirty="0">
                <a:solidFill>
                  <a:srgbClr val="C00000"/>
                </a:solidFill>
              </a:rPr>
              <a:t>CPU </a:t>
            </a:r>
            <a:r>
              <a:rPr lang="zh-CN" altLang="en-US" sz="2000" b="1" dirty="0">
                <a:solidFill>
                  <a:srgbClr val="C00000"/>
                </a:solidFill>
              </a:rPr>
              <a:t>需求 </a:t>
            </a:r>
            <a:r>
              <a:rPr lang="en-US" altLang="zh-CN" sz="2000" b="1" dirty="0">
                <a:solidFill>
                  <a:srgbClr val="C00000"/>
                </a:solidFill>
              </a:rPr>
              <a:t>4.0, </a:t>
            </a:r>
            <a:r>
              <a:rPr lang="zh-CN" altLang="en-US" sz="2000" b="1" dirty="0">
                <a:solidFill>
                  <a:srgbClr val="C00000"/>
                </a:solidFill>
              </a:rPr>
              <a:t>单实例内存需求 </a:t>
            </a:r>
            <a:r>
              <a:rPr lang="en-US" altLang="zh-CN" sz="2000" b="1" dirty="0">
                <a:solidFill>
                  <a:srgbClr val="C00000"/>
                </a:solidFill>
              </a:rPr>
              <a:t>0.5</a:t>
            </a:r>
            <a:endParaRPr lang="en-SG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97598"/>
      </p:ext>
    </p:extLst>
  </p:cSld>
  <p:clrMapOvr>
    <a:masterClrMapping/>
  </p:clrMapOvr>
  <p:transition advTm="156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副本策略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6738" y="1752599"/>
            <a:ext cx="8308975" cy="4380571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目标</a:t>
            </a: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寻找合理的副本策略，使得所用资源最少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算法</a:t>
            </a: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全局搜索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r>
              <a:rPr lang="zh-CN" altLang="en-US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时间复杂度高、结果较优</a:t>
            </a:r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最少副本策略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r>
              <a:rPr lang="zh-CN" altLang="en-US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副本最少、单实例较大，不利于调整</a:t>
            </a:r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固定资源占比策略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r>
              <a:rPr lang="zh-CN" altLang="en-US" sz="17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异构场景不友好</a:t>
            </a:r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Online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调整策略</a:t>
            </a:r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909637" lvl="2" indent="0" eaLnBrk="1" hangingPunct="1">
              <a:buNone/>
            </a:pPr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2" eaLnBrk="1" hangingPunct="1"/>
            <a:endParaRPr lang="en-US" altLang="zh-CN" sz="17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lvl="1" eaLnBrk="1" hangingPunct="1"/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1169" y="6133170"/>
            <a:ext cx="159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ICPP 2018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2275833"/>
      </p:ext>
    </p:extLst>
  </p:cSld>
  <p:clrMapOvr>
    <a:masterClrMapping/>
  </p:clrMapOvr>
  <p:transition advTm="156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600" b="1"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云游戏中的资源管理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搜索引擎中的资源管理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solidFill>
                <a:schemeClr val="bg1">
                  <a:lumMod val="8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AI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在资源管理中的应用</a:t>
            </a:r>
            <a:endParaRPr lang="en-SG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052385"/>
      </p:ext>
    </p:extLst>
  </p:cSld>
  <p:clrMapOvr>
    <a:masterClrMapping/>
  </p:clrMapOvr>
  <p:transition advTm="172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4600" b="1" dirty="0">
                <a:latin typeface="黑体" panose="02010609060101010101" pitchFamily="49" charset="-122"/>
                <a:ea typeface="黑体" panose="02010609060101010101" pitchFamily="49" charset="-122"/>
              </a:rPr>
              <a:t>在资源管理中的应用</a:t>
            </a:r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磁盘故障预测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负载预测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智能运维（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Cache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预充、故障定位、根因分析等）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Interference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</a:t>
            </a:r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SG" altLang="zh-CN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6020971"/>
      </p:ext>
    </p:extLst>
  </p:cSld>
  <p:clrMapOvr>
    <a:masterClrMapping/>
  </p:clrMapOvr>
  <p:transition advTm="172"/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8ED64D-FC09-477E-BE5E-82B3088A3A91}"/>
              </a:ext>
            </a:extLst>
          </p:cNvPr>
          <p:cNvSpPr txBox="1"/>
          <p:nvPr/>
        </p:nvSpPr>
        <p:spPr>
          <a:xfrm>
            <a:off x="740780" y="1932972"/>
            <a:ext cx="762771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Ren R, Tang X, Li Y, et al. Competitiveness of Dynamic Bin Packing for Online Cloud Server Allocation[J]. IEEE/ACM Transactions on Networking, 2017, 25(99):1-8.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Li Y, Tang X, Cai W. Dynamic Bin Packing for On-Demand Cloud Resource Allocation[J]. IEEE Transactions on Parallel &amp; Distributed Systems, 2015, 27(1):157-170.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Yusen Li, </a:t>
            </a:r>
            <a:r>
              <a:rPr lang="en-US" altLang="zh-CN" dirty="0" err="1"/>
              <a:t>Yunhua</a:t>
            </a:r>
            <a:r>
              <a:rPr lang="en-US" altLang="zh-CN" dirty="0"/>
              <a:t> Deng, </a:t>
            </a:r>
            <a:r>
              <a:rPr lang="en-US" altLang="zh-CN" dirty="0" err="1"/>
              <a:t>Xueyan</a:t>
            </a:r>
            <a:r>
              <a:rPr lang="en-US" altLang="zh-CN" dirty="0"/>
              <a:t> Tang, </a:t>
            </a:r>
            <a:r>
              <a:rPr lang="en-US" altLang="zh-CN" dirty="0" err="1"/>
              <a:t>Wentong</a:t>
            </a:r>
            <a:r>
              <a:rPr lang="en-US" altLang="zh-CN" dirty="0"/>
              <a:t> Cai, Xiaoguang Liu, Gang Wang:</a:t>
            </a:r>
          </a:p>
          <a:p>
            <a:r>
              <a:rPr lang="en-US" altLang="zh-CN" dirty="0"/>
              <a:t>     On Server Provisioning for Cloud Gaming. ACM Multimedia 2017: 492-500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Yusen Li, </a:t>
            </a:r>
            <a:r>
              <a:rPr lang="en-US" altLang="zh-CN" dirty="0" err="1"/>
              <a:t>Xueyan</a:t>
            </a:r>
            <a:r>
              <a:rPr lang="en-US" altLang="zh-CN" dirty="0"/>
              <a:t> Tang, </a:t>
            </a:r>
            <a:r>
              <a:rPr lang="en-US" altLang="zh-CN" dirty="0" err="1"/>
              <a:t>Wentong</a:t>
            </a:r>
            <a:r>
              <a:rPr lang="en-US" altLang="zh-CN" dirty="0"/>
              <a:t> </a:t>
            </a:r>
            <a:r>
              <a:rPr lang="en-US" altLang="zh-CN" dirty="0" err="1"/>
              <a:t>Cai:Dynamic</a:t>
            </a:r>
            <a:r>
              <a:rPr lang="en-US" altLang="zh-CN" dirty="0"/>
              <a:t> Bin Packing for On-Demand Cloud Resource Allocation. IEEE Trans. Parallel </a:t>
            </a:r>
            <a:r>
              <a:rPr lang="en-US" altLang="zh-CN" dirty="0" err="1"/>
              <a:t>Distrib</a:t>
            </a:r>
            <a:r>
              <a:rPr lang="en-US" altLang="zh-CN" dirty="0"/>
              <a:t>. Syst. 27(1): 157-170 (2016)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Xueyan</a:t>
            </a:r>
            <a:r>
              <a:rPr lang="en-US" altLang="zh-CN" dirty="0"/>
              <a:t> Tang, Yusen Li, </a:t>
            </a:r>
            <a:r>
              <a:rPr lang="en-US" altLang="zh-CN" dirty="0" err="1"/>
              <a:t>Runtian</a:t>
            </a:r>
            <a:r>
              <a:rPr lang="en-US" altLang="zh-CN" dirty="0"/>
              <a:t> Ren, </a:t>
            </a:r>
            <a:r>
              <a:rPr lang="en-US" altLang="zh-CN" dirty="0" err="1"/>
              <a:t>Wentong</a:t>
            </a:r>
            <a:r>
              <a:rPr lang="en-US" altLang="zh-CN" dirty="0"/>
              <a:t> </a:t>
            </a:r>
            <a:r>
              <a:rPr lang="en-US" altLang="zh-CN" dirty="0" err="1"/>
              <a:t>Cai:On</a:t>
            </a:r>
            <a:r>
              <a:rPr lang="en-US" altLang="zh-CN" dirty="0"/>
              <a:t> First Fit Bin Packing for Online Cloud Server Allocation. IPDPS 2016: 323-332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Yunhua</a:t>
            </a:r>
            <a:r>
              <a:rPr lang="en-US" altLang="zh-CN" dirty="0"/>
              <a:t> Deng, Yusen Li, </a:t>
            </a:r>
            <a:r>
              <a:rPr lang="en-US" altLang="zh-CN" dirty="0" err="1"/>
              <a:t>Xueyan</a:t>
            </a:r>
            <a:r>
              <a:rPr lang="en-US" altLang="zh-CN" dirty="0"/>
              <a:t> Tang, </a:t>
            </a:r>
            <a:r>
              <a:rPr lang="en-US" altLang="zh-CN" dirty="0" err="1"/>
              <a:t>Wentong</a:t>
            </a:r>
            <a:r>
              <a:rPr lang="en-US" altLang="zh-CN" dirty="0"/>
              <a:t> </a:t>
            </a:r>
            <a:r>
              <a:rPr lang="en-US" altLang="zh-CN" dirty="0" err="1"/>
              <a:t>Cai:Server</a:t>
            </a:r>
            <a:r>
              <a:rPr lang="en-US" altLang="zh-CN" dirty="0"/>
              <a:t> Allocation for Multiplayer Cloud Gaming. ACM Multimedia 2016: 918-927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Yusen Li, </a:t>
            </a:r>
            <a:r>
              <a:rPr lang="en-US" altLang="zh-CN" dirty="0" err="1"/>
              <a:t>Xueyan</a:t>
            </a:r>
            <a:r>
              <a:rPr lang="en-US" altLang="zh-CN" dirty="0"/>
              <a:t> Tang, </a:t>
            </a:r>
            <a:r>
              <a:rPr lang="en-US" altLang="zh-CN" dirty="0" err="1"/>
              <a:t>Wentong</a:t>
            </a:r>
            <a:r>
              <a:rPr lang="en-US" altLang="zh-CN" dirty="0"/>
              <a:t> </a:t>
            </a:r>
            <a:r>
              <a:rPr lang="en-US" altLang="zh-CN" dirty="0" err="1"/>
              <a:t>Cai:Play</a:t>
            </a:r>
            <a:r>
              <a:rPr lang="en-US" altLang="zh-CN" dirty="0"/>
              <a:t> Request Dispatching for Efficient Virtual Machine Usage in Cloud Gaming. IEEE Trans. Circuits Syst. Video </a:t>
            </a:r>
            <a:r>
              <a:rPr lang="en-US" altLang="zh-CN" dirty="0" err="1"/>
              <a:t>Techn</a:t>
            </a:r>
            <a:r>
              <a:rPr lang="en-US" altLang="zh-CN" dirty="0"/>
              <a:t>. 25(12): 2052-2063 (2015)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Yusen Li, </a:t>
            </a:r>
            <a:r>
              <a:rPr lang="en-US" altLang="zh-CN" dirty="0" err="1"/>
              <a:t>Xueyan</a:t>
            </a:r>
            <a:r>
              <a:rPr lang="en-US" altLang="zh-CN" dirty="0"/>
              <a:t> Tang, </a:t>
            </a:r>
            <a:r>
              <a:rPr lang="en-US" altLang="zh-CN" dirty="0" err="1"/>
              <a:t>Wentong</a:t>
            </a:r>
            <a:r>
              <a:rPr lang="en-US" altLang="zh-CN" dirty="0"/>
              <a:t> </a:t>
            </a:r>
            <a:r>
              <a:rPr lang="en-US" altLang="zh-CN" dirty="0" err="1"/>
              <a:t>Cai:On</a:t>
            </a:r>
            <a:r>
              <a:rPr lang="en-US" altLang="zh-CN" dirty="0"/>
              <a:t> dynamic bin packing for resource allocation in the cloud. SPAA 2014: 2-11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83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h</a:t>
            </a:r>
          </a:p>
        </p:txBody>
      </p:sp>
      <p:sp>
        <p:nvSpPr>
          <p:cNvPr id="19459" name="副标题 2"/>
          <p:cNvSpPr>
            <a:spLocks noGrp="1"/>
          </p:cNvSpPr>
          <p:nvPr>
            <p:ph type="subTitle" idx="1"/>
          </p:nvPr>
        </p:nvSpPr>
        <p:spPr>
          <a:xfrm>
            <a:off x="0" y="1658938"/>
            <a:ext cx="8867775" cy="1600200"/>
          </a:xfrm>
          <a:solidFill>
            <a:schemeClr val="bg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012825" y="2132013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0" hangingPunct="0">
              <a:defRPr/>
            </a:pPr>
            <a:r>
              <a:rPr lang="zh-CN" altLang="en-US" sz="8200" kern="0" dirty="0">
                <a:solidFill>
                  <a:schemeClr val="accent2"/>
                </a:solidFill>
                <a:latin typeface="黑体" pitchFamily="2" charset="-122"/>
                <a:ea typeface="华文行楷" pitchFamily="2" charset="-122"/>
                <a:cs typeface="+mj-cs"/>
              </a:rPr>
              <a:t>谢谢！</a:t>
            </a:r>
          </a:p>
        </p:txBody>
      </p:sp>
      <p:pic>
        <p:nvPicPr>
          <p:cNvPr id="19461" name="Picture 3" descr="e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3681413"/>
            <a:ext cx="757238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934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主题​​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​​">
    <a:majorFont>
      <a:latin typeface="Calibri Light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​​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</TotalTime>
  <Words>3514</Words>
  <Application>Microsoft Office PowerPoint</Application>
  <PresentationFormat>全屏显示(4:3)</PresentationFormat>
  <Paragraphs>945</Paragraphs>
  <Slides>79</Slides>
  <Notes>34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6" baseType="lpstr">
      <vt:lpstr>ＭＳ Ｐゴシック</vt:lpstr>
      <vt:lpstr>等线</vt:lpstr>
      <vt:lpstr>等线 Light</vt:lpstr>
      <vt:lpstr>黑体</vt:lpstr>
      <vt:lpstr>华文行楷</vt:lpstr>
      <vt:lpstr>华文中宋</vt:lpstr>
      <vt:lpstr>宋体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Profile</vt:lpstr>
      <vt:lpstr>Office 主题​​</vt:lpstr>
      <vt:lpstr>Visio</vt:lpstr>
      <vt:lpstr>分布式系统</vt:lpstr>
      <vt:lpstr>提纲</vt:lpstr>
      <vt:lpstr>提纲</vt:lpstr>
      <vt:lpstr>云游戏</vt:lpstr>
      <vt:lpstr>云游戏</vt:lpstr>
      <vt:lpstr>挑战</vt:lpstr>
      <vt:lpstr>总体研究目标</vt:lpstr>
      <vt:lpstr>Example</vt:lpstr>
      <vt:lpstr>Example</vt:lpstr>
      <vt:lpstr>研究工作</vt:lpstr>
      <vt:lpstr>理论-经典算法</vt:lpstr>
      <vt:lpstr>理论-经典算法分析</vt:lpstr>
      <vt:lpstr>理论-经典算法分析</vt:lpstr>
      <vt:lpstr>算法-基于请求结束时间预测</vt:lpstr>
      <vt:lpstr>算法-基于请求结束时间预测</vt:lpstr>
      <vt:lpstr>算法-基于请求结束时间预测</vt:lpstr>
      <vt:lpstr>算法-基于请求结束时间预测</vt:lpstr>
      <vt:lpstr>算法-考虑游戏布局</vt:lpstr>
      <vt:lpstr>算法-考虑游戏布局</vt:lpstr>
      <vt:lpstr>系统-考虑游戏interference</vt:lpstr>
      <vt:lpstr>When games are co-located</vt:lpstr>
      <vt:lpstr>Design of Benchmark</vt:lpstr>
      <vt:lpstr>Benchmark Design:GPU cores </vt:lpstr>
      <vt:lpstr>Benchmark Design:GPU cores</vt:lpstr>
      <vt:lpstr>Benchmark Design:Bandwidth </vt:lpstr>
      <vt:lpstr>Traditional Approach</vt:lpstr>
      <vt:lpstr>Traditional Approach</vt:lpstr>
      <vt:lpstr>Traditional Approach</vt:lpstr>
      <vt:lpstr>Challenges for multiple resources</vt:lpstr>
      <vt:lpstr>Challenges for multiple resources</vt:lpstr>
      <vt:lpstr>Challenges for multiple resources</vt:lpstr>
      <vt:lpstr>Existing Approaches</vt:lpstr>
      <vt:lpstr>Observations</vt:lpstr>
      <vt:lpstr>Observations</vt:lpstr>
      <vt:lpstr>Observations</vt:lpstr>
      <vt:lpstr>Observations</vt:lpstr>
      <vt:lpstr>Observations</vt:lpstr>
      <vt:lpstr>Observations</vt:lpstr>
      <vt:lpstr>Observations</vt:lpstr>
      <vt:lpstr>Proposed Approach</vt:lpstr>
      <vt:lpstr>Proposed Approach</vt:lpstr>
      <vt:lpstr>Proposed Approach</vt:lpstr>
      <vt:lpstr>Proposed Approach</vt:lpstr>
      <vt:lpstr>Proposed Approach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Applications</vt:lpstr>
      <vt:lpstr>Applications</vt:lpstr>
      <vt:lpstr>Applications</vt:lpstr>
      <vt:lpstr>Applications</vt:lpstr>
      <vt:lpstr>Applications</vt:lpstr>
      <vt:lpstr>Applications</vt:lpstr>
      <vt:lpstr>Discussions</vt:lpstr>
      <vt:lpstr>Future Work</vt:lpstr>
      <vt:lpstr>提纲</vt:lpstr>
      <vt:lpstr>实例分布调整</vt:lpstr>
      <vt:lpstr>实例分布调整</vt:lpstr>
      <vt:lpstr>实例分布调整</vt:lpstr>
      <vt:lpstr>实例分布调整</vt:lpstr>
      <vt:lpstr>实例分布调整</vt:lpstr>
      <vt:lpstr>实例分布调整</vt:lpstr>
      <vt:lpstr>实例分布调整</vt:lpstr>
      <vt:lpstr>实例分布调整</vt:lpstr>
      <vt:lpstr>实例分布调整</vt:lpstr>
      <vt:lpstr>副本策略</vt:lpstr>
      <vt:lpstr>副本策略</vt:lpstr>
      <vt:lpstr>副本策略</vt:lpstr>
      <vt:lpstr>提纲</vt:lpstr>
      <vt:lpstr>AI在资源管理中的应用</vt:lpstr>
      <vt:lpstr>References</vt:lpstr>
      <vt:lpstr>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优青基金答辩PPT</dc:title>
  <dc:creator>汪萌</dc:creator>
  <cp:lastModifiedBy>zhao changjian</cp:lastModifiedBy>
  <cp:revision>3228</cp:revision>
  <cp:lastPrinted>2011-06-08T05:26:08Z</cp:lastPrinted>
  <dcterms:created xsi:type="dcterms:W3CDTF">2003-12-05T03:09:18Z</dcterms:created>
  <dcterms:modified xsi:type="dcterms:W3CDTF">2018-12-14T00:29:50Z</dcterms:modified>
</cp:coreProperties>
</file>